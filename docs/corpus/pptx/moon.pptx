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3657600"/>
          <a:chOff x="0" y="0"/>
          <a:chExt cx="36576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3657600"/>
            <a:chOff x="0" y="0"/>
            <a:chExt cx="36576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3657600"/>
            </a:xfrm>
            <a:prstGeom prst="rect">
              <a:avLst/>
            </a:prstGeom>
            <a:solidFill>
              <a:srgbClr val="73737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3942033">
              <a:off x="887597" y="625614"/>
              <a:ext cx="48136" cy="12034"/>
            </a:xfrm>
            <a:prstGeom prst="ellipse">
              <a:avLst/>
            </a:prstGeom>
            <a:gradFill>
              <a:gsLst>
                <a:gs pos="0">
                  <a:srgbClr val="CCCCCC">
                    <a:alpha val="20517"/>
                  </a:srgbClr>
                </a:gs>
                <a:gs pos="14286">
                  <a:srgbClr val="CCCCCC">
                    <a:alpha val="19027"/>
                  </a:srgbClr>
                </a:gs>
                <a:gs pos="28571">
                  <a:srgbClr val="CCCCCC">
                    <a:alpha val="15115"/>
                  </a:srgbClr>
                </a:gs>
                <a:gs pos="42857">
                  <a:srgbClr val="CCCCCC">
                    <a:alpha val="10191"/>
                  </a:srgbClr>
                </a:gs>
                <a:gs pos="57143">
                  <a:srgbClr val="CCCCCC">
                    <a:alpha val="5782"/>
                  </a:srgbClr>
                </a:gs>
                <a:gs pos="71429">
                  <a:srgbClr val="CCCCCC">
                    <a:alpha val="2749"/>
                  </a:srgbClr>
                </a:gs>
                <a:gs pos="85714">
                  <a:srgbClr val="CCCCCC">
                    <a:alpha val="1096"/>
                  </a:srgbClr>
                </a:gs>
                <a:gs pos="100000">
                  <a:srgbClr val="CCCCCC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3652595">
              <a:off x="898802" y="490700"/>
              <a:ext cx="157186" cy="80216"/>
            </a:xfrm>
            <a:prstGeom prst="ellipse">
              <a:avLst/>
            </a:prstGeom>
            <a:gradFill>
              <a:gsLst>
                <a:gs pos="0">
                  <a:srgbClr val="FCFCFC">
                    <a:alpha val="31902"/>
                  </a:srgbClr>
                </a:gs>
                <a:gs pos="14286">
                  <a:srgbClr val="FCFCFC">
                    <a:alpha val="29752"/>
                  </a:srgbClr>
                </a:gs>
                <a:gs pos="28571">
                  <a:srgbClr val="FCFCFC">
                    <a:alpha val="23982"/>
                  </a:srgbClr>
                </a:gs>
                <a:gs pos="42857">
                  <a:srgbClr val="FCFCFC">
                    <a:alpha val="16461"/>
                  </a:srgbClr>
                </a:gs>
                <a:gs pos="57143">
                  <a:srgbClr val="FCFCFC">
                    <a:alpha val="9485"/>
                  </a:srgbClr>
                </a:gs>
                <a:gs pos="71429">
                  <a:srgbClr val="FCFCFC">
                    <a:alpha val="4558"/>
                  </a:srgbClr>
                </a:gs>
                <a:gs pos="85714">
                  <a:srgbClr val="FCFCFC">
                    <a:alpha val="1828"/>
                  </a:srgbClr>
                </a:gs>
                <a:gs pos="100000">
                  <a:srgbClr val="FCFCFC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5995866">
              <a:off x="945559" y="555579"/>
              <a:ext cx="147057" cy="13582"/>
            </a:xfrm>
            <a:prstGeom prst="ellipse">
              <a:avLst/>
            </a:prstGeom>
            <a:gradFill>
              <a:gsLst>
                <a:gs pos="0">
                  <a:srgbClr val="FEFEFF">
                    <a:alpha val="32433"/>
                  </a:srgbClr>
                </a:gs>
                <a:gs pos="14286">
                  <a:srgbClr val="FEFEFF">
                    <a:alpha val="30256"/>
                  </a:srgbClr>
                </a:gs>
                <a:gs pos="28571">
                  <a:srgbClr val="FEFEFF">
                    <a:alpha val="24405"/>
                  </a:srgbClr>
                </a:gs>
                <a:gs pos="42857">
                  <a:srgbClr val="FEFEFF">
                    <a:alpha val="16766"/>
                  </a:srgbClr>
                </a:gs>
                <a:gs pos="57143">
                  <a:srgbClr val="FEFEFF">
                    <a:alpha val="9669"/>
                  </a:srgbClr>
                </a:gs>
                <a:gs pos="71429">
                  <a:srgbClr val="FEFEFF">
                    <a:alpha val="4648"/>
                  </a:srgbClr>
                </a:gs>
                <a:gs pos="85714">
                  <a:srgbClr val="FEFEFF">
                    <a:alpha val="1865"/>
                  </a:srgbClr>
                </a:gs>
                <a:gs pos="100000">
                  <a:srgbClr val="FEFEFF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4253252">
              <a:off x="938645" y="522809"/>
              <a:ext cx="120749" cy="26061"/>
            </a:xfrm>
            <a:prstGeom prst="ellipse">
              <a:avLst/>
            </a:prstGeom>
            <a:gradFill>
              <a:gsLst>
                <a:gs pos="0">
                  <a:srgbClr val="FEFDFD">
                    <a:alpha val="31818"/>
                  </a:srgbClr>
                </a:gs>
                <a:gs pos="14286">
                  <a:srgbClr val="FEFDFD">
                    <a:alpha val="29673"/>
                  </a:srgbClr>
                </a:gs>
                <a:gs pos="28571">
                  <a:srgbClr val="FEFDFD">
                    <a:alpha val="23915"/>
                  </a:srgbClr>
                </a:gs>
                <a:gs pos="42857">
                  <a:srgbClr val="FEFDFD">
                    <a:alpha val="16412"/>
                  </a:srgbClr>
                </a:gs>
                <a:gs pos="57143">
                  <a:srgbClr val="FEFDFD">
                    <a:alpha val="9456"/>
                  </a:srgbClr>
                </a:gs>
                <a:gs pos="71429">
                  <a:srgbClr val="FEFDFD">
                    <a:alpha val="4543"/>
                  </a:srgbClr>
                </a:gs>
                <a:gs pos="85714">
                  <a:srgbClr val="FEFDFD">
                    <a:alpha val="1822"/>
                  </a:srgbClr>
                </a:gs>
                <a:gs pos="100000">
                  <a:srgbClr val="FEFDFD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8238943">
              <a:off x="955273" y="631281"/>
              <a:ext cx="165914" cy="19034"/>
            </a:xfrm>
            <a:prstGeom prst="ellipse">
              <a:avLst/>
            </a:prstGeom>
            <a:gradFill>
              <a:gsLst>
                <a:gs pos="0">
                  <a:srgbClr val="3B3C3C">
                    <a:alpha val="29461"/>
                  </a:srgbClr>
                </a:gs>
                <a:gs pos="14286">
                  <a:srgbClr val="3B3C3C">
                    <a:alpha val="27442"/>
                  </a:srgbClr>
                </a:gs>
                <a:gs pos="28571">
                  <a:srgbClr val="3B3C3C">
                    <a:alpha val="22047"/>
                  </a:srgbClr>
                </a:gs>
                <a:gs pos="42857">
                  <a:srgbClr val="3B3C3C">
                    <a:alpha val="15072"/>
                  </a:srgbClr>
                </a:gs>
                <a:gs pos="57143">
                  <a:srgbClr val="3B3C3C">
                    <a:alpha val="8655"/>
                  </a:srgbClr>
                </a:gs>
                <a:gs pos="71429">
                  <a:srgbClr val="3B3C3C">
                    <a:alpha val="4149"/>
                  </a:srgbClr>
                </a:gs>
                <a:gs pos="85714">
                  <a:srgbClr val="3B3C3C">
                    <a:alpha val="1662"/>
                  </a:srgbClr>
                </a:gs>
                <a:gs pos="100000">
                  <a:srgbClr val="3B3C3C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4746631">
              <a:off x="347834" y="240135"/>
              <a:ext cx="53272" cy="13318"/>
            </a:xfrm>
            <a:prstGeom prst="ellipse">
              <a:avLst/>
            </a:prstGeom>
            <a:gradFill>
              <a:gsLst>
                <a:gs pos="0">
                  <a:srgbClr val="B6B6B6">
                    <a:alpha val="19608"/>
                  </a:srgbClr>
                </a:gs>
                <a:gs pos="14286">
                  <a:srgbClr val="B6B6B6">
                    <a:alpha val="18176"/>
                  </a:srgbClr>
                </a:gs>
                <a:gs pos="28571">
                  <a:srgbClr val="B6B6B6">
                    <a:alpha val="14423"/>
                  </a:srgbClr>
                </a:gs>
                <a:gs pos="42857">
                  <a:srgbClr val="B6B6B6">
                    <a:alpha val="9712"/>
                  </a:srgbClr>
                </a:gs>
                <a:gs pos="57143">
                  <a:srgbClr val="B6B6B6">
                    <a:alpha val="5504"/>
                  </a:srgbClr>
                </a:gs>
                <a:gs pos="71429">
                  <a:srgbClr val="B6B6B6">
                    <a:alpha val="2615"/>
                  </a:srgbClr>
                </a:gs>
                <a:gs pos="85714">
                  <a:srgbClr val="B6B6B6">
                    <a:alpha val="1042"/>
                  </a:srgbClr>
                </a:gs>
                <a:gs pos="100000">
                  <a:srgbClr val="B6B6B6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-9907989">
              <a:off x="894526" y="479845"/>
              <a:ext cx="147142" cy="135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-8172869">
              <a:off x="914712" y="476579"/>
              <a:ext cx="146883" cy="11434"/>
            </a:xfrm>
            <a:prstGeom prst="ellipse">
              <a:avLst/>
            </a:prstGeom>
            <a:gradFill>
              <a:gsLst>
                <a:gs pos="0">
                  <a:srgbClr val="000009">
                    <a:alpha val="21403"/>
                  </a:srgbClr>
                </a:gs>
                <a:gs pos="14286">
                  <a:srgbClr val="000009">
                    <a:alpha val="19857"/>
                  </a:srgbClr>
                </a:gs>
                <a:gs pos="28571">
                  <a:srgbClr val="000009">
                    <a:alpha val="15791"/>
                  </a:srgbClr>
                </a:gs>
                <a:gs pos="42857">
                  <a:srgbClr val="000009">
                    <a:alpha val="10661"/>
                  </a:srgbClr>
                </a:gs>
                <a:gs pos="57143">
                  <a:srgbClr val="000009">
                    <a:alpha val="6056"/>
                  </a:srgbClr>
                </a:gs>
                <a:gs pos="71429">
                  <a:srgbClr val="000009">
                    <a:alpha val="2882"/>
                  </a:srgbClr>
                </a:gs>
                <a:gs pos="85714">
                  <a:srgbClr val="000009">
                    <a:alpha val="1150"/>
                  </a:srgbClr>
                </a:gs>
                <a:gs pos="100000">
                  <a:srgbClr val="000009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5122746">
              <a:off x="911316" y="497607"/>
              <a:ext cx="104520" cy="26388"/>
            </a:xfrm>
            <a:prstGeom prst="ellipse">
              <a:avLst/>
            </a:prstGeom>
            <a:gradFill>
              <a:gsLst>
                <a:gs pos="0">
                  <a:srgbClr val="FFFEFF">
                    <a:alpha val="32133"/>
                  </a:srgbClr>
                </a:gs>
                <a:gs pos="14286">
                  <a:srgbClr val="FFFEFF">
                    <a:alpha val="29972"/>
                  </a:srgbClr>
                </a:gs>
                <a:gs pos="28571">
                  <a:srgbClr val="FFFEFF">
                    <a:alpha val="24166"/>
                  </a:srgbClr>
                </a:gs>
                <a:gs pos="42857">
                  <a:srgbClr val="FFFEFF">
                    <a:alpha val="16594"/>
                  </a:srgbClr>
                </a:gs>
                <a:gs pos="57143">
                  <a:srgbClr val="FFFEFF">
                    <a:alpha val="9565"/>
                  </a:srgbClr>
                </a:gs>
                <a:gs pos="71429">
                  <a:srgbClr val="FFFEFF">
                    <a:alpha val="4597"/>
                  </a:srgbClr>
                </a:gs>
                <a:gs pos="85714">
                  <a:srgbClr val="FFFEFF">
                    <a:alpha val="1844"/>
                  </a:srgbClr>
                </a:gs>
                <a:gs pos="100000">
                  <a:srgbClr val="FFFEFF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7169808">
              <a:off x="991009" y="556916"/>
              <a:ext cx="58018" cy="8805"/>
            </a:xfrm>
            <a:prstGeom prst="ellipse">
              <a:avLst/>
            </a:prstGeom>
            <a:gradFill>
              <a:gsLst>
                <a:gs pos="0">
                  <a:srgbClr val="FFFEFF">
                    <a:alpha val="32924"/>
                  </a:srgbClr>
                </a:gs>
                <a:gs pos="14286">
                  <a:srgbClr val="FFFEFF">
                    <a:alpha val="30722"/>
                  </a:srgbClr>
                </a:gs>
                <a:gs pos="28571">
                  <a:srgbClr val="FFFEFF">
                    <a:alpha val="24798"/>
                  </a:srgbClr>
                </a:gs>
                <a:gs pos="42857">
                  <a:srgbClr val="FFFEFF">
                    <a:alpha val="17050"/>
                  </a:srgbClr>
                </a:gs>
                <a:gs pos="57143">
                  <a:srgbClr val="FFFEFF">
                    <a:alpha val="9840"/>
                  </a:srgbClr>
                </a:gs>
                <a:gs pos="71429">
                  <a:srgbClr val="FFFEFF">
                    <a:alpha val="4733"/>
                  </a:srgbClr>
                </a:gs>
                <a:gs pos="85714">
                  <a:srgbClr val="FFFEFF">
                    <a:alpha val="1899"/>
                  </a:srgbClr>
                </a:gs>
                <a:gs pos="100000">
                  <a:srgbClr val="FFFEFF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4487515">
              <a:off x="340104" y="221371"/>
              <a:ext cx="58355" cy="14589"/>
            </a:xfrm>
            <a:prstGeom prst="ellipse">
              <a:avLst/>
            </a:prstGeom>
            <a:gradFill>
              <a:gsLst>
                <a:gs pos="0">
                  <a:srgbClr val="B5B5B5">
                    <a:alpha val="18697"/>
                  </a:srgbClr>
                </a:gs>
                <a:gs pos="14286">
                  <a:srgbClr val="B5B5B5">
                    <a:alpha val="17325"/>
                  </a:srgbClr>
                </a:gs>
                <a:gs pos="28571">
                  <a:srgbClr val="B5B5B5">
                    <a:alpha val="13732"/>
                  </a:srgbClr>
                </a:gs>
                <a:gs pos="42857">
                  <a:srgbClr val="B5B5B5">
                    <a:alpha val="9234"/>
                  </a:srgbClr>
                </a:gs>
                <a:gs pos="57143">
                  <a:srgbClr val="B5B5B5">
                    <a:alpha val="5227"/>
                  </a:srgbClr>
                </a:gs>
                <a:gs pos="71429">
                  <a:srgbClr val="B5B5B5">
                    <a:alpha val="2482"/>
                  </a:srgbClr>
                </a:gs>
                <a:gs pos="85714">
                  <a:srgbClr val="B5B5B5">
                    <a:alpha val="989"/>
                  </a:srgbClr>
                </a:gs>
                <a:gs pos="100000">
                  <a:srgbClr val="B5B5B5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-8325995">
              <a:off x="952696" y="495910"/>
              <a:ext cx="58539" cy="14635"/>
            </a:xfrm>
            <a:prstGeom prst="ellipse">
              <a:avLst/>
            </a:prstGeom>
            <a:gradFill>
              <a:gsLst>
                <a:gs pos="0">
                  <a:srgbClr val="CDCDCD">
                    <a:alpha val="18664"/>
                  </a:srgbClr>
                </a:gs>
                <a:gs pos="14286">
                  <a:srgbClr val="CDCDCD">
                    <a:alpha val="17293"/>
                  </a:srgbClr>
                </a:gs>
                <a:gs pos="28571">
                  <a:srgbClr val="CDCDCD">
                    <a:alpha val="13707"/>
                  </a:srgbClr>
                </a:gs>
                <a:gs pos="42857">
                  <a:srgbClr val="CDCDCD">
                    <a:alpha val="9217"/>
                  </a:srgbClr>
                </a:gs>
                <a:gs pos="57143">
                  <a:srgbClr val="CDCDCD">
                    <a:alpha val="5217"/>
                  </a:srgbClr>
                </a:gs>
                <a:gs pos="71429">
                  <a:srgbClr val="CDCDCD">
                    <a:alpha val="2477"/>
                  </a:srgbClr>
                </a:gs>
                <a:gs pos="85714">
                  <a:srgbClr val="CDCDCD">
                    <a:alpha val="987"/>
                  </a:srgbClr>
                </a:gs>
                <a:gs pos="100000">
                  <a:srgbClr val="CDCDCD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4233064">
              <a:off x="333170" y="214124"/>
              <a:ext cx="56589" cy="14147"/>
            </a:xfrm>
            <a:prstGeom prst="ellipse">
              <a:avLst/>
            </a:prstGeom>
            <a:gradFill>
              <a:gsLst>
                <a:gs pos="0">
                  <a:srgbClr val="979797">
                    <a:alpha val="19014"/>
                  </a:srgbClr>
                </a:gs>
                <a:gs pos="14286">
                  <a:srgbClr val="979797">
                    <a:alpha val="17621"/>
                  </a:srgbClr>
                </a:gs>
                <a:gs pos="28571">
                  <a:srgbClr val="979797">
                    <a:alpha val="13973"/>
                  </a:srgbClr>
                </a:gs>
                <a:gs pos="42857">
                  <a:srgbClr val="979797">
                    <a:alpha val="9400"/>
                  </a:srgbClr>
                </a:gs>
                <a:gs pos="57143">
                  <a:srgbClr val="979797">
                    <a:alpha val="5323"/>
                  </a:srgbClr>
                </a:gs>
                <a:gs pos="71429">
                  <a:srgbClr val="979797">
                    <a:alpha val="2528"/>
                  </a:srgbClr>
                </a:gs>
                <a:gs pos="85714">
                  <a:srgbClr val="979797">
                    <a:alpha val="1007"/>
                  </a:srgbClr>
                </a:gs>
                <a:gs pos="100000">
                  <a:srgbClr val="979797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3495921">
              <a:off x="335682" y="200243"/>
              <a:ext cx="91451" cy="51304"/>
            </a:xfrm>
            <a:prstGeom prst="ellipse">
              <a:avLst/>
            </a:prstGeom>
            <a:gradFill>
              <a:gsLst>
                <a:gs pos="0">
                  <a:srgbClr val="FFFFFF">
                    <a:alpha val="31720"/>
                  </a:srgbClr>
                </a:gs>
                <a:gs pos="14286">
                  <a:srgbClr val="FFFFFF">
                    <a:alpha val="29580"/>
                  </a:srgbClr>
                </a:gs>
                <a:gs pos="28571">
                  <a:srgbClr val="FFFFFF">
                    <a:alpha val="23837"/>
                  </a:srgbClr>
                </a:gs>
                <a:gs pos="42857">
                  <a:srgbClr val="FFFFFF">
                    <a:alpha val="16356"/>
                  </a:srgbClr>
                </a:gs>
                <a:gs pos="57143">
                  <a:srgbClr val="FFFFFF">
                    <a:alpha val="9422"/>
                  </a:srgbClr>
                </a:gs>
                <a:gs pos="71429">
                  <a:srgbClr val="FFFFFF">
                    <a:alpha val="4527"/>
                  </a:srgbClr>
                </a:gs>
                <a:gs pos="85714">
                  <a:srgbClr val="FFFFFF">
                    <a:alpha val="1815"/>
                  </a:srgbClr>
                </a:gs>
                <a:gs pos="100000">
                  <a:srgbClr val="FFFFFF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7544693">
              <a:off x="952796" y="644242"/>
              <a:ext cx="171688" cy="41709"/>
            </a:xfrm>
            <a:prstGeom prst="ellipse">
              <a:avLst/>
            </a:prstGeom>
            <a:gradFill>
              <a:gsLst>
                <a:gs pos="0">
                  <a:srgbClr val="464545">
                    <a:alpha val="30430"/>
                  </a:srgbClr>
                </a:gs>
                <a:gs pos="14286">
                  <a:srgbClr val="464545">
                    <a:alpha val="28358"/>
                  </a:srgbClr>
                </a:gs>
                <a:gs pos="28571">
                  <a:srgbClr val="464545">
                    <a:alpha val="22813"/>
                  </a:srgbClr>
                </a:gs>
                <a:gs pos="42857">
                  <a:srgbClr val="464545">
                    <a:alpha val="15620"/>
                  </a:srgbClr>
                </a:gs>
                <a:gs pos="57143">
                  <a:srgbClr val="464545">
                    <a:alpha val="8982"/>
                  </a:srgbClr>
                </a:gs>
                <a:gs pos="71429">
                  <a:srgbClr val="464545">
                    <a:alpha val="4310"/>
                  </a:srgbClr>
                </a:gs>
                <a:gs pos="85714">
                  <a:srgbClr val="464545">
                    <a:alpha val="1727"/>
                  </a:srgbClr>
                </a:gs>
                <a:gs pos="100000">
                  <a:srgbClr val="464545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6118411">
              <a:off x="991851" y="639244"/>
              <a:ext cx="60547" cy="15137"/>
            </a:xfrm>
            <a:prstGeom prst="ellipse">
              <a:avLst/>
            </a:prstGeom>
            <a:gradFill>
              <a:gsLst>
                <a:gs pos="0">
                  <a:srgbClr val="CFCFCF">
                    <a:alpha val="18301"/>
                  </a:srgbClr>
                </a:gs>
                <a:gs pos="14286">
                  <a:srgbClr val="CFCFCF">
                    <a:alpha val="16955"/>
                  </a:srgbClr>
                </a:gs>
                <a:gs pos="28571">
                  <a:srgbClr val="CFCFCF">
                    <a:alpha val="13433"/>
                  </a:srgbClr>
                </a:gs>
                <a:gs pos="42857">
                  <a:srgbClr val="CFCFCF">
                    <a:alpha val="9028"/>
                  </a:srgbClr>
                </a:gs>
                <a:gs pos="57143">
                  <a:srgbClr val="CFCFCF">
                    <a:alpha val="5108"/>
                  </a:srgbClr>
                </a:gs>
                <a:gs pos="71429">
                  <a:srgbClr val="CFCFCF">
                    <a:alpha val="2424"/>
                  </a:srgbClr>
                </a:gs>
                <a:gs pos="85714">
                  <a:srgbClr val="CFCFCF">
                    <a:alpha val="966"/>
                  </a:srgbClr>
                </a:gs>
                <a:gs pos="100000">
                  <a:srgbClr val="CFCFCF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4537632">
              <a:off x="343263" y="212651"/>
              <a:ext cx="61561" cy="15390"/>
            </a:xfrm>
            <a:prstGeom prst="ellipse">
              <a:avLst/>
            </a:prstGeom>
            <a:gradFill>
              <a:gsLst>
                <a:gs pos="0">
                  <a:srgbClr val="AFAEAF">
                    <a:alpha val="18118"/>
                  </a:srgbClr>
                </a:gs>
                <a:gs pos="14286">
                  <a:srgbClr val="AFAEAF">
                    <a:alpha val="16783"/>
                  </a:srgbClr>
                </a:gs>
                <a:gs pos="28571">
                  <a:srgbClr val="AFAEAF">
                    <a:alpha val="13294"/>
                  </a:srgbClr>
                </a:gs>
                <a:gs pos="42857">
                  <a:srgbClr val="AFAEAF">
                    <a:alpha val="8932"/>
                  </a:srgbClr>
                </a:gs>
                <a:gs pos="57143">
                  <a:srgbClr val="AFAEAF">
                    <a:alpha val="5052"/>
                  </a:srgbClr>
                </a:gs>
                <a:gs pos="71429">
                  <a:srgbClr val="AFAEAF">
                    <a:alpha val="2398"/>
                  </a:srgbClr>
                </a:gs>
                <a:gs pos="85714">
                  <a:srgbClr val="AFAEAF">
                    <a:alpha val="955"/>
                  </a:srgbClr>
                </a:gs>
                <a:gs pos="100000">
                  <a:srgbClr val="AFAEA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6968359">
              <a:off x="983183" y="604378"/>
              <a:ext cx="77680" cy="146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7153402">
              <a:off x="919614" y="674540"/>
              <a:ext cx="161430" cy="47313"/>
            </a:xfrm>
            <a:prstGeom prst="ellipse">
              <a:avLst/>
            </a:prstGeom>
            <a:gradFill>
              <a:gsLst>
                <a:gs pos="0">
                  <a:srgbClr val="FEFFFE">
                    <a:alpha val="32530"/>
                  </a:srgbClr>
                </a:gs>
                <a:gs pos="14286">
                  <a:srgbClr val="FEFFFE">
                    <a:alpha val="30348"/>
                  </a:srgbClr>
                </a:gs>
                <a:gs pos="28571">
                  <a:srgbClr val="FEFFFE">
                    <a:alpha val="24483"/>
                  </a:srgbClr>
                </a:gs>
                <a:gs pos="42857">
                  <a:srgbClr val="FEFFFE">
                    <a:alpha val="16822"/>
                  </a:srgbClr>
                </a:gs>
                <a:gs pos="57143">
                  <a:srgbClr val="FEFFFE">
                    <a:alpha val="9703"/>
                  </a:srgbClr>
                </a:gs>
                <a:gs pos="71429">
                  <a:srgbClr val="FEFFFE">
                    <a:alpha val="4665"/>
                  </a:srgbClr>
                </a:gs>
                <a:gs pos="85714">
                  <a:srgbClr val="FEFFFE">
                    <a:alpha val="1871"/>
                  </a:srgbClr>
                </a:gs>
                <a:gs pos="100000">
                  <a:srgbClr val="FEFFFE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5256303">
              <a:off x="853670" y="483762"/>
              <a:ext cx="155160" cy="15494"/>
            </a:xfrm>
            <a:prstGeom prst="ellipse">
              <a:avLst/>
            </a:prstGeom>
            <a:gradFill>
              <a:gsLst>
                <a:gs pos="0">
                  <a:srgbClr val="ECEAEB">
                    <a:alpha val="32968"/>
                  </a:srgbClr>
                </a:gs>
                <a:gs pos="14286">
                  <a:srgbClr val="ECEAEB">
                    <a:alpha val="30764"/>
                  </a:srgbClr>
                </a:gs>
                <a:gs pos="28571">
                  <a:srgbClr val="ECEAEB">
                    <a:alpha val="24833"/>
                  </a:srgbClr>
                </a:gs>
                <a:gs pos="42857">
                  <a:srgbClr val="ECEAEB">
                    <a:alpha val="17075"/>
                  </a:srgbClr>
                </a:gs>
                <a:gs pos="57143">
                  <a:srgbClr val="ECEAEB">
                    <a:alpha val="9855"/>
                  </a:srgbClr>
                </a:gs>
                <a:gs pos="71429">
                  <a:srgbClr val="ECEAEB">
                    <a:alpha val="4740"/>
                  </a:srgbClr>
                </a:gs>
                <a:gs pos="85714">
                  <a:srgbClr val="ECEAEB">
                    <a:alpha val="1902"/>
                  </a:srgbClr>
                </a:gs>
                <a:gs pos="100000">
                  <a:srgbClr val="ECEA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5103838">
              <a:off x="893428" y="528325"/>
              <a:ext cx="266044" cy="8821"/>
            </a:xfrm>
            <a:prstGeom prst="ellipse">
              <a:avLst/>
            </a:prstGeom>
            <a:gradFill>
              <a:gsLst>
                <a:gs pos="0">
                  <a:srgbClr val="2D3332">
                    <a:alpha val="32889"/>
                  </a:srgbClr>
                </a:gs>
                <a:gs pos="14286">
                  <a:srgbClr val="2D3332">
                    <a:alpha val="30688"/>
                  </a:srgbClr>
                </a:gs>
                <a:gs pos="28571">
                  <a:srgbClr val="2D3332">
                    <a:alpha val="24769"/>
                  </a:srgbClr>
                </a:gs>
                <a:gs pos="42857">
                  <a:srgbClr val="2D3332">
                    <a:alpha val="17029"/>
                  </a:srgbClr>
                </a:gs>
                <a:gs pos="57143">
                  <a:srgbClr val="2D3332">
                    <a:alpha val="9827"/>
                  </a:srgbClr>
                </a:gs>
                <a:gs pos="71429">
                  <a:srgbClr val="2D3332">
                    <a:alpha val="4727"/>
                  </a:srgbClr>
                </a:gs>
                <a:gs pos="85714">
                  <a:srgbClr val="2D3332">
                    <a:alpha val="1896"/>
                  </a:srgbClr>
                </a:gs>
                <a:gs pos="100000">
                  <a:srgbClr val="2D3332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5708210">
              <a:off x="836487" y="601815"/>
              <a:ext cx="326770" cy="204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4581202">
              <a:off x="3434340" y="563810"/>
              <a:ext cx="60866" cy="15216"/>
            </a:xfrm>
            <a:prstGeom prst="ellipse">
              <a:avLst/>
            </a:prstGeom>
            <a:gradFill>
              <a:gsLst>
                <a:gs pos="0">
                  <a:srgbClr val="7B7B7B">
                    <a:alpha val="18244"/>
                  </a:srgbClr>
                </a:gs>
                <a:gs pos="14286">
                  <a:srgbClr val="7B7B7B">
                    <a:alpha val="16901"/>
                  </a:srgbClr>
                </a:gs>
                <a:gs pos="28571">
                  <a:srgbClr val="7B7B7B">
                    <a:alpha val="13389"/>
                  </a:srgbClr>
                </a:gs>
                <a:gs pos="42857">
                  <a:srgbClr val="7B7B7B">
                    <a:alpha val="8998"/>
                  </a:srgbClr>
                </a:gs>
                <a:gs pos="57143">
                  <a:srgbClr val="7B7B7B">
                    <a:alpha val="5090"/>
                  </a:srgbClr>
                </a:gs>
                <a:gs pos="71429">
                  <a:srgbClr val="7B7B7B">
                    <a:alpha val="2416"/>
                  </a:srgbClr>
                </a:gs>
                <a:gs pos="85714">
                  <a:srgbClr val="7B7B7B">
                    <a:alpha val="962"/>
                  </a:srgbClr>
                </a:gs>
                <a:gs pos="100000">
                  <a:srgbClr val="7B7B7B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4225626">
              <a:off x="3455191" y="558438"/>
              <a:ext cx="46373" cy="11593"/>
            </a:xfrm>
            <a:prstGeom prst="ellipse">
              <a:avLst/>
            </a:prstGeom>
            <a:gradFill>
              <a:gsLst>
                <a:gs pos="0">
                  <a:srgbClr val="AEAEAE">
                    <a:alpha val="20827"/>
                  </a:srgbClr>
                </a:gs>
                <a:gs pos="14286">
                  <a:srgbClr val="AEAEAE">
                    <a:alpha val="19317"/>
                  </a:srgbClr>
                </a:gs>
                <a:gs pos="28571">
                  <a:srgbClr val="AEAEAE">
                    <a:alpha val="15351"/>
                  </a:srgbClr>
                </a:gs>
                <a:gs pos="42857">
                  <a:srgbClr val="AEAEAE">
                    <a:alpha val="10355"/>
                  </a:srgbClr>
                </a:gs>
                <a:gs pos="57143">
                  <a:srgbClr val="AEAEAE">
                    <a:alpha val="5877"/>
                  </a:srgbClr>
                </a:gs>
                <a:gs pos="71429">
                  <a:srgbClr val="AEAEAE">
                    <a:alpha val="2796"/>
                  </a:srgbClr>
                </a:gs>
                <a:gs pos="85714">
                  <a:srgbClr val="AEAEAE">
                    <a:alpha val="1115"/>
                  </a:srgbClr>
                </a:gs>
                <a:gs pos="100000">
                  <a:srgbClr val="AEAEAE">
                    <a:alpha val="3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2916396">
              <a:off x="826176" y="512903"/>
              <a:ext cx="297751" cy="54285"/>
            </a:xfrm>
            <a:prstGeom prst="ellipse">
              <a:avLst/>
            </a:prstGeom>
            <a:gradFill>
              <a:gsLst>
                <a:gs pos="0">
                  <a:srgbClr val="FFFFFF">
                    <a:alpha val="30700"/>
                  </a:srgbClr>
                </a:gs>
                <a:gs pos="14286">
                  <a:srgbClr val="FFFFFF">
                    <a:alpha val="28614"/>
                  </a:srgbClr>
                </a:gs>
                <a:gs pos="28571">
                  <a:srgbClr val="FFFFFF">
                    <a:alpha val="23027"/>
                  </a:srgbClr>
                </a:gs>
                <a:gs pos="42857">
                  <a:srgbClr val="FFFFFF">
                    <a:alpha val="15774"/>
                  </a:srgbClr>
                </a:gs>
                <a:gs pos="57143">
                  <a:srgbClr val="FFFFFF">
                    <a:alpha val="9073"/>
                  </a:srgbClr>
                </a:gs>
                <a:gs pos="71429">
                  <a:srgbClr val="FFFFFF">
                    <a:alpha val="4355"/>
                  </a:srgbClr>
                </a:gs>
                <a:gs pos="85714">
                  <a:srgbClr val="FFFFFF">
                    <a:alpha val="1745"/>
                  </a:srgbClr>
                </a:gs>
                <a:gs pos="100000">
                  <a:srgbClr val="FFFFFF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4190783">
              <a:off x="886703" y="543647"/>
              <a:ext cx="236325" cy="8686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5720443">
              <a:off x="339764" y="231988"/>
              <a:ext cx="102365" cy="122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5495168">
              <a:off x="891594" y="592470"/>
              <a:ext cx="61601" cy="15400"/>
            </a:xfrm>
            <a:prstGeom prst="ellipse">
              <a:avLst/>
            </a:prstGeom>
            <a:gradFill>
              <a:gsLst>
                <a:gs pos="0">
                  <a:srgbClr val="CDCDCD">
                    <a:alpha val="18110"/>
                  </a:srgbClr>
                </a:gs>
                <a:gs pos="14286">
                  <a:srgbClr val="CDCDCD">
                    <a:alpha val="16776"/>
                  </a:srgbClr>
                </a:gs>
                <a:gs pos="28571">
                  <a:srgbClr val="CDCDCD">
                    <a:alpha val="13289"/>
                  </a:srgbClr>
                </a:gs>
                <a:gs pos="42857">
                  <a:srgbClr val="CDCDCD">
                    <a:alpha val="8928"/>
                  </a:srgbClr>
                </a:gs>
                <a:gs pos="57143">
                  <a:srgbClr val="CDCDCD">
                    <a:alpha val="5050"/>
                  </a:srgbClr>
                </a:gs>
                <a:gs pos="71429">
                  <a:srgbClr val="CDCDCD">
                    <a:alpha val="2397"/>
                  </a:srgbClr>
                </a:gs>
                <a:gs pos="85714">
                  <a:srgbClr val="CDCDCD">
                    <a:alpha val="955"/>
                  </a:srgbClr>
                </a:gs>
                <a:gs pos="100000">
                  <a:srgbClr val="CDCDC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-10727235">
              <a:off x="893898" y="502776"/>
              <a:ext cx="134491" cy="26430"/>
            </a:xfrm>
            <a:prstGeom prst="ellipse">
              <a:avLst/>
            </a:prstGeom>
            <a:gradFill>
              <a:gsLst>
                <a:gs pos="0">
                  <a:srgbClr val="FFFFFF">
                    <a:alpha val="32777"/>
                  </a:srgbClr>
                </a:gs>
                <a:gs pos="14286">
                  <a:srgbClr val="FFFFFF">
                    <a:alpha val="30583"/>
                  </a:srgbClr>
                </a:gs>
                <a:gs pos="28571">
                  <a:srgbClr val="FFFFFF">
                    <a:alpha val="24680"/>
                  </a:srgbClr>
                </a:gs>
                <a:gs pos="42857">
                  <a:srgbClr val="FFFFFF">
                    <a:alpha val="16965"/>
                  </a:srgbClr>
                </a:gs>
                <a:gs pos="57143">
                  <a:srgbClr val="FFFFFF">
                    <a:alpha val="9788"/>
                  </a:srgbClr>
                </a:gs>
                <a:gs pos="71429">
                  <a:srgbClr val="FFFFFF">
                    <a:alpha val="4708"/>
                  </a:srgbClr>
                </a:gs>
                <a:gs pos="85714">
                  <a:srgbClr val="FFFFFF">
                    <a:alpha val="1889"/>
                  </a:srgbClr>
                </a:gs>
                <a:gs pos="100000">
                  <a:srgbClr val="FFFFFF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4243868">
              <a:off x="343698" y="189954"/>
              <a:ext cx="61871" cy="15468"/>
            </a:xfrm>
            <a:prstGeom prst="ellipse">
              <a:avLst/>
            </a:prstGeom>
            <a:gradFill>
              <a:gsLst>
                <a:gs pos="0">
                  <a:srgbClr val="A1A1A1">
                    <a:alpha val="18061"/>
                  </a:srgbClr>
                </a:gs>
                <a:gs pos="14286">
                  <a:srgbClr val="A1A1A1">
                    <a:alpha val="16731"/>
                  </a:srgbClr>
                </a:gs>
                <a:gs pos="28571">
                  <a:srgbClr val="A1A1A1">
                    <a:alpha val="13252"/>
                  </a:srgbClr>
                </a:gs>
                <a:gs pos="42857">
                  <a:srgbClr val="A1A1A1">
                    <a:alpha val="8903"/>
                  </a:srgbClr>
                </a:gs>
                <a:gs pos="57143">
                  <a:srgbClr val="A1A1A1">
                    <a:alpha val="5035"/>
                  </a:srgbClr>
                </a:gs>
                <a:gs pos="71429">
                  <a:srgbClr val="A1A1A1">
                    <a:alpha val="2389"/>
                  </a:srgbClr>
                </a:gs>
                <a:gs pos="85714">
                  <a:srgbClr val="A1A1A1">
                    <a:alpha val="952"/>
                  </a:srgbClr>
                </a:gs>
                <a:gs pos="100000">
                  <a:srgbClr val="A1A1A1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5963586">
              <a:off x="1006192" y="630228"/>
              <a:ext cx="66396" cy="16599"/>
            </a:xfrm>
            <a:prstGeom prst="ellipse">
              <a:avLst/>
            </a:prstGeom>
            <a:gradFill>
              <a:gsLst>
                <a:gs pos="0">
                  <a:srgbClr val="A5A5A5">
                    <a:alpha val="17236"/>
                  </a:srgbClr>
                </a:gs>
                <a:gs pos="14286">
                  <a:srgbClr val="A5A5A5">
                    <a:alpha val="15960"/>
                  </a:srgbClr>
                </a:gs>
                <a:gs pos="28571">
                  <a:srgbClr val="A5A5A5">
                    <a:alpha val="12629"/>
                  </a:srgbClr>
                </a:gs>
                <a:gs pos="42857">
                  <a:srgbClr val="A5A5A5">
                    <a:alpha val="8474"/>
                  </a:srgbClr>
                </a:gs>
                <a:gs pos="57143">
                  <a:srgbClr val="A5A5A5">
                    <a:alpha val="4788"/>
                  </a:srgbClr>
                </a:gs>
                <a:gs pos="71429">
                  <a:srgbClr val="A5A5A5">
                    <a:alpha val="2271"/>
                  </a:srgbClr>
                </a:gs>
                <a:gs pos="85714">
                  <a:srgbClr val="A5A5A5">
                    <a:alpha val="904"/>
                  </a:srgbClr>
                </a:gs>
                <a:gs pos="100000">
                  <a:srgbClr val="A5A5A5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4910051">
              <a:off x="321700" y="2080839"/>
              <a:ext cx="66539" cy="16635"/>
            </a:xfrm>
            <a:prstGeom prst="ellipse">
              <a:avLst/>
            </a:prstGeom>
            <a:gradFill>
              <a:gsLst>
                <a:gs pos="0">
                  <a:srgbClr val="838383">
                    <a:alpha val="17210"/>
                  </a:srgbClr>
                </a:gs>
                <a:gs pos="14286">
                  <a:srgbClr val="838383">
                    <a:alpha val="15935"/>
                  </a:srgbClr>
                </a:gs>
                <a:gs pos="28571">
                  <a:srgbClr val="838383">
                    <a:alpha val="12609"/>
                  </a:srgbClr>
                </a:gs>
                <a:gs pos="42857">
                  <a:srgbClr val="838383">
                    <a:alpha val="8461"/>
                  </a:srgbClr>
                </a:gs>
                <a:gs pos="57143">
                  <a:srgbClr val="838383">
                    <a:alpha val="4780"/>
                  </a:srgbClr>
                </a:gs>
                <a:gs pos="71429">
                  <a:srgbClr val="838383">
                    <a:alpha val="2267"/>
                  </a:srgbClr>
                </a:gs>
                <a:gs pos="85714">
                  <a:srgbClr val="838383">
                    <a:alpha val="903"/>
                  </a:srgbClr>
                </a:gs>
                <a:gs pos="100000">
                  <a:srgbClr val="838383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5358633">
              <a:off x="21852" y="1098340"/>
              <a:ext cx="74743" cy="32025"/>
            </a:xfrm>
            <a:prstGeom prst="ellipse">
              <a:avLst/>
            </a:prstGeom>
            <a:gradFill>
              <a:gsLst>
                <a:gs pos="0">
                  <a:srgbClr val="FCFCFC">
                    <a:alpha val="32162"/>
                  </a:srgbClr>
                </a:gs>
                <a:gs pos="14286">
                  <a:srgbClr val="FCFCFC">
                    <a:alpha val="29999"/>
                  </a:srgbClr>
                </a:gs>
                <a:gs pos="28571">
                  <a:srgbClr val="FCFCFC">
                    <a:alpha val="24189"/>
                  </a:srgbClr>
                </a:gs>
                <a:gs pos="42857">
                  <a:srgbClr val="FCFCFC">
                    <a:alpha val="16610"/>
                  </a:srgbClr>
                </a:gs>
                <a:gs pos="57143">
                  <a:srgbClr val="FCFCFC">
                    <a:alpha val="9575"/>
                  </a:srgbClr>
                </a:gs>
                <a:gs pos="71429">
                  <a:srgbClr val="FCFCFC">
                    <a:alpha val="4602"/>
                  </a:srgbClr>
                </a:gs>
                <a:gs pos="85714">
                  <a:srgbClr val="FCFCFC">
                    <a:alpha val="1846"/>
                  </a:srgbClr>
                </a:gs>
                <a:gs pos="100000">
                  <a:srgbClr val="FCFCFC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10098170">
              <a:off x="934278" y="581984"/>
              <a:ext cx="68461" cy="17623"/>
            </a:xfrm>
            <a:prstGeom prst="ellipse">
              <a:avLst/>
            </a:prstGeom>
            <a:gradFill>
              <a:gsLst>
                <a:gs pos="0">
                  <a:srgbClr val="F0F0F0">
                    <a:alpha val="16481"/>
                  </a:srgbClr>
                </a:gs>
                <a:gs pos="14286">
                  <a:srgbClr val="F0F0F0">
                    <a:alpha val="15256"/>
                  </a:srgbClr>
                </a:gs>
                <a:gs pos="28571">
                  <a:srgbClr val="F0F0F0">
                    <a:alpha val="12061"/>
                  </a:srgbClr>
                </a:gs>
                <a:gs pos="42857">
                  <a:srgbClr val="F0F0F0">
                    <a:alpha val="8085"/>
                  </a:srgbClr>
                </a:gs>
                <a:gs pos="57143">
                  <a:srgbClr val="F0F0F0">
                    <a:alpha val="4564"/>
                  </a:srgbClr>
                </a:gs>
                <a:gs pos="71429">
                  <a:srgbClr val="F0F0F0">
                    <a:alpha val="2163"/>
                  </a:srgbClr>
                </a:gs>
                <a:gs pos="85714">
                  <a:srgbClr val="F0F0F0">
                    <a:alpha val="861"/>
                  </a:srgbClr>
                </a:gs>
                <a:gs pos="100000">
                  <a:srgbClr val="F0F0F0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-8759034">
              <a:off x="3446602" y="536254"/>
              <a:ext cx="45155" cy="428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6757853">
              <a:off x="976230" y="674442"/>
              <a:ext cx="65112" cy="16278"/>
            </a:xfrm>
            <a:prstGeom prst="ellipse">
              <a:avLst/>
            </a:prstGeom>
            <a:gradFill>
              <a:gsLst>
                <a:gs pos="0">
                  <a:srgbClr val="CDCDCD">
                    <a:alpha val="17471"/>
                  </a:srgbClr>
                </a:gs>
                <a:gs pos="14286">
                  <a:srgbClr val="CDCDCD">
                    <a:alpha val="16179"/>
                  </a:srgbClr>
                </a:gs>
                <a:gs pos="28571">
                  <a:srgbClr val="CDCDCD">
                    <a:alpha val="12806"/>
                  </a:srgbClr>
                </a:gs>
                <a:gs pos="42857">
                  <a:srgbClr val="CDCDCD">
                    <a:alpha val="8596"/>
                  </a:srgbClr>
                </a:gs>
                <a:gs pos="57143">
                  <a:srgbClr val="CDCDCD">
                    <a:alpha val="4858"/>
                  </a:srgbClr>
                </a:gs>
                <a:gs pos="71429">
                  <a:srgbClr val="CDCDCD">
                    <a:alpha val="2304"/>
                  </a:srgbClr>
                </a:gs>
                <a:gs pos="85714">
                  <a:srgbClr val="CDCDCD">
                    <a:alpha val="918"/>
                  </a:srgbClr>
                </a:gs>
                <a:gs pos="100000">
                  <a:srgbClr val="CDCDCD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4601511">
              <a:off x="374912" y="1064730"/>
              <a:ext cx="67731" cy="16933"/>
            </a:xfrm>
            <a:prstGeom prst="ellipse">
              <a:avLst/>
            </a:prstGeom>
            <a:gradFill>
              <a:gsLst>
                <a:gs pos="0">
                  <a:srgbClr val="8D8D8C">
                    <a:alpha val="16991"/>
                  </a:srgbClr>
                </a:gs>
                <a:gs pos="14286">
                  <a:srgbClr val="8D8D8C">
                    <a:alpha val="15731"/>
                  </a:srgbClr>
                </a:gs>
                <a:gs pos="28571">
                  <a:srgbClr val="8D8D8C">
                    <a:alpha val="12444"/>
                  </a:srgbClr>
                </a:gs>
                <a:gs pos="42857">
                  <a:srgbClr val="8D8D8C">
                    <a:alpha val="8348"/>
                  </a:srgbClr>
                </a:gs>
                <a:gs pos="57143">
                  <a:srgbClr val="8D8D8C">
                    <a:alpha val="4715"/>
                  </a:srgbClr>
                </a:gs>
                <a:gs pos="71429">
                  <a:srgbClr val="8D8D8C">
                    <a:alpha val="2235"/>
                  </a:srgbClr>
                </a:gs>
                <a:gs pos="85714">
                  <a:srgbClr val="8D8D8C">
                    <a:alpha val="890"/>
                  </a:srgbClr>
                </a:gs>
                <a:gs pos="100000">
                  <a:srgbClr val="8D8D8C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2711379">
              <a:off x="863902" y="605795"/>
              <a:ext cx="113580" cy="45224"/>
            </a:xfrm>
            <a:prstGeom prst="ellipse">
              <a:avLst/>
            </a:prstGeom>
            <a:gradFill>
              <a:gsLst>
                <a:gs pos="0">
                  <a:srgbClr val="FFFFFF">
                    <a:alpha val="32914"/>
                  </a:srgbClr>
                </a:gs>
                <a:gs pos="14286">
                  <a:srgbClr val="FFFFFF">
                    <a:alpha val="30712"/>
                  </a:srgbClr>
                </a:gs>
                <a:gs pos="28571">
                  <a:srgbClr val="FFFFFF">
                    <a:alpha val="24789"/>
                  </a:srgbClr>
                </a:gs>
                <a:gs pos="42857">
                  <a:srgbClr val="FFFFFF">
                    <a:alpha val="17044"/>
                  </a:srgbClr>
                </a:gs>
                <a:gs pos="57143">
                  <a:srgbClr val="FFFFFF">
                    <a:alpha val="9836"/>
                  </a:srgbClr>
                </a:gs>
                <a:gs pos="71429">
                  <a:srgbClr val="FFFFFF">
                    <a:alpha val="4731"/>
                  </a:srgbClr>
                </a:gs>
                <a:gs pos="85714">
                  <a:srgbClr val="FFFFFF">
                    <a:alpha val="1898"/>
                  </a:srgbClr>
                </a:gs>
                <a:gs pos="100000">
                  <a:srgbClr val="FFFFFF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4398058">
              <a:off x="2128645" y="926168"/>
              <a:ext cx="68190" cy="17048"/>
            </a:xfrm>
            <a:prstGeom prst="ellipse">
              <a:avLst/>
            </a:prstGeom>
            <a:gradFill>
              <a:gsLst>
                <a:gs pos="0">
                  <a:srgbClr val="939393">
                    <a:alpha val="16906"/>
                  </a:srgbClr>
                </a:gs>
                <a:gs pos="14286">
                  <a:srgbClr val="939393">
                    <a:alpha val="15652"/>
                  </a:srgbClr>
                </a:gs>
                <a:gs pos="28571">
                  <a:srgbClr val="939393">
                    <a:alpha val="12381"/>
                  </a:srgbClr>
                </a:gs>
                <a:gs pos="42857">
                  <a:srgbClr val="939393">
                    <a:alpha val="8304"/>
                  </a:srgbClr>
                </a:gs>
                <a:gs pos="57143">
                  <a:srgbClr val="939393">
                    <a:alpha val="4690"/>
                  </a:srgbClr>
                </a:gs>
                <a:gs pos="71429">
                  <a:srgbClr val="939393">
                    <a:alpha val="2223"/>
                  </a:srgbClr>
                </a:gs>
                <a:gs pos="85714">
                  <a:srgbClr val="939393">
                    <a:alpha val="885"/>
                  </a:srgbClr>
                </a:gs>
                <a:gs pos="100000">
                  <a:srgbClr val="939393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7199850">
              <a:off x="865612" y="499456"/>
              <a:ext cx="123890" cy="34734"/>
            </a:xfrm>
            <a:prstGeom prst="ellipse">
              <a:avLst/>
            </a:prstGeom>
            <a:gradFill>
              <a:gsLst>
                <a:gs pos="0">
                  <a:srgbClr val="000007">
                    <a:alpha val="32608"/>
                  </a:srgbClr>
                </a:gs>
                <a:gs pos="14286">
                  <a:srgbClr val="000007">
                    <a:alpha val="30423"/>
                  </a:srgbClr>
                </a:gs>
                <a:gs pos="28571">
                  <a:srgbClr val="000007">
                    <a:alpha val="24545"/>
                  </a:srgbClr>
                </a:gs>
                <a:gs pos="42857">
                  <a:srgbClr val="000007">
                    <a:alpha val="16867"/>
                  </a:srgbClr>
                </a:gs>
                <a:gs pos="57143">
                  <a:srgbClr val="000007">
                    <a:alpha val="9730"/>
                  </a:srgbClr>
                </a:gs>
                <a:gs pos="71429">
                  <a:srgbClr val="000007">
                    <a:alpha val="4678"/>
                  </a:srgbClr>
                </a:gs>
                <a:gs pos="85714">
                  <a:srgbClr val="000007">
                    <a:alpha val="1877"/>
                  </a:srgbClr>
                </a:gs>
                <a:gs pos="100000">
                  <a:srgbClr val="000007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6873564">
              <a:off x="917027" y="565689"/>
              <a:ext cx="68461" cy="18016"/>
            </a:xfrm>
            <a:prstGeom prst="ellipse">
              <a:avLst/>
            </a:prstGeom>
            <a:gradFill>
              <a:gsLst>
                <a:gs pos="0">
                  <a:srgbClr val="ECECEC">
                    <a:alpha val="16190"/>
                  </a:srgbClr>
                </a:gs>
                <a:gs pos="14286">
                  <a:srgbClr val="ECECEC">
                    <a:alpha val="14984"/>
                  </a:srgbClr>
                </a:gs>
                <a:gs pos="28571">
                  <a:srgbClr val="ECECEC">
                    <a:alpha val="11842"/>
                  </a:srgbClr>
                </a:gs>
                <a:gs pos="42857">
                  <a:srgbClr val="ECECEC">
                    <a:alpha val="7935"/>
                  </a:srgbClr>
                </a:gs>
                <a:gs pos="57143">
                  <a:srgbClr val="ECECEC">
                    <a:alpha val="4478"/>
                  </a:srgbClr>
                </a:gs>
                <a:gs pos="71429">
                  <a:srgbClr val="ECECEC">
                    <a:alpha val="2122"/>
                  </a:srgbClr>
                </a:gs>
                <a:gs pos="85714">
                  <a:srgbClr val="ECECEC">
                    <a:alpha val="844"/>
                  </a:srgbClr>
                </a:gs>
                <a:gs pos="100000">
                  <a:srgbClr val="ECECEC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4873061">
              <a:off x="830231" y="531661"/>
              <a:ext cx="287797" cy="104447"/>
            </a:xfrm>
            <a:prstGeom prst="ellipse">
              <a:avLst/>
            </a:prstGeom>
            <a:gradFill>
              <a:gsLst>
                <a:gs pos="0">
                  <a:srgbClr val="FFFFFF">
                    <a:alpha val="28257"/>
                  </a:srgbClr>
                </a:gs>
                <a:gs pos="14286">
                  <a:srgbClr val="FFFFFF">
                    <a:alpha val="26304"/>
                  </a:srgbClr>
                </a:gs>
                <a:gs pos="28571">
                  <a:srgbClr val="FFFFFF">
                    <a:alpha val="21100"/>
                  </a:srgbClr>
                </a:gs>
                <a:gs pos="42857">
                  <a:srgbClr val="FFFFFF">
                    <a:alpha val="14397"/>
                  </a:srgbClr>
                </a:gs>
                <a:gs pos="57143">
                  <a:srgbClr val="FFFFFF">
                    <a:alpha val="8253"/>
                  </a:srgbClr>
                </a:gs>
                <a:gs pos="71429">
                  <a:srgbClr val="FFFFFF">
                    <a:alpha val="3952"/>
                  </a:srgbClr>
                </a:gs>
                <a:gs pos="85714">
                  <a:srgbClr val="FFFFFF">
                    <a:alpha val="1582"/>
                  </a:srgbClr>
                </a:gs>
                <a:gs pos="100000">
                  <a:srgbClr val="FFFFFF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4934161">
              <a:off x="824667" y="527546"/>
              <a:ext cx="293384" cy="105506"/>
            </a:xfrm>
            <a:prstGeom prst="ellipse">
              <a:avLst/>
            </a:prstGeom>
            <a:gradFill>
              <a:gsLst>
                <a:gs pos="0">
                  <a:srgbClr val="FFFFFF">
                    <a:alpha val="28752"/>
                  </a:srgbClr>
                </a:gs>
                <a:gs pos="14286">
                  <a:srgbClr val="FFFFFF">
                    <a:alpha val="26771"/>
                  </a:srgbClr>
                </a:gs>
                <a:gs pos="28571">
                  <a:srgbClr val="FFFFFF">
                    <a:alpha val="21488"/>
                  </a:srgbClr>
                </a:gs>
                <a:gs pos="42857">
                  <a:srgbClr val="FFFFFF">
                    <a:alpha val="14673"/>
                  </a:srgbClr>
                </a:gs>
                <a:gs pos="57143">
                  <a:srgbClr val="FFFFFF">
                    <a:alpha val="8417"/>
                  </a:srgbClr>
                </a:gs>
                <a:gs pos="71429">
                  <a:srgbClr val="FFFFFF">
                    <a:alpha val="4032"/>
                  </a:srgbClr>
                </a:gs>
                <a:gs pos="85714">
                  <a:srgbClr val="FFFFFF">
                    <a:alpha val="1614"/>
                  </a:srgbClr>
                </a:gs>
                <a:gs pos="100000">
                  <a:srgbClr val="FFFFFF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6902101">
              <a:off x="830228" y="539303"/>
              <a:ext cx="241850" cy="46764"/>
            </a:xfrm>
            <a:prstGeom prst="ellipse">
              <a:avLst/>
            </a:prstGeom>
            <a:gradFill>
              <a:gsLst>
                <a:gs pos="0">
                  <a:srgbClr val="FFFFFF">
                    <a:alpha val="32171"/>
                  </a:srgbClr>
                </a:gs>
                <a:gs pos="14286">
                  <a:srgbClr val="FFFFFF">
                    <a:alpha val="30008"/>
                  </a:srgbClr>
                </a:gs>
                <a:gs pos="28571">
                  <a:srgbClr val="FFFFFF">
                    <a:alpha val="24196"/>
                  </a:srgbClr>
                </a:gs>
                <a:gs pos="42857">
                  <a:srgbClr val="FFFFFF">
                    <a:alpha val="16615"/>
                  </a:srgbClr>
                </a:gs>
                <a:gs pos="57143">
                  <a:srgbClr val="FFFFFF">
                    <a:alpha val="9578"/>
                  </a:srgbClr>
                </a:gs>
                <a:gs pos="71429">
                  <a:srgbClr val="FFFFFF">
                    <a:alpha val="4604"/>
                  </a:srgbClr>
                </a:gs>
                <a:gs pos="85714">
                  <a:srgbClr val="FFFFFF">
                    <a:alpha val="1846"/>
                  </a:srgbClr>
                </a:gs>
                <a:gs pos="100000">
                  <a:srgbClr val="FFFFFF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5037009">
              <a:off x="922272" y="616588"/>
              <a:ext cx="183880" cy="189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-8475568">
              <a:off x="884471" y="448595"/>
              <a:ext cx="145191" cy="34387"/>
            </a:xfrm>
            <a:prstGeom prst="ellipse">
              <a:avLst/>
            </a:prstGeom>
            <a:gradFill>
              <a:gsLst>
                <a:gs pos="0">
                  <a:srgbClr val="060000">
                    <a:alpha val="32327"/>
                  </a:srgbClr>
                </a:gs>
                <a:gs pos="14286">
                  <a:srgbClr val="060000">
                    <a:alpha val="30156"/>
                  </a:srgbClr>
                </a:gs>
                <a:gs pos="28571">
                  <a:srgbClr val="060000">
                    <a:alpha val="24321"/>
                  </a:srgbClr>
                </a:gs>
                <a:gs pos="42857">
                  <a:srgbClr val="060000">
                    <a:alpha val="16705"/>
                  </a:srgbClr>
                </a:gs>
                <a:gs pos="57143">
                  <a:srgbClr val="060000">
                    <a:alpha val="9632"/>
                  </a:srgbClr>
                </a:gs>
                <a:gs pos="71429">
                  <a:srgbClr val="060000">
                    <a:alpha val="4630"/>
                  </a:srgbClr>
                </a:gs>
                <a:gs pos="85714">
                  <a:srgbClr val="060000">
                    <a:alpha val="1857"/>
                  </a:srgbClr>
                </a:gs>
                <a:gs pos="100000">
                  <a:srgbClr val="060000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6038622">
              <a:off x="803980" y="564568"/>
              <a:ext cx="270898" cy="44623"/>
            </a:xfrm>
            <a:prstGeom prst="ellipse">
              <a:avLst/>
            </a:prstGeom>
            <a:gradFill>
              <a:gsLst>
                <a:gs pos="0">
                  <a:srgbClr val="FFFFFF">
                    <a:alpha val="27561"/>
                  </a:srgbClr>
                </a:gs>
                <a:gs pos="14286">
                  <a:srgbClr val="FFFFFF">
                    <a:alpha val="25647"/>
                  </a:srgbClr>
                </a:gs>
                <a:gs pos="28571">
                  <a:srgbClr val="FFFFFF">
                    <a:alpha val="20554"/>
                  </a:srgbClr>
                </a:gs>
                <a:gs pos="42857">
                  <a:srgbClr val="FFFFFF">
                    <a:alpha val="14009"/>
                  </a:srgbClr>
                </a:gs>
                <a:gs pos="57143">
                  <a:srgbClr val="FFFFFF">
                    <a:alpha val="8023"/>
                  </a:srgbClr>
                </a:gs>
                <a:gs pos="71429">
                  <a:srgbClr val="FFFFFF">
                    <a:alpha val="3839"/>
                  </a:srgbClr>
                </a:gs>
                <a:gs pos="85714">
                  <a:srgbClr val="FFFFFF">
                    <a:alpha val="1536"/>
                  </a:srgbClr>
                </a:gs>
                <a:gs pos="100000">
                  <a:srgbClr val="FFFFFF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8264820">
              <a:off x="947005" y="731401"/>
              <a:ext cx="68461" cy="17277"/>
            </a:xfrm>
            <a:prstGeom prst="ellipse">
              <a:avLst/>
            </a:prstGeom>
            <a:gradFill>
              <a:gsLst>
                <a:gs pos="0">
                  <a:srgbClr val="8F8F8F">
                    <a:alpha val="16737"/>
                  </a:srgbClr>
                </a:gs>
                <a:gs pos="14286">
                  <a:srgbClr val="8F8F8F">
                    <a:alpha val="15495"/>
                  </a:srgbClr>
                </a:gs>
                <a:gs pos="28571">
                  <a:srgbClr val="8F8F8F">
                    <a:alpha val="12253"/>
                  </a:srgbClr>
                </a:gs>
                <a:gs pos="42857">
                  <a:srgbClr val="8F8F8F">
                    <a:alpha val="8217"/>
                  </a:srgbClr>
                </a:gs>
                <a:gs pos="57143">
                  <a:srgbClr val="8F8F8F">
                    <a:alpha val="4640"/>
                  </a:srgbClr>
                </a:gs>
                <a:gs pos="71429">
                  <a:srgbClr val="8F8F8F">
                    <a:alpha val="2199"/>
                  </a:srgbClr>
                </a:gs>
                <a:gs pos="85714">
                  <a:srgbClr val="8F8F8F">
                    <a:alpha val="876"/>
                  </a:srgbClr>
                </a:gs>
                <a:gs pos="100000">
                  <a:srgbClr val="8F8F8F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4881522">
              <a:off x="3395819" y="161958"/>
              <a:ext cx="63593" cy="15898"/>
            </a:xfrm>
            <a:prstGeom prst="ellipse">
              <a:avLst/>
            </a:prstGeom>
            <a:gradFill>
              <a:gsLst>
                <a:gs pos="0">
                  <a:srgbClr val="969795">
                    <a:alpha val="17748"/>
                  </a:srgbClr>
                </a:gs>
                <a:gs pos="14286">
                  <a:srgbClr val="969795">
                    <a:alpha val="16438"/>
                  </a:srgbClr>
                </a:gs>
                <a:gs pos="28571">
                  <a:srgbClr val="969795">
                    <a:alpha val="13015"/>
                  </a:srgbClr>
                </a:gs>
                <a:gs pos="42857">
                  <a:srgbClr val="969795">
                    <a:alpha val="8740"/>
                  </a:srgbClr>
                </a:gs>
                <a:gs pos="57143">
                  <a:srgbClr val="969795">
                    <a:alpha val="4941"/>
                  </a:srgbClr>
                </a:gs>
                <a:gs pos="71429">
                  <a:srgbClr val="969795">
                    <a:alpha val="2344"/>
                  </a:srgbClr>
                </a:gs>
                <a:gs pos="85714">
                  <a:srgbClr val="969795">
                    <a:alpha val="934"/>
                  </a:srgbClr>
                </a:gs>
                <a:gs pos="100000">
                  <a:srgbClr val="969795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5400000">
              <a:off x="962114" y="583549"/>
              <a:ext cx="36781" cy="36781"/>
            </a:xfrm>
            <a:prstGeom prst="ellipse">
              <a:avLst/>
            </a:prstGeom>
            <a:gradFill>
              <a:gsLst>
                <a:gs pos="0">
                  <a:srgbClr val="E9E9E9">
                    <a:alpha val="15911"/>
                  </a:srgbClr>
                </a:gs>
                <a:gs pos="14286">
                  <a:srgbClr val="E9E9E9">
                    <a:alpha val="14724"/>
                  </a:srgbClr>
                </a:gs>
                <a:gs pos="28571">
                  <a:srgbClr val="E9E9E9">
                    <a:alpha val="11633"/>
                  </a:srgbClr>
                </a:gs>
                <a:gs pos="42857">
                  <a:srgbClr val="E9E9E9">
                    <a:alpha val="7792"/>
                  </a:srgbClr>
                </a:gs>
                <a:gs pos="57143">
                  <a:srgbClr val="E9E9E9">
                    <a:alpha val="4395"/>
                  </a:srgbClr>
                </a:gs>
                <a:gs pos="71429">
                  <a:srgbClr val="E9E9E9">
                    <a:alpha val="2082"/>
                  </a:srgbClr>
                </a:gs>
                <a:gs pos="85714">
                  <a:srgbClr val="E9E9E9">
                    <a:alpha val="829"/>
                  </a:srgbClr>
                </a:gs>
                <a:gs pos="100000">
                  <a:srgbClr val="E9E9E9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4425314">
              <a:off x="800856" y="594608"/>
              <a:ext cx="307309" cy="80775"/>
            </a:xfrm>
            <a:prstGeom prst="ellipse">
              <a:avLst/>
            </a:prstGeom>
            <a:gradFill>
              <a:gsLst>
                <a:gs pos="0">
                  <a:srgbClr val="F7F7F7">
                    <a:alpha val="23873"/>
                  </a:srgbClr>
                </a:gs>
                <a:gs pos="14286">
                  <a:srgbClr val="F7F7F7">
                    <a:alpha val="22175"/>
                  </a:srgbClr>
                </a:gs>
                <a:gs pos="28571">
                  <a:srgbClr val="F7F7F7">
                    <a:alpha val="17689"/>
                  </a:srgbClr>
                </a:gs>
                <a:gs pos="42857">
                  <a:srgbClr val="F7F7F7">
                    <a:alpha val="11987"/>
                  </a:srgbClr>
                </a:gs>
                <a:gs pos="57143">
                  <a:srgbClr val="F7F7F7">
                    <a:alpha val="6830"/>
                  </a:srgbClr>
                </a:gs>
                <a:gs pos="71429">
                  <a:srgbClr val="F7F7F7">
                    <a:alpha val="3258"/>
                  </a:srgbClr>
                </a:gs>
                <a:gs pos="85714">
                  <a:srgbClr val="F7F7F7">
                    <a:alpha val="1301"/>
                  </a:srgbClr>
                </a:gs>
                <a:gs pos="100000">
                  <a:srgbClr val="F7F7F7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7979922">
              <a:off x="948242" y="715208"/>
              <a:ext cx="68461" cy="17605"/>
            </a:xfrm>
            <a:prstGeom prst="ellipse">
              <a:avLst/>
            </a:prstGeom>
            <a:gradFill>
              <a:gsLst>
                <a:gs pos="0">
                  <a:srgbClr val="AEADAD">
                    <a:alpha val="16495"/>
                  </a:srgbClr>
                </a:gs>
                <a:gs pos="14286">
                  <a:srgbClr val="AEADAD">
                    <a:alpha val="15268"/>
                  </a:srgbClr>
                </a:gs>
                <a:gs pos="28571">
                  <a:srgbClr val="AEADAD">
                    <a:alpha val="12071"/>
                  </a:srgbClr>
                </a:gs>
                <a:gs pos="42857">
                  <a:srgbClr val="AEADAD">
                    <a:alpha val="8092"/>
                  </a:srgbClr>
                </a:gs>
                <a:gs pos="57143">
                  <a:srgbClr val="AEADAD">
                    <a:alpha val="4568"/>
                  </a:srgbClr>
                </a:gs>
                <a:gs pos="71429">
                  <a:srgbClr val="AEADAD">
                    <a:alpha val="2165"/>
                  </a:srgbClr>
                </a:gs>
                <a:gs pos="85714">
                  <a:srgbClr val="AEADAD">
                    <a:alpha val="862"/>
                  </a:srgbClr>
                </a:gs>
                <a:gs pos="100000">
                  <a:srgbClr val="AEADAD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2939256">
              <a:off x="2054828" y="914606"/>
              <a:ext cx="257285" cy="399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3742465">
              <a:off x="3498479" y="164273"/>
              <a:ext cx="68461" cy="17279"/>
            </a:xfrm>
            <a:prstGeom prst="ellipse">
              <a:avLst/>
            </a:prstGeom>
            <a:gradFill>
              <a:gsLst>
                <a:gs pos="0">
                  <a:srgbClr val="676767">
                    <a:alpha val="16736"/>
                  </a:srgbClr>
                </a:gs>
                <a:gs pos="14286">
                  <a:srgbClr val="676767">
                    <a:alpha val="15493"/>
                  </a:srgbClr>
                </a:gs>
                <a:gs pos="28571">
                  <a:srgbClr val="676767">
                    <a:alpha val="12252"/>
                  </a:srgbClr>
                </a:gs>
                <a:gs pos="42857">
                  <a:srgbClr val="676767">
                    <a:alpha val="8216"/>
                  </a:srgbClr>
                </a:gs>
                <a:gs pos="57143">
                  <a:srgbClr val="676767">
                    <a:alpha val="4639"/>
                  </a:srgbClr>
                </a:gs>
                <a:gs pos="71429">
                  <a:srgbClr val="676767">
                    <a:alpha val="2199"/>
                  </a:srgbClr>
                </a:gs>
                <a:gs pos="85714">
                  <a:srgbClr val="676767">
                    <a:alpha val="875"/>
                  </a:srgbClr>
                </a:gs>
                <a:gs pos="100000">
                  <a:srgbClr val="676767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4921030">
              <a:off x="126865" y="2753311"/>
              <a:ext cx="56829" cy="14207"/>
            </a:xfrm>
            <a:prstGeom prst="ellipse">
              <a:avLst/>
            </a:prstGeom>
            <a:gradFill>
              <a:gsLst>
                <a:gs pos="0">
                  <a:srgbClr val="9F9F9F">
                    <a:alpha val="18971"/>
                  </a:srgbClr>
                </a:gs>
                <a:gs pos="14286">
                  <a:srgbClr val="9F9F9F">
                    <a:alpha val="17581"/>
                  </a:srgbClr>
                </a:gs>
                <a:gs pos="28571">
                  <a:srgbClr val="9F9F9F">
                    <a:alpha val="13940"/>
                  </a:srgbClr>
                </a:gs>
                <a:gs pos="42857">
                  <a:srgbClr val="9F9F9F">
                    <a:alpha val="9378"/>
                  </a:srgbClr>
                </a:gs>
                <a:gs pos="57143">
                  <a:srgbClr val="9F9F9F">
                    <a:alpha val="5310"/>
                  </a:srgbClr>
                </a:gs>
                <a:gs pos="71429">
                  <a:srgbClr val="9F9F9F">
                    <a:alpha val="2522"/>
                  </a:srgbClr>
                </a:gs>
                <a:gs pos="85714">
                  <a:srgbClr val="9F9F9F">
                    <a:alpha val="1005"/>
                  </a:srgbClr>
                </a:gs>
                <a:gs pos="100000">
                  <a:srgbClr val="9F9F9F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-8436142">
              <a:off x="1022402" y="1477850"/>
              <a:ext cx="68461" cy="17755"/>
            </a:xfrm>
            <a:prstGeom prst="ellipse">
              <a:avLst/>
            </a:prstGeom>
            <a:gradFill>
              <a:gsLst>
                <a:gs pos="0">
                  <a:srgbClr val="8B8B8B">
                    <a:alpha val="16383"/>
                  </a:srgbClr>
                </a:gs>
                <a:gs pos="14286">
                  <a:srgbClr val="8B8B8B">
                    <a:alpha val="15165"/>
                  </a:srgbClr>
                </a:gs>
                <a:gs pos="28571">
                  <a:srgbClr val="8B8B8B">
                    <a:alpha val="11987"/>
                  </a:srgbClr>
                </a:gs>
                <a:gs pos="42857">
                  <a:srgbClr val="8B8B8B">
                    <a:alpha val="8034"/>
                  </a:srgbClr>
                </a:gs>
                <a:gs pos="57143">
                  <a:srgbClr val="8B8B8B">
                    <a:alpha val="4535"/>
                  </a:srgbClr>
                </a:gs>
                <a:gs pos="71429">
                  <a:srgbClr val="8B8B8B">
                    <a:alpha val="2149"/>
                  </a:srgbClr>
                </a:gs>
                <a:gs pos="85714">
                  <a:srgbClr val="8B8B8B">
                    <a:alpha val="855"/>
                  </a:srgbClr>
                </a:gs>
                <a:gs pos="100000">
                  <a:srgbClr val="8B8B8B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4603889">
              <a:off x="823255" y="3297670"/>
              <a:ext cx="62802" cy="15700"/>
            </a:xfrm>
            <a:prstGeom prst="ellipse">
              <a:avLst/>
            </a:prstGeom>
            <a:gradFill>
              <a:gsLst>
                <a:gs pos="0">
                  <a:srgbClr val="858585">
                    <a:alpha val="17892"/>
                  </a:srgbClr>
                </a:gs>
                <a:gs pos="14286">
                  <a:srgbClr val="858585">
                    <a:alpha val="16573"/>
                  </a:srgbClr>
                </a:gs>
                <a:gs pos="28571">
                  <a:srgbClr val="858585">
                    <a:alpha val="13124"/>
                  </a:srgbClr>
                </a:gs>
                <a:gs pos="42857">
                  <a:srgbClr val="858585">
                    <a:alpha val="8815"/>
                  </a:srgbClr>
                </a:gs>
                <a:gs pos="57143">
                  <a:srgbClr val="858585">
                    <a:alpha val="4985"/>
                  </a:srgbClr>
                </a:gs>
                <a:gs pos="71429">
                  <a:srgbClr val="858585">
                    <a:alpha val="2365"/>
                  </a:srgbClr>
                </a:gs>
                <a:gs pos="85714">
                  <a:srgbClr val="858585">
                    <a:alpha val="942"/>
                  </a:srgbClr>
                </a:gs>
                <a:gs pos="100000">
                  <a:srgbClr val="858585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-8205672">
              <a:off x="1044710" y="1474333"/>
              <a:ext cx="68344" cy="17086"/>
            </a:xfrm>
            <a:prstGeom prst="ellipse">
              <a:avLst/>
            </a:prstGeom>
            <a:gradFill>
              <a:gsLst>
                <a:gs pos="0">
                  <a:srgbClr val="959696">
                    <a:alpha val="16878"/>
                  </a:srgbClr>
                </a:gs>
                <a:gs pos="14286">
                  <a:srgbClr val="959696">
                    <a:alpha val="15626"/>
                  </a:srgbClr>
                </a:gs>
                <a:gs pos="28571">
                  <a:srgbClr val="959696">
                    <a:alpha val="12359"/>
                  </a:srgbClr>
                </a:gs>
                <a:gs pos="42857">
                  <a:srgbClr val="959696">
                    <a:alpha val="8289"/>
                  </a:srgbClr>
                </a:gs>
                <a:gs pos="57143">
                  <a:srgbClr val="959696">
                    <a:alpha val="4682"/>
                  </a:srgbClr>
                </a:gs>
                <a:gs pos="71429">
                  <a:srgbClr val="959696">
                    <a:alpha val="2219"/>
                  </a:srgbClr>
                </a:gs>
                <a:gs pos="85714">
                  <a:srgbClr val="959696">
                    <a:alpha val="884"/>
                  </a:srgbClr>
                </a:gs>
                <a:gs pos="100000">
                  <a:srgbClr val="959696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3320444">
              <a:off x="3328126" y="906932"/>
              <a:ext cx="68461" cy="17783"/>
            </a:xfrm>
            <a:prstGeom prst="ellipse">
              <a:avLst/>
            </a:prstGeom>
            <a:gradFill>
              <a:gsLst>
                <a:gs pos="0">
                  <a:srgbClr val="757575">
                    <a:alpha val="16363"/>
                  </a:srgbClr>
                </a:gs>
                <a:gs pos="14286">
                  <a:srgbClr val="757575">
                    <a:alpha val="15145"/>
                  </a:srgbClr>
                </a:gs>
                <a:gs pos="28571">
                  <a:srgbClr val="757575">
                    <a:alpha val="11972"/>
                  </a:srgbClr>
                </a:gs>
                <a:gs pos="42857">
                  <a:srgbClr val="757575">
                    <a:alpha val="8024"/>
                  </a:srgbClr>
                </a:gs>
                <a:gs pos="57143">
                  <a:srgbClr val="757575">
                    <a:alpha val="4529"/>
                  </a:srgbClr>
                </a:gs>
                <a:gs pos="71429">
                  <a:srgbClr val="757575">
                    <a:alpha val="2146"/>
                  </a:srgbClr>
                </a:gs>
                <a:gs pos="85714">
                  <a:srgbClr val="757575">
                    <a:alpha val="854"/>
                  </a:srgbClr>
                </a:gs>
                <a:gs pos="100000">
                  <a:srgbClr val="757575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4951730">
              <a:off x="333996" y="221408"/>
              <a:ext cx="84283" cy="294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6542056">
              <a:off x="946239" y="669227"/>
              <a:ext cx="88877" cy="51066"/>
            </a:xfrm>
            <a:prstGeom prst="ellipse">
              <a:avLst/>
            </a:prstGeom>
            <a:gradFill>
              <a:gsLst>
                <a:gs pos="0">
                  <a:srgbClr val="F6F7F7">
                    <a:alpha val="29831"/>
                  </a:srgbClr>
                </a:gs>
                <a:gs pos="14286">
                  <a:srgbClr val="F6F7F7">
                    <a:alpha val="27791"/>
                  </a:srgbClr>
                </a:gs>
                <a:gs pos="28571">
                  <a:srgbClr val="F6F7F7">
                    <a:alpha val="22339"/>
                  </a:srgbClr>
                </a:gs>
                <a:gs pos="42857">
                  <a:srgbClr val="F6F7F7">
                    <a:alpha val="15281"/>
                  </a:srgbClr>
                </a:gs>
                <a:gs pos="57143">
                  <a:srgbClr val="F6F7F7">
                    <a:alpha val="8779"/>
                  </a:srgbClr>
                </a:gs>
                <a:gs pos="71429">
                  <a:srgbClr val="F6F7F7">
                    <a:alpha val="4210"/>
                  </a:srgbClr>
                </a:gs>
                <a:gs pos="85714">
                  <a:srgbClr val="F6F7F7">
                    <a:alpha val="1686"/>
                  </a:srgbClr>
                </a:gs>
                <a:gs pos="100000">
                  <a:srgbClr val="F6F7F7">
                    <a:alpha val="5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5667033">
              <a:off x="2433557" y="828080"/>
              <a:ext cx="68461" cy="17993"/>
            </a:xfrm>
            <a:prstGeom prst="ellipse">
              <a:avLst/>
            </a:prstGeom>
            <a:gradFill>
              <a:gsLst>
                <a:gs pos="0">
                  <a:srgbClr val="484848">
                    <a:alpha val="16207"/>
                  </a:srgbClr>
                </a:gs>
                <a:gs pos="14286">
                  <a:srgbClr val="484848">
                    <a:alpha val="15000"/>
                  </a:srgbClr>
                </a:gs>
                <a:gs pos="28571">
                  <a:srgbClr val="484848">
                    <a:alpha val="11855"/>
                  </a:srgbClr>
                </a:gs>
                <a:gs pos="42857">
                  <a:srgbClr val="484848">
                    <a:alpha val="7944"/>
                  </a:srgbClr>
                </a:gs>
                <a:gs pos="57143">
                  <a:srgbClr val="484848">
                    <a:alpha val="4483"/>
                  </a:srgbClr>
                </a:gs>
                <a:gs pos="71429">
                  <a:srgbClr val="484848">
                    <a:alpha val="2124"/>
                  </a:srgbClr>
                </a:gs>
                <a:gs pos="85714">
                  <a:srgbClr val="484848">
                    <a:alpha val="845"/>
                  </a:srgbClr>
                </a:gs>
                <a:gs pos="100000">
                  <a:srgbClr val="484848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4341099">
              <a:off x="1736964" y="2060954"/>
              <a:ext cx="68461" cy="18046"/>
            </a:xfrm>
            <a:prstGeom prst="ellipse">
              <a:avLst/>
            </a:prstGeom>
            <a:gradFill>
              <a:gsLst>
                <a:gs pos="0">
                  <a:srgbClr val="474747">
                    <a:alpha val="16167"/>
                  </a:srgbClr>
                </a:gs>
                <a:gs pos="14286">
                  <a:srgbClr val="474747">
                    <a:alpha val="14963"/>
                  </a:srgbClr>
                </a:gs>
                <a:gs pos="28571">
                  <a:srgbClr val="474747">
                    <a:alpha val="11825"/>
                  </a:srgbClr>
                </a:gs>
                <a:gs pos="42857">
                  <a:srgbClr val="474747">
                    <a:alpha val="7923"/>
                  </a:srgbClr>
                </a:gs>
                <a:gs pos="57143">
                  <a:srgbClr val="474747">
                    <a:alpha val="4471"/>
                  </a:srgbClr>
                </a:gs>
                <a:gs pos="71429">
                  <a:srgbClr val="474747">
                    <a:alpha val="2118"/>
                  </a:srgbClr>
                </a:gs>
                <a:gs pos="85714">
                  <a:srgbClr val="474747">
                    <a:alpha val="843"/>
                  </a:srgbClr>
                </a:gs>
                <a:gs pos="100000">
                  <a:srgbClr val="474747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-8880320">
              <a:off x="852283" y="483338"/>
              <a:ext cx="177907" cy="15229"/>
            </a:xfrm>
            <a:prstGeom prst="ellipse">
              <a:avLst/>
            </a:prstGeom>
            <a:gradFill>
              <a:gsLst>
                <a:gs pos="0">
                  <a:srgbClr val="FBFBFC">
                    <a:alpha val="4952"/>
                  </a:srgbClr>
                </a:gs>
                <a:gs pos="14286">
                  <a:srgbClr val="FBFBFC">
                    <a:alpha val="4561"/>
                  </a:srgbClr>
                </a:gs>
                <a:gs pos="28571">
                  <a:srgbClr val="FBFBFC">
                    <a:alpha val="3560"/>
                  </a:srgbClr>
                </a:gs>
                <a:gs pos="42857">
                  <a:srgbClr val="FBFBFC">
                    <a:alpha val="2349"/>
                  </a:srgbClr>
                </a:gs>
                <a:gs pos="57143">
                  <a:srgbClr val="FBFBFC">
                    <a:alpha val="1309"/>
                  </a:srgbClr>
                </a:gs>
                <a:gs pos="71429">
                  <a:srgbClr val="FBFBFC">
                    <a:alpha val="615"/>
                  </a:srgbClr>
                </a:gs>
                <a:gs pos="85714">
                  <a:srgbClr val="FBFBFC">
                    <a:alpha val="244"/>
                  </a:srgbClr>
                </a:gs>
                <a:gs pos="100000">
                  <a:srgbClr val="FBFBFC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-8266913">
              <a:off x="2242706" y="964952"/>
              <a:ext cx="68461" cy="18150"/>
            </a:xfrm>
            <a:prstGeom prst="ellipse">
              <a:avLst/>
            </a:prstGeom>
            <a:gradFill>
              <a:gsLst>
                <a:gs pos="0">
                  <a:srgbClr val="ACACAC">
                    <a:alpha val="16090"/>
                  </a:srgbClr>
                </a:gs>
                <a:gs pos="14286">
                  <a:srgbClr val="ACACAC">
                    <a:alpha val="14891"/>
                  </a:srgbClr>
                </a:gs>
                <a:gs pos="28571">
                  <a:srgbClr val="ACACAC">
                    <a:alpha val="11767"/>
                  </a:srgbClr>
                </a:gs>
                <a:gs pos="42857">
                  <a:srgbClr val="ACACAC">
                    <a:alpha val="7884"/>
                  </a:srgbClr>
                </a:gs>
                <a:gs pos="57143">
                  <a:srgbClr val="ACACAC">
                    <a:alpha val="4448"/>
                  </a:srgbClr>
                </a:gs>
                <a:gs pos="71429">
                  <a:srgbClr val="ACACAC">
                    <a:alpha val="2107"/>
                  </a:srgbClr>
                </a:gs>
                <a:gs pos="85714">
                  <a:srgbClr val="ACACAC">
                    <a:alpha val="839"/>
                  </a:srgbClr>
                </a:gs>
                <a:gs pos="100000">
                  <a:srgbClr val="ACACAC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5022435">
              <a:off x="763306" y="3297444"/>
              <a:ext cx="68461" cy="17496"/>
            </a:xfrm>
            <a:prstGeom prst="ellipse">
              <a:avLst/>
            </a:prstGeom>
            <a:gradFill>
              <a:gsLst>
                <a:gs pos="0">
                  <a:srgbClr val="727373">
                    <a:alpha val="16575"/>
                  </a:srgbClr>
                </a:gs>
                <a:gs pos="14286">
                  <a:srgbClr val="727373">
                    <a:alpha val="15343"/>
                  </a:srgbClr>
                </a:gs>
                <a:gs pos="28571">
                  <a:srgbClr val="727373">
                    <a:alpha val="12132"/>
                  </a:srgbClr>
                </a:gs>
                <a:gs pos="42857">
                  <a:srgbClr val="727373">
                    <a:alpha val="8133"/>
                  </a:srgbClr>
                </a:gs>
                <a:gs pos="57143">
                  <a:srgbClr val="727373">
                    <a:alpha val="4592"/>
                  </a:srgbClr>
                </a:gs>
                <a:gs pos="71429">
                  <a:srgbClr val="727373">
                    <a:alpha val="2176"/>
                  </a:srgbClr>
                </a:gs>
                <a:gs pos="85714">
                  <a:srgbClr val="727373">
                    <a:alpha val="866"/>
                  </a:srgbClr>
                </a:gs>
                <a:gs pos="100000">
                  <a:srgbClr val="727373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6115953">
              <a:off x="819139" y="546228"/>
              <a:ext cx="315801" cy="155132"/>
            </a:xfrm>
            <a:prstGeom prst="ellipse">
              <a:avLst/>
            </a:prstGeom>
            <a:gradFill>
              <a:gsLst>
                <a:gs pos="0">
                  <a:srgbClr val="FAFAFA">
                    <a:alpha val="19860"/>
                  </a:srgbClr>
                </a:gs>
                <a:gs pos="14286">
                  <a:srgbClr val="FAFAFA">
                    <a:alpha val="18412"/>
                  </a:srgbClr>
                </a:gs>
                <a:gs pos="28571">
                  <a:srgbClr val="FAFAFA">
                    <a:alpha val="14615"/>
                  </a:srgbClr>
                </a:gs>
                <a:gs pos="42857">
                  <a:srgbClr val="FAFAFA">
                    <a:alpha val="9844"/>
                  </a:srgbClr>
                </a:gs>
                <a:gs pos="57143">
                  <a:srgbClr val="FAFAFA">
                    <a:alpha val="5581"/>
                  </a:srgbClr>
                </a:gs>
                <a:gs pos="71429">
                  <a:srgbClr val="FAFAFA">
                    <a:alpha val="2652"/>
                  </a:srgbClr>
                </a:gs>
                <a:gs pos="85714">
                  <a:srgbClr val="FAFAFA">
                    <a:alpha val="1057"/>
                  </a:srgbClr>
                </a:gs>
                <a:gs pos="100000">
                  <a:srgbClr val="FAFAFA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7860353">
              <a:off x="895604" y="574083"/>
              <a:ext cx="151606" cy="1064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5125509">
              <a:off x="585644" y="1257909"/>
              <a:ext cx="68461" cy="18182"/>
            </a:xfrm>
            <a:prstGeom prst="ellipse">
              <a:avLst/>
            </a:prstGeom>
            <a:gradFill>
              <a:gsLst>
                <a:gs pos="0">
                  <a:srgbClr val="747474">
                    <a:alpha val="16067"/>
                  </a:srgbClr>
                </a:gs>
                <a:gs pos="14286">
                  <a:srgbClr val="747474">
                    <a:alpha val="14869"/>
                  </a:srgbClr>
                </a:gs>
                <a:gs pos="28571">
                  <a:srgbClr val="747474">
                    <a:alpha val="11750"/>
                  </a:srgbClr>
                </a:gs>
                <a:gs pos="42857">
                  <a:srgbClr val="747474">
                    <a:alpha val="7872"/>
                  </a:srgbClr>
                </a:gs>
                <a:gs pos="57143">
                  <a:srgbClr val="747474">
                    <a:alpha val="4441"/>
                  </a:srgbClr>
                </a:gs>
                <a:gs pos="71429">
                  <a:srgbClr val="747474">
                    <a:alpha val="2104"/>
                  </a:srgbClr>
                </a:gs>
                <a:gs pos="85714">
                  <a:srgbClr val="747474">
                    <a:alpha val="837"/>
                  </a:srgbClr>
                </a:gs>
                <a:gs pos="100000">
                  <a:srgbClr val="747474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5400000">
              <a:off x="974861" y="597019"/>
              <a:ext cx="50305" cy="50305"/>
            </a:xfrm>
            <a:prstGeom prst="ellipse">
              <a:avLst/>
            </a:prstGeom>
            <a:gradFill>
              <a:gsLst>
                <a:gs pos="0">
                  <a:srgbClr val="DADADA">
                    <a:alpha val="16404"/>
                  </a:srgbClr>
                </a:gs>
                <a:gs pos="14286">
                  <a:srgbClr val="DADADA">
                    <a:alpha val="15184"/>
                  </a:srgbClr>
                </a:gs>
                <a:gs pos="28571">
                  <a:srgbClr val="DADADA">
                    <a:alpha val="12003"/>
                  </a:srgbClr>
                </a:gs>
                <a:gs pos="42857">
                  <a:srgbClr val="DADADA">
                    <a:alpha val="8045"/>
                  </a:srgbClr>
                </a:gs>
                <a:gs pos="57143">
                  <a:srgbClr val="DADADA">
                    <a:alpha val="4541"/>
                  </a:srgbClr>
                </a:gs>
                <a:gs pos="71429">
                  <a:srgbClr val="DADADA">
                    <a:alpha val="2152"/>
                  </a:srgbClr>
                </a:gs>
                <a:gs pos="85714">
                  <a:srgbClr val="DADADA">
                    <a:alpha val="857"/>
                  </a:srgbClr>
                </a:gs>
                <a:gs pos="100000">
                  <a:srgbClr val="DADADA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-8862302">
              <a:off x="891381" y="678011"/>
              <a:ext cx="151672" cy="31366"/>
            </a:xfrm>
            <a:prstGeom prst="ellipse">
              <a:avLst/>
            </a:prstGeom>
            <a:gradFill>
              <a:gsLst>
                <a:gs pos="0">
                  <a:srgbClr val="DDDEDD">
                    <a:alpha val="32968"/>
                  </a:srgbClr>
                </a:gs>
                <a:gs pos="14286">
                  <a:srgbClr val="DDDEDD">
                    <a:alpha val="30764"/>
                  </a:srgbClr>
                </a:gs>
                <a:gs pos="28571">
                  <a:srgbClr val="DDDEDD">
                    <a:alpha val="24833"/>
                  </a:srgbClr>
                </a:gs>
                <a:gs pos="42857">
                  <a:srgbClr val="DDDEDD">
                    <a:alpha val="17075"/>
                  </a:srgbClr>
                </a:gs>
                <a:gs pos="57143">
                  <a:srgbClr val="DDDEDD">
                    <a:alpha val="9855"/>
                  </a:srgbClr>
                </a:gs>
                <a:gs pos="71429">
                  <a:srgbClr val="DDDEDD">
                    <a:alpha val="4740"/>
                  </a:srgbClr>
                </a:gs>
                <a:gs pos="85714">
                  <a:srgbClr val="DDDEDD">
                    <a:alpha val="1902"/>
                  </a:srgbClr>
                </a:gs>
                <a:gs pos="100000">
                  <a:srgbClr val="DDDE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3913991">
              <a:off x="1386218" y="3134087"/>
              <a:ext cx="68461" cy="18155"/>
            </a:xfrm>
            <a:prstGeom prst="ellipse">
              <a:avLst/>
            </a:prstGeom>
            <a:gradFill>
              <a:gsLst>
                <a:gs pos="0">
                  <a:srgbClr val="636363">
                    <a:alpha val="16087"/>
                  </a:srgbClr>
                </a:gs>
                <a:gs pos="14286">
                  <a:srgbClr val="636363">
                    <a:alpha val="14888"/>
                  </a:srgbClr>
                </a:gs>
                <a:gs pos="28571">
                  <a:srgbClr val="636363">
                    <a:alpha val="11765"/>
                  </a:srgbClr>
                </a:gs>
                <a:gs pos="42857">
                  <a:srgbClr val="636363">
                    <a:alpha val="7882"/>
                  </a:srgbClr>
                </a:gs>
                <a:gs pos="57143">
                  <a:srgbClr val="636363">
                    <a:alpha val="4447"/>
                  </a:srgbClr>
                </a:gs>
                <a:gs pos="71429">
                  <a:srgbClr val="636363">
                    <a:alpha val="2107"/>
                  </a:srgbClr>
                </a:gs>
                <a:gs pos="85714">
                  <a:srgbClr val="636363">
                    <a:alpha val="838"/>
                  </a:srgbClr>
                </a:gs>
                <a:gs pos="100000">
                  <a:srgbClr val="636363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-10631515">
              <a:off x="873214" y="508951"/>
              <a:ext cx="121295" cy="52644"/>
            </a:xfrm>
            <a:prstGeom prst="ellipse">
              <a:avLst/>
            </a:prstGeom>
            <a:gradFill>
              <a:gsLst>
                <a:gs pos="0">
                  <a:srgbClr val="C3C3C3">
                    <a:alpha val="32968"/>
                  </a:srgbClr>
                </a:gs>
                <a:gs pos="14286">
                  <a:srgbClr val="C3C3C3">
                    <a:alpha val="30764"/>
                  </a:srgbClr>
                </a:gs>
                <a:gs pos="28571">
                  <a:srgbClr val="C3C3C3">
                    <a:alpha val="24833"/>
                  </a:srgbClr>
                </a:gs>
                <a:gs pos="42857">
                  <a:srgbClr val="C3C3C3">
                    <a:alpha val="17075"/>
                  </a:srgbClr>
                </a:gs>
                <a:gs pos="57143">
                  <a:srgbClr val="C3C3C3">
                    <a:alpha val="9855"/>
                  </a:srgbClr>
                </a:gs>
                <a:gs pos="71429">
                  <a:srgbClr val="C3C3C3">
                    <a:alpha val="4740"/>
                  </a:srgbClr>
                </a:gs>
                <a:gs pos="85714">
                  <a:srgbClr val="C3C3C3">
                    <a:alpha val="1902"/>
                  </a:srgbClr>
                </a:gs>
                <a:gs pos="100000">
                  <a:srgbClr val="C3C3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4859972">
              <a:off x="1309766" y="1296252"/>
              <a:ext cx="65522" cy="41022"/>
            </a:xfrm>
            <a:prstGeom prst="ellipse">
              <a:avLst/>
            </a:prstGeom>
            <a:gradFill>
              <a:gsLst>
                <a:gs pos="0">
                  <a:srgbClr val="E1E1E1">
                    <a:alpha val="23321"/>
                  </a:srgbClr>
                </a:gs>
                <a:gs pos="14286">
                  <a:srgbClr val="E1E1E1">
                    <a:alpha val="21656"/>
                  </a:srgbClr>
                </a:gs>
                <a:gs pos="28571">
                  <a:srgbClr val="E1E1E1">
                    <a:alpha val="17263"/>
                  </a:srgbClr>
                </a:gs>
                <a:gs pos="42857">
                  <a:srgbClr val="E1E1E1">
                    <a:alpha val="11688"/>
                  </a:srgbClr>
                </a:gs>
                <a:gs pos="57143">
                  <a:srgbClr val="E1E1E1">
                    <a:alpha val="6656"/>
                  </a:srgbClr>
                </a:gs>
                <a:gs pos="71429">
                  <a:srgbClr val="E1E1E1">
                    <a:alpha val="3173"/>
                  </a:srgbClr>
                </a:gs>
                <a:gs pos="85714">
                  <a:srgbClr val="E1E1E1">
                    <a:alpha val="1267"/>
                  </a:srgbClr>
                </a:gs>
                <a:gs pos="100000">
                  <a:srgbClr val="E1E1E1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5837887">
              <a:off x="3497536" y="102710"/>
              <a:ext cx="68461" cy="18262"/>
            </a:xfrm>
            <a:prstGeom prst="ellipse">
              <a:avLst/>
            </a:prstGeom>
            <a:gradFill>
              <a:gsLst>
                <a:gs pos="0">
                  <a:srgbClr val="5B5B5C">
                    <a:alpha val="16007"/>
                  </a:srgbClr>
                </a:gs>
                <a:gs pos="14286">
                  <a:srgbClr val="5B5B5C">
                    <a:alpha val="14814"/>
                  </a:srgbClr>
                </a:gs>
                <a:gs pos="28571">
                  <a:srgbClr val="5B5B5C">
                    <a:alpha val="11705"/>
                  </a:srgbClr>
                </a:gs>
                <a:gs pos="42857">
                  <a:srgbClr val="5B5B5C">
                    <a:alpha val="7841"/>
                  </a:srgbClr>
                </a:gs>
                <a:gs pos="57143">
                  <a:srgbClr val="5B5B5C">
                    <a:alpha val="4424"/>
                  </a:srgbClr>
                </a:gs>
                <a:gs pos="71429">
                  <a:srgbClr val="5B5B5C">
                    <a:alpha val="2096"/>
                  </a:srgbClr>
                </a:gs>
                <a:gs pos="85714">
                  <a:srgbClr val="5B5B5C">
                    <a:alpha val="834"/>
                  </a:srgbClr>
                </a:gs>
                <a:gs pos="100000">
                  <a:srgbClr val="5B5B5C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-9250480">
              <a:off x="727394" y="778390"/>
              <a:ext cx="68461" cy="18366"/>
            </a:xfrm>
            <a:prstGeom prst="ellipse">
              <a:avLst/>
            </a:prstGeom>
            <a:gradFill>
              <a:gsLst>
                <a:gs pos="0">
                  <a:srgbClr val="6E6D6D">
                    <a:alpha val="15930"/>
                  </a:srgbClr>
                </a:gs>
                <a:gs pos="14286">
                  <a:srgbClr val="6E6D6D">
                    <a:alpha val="14741"/>
                  </a:srgbClr>
                </a:gs>
                <a:gs pos="28571">
                  <a:srgbClr val="6E6D6D">
                    <a:alpha val="11647"/>
                  </a:srgbClr>
                </a:gs>
                <a:gs pos="42857">
                  <a:srgbClr val="6E6D6D">
                    <a:alpha val="7801"/>
                  </a:srgbClr>
                </a:gs>
                <a:gs pos="57143">
                  <a:srgbClr val="6E6D6D">
                    <a:alpha val="4401"/>
                  </a:srgbClr>
                </a:gs>
                <a:gs pos="71429">
                  <a:srgbClr val="6E6D6D">
                    <a:alpha val="2085"/>
                  </a:srgbClr>
                </a:gs>
                <a:gs pos="85714">
                  <a:srgbClr val="6E6D6D">
                    <a:alpha val="830"/>
                  </a:srgbClr>
                </a:gs>
                <a:gs pos="100000">
                  <a:srgbClr val="6E6D6D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3116241">
              <a:off x="2157693" y="1021663"/>
              <a:ext cx="105289" cy="39766"/>
            </a:xfrm>
            <a:prstGeom prst="ellipse">
              <a:avLst/>
            </a:prstGeom>
            <a:gradFill>
              <a:gsLst>
                <a:gs pos="0">
                  <a:srgbClr val="FEFFFE">
                    <a:alpha val="32968"/>
                  </a:srgbClr>
                </a:gs>
                <a:gs pos="14286">
                  <a:srgbClr val="FEFFFE">
                    <a:alpha val="30764"/>
                  </a:srgbClr>
                </a:gs>
                <a:gs pos="28571">
                  <a:srgbClr val="FEFFFE">
                    <a:alpha val="24833"/>
                  </a:srgbClr>
                </a:gs>
                <a:gs pos="42857">
                  <a:srgbClr val="FEFFFE">
                    <a:alpha val="17075"/>
                  </a:srgbClr>
                </a:gs>
                <a:gs pos="57143">
                  <a:srgbClr val="FEFFFE">
                    <a:alpha val="9855"/>
                  </a:srgbClr>
                </a:gs>
                <a:gs pos="71429">
                  <a:srgbClr val="FEFFFE">
                    <a:alpha val="4740"/>
                  </a:srgbClr>
                </a:gs>
                <a:gs pos="85714">
                  <a:srgbClr val="FEFFFE">
                    <a:alpha val="1902"/>
                  </a:srgbClr>
                </a:gs>
                <a:gs pos="100000">
                  <a:srgbClr val="FE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4040472">
              <a:off x="2278153" y="931507"/>
              <a:ext cx="68461" cy="18388"/>
            </a:xfrm>
            <a:prstGeom prst="ellipse">
              <a:avLst/>
            </a:prstGeom>
            <a:gradFill>
              <a:gsLst>
                <a:gs pos="0">
                  <a:srgbClr val="848484">
                    <a:alpha val="15913"/>
                  </a:srgbClr>
                </a:gs>
                <a:gs pos="14286">
                  <a:srgbClr val="848484">
                    <a:alpha val="14726"/>
                  </a:srgbClr>
                </a:gs>
                <a:gs pos="28571">
                  <a:srgbClr val="848484">
                    <a:alpha val="11634"/>
                  </a:srgbClr>
                </a:gs>
                <a:gs pos="42857">
                  <a:srgbClr val="848484">
                    <a:alpha val="7792"/>
                  </a:srgbClr>
                </a:gs>
                <a:gs pos="57143">
                  <a:srgbClr val="848484">
                    <a:alpha val="4396"/>
                  </a:srgbClr>
                </a:gs>
                <a:gs pos="71429">
                  <a:srgbClr val="848484">
                    <a:alpha val="2082"/>
                  </a:srgbClr>
                </a:gs>
                <a:gs pos="85714">
                  <a:srgbClr val="848484">
                    <a:alpha val="829"/>
                  </a:srgbClr>
                </a:gs>
                <a:gs pos="100000">
                  <a:srgbClr val="848484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7089088">
              <a:off x="2431550" y="836137"/>
              <a:ext cx="268188" cy="637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5047050">
              <a:off x="2158671" y="953816"/>
              <a:ext cx="286766" cy="70996"/>
            </a:xfrm>
            <a:prstGeom prst="ellipse">
              <a:avLst/>
            </a:prstGeom>
            <a:gradFill>
              <a:gsLst>
                <a:gs pos="0">
                  <a:srgbClr val="F2F2F3">
                    <a:alpha val="22913"/>
                  </a:srgbClr>
                </a:gs>
                <a:gs pos="14286">
                  <a:srgbClr val="F2F2F3">
                    <a:alpha val="21273"/>
                  </a:srgbClr>
                </a:gs>
                <a:gs pos="28571">
                  <a:srgbClr val="F2F2F3">
                    <a:alpha val="16949"/>
                  </a:srgbClr>
                </a:gs>
                <a:gs pos="42857">
                  <a:srgbClr val="F2F2F3">
                    <a:alpha val="11468"/>
                  </a:srgbClr>
                </a:gs>
                <a:gs pos="57143">
                  <a:srgbClr val="F2F2F3">
                    <a:alpha val="6527"/>
                  </a:srgbClr>
                </a:gs>
                <a:gs pos="71429">
                  <a:srgbClr val="F2F2F3">
                    <a:alpha val="3110"/>
                  </a:srgbClr>
                </a:gs>
                <a:gs pos="85714">
                  <a:srgbClr val="F2F2F3">
                    <a:alpha val="1242"/>
                  </a:srgbClr>
                </a:gs>
                <a:gs pos="100000">
                  <a:srgbClr val="F2F2F3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4096751">
              <a:off x="931345" y="641938"/>
              <a:ext cx="146658" cy="22190"/>
            </a:xfrm>
            <a:prstGeom prst="ellipse">
              <a:avLst/>
            </a:prstGeom>
            <a:gradFill>
              <a:gsLst>
                <a:gs pos="0">
                  <a:srgbClr val="FCFCFC">
                    <a:alpha val="32907"/>
                  </a:srgbClr>
                </a:gs>
                <a:gs pos="14286">
                  <a:srgbClr val="FCFCFC">
                    <a:alpha val="30706"/>
                  </a:srgbClr>
                </a:gs>
                <a:gs pos="28571">
                  <a:srgbClr val="FCFCFC">
                    <a:alpha val="24784"/>
                  </a:srgbClr>
                </a:gs>
                <a:gs pos="42857">
                  <a:srgbClr val="FCFCFC">
                    <a:alpha val="17040"/>
                  </a:srgbClr>
                </a:gs>
                <a:gs pos="57143">
                  <a:srgbClr val="FCFCFC">
                    <a:alpha val="9834"/>
                  </a:srgbClr>
                </a:gs>
                <a:gs pos="71429">
                  <a:srgbClr val="FCFCFC">
                    <a:alpha val="4730"/>
                  </a:srgbClr>
                </a:gs>
                <a:gs pos="85714">
                  <a:srgbClr val="FCFCFC">
                    <a:alpha val="1898"/>
                  </a:srgbClr>
                </a:gs>
                <a:gs pos="100000">
                  <a:srgbClr val="FCFCFC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3777863">
              <a:off x="1507183" y="1827330"/>
              <a:ext cx="68461" cy="18519"/>
            </a:xfrm>
            <a:prstGeom prst="ellipse">
              <a:avLst/>
            </a:prstGeom>
            <a:gradFill>
              <a:gsLst>
                <a:gs pos="0">
                  <a:srgbClr val="6B6C6B">
                    <a:alpha val="15816"/>
                  </a:srgbClr>
                </a:gs>
                <a:gs pos="14286">
                  <a:srgbClr val="6B6C6B">
                    <a:alpha val="14635"/>
                  </a:srgbClr>
                </a:gs>
                <a:gs pos="28571">
                  <a:srgbClr val="6B6C6B">
                    <a:alpha val="11561"/>
                  </a:srgbClr>
                </a:gs>
                <a:gs pos="42857">
                  <a:srgbClr val="6B6C6B">
                    <a:alpha val="7743"/>
                  </a:srgbClr>
                </a:gs>
                <a:gs pos="57143">
                  <a:srgbClr val="6B6C6B">
                    <a:alpha val="4367"/>
                  </a:srgbClr>
                </a:gs>
                <a:gs pos="71429">
                  <a:srgbClr val="6B6C6B">
                    <a:alpha val="2069"/>
                  </a:srgbClr>
                </a:gs>
                <a:gs pos="85714">
                  <a:srgbClr val="6B6C6B">
                    <a:alpha val="823"/>
                  </a:srgbClr>
                </a:gs>
                <a:gs pos="100000">
                  <a:srgbClr val="6B6C6B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5000583">
              <a:off x="1248789" y="1277116"/>
              <a:ext cx="68461" cy="18502"/>
            </a:xfrm>
            <a:prstGeom prst="ellipse">
              <a:avLst/>
            </a:prstGeom>
            <a:gradFill>
              <a:gsLst>
                <a:gs pos="0">
                  <a:srgbClr val="696969">
                    <a:alpha val="15829"/>
                  </a:srgbClr>
                </a:gs>
                <a:gs pos="14286">
                  <a:srgbClr val="696969">
                    <a:alpha val="14647"/>
                  </a:srgbClr>
                </a:gs>
                <a:gs pos="28571">
                  <a:srgbClr val="696969">
                    <a:alpha val="11571"/>
                  </a:srgbClr>
                </a:gs>
                <a:gs pos="42857">
                  <a:srgbClr val="696969">
                    <a:alpha val="7749"/>
                  </a:srgbClr>
                </a:gs>
                <a:gs pos="57143">
                  <a:srgbClr val="696969">
                    <a:alpha val="4371"/>
                  </a:srgbClr>
                </a:gs>
                <a:gs pos="71429">
                  <a:srgbClr val="696969">
                    <a:alpha val="2070"/>
                  </a:srgbClr>
                </a:gs>
                <a:gs pos="85714">
                  <a:srgbClr val="696969">
                    <a:alpha val="824"/>
                  </a:srgbClr>
                </a:gs>
                <a:gs pos="100000">
                  <a:srgbClr val="696969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5427677">
              <a:off x="3356267" y="-3569"/>
              <a:ext cx="93948" cy="235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3785683">
              <a:off x="2261844" y="960016"/>
              <a:ext cx="68461" cy="18527"/>
            </a:xfrm>
            <a:prstGeom prst="ellipse">
              <a:avLst/>
            </a:prstGeom>
            <a:gradFill>
              <a:gsLst>
                <a:gs pos="0">
                  <a:srgbClr val="A2A2A2">
                    <a:alpha val="15810"/>
                  </a:srgbClr>
                </a:gs>
                <a:gs pos="14286">
                  <a:srgbClr val="A2A2A2">
                    <a:alpha val="14630"/>
                  </a:srgbClr>
                </a:gs>
                <a:gs pos="28571">
                  <a:srgbClr val="A2A2A2">
                    <a:alpha val="11557"/>
                  </a:srgbClr>
                </a:gs>
                <a:gs pos="42857">
                  <a:srgbClr val="A2A2A2">
                    <a:alpha val="7740"/>
                  </a:srgbClr>
                </a:gs>
                <a:gs pos="57143">
                  <a:srgbClr val="A2A2A2">
                    <a:alpha val="4365"/>
                  </a:srgbClr>
                </a:gs>
                <a:gs pos="71429">
                  <a:srgbClr val="A2A2A2">
                    <a:alpha val="2068"/>
                  </a:srgbClr>
                </a:gs>
                <a:gs pos="85714">
                  <a:srgbClr val="A2A2A2">
                    <a:alpha val="823"/>
                  </a:srgbClr>
                </a:gs>
                <a:gs pos="100000">
                  <a:srgbClr val="A2A2A2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5702788">
              <a:off x="744021" y="582598"/>
              <a:ext cx="329452" cy="18982"/>
            </a:xfrm>
            <a:prstGeom prst="ellipse">
              <a:avLst/>
            </a:prstGeom>
            <a:gradFill>
              <a:gsLst>
                <a:gs pos="0">
                  <a:srgbClr val="66686A">
                    <a:alpha val="27465"/>
                  </a:srgbClr>
                </a:gs>
                <a:gs pos="14286">
                  <a:srgbClr val="66686A">
                    <a:alpha val="25557"/>
                  </a:srgbClr>
                </a:gs>
                <a:gs pos="28571">
                  <a:srgbClr val="66686A">
                    <a:alpha val="20480"/>
                  </a:srgbClr>
                </a:gs>
                <a:gs pos="42857">
                  <a:srgbClr val="66686A">
                    <a:alpha val="13956"/>
                  </a:srgbClr>
                </a:gs>
                <a:gs pos="57143">
                  <a:srgbClr val="66686A">
                    <a:alpha val="7991"/>
                  </a:srgbClr>
                </a:gs>
                <a:gs pos="71429">
                  <a:srgbClr val="66686A">
                    <a:alpha val="3824"/>
                  </a:srgbClr>
                </a:gs>
                <a:gs pos="85714">
                  <a:srgbClr val="66686A">
                    <a:alpha val="1530"/>
                  </a:srgbClr>
                </a:gs>
                <a:gs pos="100000">
                  <a:srgbClr val="66686A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6189126">
              <a:off x="1625210" y="1860178"/>
              <a:ext cx="68461" cy="18557"/>
            </a:xfrm>
            <a:prstGeom prst="ellipse">
              <a:avLst/>
            </a:prstGeom>
            <a:gradFill>
              <a:gsLst>
                <a:gs pos="0">
                  <a:srgbClr val="595959">
                    <a:alpha val="15787"/>
                  </a:srgbClr>
                </a:gs>
                <a:gs pos="14286">
                  <a:srgbClr val="595959">
                    <a:alpha val="14609"/>
                  </a:srgbClr>
                </a:gs>
                <a:gs pos="28571">
                  <a:srgbClr val="595959">
                    <a:alpha val="11540"/>
                  </a:srgbClr>
                </a:gs>
                <a:gs pos="42857">
                  <a:srgbClr val="595959">
                    <a:alpha val="7728"/>
                  </a:srgbClr>
                </a:gs>
                <a:gs pos="57143">
                  <a:srgbClr val="595959">
                    <a:alpha val="4359"/>
                  </a:srgbClr>
                </a:gs>
                <a:gs pos="71429">
                  <a:srgbClr val="595959">
                    <a:alpha val="2065"/>
                  </a:srgbClr>
                </a:gs>
                <a:gs pos="85714">
                  <a:srgbClr val="595959">
                    <a:alpha val="822"/>
                  </a:srgbClr>
                </a:gs>
                <a:gs pos="100000">
                  <a:srgbClr val="595959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4191043">
              <a:off x="1768324" y="2021301"/>
              <a:ext cx="68461" cy="18493"/>
            </a:xfrm>
            <a:prstGeom prst="ellipse">
              <a:avLst/>
            </a:prstGeom>
            <a:gradFill>
              <a:gsLst>
                <a:gs pos="0">
                  <a:srgbClr val="525252">
                    <a:alpha val="15835"/>
                  </a:srgbClr>
                </a:gs>
                <a:gs pos="14286">
                  <a:srgbClr val="525252">
                    <a:alpha val="14653"/>
                  </a:srgbClr>
                </a:gs>
                <a:gs pos="28571">
                  <a:srgbClr val="525252">
                    <a:alpha val="11576"/>
                  </a:srgbClr>
                </a:gs>
                <a:gs pos="42857">
                  <a:srgbClr val="525252">
                    <a:alpha val="7752"/>
                  </a:srgbClr>
                </a:gs>
                <a:gs pos="57143">
                  <a:srgbClr val="525252">
                    <a:alpha val="4373"/>
                  </a:srgbClr>
                </a:gs>
                <a:gs pos="71429">
                  <a:srgbClr val="525252">
                    <a:alpha val="2071"/>
                  </a:srgbClr>
                </a:gs>
                <a:gs pos="85714">
                  <a:srgbClr val="525252">
                    <a:alpha val="824"/>
                  </a:srgbClr>
                </a:gs>
                <a:gs pos="100000">
                  <a:srgbClr val="525252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4518906">
              <a:off x="288477" y="238639"/>
              <a:ext cx="68461" cy="18570"/>
            </a:xfrm>
            <a:prstGeom prst="ellipse">
              <a:avLst/>
            </a:prstGeom>
            <a:gradFill>
              <a:gsLst>
                <a:gs pos="0">
                  <a:srgbClr val="4D4D4D">
                    <a:alpha val="15777"/>
                  </a:srgbClr>
                </a:gs>
                <a:gs pos="14286">
                  <a:srgbClr val="4D4D4D">
                    <a:alpha val="14599"/>
                  </a:srgbClr>
                </a:gs>
                <a:gs pos="28571">
                  <a:srgbClr val="4D4D4D">
                    <a:alpha val="11533"/>
                  </a:srgbClr>
                </a:gs>
                <a:gs pos="42857">
                  <a:srgbClr val="4D4D4D">
                    <a:alpha val="7723"/>
                  </a:srgbClr>
                </a:gs>
                <a:gs pos="57143">
                  <a:srgbClr val="4D4D4D">
                    <a:alpha val="4356"/>
                  </a:srgbClr>
                </a:gs>
                <a:gs pos="71429">
                  <a:srgbClr val="4D4D4D">
                    <a:alpha val="2063"/>
                  </a:srgbClr>
                </a:gs>
                <a:gs pos="85714">
                  <a:srgbClr val="4D4D4D">
                    <a:alpha val="821"/>
                  </a:srgbClr>
                </a:gs>
                <a:gs pos="100000">
                  <a:srgbClr val="4D4D4D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3553555">
              <a:off x="2376087" y="1172474"/>
              <a:ext cx="68461" cy="18574"/>
            </a:xfrm>
            <a:prstGeom prst="ellipse">
              <a:avLst/>
            </a:prstGeom>
            <a:gradFill>
              <a:gsLst>
                <a:gs pos="0">
                  <a:srgbClr val="8D8D8D">
                    <a:alpha val="15774"/>
                  </a:srgbClr>
                </a:gs>
                <a:gs pos="14286">
                  <a:srgbClr val="8D8D8D">
                    <a:alpha val="14597"/>
                  </a:srgbClr>
                </a:gs>
                <a:gs pos="28571">
                  <a:srgbClr val="8D8D8D">
                    <a:alpha val="11530"/>
                  </a:srgbClr>
                </a:gs>
                <a:gs pos="42857">
                  <a:srgbClr val="8D8D8D">
                    <a:alpha val="7721"/>
                  </a:srgbClr>
                </a:gs>
                <a:gs pos="57143">
                  <a:srgbClr val="8D8D8D">
                    <a:alpha val="4355"/>
                  </a:srgbClr>
                </a:gs>
                <a:gs pos="71429">
                  <a:srgbClr val="8D8D8D">
                    <a:alpha val="2063"/>
                  </a:srgbClr>
                </a:gs>
                <a:gs pos="85714">
                  <a:srgbClr val="8D8D8D">
                    <a:alpha val="821"/>
                  </a:srgbClr>
                </a:gs>
                <a:gs pos="100000">
                  <a:srgbClr val="8D8D8D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4519932">
              <a:off x="2934713" y="1293313"/>
              <a:ext cx="80135" cy="45804"/>
            </a:xfrm>
            <a:prstGeom prst="ellipse">
              <a:avLst/>
            </a:prstGeom>
            <a:gradFill>
              <a:gsLst>
                <a:gs pos="0">
                  <a:srgbClr val="C2C2C1">
                    <a:alpha val="29422"/>
                  </a:srgbClr>
                </a:gs>
                <a:gs pos="14286">
                  <a:srgbClr val="C2C2C1">
                    <a:alpha val="27404"/>
                  </a:srgbClr>
                </a:gs>
                <a:gs pos="28571">
                  <a:srgbClr val="C2C2C1">
                    <a:alpha val="22016"/>
                  </a:srgbClr>
                </a:gs>
                <a:gs pos="42857">
                  <a:srgbClr val="C2C2C1">
                    <a:alpha val="15050"/>
                  </a:srgbClr>
                </a:gs>
                <a:gs pos="57143">
                  <a:srgbClr val="C2C2C1">
                    <a:alpha val="8641"/>
                  </a:srgbClr>
                </a:gs>
                <a:gs pos="71429">
                  <a:srgbClr val="C2C2C1">
                    <a:alpha val="4142"/>
                  </a:srgbClr>
                </a:gs>
                <a:gs pos="85714">
                  <a:srgbClr val="C2C2C1">
                    <a:alpha val="1659"/>
                  </a:srgbClr>
                </a:gs>
                <a:gs pos="100000">
                  <a:srgbClr val="C2C2C1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4481446">
              <a:off x="305058" y="2071421"/>
              <a:ext cx="79046" cy="342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7646945">
              <a:off x="1655703" y="3084165"/>
              <a:ext cx="305008" cy="564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4468855">
              <a:off x="1526002" y="2355680"/>
              <a:ext cx="68461" cy="18607"/>
            </a:xfrm>
            <a:prstGeom prst="ellipse">
              <a:avLst/>
            </a:prstGeom>
            <a:gradFill>
              <a:gsLst>
                <a:gs pos="0">
                  <a:srgbClr val="585858">
                    <a:alpha val="15750"/>
                  </a:srgbClr>
                </a:gs>
                <a:gs pos="14286">
                  <a:srgbClr val="585858">
                    <a:alpha val="14574"/>
                  </a:srgbClr>
                </a:gs>
                <a:gs pos="28571">
                  <a:srgbClr val="585858">
                    <a:alpha val="11512"/>
                  </a:srgbClr>
                </a:gs>
                <a:gs pos="42857">
                  <a:srgbClr val="585858">
                    <a:alpha val="7709"/>
                  </a:srgbClr>
                </a:gs>
                <a:gs pos="57143">
                  <a:srgbClr val="585858">
                    <a:alpha val="4348"/>
                  </a:srgbClr>
                </a:gs>
                <a:gs pos="71429">
                  <a:srgbClr val="585858">
                    <a:alpha val="2059"/>
                  </a:srgbClr>
                </a:gs>
                <a:gs pos="85714">
                  <a:srgbClr val="585858">
                    <a:alpha val="819"/>
                  </a:srgbClr>
                </a:gs>
                <a:gs pos="100000">
                  <a:srgbClr val="585858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6352433">
              <a:off x="2078167" y="997513"/>
              <a:ext cx="184528" cy="50866"/>
            </a:xfrm>
            <a:prstGeom prst="ellipse">
              <a:avLst/>
            </a:prstGeom>
            <a:gradFill>
              <a:gsLst>
                <a:gs pos="0">
                  <a:srgbClr val="FEFEFF">
                    <a:alpha val="28124"/>
                  </a:srgbClr>
                </a:gs>
                <a:gs pos="14286">
                  <a:srgbClr val="FEFEFF">
                    <a:alpha val="26178"/>
                  </a:srgbClr>
                </a:gs>
                <a:gs pos="28571">
                  <a:srgbClr val="FEFEFF">
                    <a:alpha val="20995"/>
                  </a:srgbClr>
                </a:gs>
                <a:gs pos="42857">
                  <a:srgbClr val="FEFEFF">
                    <a:alpha val="14322"/>
                  </a:srgbClr>
                </a:gs>
                <a:gs pos="57143">
                  <a:srgbClr val="FEFEFF">
                    <a:alpha val="8209"/>
                  </a:srgbClr>
                </a:gs>
                <a:gs pos="71429">
                  <a:srgbClr val="FEFEFF">
                    <a:alpha val="3930"/>
                  </a:srgbClr>
                </a:gs>
                <a:gs pos="85714">
                  <a:srgbClr val="FEFEFF">
                    <a:alpha val="1573"/>
                  </a:srgbClr>
                </a:gs>
                <a:gs pos="100000">
                  <a:srgbClr val="FEFEFF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3873173">
              <a:off x="1706884" y="2960204"/>
              <a:ext cx="68461" cy="18604"/>
            </a:xfrm>
            <a:prstGeom prst="ellipse">
              <a:avLst/>
            </a:prstGeom>
            <a:gradFill>
              <a:gsLst>
                <a:gs pos="0">
                  <a:srgbClr val="434343">
                    <a:alpha val="15752"/>
                  </a:srgbClr>
                </a:gs>
                <a:gs pos="14286">
                  <a:srgbClr val="434343">
                    <a:alpha val="14576"/>
                  </a:srgbClr>
                </a:gs>
                <a:gs pos="28571">
                  <a:srgbClr val="434343">
                    <a:alpha val="11514"/>
                  </a:srgbClr>
                </a:gs>
                <a:gs pos="42857">
                  <a:srgbClr val="434343">
                    <a:alpha val="7710"/>
                  </a:srgbClr>
                </a:gs>
                <a:gs pos="57143">
                  <a:srgbClr val="434343">
                    <a:alpha val="4349"/>
                  </a:srgbClr>
                </a:gs>
                <a:gs pos="71429">
                  <a:srgbClr val="434343">
                    <a:alpha val="2060"/>
                  </a:srgbClr>
                </a:gs>
                <a:gs pos="85714">
                  <a:srgbClr val="434343">
                    <a:alpha val="820"/>
                  </a:srgbClr>
                </a:gs>
                <a:gs pos="100000">
                  <a:srgbClr val="434343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5284311">
              <a:off x="1556325" y="3020806"/>
              <a:ext cx="68461" cy="18680"/>
            </a:xfrm>
            <a:prstGeom prst="ellipse">
              <a:avLst/>
            </a:prstGeom>
            <a:gradFill>
              <a:gsLst>
                <a:gs pos="0">
                  <a:srgbClr val="616161">
                    <a:alpha val="15695"/>
                  </a:srgbClr>
                </a:gs>
                <a:gs pos="14286">
                  <a:srgbClr val="616161">
                    <a:alpha val="14523"/>
                  </a:srgbClr>
                </a:gs>
                <a:gs pos="28571">
                  <a:srgbClr val="616161">
                    <a:alpha val="11471"/>
                  </a:srgbClr>
                </a:gs>
                <a:gs pos="42857">
                  <a:srgbClr val="616161">
                    <a:alpha val="7681"/>
                  </a:srgbClr>
                </a:gs>
                <a:gs pos="57143">
                  <a:srgbClr val="616161">
                    <a:alpha val="4332"/>
                  </a:srgbClr>
                </a:gs>
                <a:gs pos="71429">
                  <a:srgbClr val="616161">
                    <a:alpha val="2052"/>
                  </a:srgbClr>
                </a:gs>
                <a:gs pos="85714">
                  <a:srgbClr val="616161">
                    <a:alpha val="816"/>
                  </a:srgbClr>
                </a:gs>
                <a:gs pos="100000">
                  <a:srgbClr val="616161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3942399">
              <a:off x="872870" y="536836"/>
              <a:ext cx="224569" cy="208261"/>
            </a:xfrm>
            <a:prstGeom prst="ellipse">
              <a:avLst/>
            </a:prstGeom>
            <a:gradFill>
              <a:gsLst>
                <a:gs pos="0">
                  <a:srgbClr val="FAFAFA">
                    <a:alpha val="4540"/>
                  </a:srgbClr>
                </a:gs>
                <a:gs pos="14286">
                  <a:srgbClr val="FAFAFA">
                    <a:alpha val="4181"/>
                  </a:srgbClr>
                </a:gs>
                <a:gs pos="28571">
                  <a:srgbClr val="FAFAFA">
                    <a:alpha val="3261"/>
                  </a:srgbClr>
                </a:gs>
                <a:gs pos="42857">
                  <a:srgbClr val="FAFAFA">
                    <a:alpha val="2151"/>
                  </a:srgbClr>
                </a:gs>
                <a:gs pos="57143">
                  <a:srgbClr val="FAFAFA">
                    <a:alpha val="1198"/>
                  </a:srgbClr>
                </a:gs>
                <a:gs pos="71429">
                  <a:srgbClr val="FAFAFA">
                    <a:alpha val="563"/>
                  </a:srgbClr>
                </a:gs>
                <a:gs pos="85714">
                  <a:srgbClr val="FAFAFA">
                    <a:alpha val="223"/>
                  </a:srgbClr>
                </a:gs>
                <a:gs pos="100000">
                  <a:srgbClr val="FAFAFA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6020848">
              <a:off x="1858110" y="3190255"/>
              <a:ext cx="68461" cy="18712"/>
            </a:xfrm>
            <a:prstGeom prst="ellipse">
              <a:avLst/>
            </a:prstGeom>
            <a:gradFill>
              <a:gsLst>
                <a:gs pos="0">
                  <a:srgbClr val="3F3F3F">
                    <a:alpha val="15672"/>
                  </a:srgbClr>
                </a:gs>
                <a:gs pos="14286">
                  <a:srgbClr val="3F3F3F">
                    <a:alpha val="14501"/>
                  </a:srgbClr>
                </a:gs>
                <a:gs pos="28571">
                  <a:srgbClr val="3F3F3F">
                    <a:alpha val="11453"/>
                  </a:srgbClr>
                </a:gs>
                <a:gs pos="42857">
                  <a:srgbClr val="3F3F3F">
                    <a:alpha val="7669"/>
                  </a:srgbClr>
                </a:gs>
                <a:gs pos="57143">
                  <a:srgbClr val="3F3F3F">
                    <a:alpha val="4325"/>
                  </a:srgbClr>
                </a:gs>
                <a:gs pos="71429">
                  <a:srgbClr val="3F3F3F">
                    <a:alpha val="2048"/>
                  </a:srgbClr>
                </a:gs>
                <a:gs pos="85714">
                  <a:srgbClr val="3F3F3F">
                    <a:alpha val="815"/>
                  </a:srgbClr>
                </a:gs>
                <a:gs pos="100000">
                  <a:srgbClr val="3F3F3F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-8168920">
              <a:off x="1916251" y="3018103"/>
              <a:ext cx="68461" cy="18749"/>
            </a:xfrm>
            <a:prstGeom prst="ellipse">
              <a:avLst/>
            </a:prstGeom>
            <a:gradFill>
              <a:gsLst>
                <a:gs pos="0">
                  <a:srgbClr val="3C3C3C">
                    <a:alpha val="15644"/>
                  </a:srgbClr>
                </a:gs>
                <a:gs pos="14286">
                  <a:srgbClr val="3C3C3C">
                    <a:alpha val="14475"/>
                  </a:srgbClr>
                </a:gs>
                <a:gs pos="28571">
                  <a:srgbClr val="3C3C3C">
                    <a:alpha val="11433"/>
                  </a:srgbClr>
                </a:gs>
                <a:gs pos="42857">
                  <a:srgbClr val="3C3C3C">
                    <a:alpha val="7655"/>
                  </a:srgbClr>
                </a:gs>
                <a:gs pos="57143">
                  <a:srgbClr val="3C3C3C">
                    <a:alpha val="4317"/>
                  </a:srgbClr>
                </a:gs>
                <a:gs pos="71429">
                  <a:srgbClr val="3C3C3C">
                    <a:alpha val="2044"/>
                  </a:srgbClr>
                </a:gs>
                <a:gs pos="85714">
                  <a:srgbClr val="3C3C3C">
                    <a:alpha val="813"/>
                  </a:srgbClr>
                </a:gs>
                <a:gs pos="100000">
                  <a:srgbClr val="3C3C3C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3341152">
              <a:off x="2336550" y="1222509"/>
              <a:ext cx="68461" cy="18705"/>
            </a:xfrm>
            <a:prstGeom prst="ellipse">
              <a:avLst/>
            </a:prstGeom>
            <a:gradFill>
              <a:gsLst>
                <a:gs pos="0">
                  <a:srgbClr val="969697">
                    <a:alpha val="15677"/>
                  </a:srgbClr>
                </a:gs>
                <a:gs pos="14286">
                  <a:srgbClr val="969697">
                    <a:alpha val="14506"/>
                  </a:srgbClr>
                </a:gs>
                <a:gs pos="28571">
                  <a:srgbClr val="969697">
                    <a:alpha val="11457"/>
                  </a:srgbClr>
                </a:gs>
                <a:gs pos="42857">
                  <a:srgbClr val="969697">
                    <a:alpha val="7671"/>
                  </a:srgbClr>
                </a:gs>
                <a:gs pos="57143">
                  <a:srgbClr val="969697">
                    <a:alpha val="4326"/>
                  </a:srgbClr>
                </a:gs>
                <a:gs pos="71429">
                  <a:srgbClr val="969697">
                    <a:alpha val="2049"/>
                  </a:srgbClr>
                </a:gs>
                <a:gs pos="85714">
                  <a:srgbClr val="969697">
                    <a:alpha val="815"/>
                  </a:srgbClr>
                </a:gs>
                <a:gs pos="100000">
                  <a:srgbClr val="969697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5225607">
              <a:off x="1554100" y="3115273"/>
              <a:ext cx="68461" cy="18751"/>
            </a:xfrm>
            <a:prstGeom prst="ellipse">
              <a:avLst/>
            </a:prstGeom>
            <a:gradFill>
              <a:gsLst>
                <a:gs pos="0">
                  <a:srgbClr val="6C6C6C">
                    <a:alpha val="15642"/>
                  </a:srgbClr>
                </a:gs>
                <a:gs pos="14286">
                  <a:srgbClr val="6C6C6C">
                    <a:alpha val="14474"/>
                  </a:srgbClr>
                </a:gs>
                <a:gs pos="28571">
                  <a:srgbClr val="6C6C6C">
                    <a:alpha val="11431"/>
                  </a:srgbClr>
                </a:gs>
                <a:gs pos="42857">
                  <a:srgbClr val="6C6C6C">
                    <a:alpha val="7654"/>
                  </a:srgbClr>
                </a:gs>
                <a:gs pos="57143">
                  <a:srgbClr val="6C6C6C">
                    <a:alpha val="4316"/>
                  </a:srgbClr>
                </a:gs>
                <a:gs pos="71429">
                  <a:srgbClr val="6C6C6C">
                    <a:alpha val="2044"/>
                  </a:srgbClr>
                </a:gs>
                <a:gs pos="85714">
                  <a:srgbClr val="6C6C6C">
                    <a:alpha val="813"/>
                  </a:srgbClr>
                </a:gs>
                <a:gs pos="100000">
                  <a:srgbClr val="6C6C6C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4443190">
              <a:off x="1540608" y="2350414"/>
              <a:ext cx="68461" cy="18768"/>
            </a:xfrm>
            <a:prstGeom prst="ellipse">
              <a:avLst/>
            </a:prstGeom>
            <a:gradFill>
              <a:gsLst>
                <a:gs pos="0">
                  <a:srgbClr val="5C5C5C">
                    <a:alpha val="15629"/>
                  </a:srgbClr>
                </a:gs>
                <a:gs pos="14286">
                  <a:srgbClr val="5C5C5C">
                    <a:alpha val="14462"/>
                  </a:srgbClr>
                </a:gs>
                <a:gs pos="28571">
                  <a:srgbClr val="5C5C5C">
                    <a:alpha val="11422"/>
                  </a:srgbClr>
                </a:gs>
                <a:gs pos="42857">
                  <a:srgbClr val="5C5C5C">
                    <a:alpha val="7647"/>
                  </a:srgbClr>
                </a:gs>
                <a:gs pos="57143">
                  <a:srgbClr val="5C5C5C">
                    <a:alpha val="4312"/>
                  </a:srgbClr>
                </a:gs>
                <a:gs pos="71429">
                  <a:srgbClr val="5C5C5C">
                    <a:alpha val="2042"/>
                  </a:srgbClr>
                </a:gs>
                <a:gs pos="85714">
                  <a:srgbClr val="5C5C5C">
                    <a:alpha val="813"/>
                  </a:srgbClr>
                </a:gs>
                <a:gs pos="100000">
                  <a:srgbClr val="5C5C5C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5400000">
              <a:off x="911479" y="562301"/>
              <a:ext cx="62916" cy="62916"/>
            </a:xfrm>
            <a:prstGeom prst="ellipse">
              <a:avLst/>
            </a:prstGeom>
            <a:gradFill>
              <a:gsLst>
                <a:gs pos="0">
                  <a:srgbClr val="E0E0E0">
                    <a:alpha val="13058"/>
                  </a:srgbClr>
                </a:gs>
                <a:gs pos="14286">
                  <a:srgbClr val="E0E0E0">
                    <a:alpha val="12069"/>
                  </a:srgbClr>
                </a:gs>
                <a:gs pos="28571">
                  <a:srgbClr val="E0E0E0">
                    <a:alpha val="9504"/>
                  </a:srgbClr>
                </a:gs>
                <a:gs pos="42857">
                  <a:srgbClr val="E0E0E0">
                    <a:alpha val="6340"/>
                  </a:srgbClr>
                </a:gs>
                <a:gs pos="57143">
                  <a:srgbClr val="E0E0E0">
                    <a:alpha val="3564"/>
                  </a:srgbClr>
                </a:gs>
                <a:gs pos="71429">
                  <a:srgbClr val="E0E0E0">
                    <a:alpha val="1685"/>
                  </a:srgbClr>
                </a:gs>
                <a:gs pos="85714">
                  <a:srgbClr val="E0E0E0">
                    <a:alpha val="670"/>
                  </a:srgbClr>
                </a:gs>
                <a:gs pos="100000">
                  <a:srgbClr val="E0E0E0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-8147923">
              <a:off x="975725" y="1426398"/>
              <a:ext cx="68461" cy="18775"/>
            </a:xfrm>
            <a:prstGeom prst="ellipse">
              <a:avLst/>
            </a:prstGeom>
            <a:gradFill>
              <a:gsLst>
                <a:gs pos="0">
                  <a:srgbClr val="7F7F7F">
                    <a:alpha val="15625"/>
                  </a:srgbClr>
                </a:gs>
                <a:gs pos="14286">
                  <a:srgbClr val="7F7F7F">
                    <a:alpha val="14457"/>
                  </a:srgbClr>
                </a:gs>
                <a:gs pos="28571">
                  <a:srgbClr val="7F7F7F">
                    <a:alpha val="11418"/>
                  </a:srgbClr>
                </a:gs>
                <a:gs pos="42857">
                  <a:srgbClr val="7F7F7F">
                    <a:alpha val="7645"/>
                  </a:srgbClr>
                </a:gs>
                <a:gs pos="57143">
                  <a:srgbClr val="7F7F7F">
                    <a:alpha val="4311"/>
                  </a:srgbClr>
                </a:gs>
                <a:gs pos="71429">
                  <a:srgbClr val="7F7F7F">
                    <a:alpha val="2042"/>
                  </a:srgbClr>
                </a:gs>
                <a:gs pos="85714">
                  <a:srgbClr val="7F7F7F">
                    <a:alpha val="812"/>
                  </a:srgbClr>
                </a:gs>
                <a:gs pos="100000">
                  <a:srgbClr val="7F7F7F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5574373">
              <a:off x="854621" y="497950"/>
              <a:ext cx="68461" cy="18645"/>
            </a:xfrm>
            <a:prstGeom prst="ellipse">
              <a:avLst/>
            </a:prstGeom>
            <a:gradFill>
              <a:gsLst>
                <a:gs pos="0">
                  <a:srgbClr val="8D8D8D">
                    <a:alpha val="15721"/>
                  </a:srgbClr>
                </a:gs>
                <a:gs pos="14286">
                  <a:srgbClr val="8D8D8D">
                    <a:alpha val="14547"/>
                  </a:srgbClr>
                </a:gs>
                <a:gs pos="28571">
                  <a:srgbClr val="8D8D8D">
                    <a:alpha val="11491"/>
                  </a:srgbClr>
                </a:gs>
                <a:gs pos="42857">
                  <a:srgbClr val="8D8D8D">
                    <a:alpha val="7694"/>
                  </a:srgbClr>
                </a:gs>
                <a:gs pos="57143">
                  <a:srgbClr val="8D8D8D">
                    <a:alpha val="4339"/>
                  </a:srgbClr>
                </a:gs>
                <a:gs pos="71429">
                  <a:srgbClr val="8D8D8D">
                    <a:alpha val="2055"/>
                  </a:srgbClr>
                </a:gs>
                <a:gs pos="85714">
                  <a:srgbClr val="8D8D8D">
                    <a:alpha val="818"/>
                  </a:srgbClr>
                </a:gs>
                <a:gs pos="100000">
                  <a:srgbClr val="8D8D8D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-9713517">
              <a:off x="2245010" y="1028906"/>
              <a:ext cx="68461" cy="18763"/>
            </a:xfrm>
            <a:prstGeom prst="ellipse">
              <a:avLst/>
            </a:prstGeom>
            <a:gradFill>
              <a:gsLst>
                <a:gs pos="0">
                  <a:srgbClr val="ACABAC">
                    <a:alpha val="15633"/>
                  </a:srgbClr>
                </a:gs>
                <a:gs pos="14286">
                  <a:srgbClr val="ACABAC">
                    <a:alpha val="14465"/>
                  </a:srgbClr>
                </a:gs>
                <a:gs pos="28571">
                  <a:srgbClr val="ACABAC">
                    <a:alpha val="11425"/>
                  </a:srgbClr>
                </a:gs>
                <a:gs pos="42857">
                  <a:srgbClr val="ACABAC">
                    <a:alpha val="7649"/>
                  </a:srgbClr>
                </a:gs>
                <a:gs pos="57143">
                  <a:srgbClr val="ACABAC">
                    <a:alpha val="4314"/>
                  </a:srgbClr>
                </a:gs>
                <a:gs pos="71429">
                  <a:srgbClr val="ACABAC">
                    <a:alpha val="2043"/>
                  </a:srgbClr>
                </a:gs>
                <a:gs pos="85714">
                  <a:srgbClr val="ACABAC">
                    <a:alpha val="813"/>
                  </a:srgbClr>
                </a:gs>
                <a:gs pos="100000">
                  <a:srgbClr val="ACABAC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10702290">
              <a:off x="2459375" y="686706"/>
              <a:ext cx="68461" cy="18790"/>
            </a:xfrm>
            <a:prstGeom prst="ellipse">
              <a:avLst/>
            </a:prstGeom>
            <a:gradFill>
              <a:gsLst>
                <a:gs pos="0">
                  <a:srgbClr val="505050">
                    <a:alpha val="15613"/>
                  </a:srgbClr>
                </a:gs>
                <a:gs pos="14286">
                  <a:srgbClr val="505050">
                    <a:alpha val="14446"/>
                  </a:srgbClr>
                </a:gs>
                <a:gs pos="28571">
                  <a:srgbClr val="505050">
                    <a:alpha val="11410"/>
                  </a:srgbClr>
                </a:gs>
                <a:gs pos="42857">
                  <a:srgbClr val="505050">
                    <a:alpha val="7639"/>
                  </a:srgbClr>
                </a:gs>
                <a:gs pos="57143">
                  <a:srgbClr val="505050">
                    <a:alpha val="4308"/>
                  </a:srgbClr>
                </a:gs>
                <a:gs pos="71429">
                  <a:srgbClr val="505050">
                    <a:alpha val="2040"/>
                  </a:srgbClr>
                </a:gs>
                <a:gs pos="85714">
                  <a:srgbClr val="505050">
                    <a:alpha val="812"/>
                  </a:srgbClr>
                </a:gs>
                <a:gs pos="100000">
                  <a:srgbClr val="505050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-10612491">
              <a:off x="631825" y="586723"/>
              <a:ext cx="137523" cy="306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3645982">
              <a:off x="2083629" y="815876"/>
              <a:ext cx="226076" cy="55658"/>
            </a:xfrm>
            <a:prstGeom prst="ellipse">
              <a:avLst/>
            </a:prstGeom>
            <a:gradFill>
              <a:gsLst>
                <a:gs pos="0">
                  <a:srgbClr val="D6D6D6">
                    <a:alpha val="31988"/>
                  </a:srgbClr>
                </a:gs>
                <a:gs pos="14286">
                  <a:srgbClr val="D6D6D6">
                    <a:alpha val="29834"/>
                  </a:srgbClr>
                </a:gs>
                <a:gs pos="28571">
                  <a:srgbClr val="D6D6D6">
                    <a:alpha val="24051"/>
                  </a:srgbClr>
                </a:gs>
                <a:gs pos="42857">
                  <a:srgbClr val="D6D6D6">
                    <a:alpha val="16510"/>
                  </a:srgbClr>
                </a:gs>
                <a:gs pos="57143">
                  <a:srgbClr val="D6D6D6">
                    <a:alpha val="9515"/>
                  </a:srgbClr>
                </a:gs>
                <a:gs pos="71429">
                  <a:srgbClr val="D6D6D6">
                    <a:alpha val="4572"/>
                  </a:srgbClr>
                </a:gs>
                <a:gs pos="85714">
                  <a:srgbClr val="D6D6D6">
                    <a:alpha val="1834"/>
                  </a:srgbClr>
                </a:gs>
                <a:gs pos="100000">
                  <a:srgbClr val="D6D6D6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-8372025">
              <a:off x="3372914" y="114706"/>
              <a:ext cx="464842" cy="92382"/>
            </a:xfrm>
            <a:prstGeom prst="ellipse">
              <a:avLst/>
            </a:prstGeom>
            <a:gradFill>
              <a:gsLst>
                <a:gs pos="0">
                  <a:srgbClr val="919191">
                    <a:alpha val="28959"/>
                  </a:srgbClr>
                </a:gs>
                <a:gs pos="14286">
                  <a:srgbClr val="919191">
                    <a:alpha val="26967"/>
                  </a:srgbClr>
                </a:gs>
                <a:gs pos="28571">
                  <a:srgbClr val="919191">
                    <a:alpha val="21652"/>
                  </a:srgbClr>
                </a:gs>
                <a:gs pos="42857">
                  <a:srgbClr val="919191">
                    <a:alpha val="14790"/>
                  </a:srgbClr>
                </a:gs>
                <a:gs pos="57143">
                  <a:srgbClr val="919191">
                    <a:alpha val="8486"/>
                  </a:srgbClr>
                </a:gs>
                <a:gs pos="71429">
                  <a:srgbClr val="919191">
                    <a:alpha val="4066"/>
                  </a:srgbClr>
                </a:gs>
                <a:gs pos="85714">
                  <a:srgbClr val="919191">
                    <a:alpha val="1628"/>
                  </a:srgbClr>
                </a:gs>
                <a:gs pos="100000">
                  <a:srgbClr val="919191">
                    <a:alpha val="5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3657658">
              <a:off x="1568567" y="1831043"/>
              <a:ext cx="68461" cy="18809"/>
            </a:xfrm>
            <a:prstGeom prst="ellipse">
              <a:avLst/>
            </a:prstGeom>
            <a:gradFill>
              <a:gsLst>
                <a:gs pos="0">
                  <a:srgbClr val="3F403F">
                    <a:alpha val="15599"/>
                  </a:srgbClr>
                </a:gs>
                <a:gs pos="14286">
                  <a:srgbClr val="3F403F">
                    <a:alpha val="14433"/>
                  </a:srgbClr>
                </a:gs>
                <a:gs pos="28571">
                  <a:srgbClr val="3F403F">
                    <a:alpha val="11399"/>
                  </a:srgbClr>
                </a:gs>
                <a:gs pos="42857">
                  <a:srgbClr val="3F403F">
                    <a:alpha val="7631"/>
                  </a:srgbClr>
                </a:gs>
                <a:gs pos="57143">
                  <a:srgbClr val="3F403F">
                    <a:alpha val="4303"/>
                  </a:srgbClr>
                </a:gs>
                <a:gs pos="71429">
                  <a:srgbClr val="3F403F">
                    <a:alpha val="2038"/>
                  </a:srgbClr>
                </a:gs>
                <a:gs pos="85714">
                  <a:srgbClr val="3F403F">
                    <a:alpha val="811"/>
                  </a:srgbClr>
                </a:gs>
                <a:gs pos="100000">
                  <a:srgbClr val="3F403F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2985883">
              <a:off x="1809803" y="3257121"/>
              <a:ext cx="248261" cy="39384"/>
            </a:xfrm>
            <a:prstGeom prst="ellipse">
              <a:avLst/>
            </a:prstGeom>
            <a:gradFill>
              <a:gsLst>
                <a:gs pos="0">
                  <a:srgbClr val="E4E4E3">
                    <a:alpha val="12550"/>
                  </a:srgbClr>
                </a:gs>
                <a:gs pos="14286">
                  <a:srgbClr val="E4E4E3">
                    <a:alpha val="11596"/>
                  </a:srgbClr>
                </a:gs>
                <a:gs pos="28571">
                  <a:srgbClr val="E4E4E3">
                    <a:alpha val="9126"/>
                  </a:srgbClr>
                </a:gs>
                <a:gs pos="42857">
                  <a:srgbClr val="E4E4E3">
                    <a:alpha val="6084"/>
                  </a:srgbClr>
                </a:gs>
                <a:gs pos="57143">
                  <a:srgbClr val="E4E4E3">
                    <a:alpha val="3418"/>
                  </a:srgbClr>
                </a:gs>
                <a:gs pos="71429">
                  <a:srgbClr val="E4E4E3">
                    <a:alpha val="1615"/>
                  </a:srgbClr>
                </a:gs>
                <a:gs pos="85714">
                  <a:srgbClr val="E4E4E3">
                    <a:alpha val="642"/>
                  </a:srgbClr>
                </a:gs>
                <a:gs pos="100000">
                  <a:srgbClr val="E4E4E3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3707158">
              <a:off x="2045828" y="846805"/>
              <a:ext cx="225312" cy="61845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5400000">
              <a:off x="972578" y="655173"/>
              <a:ext cx="59228" cy="59228"/>
            </a:xfrm>
            <a:prstGeom prst="ellipse">
              <a:avLst/>
            </a:prstGeom>
            <a:gradFill>
              <a:gsLst>
                <a:gs pos="0">
                  <a:srgbClr val="DDDDDD">
                    <a:alpha val="14051"/>
                  </a:srgbClr>
                </a:gs>
                <a:gs pos="14286">
                  <a:srgbClr val="DDDDDD">
                    <a:alpha val="12991"/>
                  </a:srgbClr>
                </a:gs>
                <a:gs pos="28571">
                  <a:srgbClr val="DDDDDD">
                    <a:alpha val="10242"/>
                  </a:srgbClr>
                </a:gs>
                <a:gs pos="42857">
                  <a:srgbClr val="DDDDDD">
                    <a:alpha val="6842"/>
                  </a:srgbClr>
                </a:gs>
                <a:gs pos="57143">
                  <a:srgbClr val="DDDDDD">
                    <a:alpha val="3851"/>
                  </a:srgbClr>
                </a:gs>
                <a:gs pos="71429">
                  <a:srgbClr val="DDDDDD">
                    <a:alpha val="1821"/>
                  </a:srgbClr>
                </a:gs>
                <a:gs pos="85714">
                  <a:srgbClr val="DDDDDD">
                    <a:alpha val="724"/>
                  </a:srgbClr>
                </a:gs>
                <a:gs pos="100000">
                  <a:srgbClr val="DDDDDD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5423613">
              <a:off x="2090277" y="770356"/>
              <a:ext cx="198252" cy="34807"/>
            </a:xfrm>
            <a:prstGeom prst="ellipse">
              <a:avLst/>
            </a:prstGeom>
            <a:gradFill>
              <a:gsLst>
                <a:gs pos="0">
                  <a:srgbClr val="FBFAFA">
                    <a:alpha val="20505"/>
                  </a:srgbClr>
                </a:gs>
                <a:gs pos="14286">
                  <a:srgbClr val="FBFAFA">
                    <a:alpha val="19015"/>
                  </a:srgbClr>
                </a:gs>
                <a:gs pos="28571">
                  <a:srgbClr val="FBFAFA">
                    <a:alpha val="15106"/>
                  </a:srgbClr>
                </a:gs>
                <a:gs pos="42857">
                  <a:srgbClr val="FBFAFA">
                    <a:alpha val="10185"/>
                  </a:srgbClr>
                </a:gs>
                <a:gs pos="57143">
                  <a:srgbClr val="FBFAFA">
                    <a:alpha val="5778"/>
                  </a:srgbClr>
                </a:gs>
                <a:gs pos="71429">
                  <a:srgbClr val="FBFAFA">
                    <a:alpha val="2748"/>
                  </a:srgbClr>
                </a:gs>
                <a:gs pos="85714">
                  <a:srgbClr val="FBFAFA">
                    <a:alpha val="1096"/>
                  </a:srgbClr>
                </a:gs>
                <a:gs pos="100000">
                  <a:srgbClr val="FBFAFA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5708306">
              <a:off x="263132" y="202269"/>
              <a:ext cx="112613" cy="738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8005195">
              <a:off x="922062" y="732517"/>
              <a:ext cx="84488" cy="55433"/>
            </a:xfrm>
            <a:prstGeom prst="ellipse">
              <a:avLst/>
            </a:prstGeom>
            <a:gradFill>
              <a:gsLst>
                <a:gs pos="0">
                  <a:srgbClr val="E0DEDF">
                    <a:alpha val="11123"/>
                  </a:srgbClr>
                </a:gs>
                <a:gs pos="14286">
                  <a:srgbClr val="E0DEDF">
                    <a:alpha val="10271"/>
                  </a:srgbClr>
                </a:gs>
                <a:gs pos="28571">
                  <a:srgbClr val="E0DEDF">
                    <a:alpha val="8071"/>
                  </a:srgbClr>
                </a:gs>
                <a:gs pos="42857">
                  <a:srgbClr val="E0DEDF">
                    <a:alpha val="5370"/>
                  </a:srgbClr>
                </a:gs>
                <a:gs pos="57143">
                  <a:srgbClr val="E0DEDF">
                    <a:alpha val="3012"/>
                  </a:srgbClr>
                </a:gs>
                <a:gs pos="71429">
                  <a:srgbClr val="E0DEDF">
                    <a:alpha val="1421"/>
                  </a:srgbClr>
                </a:gs>
                <a:gs pos="85714">
                  <a:srgbClr val="E0DEDF">
                    <a:alpha val="565"/>
                  </a:srgbClr>
                </a:gs>
                <a:gs pos="100000">
                  <a:srgbClr val="E0DEDF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4989220">
              <a:off x="1588003" y="2869595"/>
              <a:ext cx="68461" cy="18862"/>
            </a:xfrm>
            <a:prstGeom prst="ellipse">
              <a:avLst/>
            </a:prstGeom>
            <a:gradFill>
              <a:gsLst>
                <a:gs pos="0">
                  <a:srgbClr val="555555">
                    <a:alpha val="15559"/>
                  </a:srgbClr>
                </a:gs>
                <a:gs pos="14286">
                  <a:srgbClr val="555555">
                    <a:alpha val="14396"/>
                  </a:srgbClr>
                </a:gs>
                <a:gs pos="28571">
                  <a:srgbClr val="555555">
                    <a:alpha val="11369"/>
                  </a:srgbClr>
                </a:gs>
                <a:gs pos="42857">
                  <a:srgbClr val="555555">
                    <a:alpha val="7611"/>
                  </a:srgbClr>
                </a:gs>
                <a:gs pos="57143">
                  <a:srgbClr val="555555">
                    <a:alpha val="4292"/>
                  </a:srgbClr>
                </a:gs>
                <a:gs pos="71429">
                  <a:srgbClr val="555555">
                    <a:alpha val="2032"/>
                  </a:srgbClr>
                </a:gs>
                <a:gs pos="85714">
                  <a:srgbClr val="555555">
                    <a:alpha val="809"/>
                  </a:srgbClr>
                </a:gs>
                <a:gs pos="100000">
                  <a:srgbClr val="555555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2985508">
              <a:off x="924965" y="1439141"/>
              <a:ext cx="68461" cy="18885"/>
            </a:xfrm>
            <a:prstGeom prst="ellipse">
              <a:avLst/>
            </a:prstGeom>
            <a:gradFill>
              <a:gsLst>
                <a:gs pos="0">
                  <a:srgbClr val="6E6E6E">
                    <a:alpha val="15542"/>
                  </a:srgbClr>
                </a:gs>
                <a:gs pos="14286">
                  <a:srgbClr val="6E6E6E">
                    <a:alpha val="14380"/>
                  </a:srgbClr>
                </a:gs>
                <a:gs pos="28571">
                  <a:srgbClr val="6E6E6E">
                    <a:alpha val="11356"/>
                  </a:srgbClr>
                </a:gs>
                <a:gs pos="42857">
                  <a:srgbClr val="6E6E6E">
                    <a:alpha val="7602"/>
                  </a:srgbClr>
                </a:gs>
                <a:gs pos="57143">
                  <a:srgbClr val="6E6E6E">
                    <a:alpha val="4287"/>
                  </a:srgbClr>
                </a:gs>
                <a:gs pos="71429">
                  <a:srgbClr val="6E6E6E">
                    <a:alpha val="2030"/>
                  </a:srgbClr>
                </a:gs>
                <a:gs pos="85714">
                  <a:srgbClr val="6E6E6E">
                    <a:alpha val="808"/>
                  </a:srgbClr>
                </a:gs>
                <a:gs pos="100000">
                  <a:srgbClr val="6E6E6E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7490198">
              <a:off x="1498269" y="2321395"/>
              <a:ext cx="68461" cy="18898"/>
            </a:xfrm>
            <a:prstGeom prst="ellipse">
              <a:avLst/>
            </a:prstGeom>
            <a:gradFill>
              <a:gsLst>
                <a:gs pos="0">
                  <a:srgbClr val="666666">
                    <a:alpha val="15532"/>
                  </a:srgbClr>
                </a:gs>
                <a:gs pos="14286">
                  <a:srgbClr val="666666">
                    <a:alpha val="14371"/>
                  </a:srgbClr>
                </a:gs>
                <a:gs pos="28571">
                  <a:srgbClr val="666666">
                    <a:alpha val="11349"/>
                  </a:srgbClr>
                </a:gs>
                <a:gs pos="42857">
                  <a:srgbClr val="666666">
                    <a:alpha val="7597"/>
                  </a:srgbClr>
                </a:gs>
                <a:gs pos="57143">
                  <a:srgbClr val="666666">
                    <a:alpha val="4284"/>
                  </a:srgbClr>
                </a:gs>
                <a:gs pos="71429">
                  <a:srgbClr val="666666">
                    <a:alpha val="2029"/>
                  </a:srgbClr>
                </a:gs>
                <a:gs pos="85714">
                  <a:srgbClr val="666666">
                    <a:alpha val="807"/>
                  </a:srgbClr>
                </a:gs>
                <a:gs pos="100000">
                  <a:srgbClr val="666666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9240040">
              <a:off x="1349451" y="3046926"/>
              <a:ext cx="539120" cy="115300"/>
            </a:xfrm>
            <a:prstGeom prst="ellipse">
              <a:avLst/>
            </a:prstGeom>
            <a:gradFill>
              <a:gsLst>
                <a:gs pos="0">
                  <a:srgbClr val="000700">
                    <a:alpha val="32968"/>
                  </a:srgbClr>
                </a:gs>
                <a:gs pos="14286">
                  <a:srgbClr val="000700">
                    <a:alpha val="30764"/>
                  </a:srgbClr>
                </a:gs>
                <a:gs pos="28571">
                  <a:srgbClr val="000700">
                    <a:alpha val="24833"/>
                  </a:srgbClr>
                </a:gs>
                <a:gs pos="42857">
                  <a:srgbClr val="000700">
                    <a:alpha val="17075"/>
                  </a:srgbClr>
                </a:gs>
                <a:gs pos="57143">
                  <a:srgbClr val="000700">
                    <a:alpha val="9855"/>
                  </a:srgbClr>
                </a:gs>
                <a:gs pos="71429">
                  <a:srgbClr val="000700">
                    <a:alpha val="4740"/>
                  </a:srgbClr>
                </a:gs>
                <a:gs pos="85714">
                  <a:srgbClr val="000700">
                    <a:alpha val="1902"/>
                  </a:srgbClr>
                </a:gs>
                <a:gs pos="100000">
                  <a:srgbClr val="000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3842267">
              <a:off x="1932824" y="3432287"/>
              <a:ext cx="72848" cy="510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7847734">
              <a:off x="2556333" y="1127132"/>
              <a:ext cx="68461" cy="18912"/>
            </a:xfrm>
            <a:prstGeom prst="ellipse">
              <a:avLst/>
            </a:prstGeom>
            <a:gradFill>
              <a:gsLst>
                <a:gs pos="0">
                  <a:srgbClr val="5C5B5C">
                    <a:alpha val="15522"/>
                  </a:srgbClr>
                </a:gs>
                <a:gs pos="14286">
                  <a:srgbClr val="5C5B5C">
                    <a:alpha val="14362"/>
                  </a:srgbClr>
                </a:gs>
                <a:gs pos="28571">
                  <a:srgbClr val="5C5B5C">
                    <a:alpha val="11341"/>
                  </a:srgbClr>
                </a:gs>
                <a:gs pos="42857">
                  <a:srgbClr val="5C5B5C">
                    <a:alpha val="7592"/>
                  </a:srgbClr>
                </a:gs>
                <a:gs pos="57143">
                  <a:srgbClr val="5C5B5C">
                    <a:alpha val="4281"/>
                  </a:srgbClr>
                </a:gs>
                <a:gs pos="71429">
                  <a:srgbClr val="5C5B5C">
                    <a:alpha val="2027"/>
                  </a:srgbClr>
                </a:gs>
                <a:gs pos="85714">
                  <a:srgbClr val="5C5B5C">
                    <a:alpha val="807"/>
                  </a:srgbClr>
                </a:gs>
                <a:gs pos="100000">
                  <a:srgbClr val="5C5B5C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6455783">
              <a:off x="-3639" y="2763476"/>
              <a:ext cx="203631" cy="59641"/>
            </a:xfrm>
            <a:prstGeom prst="ellipse">
              <a:avLst/>
            </a:prstGeom>
            <a:gradFill>
              <a:gsLst>
                <a:gs pos="0">
                  <a:srgbClr val="3C3B3A">
                    <a:alpha val="32968"/>
                  </a:srgbClr>
                </a:gs>
                <a:gs pos="14286">
                  <a:srgbClr val="3C3B3A">
                    <a:alpha val="30764"/>
                  </a:srgbClr>
                </a:gs>
                <a:gs pos="28571">
                  <a:srgbClr val="3C3B3A">
                    <a:alpha val="24833"/>
                  </a:srgbClr>
                </a:gs>
                <a:gs pos="42857">
                  <a:srgbClr val="3C3B3A">
                    <a:alpha val="17075"/>
                  </a:srgbClr>
                </a:gs>
                <a:gs pos="57143">
                  <a:srgbClr val="3C3B3A">
                    <a:alpha val="9855"/>
                  </a:srgbClr>
                </a:gs>
                <a:gs pos="71429">
                  <a:srgbClr val="3C3B3A">
                    <a:alpha val="4740"/>
                  </a:srgbClr>
                </a:gs>
                <a:gs pos="85714">
                  <a:srgbClr val="3C3B3A">
                    <a:alpha val="1902"/>
                  </a:srgbClr>
                </a:gs>
                <a:gs pos="100000">
                  <a:srgbClr val="3C3B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5498017">
              <a:off x="1346560" y="3102726"/>
              <a:ext cx="68461" cy="18929"/>
            </a:xfrm>
            <a:prstGeom prst="ellipse">
              <a:avLst/>
            </a:prstGeom>
            <a:gradFill>
              <a:gsLst>
                <a:gs pos="0">
                  <a:srgbClr val="686868">
                    <a:alpha val="15509"/>
                  </a:srgbClr>
                </a:gs>
                <a:gs pos="14286">
                  <a:srgbClr val="686868">
                    <a:alpha val="14350"/>
                  </a:srgbClr>
                </a:gs>
                <a:gs pos="28571">
                  <a:srgbClr val="686868">
                    <a:alpha val="11332"/>
                  </a:srgbClr>
                </a:gs>
                <a:gs pos="42857">
                  <a:srgbClr val="686868">
                    <a:alpha val="7585"/>
                  </a:srgbClr>
                </a:gs>
                <a:gs pos="57143">
                  <a:srgbClr val="686868">
                    <a:alpha val="4277"/>
                  </a:srgbClr>
                </a:gs>
                <a:gs pos="71429">
                  <a:srgbClr val="686868">
                    <a:alpha val="2025"/>
                  </a:srgbClr>
                </a:gs>
                <a:gs pos="85714">
                  <a:srgbClr val="686868">
                    <a:alpha val="806"/>
                  </a:srgbClr>
                </a:gs>
                <a:gs pos="100000">
                  <a:srgbClr val="686868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4330452">
              <a:off x="785851" y="1419849"/>
              <a:ext cx="70151" cy="59759"/>
            </a:xfrm>
            <a:prstGeom prst="ellipse">
              <a:avLst/>
            </a:prstGeom>
            <a:gradFill>
              <a:gsLst>
                <a:gs pos="0">
                  <a:srgbClr val="F6F7F6">
                    <a:alpha val="30931"/>
                  </a:srgbClr>
                </a:gs>
                <a:gs pos="14286">
                  <a:srgbClr val="F6F7F6">
                    <a:alpha val="28832"/>
                  </a:srgbClr>
                </a:gs>
                <a:gs pos="28571">
                  <a:srgbClr val="F6F7F6">
                    <a:alpha val="23210"/>
                  </a:srgbClr>
                </a:gs>
                <a:gs pos="42857">
                  <a:srgbClr val="F6F7F6">
                    <a:alpha val="15905"/>
                  </a:srgbClr>
                </a:gs>
                <a:gs pos="57143">
                  <a:srgbClr val="F6F7F6">
                    <a:alpha val="9152"/>
                  </a:srgbClr>
                </a:gs>
                <a:gs pos="71429">
                  <a:srgbClr val="F6F7F6">
                    <a:alpha val="4393"/>
                  </a:srgbClr>
                </a:gs>
                <a:gs pos="85714">
                  <a:srgbClr val="F6F7F6">
                    <a:alpha val="1761"/>
                  </a:srgbClr>
                </a:gs>
                <a:gs pos="100000">
                  <a:srgbClr val="F6F7F6">
                    <a:alpha val="5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7938897">
              <a:off x="1633648" y="2308290"/>
              <a:ext cx="68461" cy="18952"/>
            </a:xfrm>
            <a:prstGeom prst="ellipse">
              <a:avLst/>
            </a:prstGeom>
            <a:gradFill>
              <a:gsLst>
                <a:gs pos="0">
                  <a:srgbClr val="616261">
                    <a:alpha val="15492"/>
                  </a:srgbClr>
                </a:gs>
                <a:gs pos="14286">
                  <a:srgbClr val="616261">
                    <a:alpha val="14334"/>
                  </a:srgbClr>
                </a:gs>
                <a:gs pos="28571">
                  <a:srgbClr val="616261">
                    <a:alpha val="11319"/>
                  </a:srgbClr>
                </a:gs>
                <a:gs pos="42857">
                  <a:srgbClr val="616261">
                    <a:alpha val="7577"/>
                  </a:srgbClr>
                </a:gs>
                <a:gs pos="57143">
                  <a:srgbClr val="616261">
                    <a:alpha val="4272"/>
                  </a:srgbClr>
                </a:gs>
                <a:gs pos="71429">
                  <a:srgbClr val="616261">
                    <a:alpha val="2023"/>
                  </a:srgbClr>
                </a:gs>
                <a:gs pos="85714">
                  <a:srgbClr val="616261">
                    <a:alpha val="805"/>
                  </a:srgbClr>
                </a:gs>
                <a:gs pos="100000">
                  <a:srgbClr val="616261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5018942">
              <a:off x="1489029" y="2179019"/>
              <a:ext cx="68461" cy="18951"/>
            </a:xfrm>
            <a:prstGeom prst="ellipse">
              <a:avLst/>
            </a:prstGeom>
            <a:gradFill>
              <a:gsLst>
                <a:gs pos="0">
                  <a:srgbClr val="636363">
                    <a:alpha val="15493"/>
                  </a:srgbClr>
                </a:gs>
                <a:gs pos="14286">
                  <a:srgbClr val="636363">
                    <a:alpha val="14334"/>
                  </a:srgbClr>
                </a:gs>
                <a:gs pos="28571">
                  <a:srgbClr val="636363">
                    <a:alpha val="11320"/>
                  </a:srgbClr>
                </a:gs>
                <a:gs pos="42857">
                  <a:srgbClr val="636363">
                    <a:alpha val="7577"/>
                  </a:srgbClr>
                </a:gs>
                <a:gs pos="57143">
                  <a:srgbClr val="636363">
                    <a:alpha val="4272"/>
                  </a:srgbClr>
                </a:gs>
                <a:gs pos="71429">
                  <a:srgbClr val="636363">
                    <a:alpha val="2023"/>
                  </a:srgbClr>
                </a:gs>
                <a:gs pos="85714">
                  <a:srgbClr val="636363">
                    <a:alpha val="805"/>
                  </a:srgbClr>
                </a:gs>
                <a:gs pos="100000">
                  <a:srgbClr val="636363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-10207496">
              <a:off x="1601061" y="2669805"/>
              <a:ext cx="68461" cy="18901"/>
            </a:xfrm>
            <a:prstGeom prst="ellipse">
              <a:avLst/>
            </a:prstGeom>
            <a:gradFill>
              <a:gsLst>
                <a:gs pos="0">
                  <a:srgbClr val="585858">
                    <a:alpha val="15530"/>
                  </a:srgbClr>
                </a:gs>
                <a:gs pos="14286">
                  <a:srgbClr val="585858">
                    <a:alpha val="14369"/>
                  </a:srgbClr>
                </a:gs>
                <a:gs pos="28571">
                  <a:srgbClr val="585858">
                    <a:alpha val="11348"/>
                  </a:srgbClr>
                </a:gs>
                <a:gs pos="42857">
                  <a:srgbClr val="585858">
                    <a:alpha val="7596"/>
                  </a:srgbClr>
                </a:gs>
                <a:gs pos="57143">
                  <a:srgbClr val="585858">
                    <a:alpha val="4283"/>
                  </a:srgbClr>
                </a:gs>
                <a:gs pos="71429">
                  <a:srgbClr val="585858">
                    <a:alpha val="2028"/>
                  </a:srgbClr>
                </a:gs>
                <a:gs pos="85714">
                  <a:srgbClr val="585858">
                    <a:alpha val="807"/>
                  </a:srgbClr>
                </a:gs>
                <a:gs pos="100000">
                  <a:srgbClr val="585858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3438246">
              <a:off x="2091064" y="927143"/>
              <a:ext cx="325003" cy="41820"/>
            </a:xfrm>
            <a:prstGeom prst="ellipse">
              <a:avLst/>
            </a:prstGeom>
            <a:gradFill>
              <a:gsLst>
                <a:gs pos="0">
                  <a:srgbClr val="EAE9EA">
                    <a:alpha val="16506"/>
                  </a:srgbClr>
                </a:gs>
                <a:gs pos="14286">
                  <a:srgbClr val="EAE9EA">
                    <a:alpha val="15279"/>
                  </a:srgbClr>
                </a:gs>
                <a:gs pos="28571">
                  <a:srgbClr val="EAE9EA">
                    <a:alpha val="12080"/>
                  </a:srgbClr>
                </a:gs>
                <a:gs pos="42857">
                  <a:srgbClr val="EAE9EA">
                    <a:alpha val="8098"/>
                  </a:srgbClr>
                </a:gs>
                <a:gs pos="57143">
                  <a:srgbClr val="EAE9EA">
                    <a:alpha val="4571"/>
                  </a:srgbClr>
                </a:gs>
                <a:gs pos="71429">
                  <a:srgbClr val="EAE9EA">
                    <a:alpha val="2166"/>
                  </a:srgbClr>
                </a:gs>
                <a:gs pos="85714">
                  <a:srgbClr val="EAE9EA">
                    <a:alpha val="862"/>
                  </a:srgbClr>
                </a:gs>
                <a:gs pos="100000">
                  <a:srgbClr val="EAE9EA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6654772">
              <a:off x="1974989" y="3394191"/>
              <a:ext cx="68461" cy="18941"/>
            </a:xfrm>
            <a:prstGeom prst="ellipse">
              <a:avLst/>
            </a:prstGeom>
            <a:gradFill>
              <a:gsLst>
                <a:gs pos="0">
                  <a:srgbClr val="5F5F5F">
                    <a:alpha val="15500"/>
                  </a:srgbClr>
                </a:gs>
                <a:gs pos="14286">
                  <a:srgbClr val="5F5F5F">
                    <a:alpha val="14341"/>
                  </a:srgbClr>
                </a:gs>
                <a:gs pos="28571">
                  <a:srgbClr val="5F5F5F">
                    <a:alpha val="11325"/>
                  </a:srgbClr>
                </a:gs>
                <a:gs pos="42857">
                  <a:srgbClr val="5F5F5F">
                    <a:alpha val="7581"/>
                  </a:srgbClr>
                </a:gs>
                <a:gs pos="57143">
                  <a:srgbClr val="5F5F5F">
                    <a:alpha val="4274"/>
                  </a:srgbClr>
                </a:gs>
                <a:gs pos="71429">
                  <a:srgbClr val="5F5F5F">
                    <a:alpha val="2024"/>
                  </a:srgbClr>
                </a:gs>
                <a:gs pos="85714">
                  <a:srgbClr val="5F5F5F">
                    <a:alpha val="805"/>
                  </a:srgbClr>
                </a:gs>
                <a:gs pos="100000">
                  <a:srgbClr val="5F5F5F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-8947655">
              <a:off x="2097034" y="3246857"/>
              <a:ext cx="68461" cy="18974"/>
            </a:xfrm>
            <a:prstGeom prst="ellipse">
              <a:avLst/>
            </a:prstGeom>
            <a:gradFill>
              <a:gsLst>
                <a:gs pos="0">
                  <a:srgbClr val="646564">
                    <a:alpha val="15475"/>
                  </a:srgbClr>
                </a:gs>
                <a:gs pos="14286">
                  <a:srgbClr val="646564">
                    <a:alpha val="14318"/>
                  </a:srgbClr>
                </a:gs>
                <a:gs pos="28571">
                  <a:srgbClr val="646564">
                    <a:alpha val="11306"/>
                  </a:srgbClr>
                </a:gs>
                <a:gs pos="42857">
                  <a:srgbClr val="646564">
                    <a:alpha val="7568"/>
                  </a:srgbClr>
                </a:gs>
                <a:gs pos="57143">
                  <a:srgbClr val="646564">
                    <a:alpha val="4267"/>
                  </a:srgbClr>
                </a:gs>
                <a:gs pos="71429">
                  <a:srgbClr val="646564">
                    <a:alpha val="2021"/>
                  </a:srgbClr>
                </a:gs>
                <a:gs pos="85714">
                  <a:srgbClr val="646564">
                    <a:alpha val="804"/>
                  </a:srgbClr>
                </a:gs>
                <a:gs pos="100000">
                  <a:srgbClr val="646564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3227664">
              <a:off x="872883" y="3331357"/>
              <a:ext cx="68461" cy="18945"/>
            </a:xfrm>
            <a:prstGeom prst="ellipse">
              <a:avLst/>
            </a:prstGeom>
            <a:gradFill>
              <a:gsLst>
                <a:gs pos="0">
                  <a:srgbClr val="646464">
                    <a:alpha val="15497"/>
                  </a:srgbClr>
                </a:gs>
                <a:gs pos="14286">
                  <a:srgbClr val="646464">
                    <a:alpha val="14338"/>
                  </a:srgbClr>
                </a:gs>
                <a:gs pos="28571">
                  <a:srgbClr val="646464">
                    <a:alpha val="11323"/>
                  </a:srgbClr>
                </a:gs>
                <a:gs pos="42857">
                  <a:srgbClr val="646464">
                    <a:alpha val="7579"/>
                  </a:srgbClr>
                </a:gs>
                <a:gs pos="57143">
                  <a:srgbClr val="646464">
                    <a:alpha val="4273"/>
                  </a:srgbClr>
                </a:gs>
                <a:gs pos="71429">
                  <a:srgbClr val="646464">
                    <a:alpha val="2024"/>
                  </a:srgbClr>
                </a:gs>
                <a:gs pos="85714">
                  <a:srgbClr val="646464">
                    <a:alpha val="805"/>
                  </a:srgbClr>
                </a:gs>
                <a:gs pos="100000">
                  <a:srgbClr val="646464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5498507">
              <a:off x="1588338" y="3221215"/>
              <a:ext cx="68461" cy="18966"/>
            </a:xfrm>
            <a:prstGeom prst="ellipse">
              <a:avLst/>
            </a:prstGeom>
            <a:gradFill>
              <a:gsLst>
                <a:gs pos="0">
                  <a:srgbClr val="636363">
                    <a:alpha val="15482"/>
                  </a:srgbClr>
                </a:gs>
                <a:gs pos="14286">
                  <a:srgbClr val="636363">
                    <a:alpha val="14324"/>
                  </a:srgbClr>
                </a:gs>
                <a:gs pos="28571">
                  <a:srgbClr val="636363">
                    <a:alpha val="11311"/>
                  </a:srgbClr>
                </a:gs>
                <a:gs pos="42857">
                  <a:srgbClr val="636363">
                    <a:alpha val="7571"/>
                  </a:srgbClr>
                </a:gs>
                <a:gs pos="57143">
                  <a:srgbClr val="636363">
                    <a:alpha val="4269"/>
                  </a:srgbClr>
                </a:gs>
                <a:gs pos="71429">
                  <a:srgbClr val="636363">
                    <a:alpha val="2021"/>
                  </a:srgbClr>
                </a:gs>
                <a:gs pos="85714">
                  <a:srgbClr val="636363">
                    <a:alpha val="804"/>
                  </a:srgbClr>
                </a:gs>
                <a:gs pos="100000">
                  <a:srgbClr val="636363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3945067">
              <a:off x="3452790" y="83567"/>
              <a:ext cx="68461" cy="18932"/>
            </a:xfrm>
            <a:prstGeom prst="ellipse">
              <a:avLst/>
            </a:prstGeom>
            <a:gradFill>
              <a:gsLst>
                <a:gs pos="0">
                  <a:srgbClr val="6F6F70">
                    <a:alpha val="15507"/>
                  </a:srgbClr>
                </a:gs>
                <a:gs pos="14286">
                  <a:srgbClr val="6F6F70">
                    <a:alpha val="14347"/>
                  </a:srgbClr>
                </a:gs>
                <a:gs pos="28571">
                  <a:srgbClr val="6F6F70">
                    <a:alpha val="11330"/>
                  </a:srgbClr>
                </a:gs>
                <a:gs pos="42857">
                  <a:srgbClr val="6F6F70">
                    <a:alpha val="7584"/>
                  </a:srgbClr>
                </a:gs>
                <a:gs pos="57143">
                  <a:srgbClr val="6F6F70">
                    <a:alpha val="4276"/>
                  </a:srgbClr>
                </a:gs>
                <a:gs pos="71429">
                  <a:srgbClr val="6F6F70">
                    <a:alpha val="2025"/>
                  </a:srgbClr>
                </a:gs>
                <a:gs pos="85714">
                  <a:srgbClr val="6F6F70">
                    <a:alpha val="806"/>
                  </a:srgbClr>
                </a:gs>
                <a:gs pos="100000">
                  <a:srgbClr val="6F6F70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5219583">
              <a:off x="959670" y="568857"/>
              <a:ext cx="169905" cy="25126"/>
            </a:xfrm>
            <a:prstGeom prst="ellipse">
              <a:avLst/>
            </a:prstGeom>
            <a:gradFill>
              <a:gsLst>
                <a:gs pos="0">
                  <a:srgbClr val="000700">
                    <a:alpha val="29732"/>
                  </a:srgbClr>
                </a:gs>
                <a:gs pos="14286">
                  <a:srgbClr val="000700">
                    <a:alpha val="27698"/>
                  </a:srgbClr>
                </a:gs>
                <a:gs pos="28571">
                  <a:srgbClr val="000700">
                    <a:alpha val="22261"/>
                  </a:srgbClr>
                </a:gs>
                <a:gs pos="42857">
                  <a:srgbClr val="000700">
                    <a:alpha val="15225"/>
                  </a:srgbClr>
                </a:gs>
                <a:gs pos="57143">
                  <a:srgbClr val="000700">
                    <a:alpha val="8746"/>
                  </a:srgbClr>
                </a:gs>
                <a:gs pos="71429">
                  <a:srgbClr val="000700">
                    <a:alpha val="4194"/>
                  </a:srgbClr>
                </a:gs>
                <a:gs pos="85714">
                  <a:srgbClr val="000700">
                    <a:alpha val="1680"/>
                  </a:srgbClr>
                </a:gs>
                <a:gs pos="100000">
                  <a:srgbClr val="000700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7139069">
              <a:off x="1653408" y="1372118"/>
              <a:ext cx="68461" cy="18992"/>
            </a:xfrm>
            <a:prstGeom prst="ellipse">
              <a:avLst/>
            </a:prstGeom>
            <a:gradFill>
              <a:gsLst>
                <a:gs pos="0">
                  <a:srgbClr val="6E6E6E">
                    <a:alpha val="15462"/>
                  </a:srgbClr>
                </a:gs>
                <a:gs pos="14286">
                  <a:srgbClr val="6E6E6E">
                    <a:alpha val="14306"/>
                  </a:srgbClr>
                </a:gs>
                <a:gs pos="28571">
                  <a:srgbClr val="6E6E6E">
                    <a:alpha val="11296"/>
                  </a:srgbClr>
                </a:gs>
                <a:gs pos="42857">
                  <a:srgbClr val="6E6E6E">
                    <a:alpha val="7561"/>
                  </a:srgbClr>
                </a:gs>
                <a:gs pos="57143">
                  <a:srgbClr val="6E6E6E">
                    <a:alpha val="4263"/>
                  </a:srgbClr>
                </a:gs>
                <a:gs pos="71429">
                  <a:srgbClr val="6E6E6E">
                    <a:alpha val="2019"/>
                  </a:srgbClr>
                </a:gs>
                <a:gs pos="85714">
                  <a:srgbClr val="6E6E6E">
                    <a:alpha val="803"/>
                  </a:srgbClr>
                </a:gs>
                <a:gs pos="100000">
                  <a:srgbClr val="6E6E6E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3764907">
              <a:off x="1357931" y="3081087"/>
              <a:ext cx="124181" cy="747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5180511">
              <a:off x="1354869" y="3321213"/>
              <a:ext cx="68461" cy="18886"/>
            </a:xfrm>
            <a:prstGeom prst="ellipse">
              <a:avLst/>
            </a:prstGeom>
            <a:gradFill>
              <a:gsLst>
                <a:gs pos="0">
                  <a:srgbClr val="5F5F5F">
                    <a:alpha val="15541"/>
                  </a:srgbClr>
                </a:gs>
                <a:gs pos="14286">
                  <a:srgbClr val="5F5F5F">
                    <a:alpha val="14379"/>
                  </a:srgbClr>
                </a:gs>
                <a:gs pos="28571">
                  <a:srgbClr val="5F5F5F">
                    <a:alpha val="11356"/>
                  </a:srgbClr>
                </a:gs>
                <a:gs pos="42857">
                  <a:srgbClr val="5F5F5F">
                    <a:alpha val="7602"/>
                  </a:srgbClr>
                </a:gs>
                <a:gs pos="57143">
                  <a:srgbClr val="5F5F5F">
                    <a:alpha val="4286"/>
                  </a:srgbClr>
                </a:gs>
                <a:gs pos="71429">
                  <a:srgbClr val="5F5F5F">
                    <a:alpha val="2030"/>
                  </a:srgbClr>
                </a:gs>
                <a:gs pos="85714">
                  <a:srgbClr val="5F5F5F">
                    <a:alpha val="808"/>
                  </a:srgbClr>
                </a:gs>
                <a:gs pos="100000">
                  <a:srgbClr val="5F5F5F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5400000">
              <a:off x="942425" y="540114"/>
              <a:ext cx="61087" cy="61087"/>
            </a:xfrm>
            <a:prstGeom prst="ellipse">
              <a:avLst/>
            </a:prstGeom>
            <a:gradFill>
              <a:gsLst>
                <a:gs pos="0">
                  <a:srgbClr val="E5E5E5">
                    <a:alpha val="13552"/>
                  </a:srgbClr>
                </a:gs>
                <a:gs pos="14286">
                  <a:srgbClr val="E5E5E5">
                    <a:alpha val="12527"/>
                  </a:srgbClr>
                </a:gs>
                <a:gs pos="28571">
                  <a:srgbClr val="E5E5E5">
                    <a:alpha val="9871"/>
                  </a:srgbClr>
                </a:gs>
                <a:gs pos="42857">
                  <a:srgbClr val="E5E5E5">
                    <a:alpha val="6589"/>
                  </a:srgbClr>
                </a:gs>
                <a:gs pos="57143">
                  <a:srgbClr val="E5E5E5">
                    <a:alpha val="3707"/>
                  </a:srgbClr>
                </a:gs>
                <a:gs pos="71429">
                  <a:srgbClr val="E5E5E5">
                    <a:alpha val="1752"/>
                  </a:srgbClr>
                </a:gs>
                <a:gs pos="85714">
                  <a:srgbClr val="E5E5E5">
                    <a:alpha val="697"/>
                  </a:srgbClr>
                </a:gs>
                <a:gs pos="100000">
                  <a:srgbClr val="E5E5E5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3536600">
              <a:off x="2115356" y="925229"/>
              <a:ext cx="211488" cy="51954"/>
            </a:xfrm>
            <a:prstGeom prst="ellipse">
              <a:avLst/>
            </a:prstGeom>
            <a:gradFill>
              <a:gsLst>
                <a:gs pos="0">
                  <a:srgbClr val="FEFFFE">
                    <a:alpha val="31904"/>
                  </a:srgbClr>
                </a:gs>
                <a:gs pos="14286">
                  <a:srgbClr val="FEFFFE">
                    <a:alpha val="29754"/>
                  </a:srgbClr>
                </a:gs>
                <a:gs pos="28571">
                  <a:srgbClr val="FEFFFE">
                    <a:alpha val="23983"/>
                  </a:srgbClr>
                </a:gs>
                <a:gs pos="42857">
                  <a:srgbClr val="FEFFFE">
                    <a:alpha val="16462"/>
                  </a:srgbClr>
                </a:gs>
                <a:gs pos="57143">
                  <a:srgbClr val="FEFFFE">
                    <a:alpha val="9486"/>
                  </a:srgbClr>
                </a:gs>
                <a:gs pos="71429">
                  <a:srgbClr val="FEFFFE">
                    <a:alpha val="4558"/>
                  </a:srgbClr>
                </a:gs>
                <a:gs pos="85714">
                  <a:srgbClr val="FEFFFE">
                    <a:alpha val="1828"/>
                  </a:srgbClr>
                </a:gs>
                <a:gs pos="100000">
                  <a:srgbClr val="FEFFFE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7916866">
              <a:off x="2092952" y="3364860"/>
              <a:ext cx="68461" cy="19014"/>
            </a:xfrm>
            <a:prstGeom prst="ellipse">
              <a:avLst/>
            </a:prstGeom>
            <a:gradFill>
              <a:gsLst>
                <a:gs pos="0">
                  <a:srgbClr val="636363">
                    <a:alpha val="15446"/>
                  </a:srgbClr>
                </a:gs>
                <a:gs pos="14286">
                  <a:srgbClr val="636363">
                    <a:alpha val="14290"/>
                  </a:srgbClr>
                </a:gs>
                <a:gs pos="28571">
                  <a:srgbClr val="636363">
                    <a:alpha val="11284"/>
                  </a:srgbClr>
                </a:gs>
                <a:gs pos="42857">
                  <a:srgbClr val="636363">
                    <a:alpha val="7553"/>
                  </a:srgbClr>
                </a:gs>
                <a:gs pos="57143">
                  <a:srgbClr val="636363">
                    <a:alpha val="4258"/>
                  </a:srgbClr>
                </a:gs>
                <a:gs pos="71429">
                  <a:srgbClr val="636363">
                    <a:alpha val="2016"/>
                  </a:srgbClr>
                </a:gs>
                <a:gs pos="85714">
                  <a:srgbClr val="636363">
                    <a:alpha val="802"/>
                  </a:srgbClr>
                </a:gs>
                <a:gs pos="100000">
                  <a:srgbClr val="636363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-10569461">
              <a:off x="1760952" y="3248687"/>
              <a:ext cx="181028" cy="719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4328246">
              <a:off x="2039867" y="3069993"/>
              <a:ext cx="68461" cy="19003"/>
            </a:xfrm>
            <a:prstGeom prst="ellipse">
              <a:avLst/>
            </a:prstGeom>
            <a:gradFill>
              <a:gsLst>
                <a:gs pos="0">
                  <a:srgbClr val="6A6A6A">
                    <a:alpha val="15454"/>
                  </a:srgbClr>
                </a:gs>
                <a:gs pos="14286">
                  <a:srgbClr val="6A6A6A">
                    <a:alpha val="14298"/>
                  </a:srgbClr>
                </a:gs>
                <a:gs pos="28571">
                  <a:srgbClr val="6A6A6A">
                    <a:alpha val="11290"/>
                  </a:srgbClr>
                </a:gs>
                <a:gs pos="42857">
                  <a:srgbClr val="6A6A6A">
                    <a:alpha val="7557"/>
                  </a:srgbClr>
                </a:gs>
                <a:gs pos="57143">
                  <a:srgbClr val="6A6A6A">
                    <a:alpha val="4261"/>
                  </a:srgbClr>
                </a:gs>
                <a:gs pos="71429">
                  <a:srgbClr val="6A6A6A">
                    <a:alpha val="2018"/>
                  </a:srgbClr>
                </a:gs>
                <a:gs pos="85714">
                  <a:srgbClr val="6A6A6A">
                    <a:alpha val="803"/>
                  </a:srgbClr>
                </a:gs>
                <a:gs pos="100000">
                  <a:srgbClr val="6A6A6A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4032692">
              <a:off x="3262277" y="950521"/>
              <a:ext cx="68461" cy="19008"/>
            </a:xfrm>
            <a:prstGeom prst="ellipse">
              <a:avLst/>
            </a:prstGeom>
            <a:gradFill>
              <a:gsLst>
                <a:gs pos="0">
                  <a:srgbClr val="797979">
                    <a:alpha val="15450"/>
                  </a:srgbClr>
                </a:gs>
                <a:gs pos="14286">
                  <a:srgbClr val="797979">
                    <a:alpha val="14295"/>
                  </a:srgbClr>
                </a:gs>
                <a:gs pos="28571">
                  <a:srgbClr val="797979">
                    <a:alpha val="11288"/>
                  </a:srgbClr>
                </a:gs>
                <a:gs pos="42857">
                  <a:srgbClr val="797979">
                    <a:alpha val="7555"/>
                  </a:srgbClr>
                </a:gs>
                <a:gs pos="57143">
                  <a:srgbClr val="797979">
                    <a:alpha val="4260"/>
                  </a:srgbClr>
                </a:gs>
                <a:gs pos="71429">
                  <a:srgbClr val="797979">
                    <a:alpha val="2017"/>
                  </a:srgbClr>
                </a:gs>
                <a:gs pos="85714">
                  <a:srgbClr val="797979">
                    <a:alpha val="803"/>
                  </a:srgbClr>
                </a:gs>
                <a:gs pos="100000">
                  <a:srgbClr val="797979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4597395">
              <a:off x="1030746" y="1980592"/>
              <a:ext cx="68461" cy="19003"/>
            </a:xfrm>
            <a:prstGeom prst="ellipse">
              <a:avLst/>
            </a:prstGeom>
            <a:gradFill>
              <a:gsLst>
                <a:gs pos="0">
                  <a:srgbClr val="707170">
                    <a:alpha val="15454"/>
                  </a:srgbClr>
                </a:gs>
                <a:gs pos="14286">
                  <a:srgbClr val="707170">
                    <a:alpha val="14298"/>
                  </a:srgbClr>
                </a:gs>
                <a:gs pos="28571">
                  <a:srgbClr val="707170">
                    <a:alpha val="11291"/>
                  </a:srgbClr>
                </a:gs>
                <a:gs pos="42857">
                  <a:srgbClr val="707170">
                    <a:alpha val="7557"/>
                  </a:srgbClr>
                </a:gs>
                <a:gs pos="57143">
                  <a:srgbClr val="707170">
                    <a:alpha val="4261"/>
                  </a:srgbClr>
                </a:gs>
                <a:gs pos="71429">
                  <a:srgbClr val="707170">
                    <a:alpha val="2018"/>
                  </a:srgbClr>
                </a:gs>
                <a:gs pos="85714">
                  <a:srgbClr val="707170">
                    <a:alpha val="803"/>
                  </a:srgbClr>
                </a:gs>
                <a:gs pos="100000">
                  <a:srgbClr val="707170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3682016">
              <a:off x="1646283" y="3385092"/>
              <a:ext cx="89552" cy="451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8584204">
              <a:off x="1764158" y="3331959"/>
              <a:ext cx="68461" cy="19034"/>
            </a:xfrm>
            <a:prstGeom prst="ellipse">
              <a:avLst/>
            </a:prstGeom>
            <a:gradFill>
              <a:gsLst>
                <a:gs pos="0">
                  <a:srgbClr val="5D5D5D">
                    <a:alpha val="15431"/>
                  </a:srgbClr>
                </a:gs>
                <a:gs pos="14286">
                  <a:srgbClr val="5D5D5D">
                    <a:alpha val="14277"/>
                  </a:srgbClr>
                </a:gs>
                <a:gs pos="28571">
                  <a:srgbClr val="5D5D5D">
                    <a:alpha val="11273"/>
                  </a:srgbClr>
                </a:gs>
                <a:gs pos="42857">
                  <a:srgbClr val="5D5D5D">
                    <a:alpha val="7545"/>
                  </a:srgbClr>
                </a:gs>
                <a:gs pos="57143">
                  <a:srgbClr val="5D5D5D">
                    <a:alpha val="4254"/>
                  </a:srgbClr>
                </a:gs>
                <a:gs pos="71429">
                  <a:srgbClr val="5D5D5D">
                    <a:alpha val="2014"/>
                  </a:srgbClr>
                </a:gs>
                <a:gs pos="85714">
                  <a:srgbClr val="5D5D5D">
                    <a:alpha val="801"/>
                  </a:srgbClr>
                </a:gs>
                <a:gs pos="100000">
                  <a:srgbClr val="5D5D5D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-9524814">
              <a:off x="2176217" y="1015703"/>
              <a:ext cx="207503" cy="51449"/>
            </a:xfrm>
            <a:prstGeom prst="ellipse">
              <a:avLst/>
            </a:prstGeom>
            <a:gradFill>
              <a:gsLst>
                <a:gs pos="0">
                  <a:srgbClr val="E3E4E3">
                    <a:alpha val="30101"/>
                  </a:srgbClr>
                </a:gs>
                <a:gs pos="14286">
                  <a:srgbClr val="E3E4E3">
                    <a:alpha val="28047"/>
                  </a:srgbClr>
                </a:gs>
                <a:gs pos="28571">
                  <a:srgbClr val="E3E4E3">
                    <a:alpha val="22553"/>
                  </a:srgbClr>
                </a:gs>
                <a:gs pos="42857">
                  <a:srgbClr val="E3E4E3">
                    <a:alpha val="15434"/>
                  </a:srgbClr>
                </a:gs>
                <a:gs pos="57143">
                  <a:srgbClr val="E3E4E3">
                    <a:alpha val="8870"/>
                  </a:srgbClr>
                </a:gs>
                <a:gs pos="71429">
                  <a:srgbClr val="E3E4E3">
                    <a:alpha val="4255"/>
                  </a:srgbClr>
                </a:gs>
                <a:gs pos="85714">
                  <a:srgbClr val="E3E4E3">
                    <a:alpha val="1705"/>
                  </a:srgbClr>
                </a:gs>
                <a:gs pos="100000">
                  <a:srgbClr val="E3E4E3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5693435">
              <a:off x="298775" y="1054437"/>
              <a:ext cx="68461" cy="19004"/>
            </a:xfrm>
            <a:prstGeom prst="ellipse">
              <a:avLst/>
            </a:prstGeom>
            <a:gradFill>
              <a:gsLst>
                <a:gs pos="0">
                  <a:srgbClr val="6D6D6D">
                    <a:alpha val="15453"/>
                  </a:srgbClr>
                </a:gs>
                <a:gs pos="14286">
                  <a:srgbClr val="6D6D6D">
                    <a:alpha val="14297"/>
                  </a:srgbClr>
                </a:gs>
                <a:gs pos="28571">
                  <a:srgbClr val="6D6D6D">
                    <a:alpha val="11290"/>
                  </a:srgbClr>
                </a:gs>
                <a:gs pos="42857">
                  <a:srgbClr val="6D6D6D">
                    <a:alpha val="7557"/>
                  </a:srgbClr>
                </a:gs>
                <a:gs pos="57143">
                  <a:srgbClr val="6D6D6D">
                    <a:alpha val="4260"/>
                  </a:srgbClr>
                </a:gs>
                <a:gs pos="71429">
                  <a:srgbClr val="6D6D6D">
                    <a:alpha val="2017"/>
                  </a:srgbClr>
                </a:gs>
                <a:gs pos="85714">
                  <a:srgbClr val="6D6D6D">
                    <a:alpha val="803"/>
                  </a:srgbClr>
                </a:gs>
                <a:gs pos="100000">
                  <a:srgbClr val="6D6D6D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5400000">
              <a:off x="3521797" y="2629989"/>
              <a:ext cx="38031" cy="38031"/>
            </a:xfrm>
            <a:prstGeom prst="ellipse">
              <a:avLst/>
            </a:prstGeom>
            <a:gradFill>
              <a:gsLst>
                <a:gs pos="0">
                  <a:srgbClr val="7D7E7D">
                    <a:alpha val="15445"/>
                  </a:srgbClr>
                </a:gs>
                <a:gs pos="14286">
                  <a:srgbClr val="7D7E7D">
                    <a:alpha val="14289"/>
                  </a:srgbClr>
                </a:gs>
                <a:gs pos="28571">
                  <a:srgbClr val="7D7E7D">
                    <a:alpha val="11283"/>
                  </a:srgbClr>
                </a:gs>
                <a:gs pos="42857">
                  <a:srgbClr val="7D7E7D">
                    <a:alpha val="7552"/>
                  </a:srgbClr>
                </a:gs>
                <a:gs pos="57143">
                  <a:srgbClr val="7D7E7D">
                    <a:alpha val="4258"/>
                  </a:srgbClr>
                </a:gs>
                <a:gs pos="71429">
                  <a:srgbClr val="7D7E7D">
                    <a:alpha val="2016"/>
                  </a:srgbClr>
                </a:gs>
                <a:gs pos="85714">
                  <a:srgbClr val="7D7E7D">
                    <a:alpha val="802"/>
                  </a:srgbClr>
                </a:gs>
                <a:gs pos="100000">
                  <a:srgbClr val="7D7E7D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5826447">
              <a:off x="2142564" y="750799"/>
              <a:ext cx="187421" cy="57215"/>
            </a:xfrm>
            <a:prstGeom prst="ellipse">
              <a:avLst/>
            </a:prstGeom>
            <a:gradFill>
              <a:gsLst>
                <a:gs pos="0">
                  <a:srgbClr val="B5B5B7">
                    <a:alpha val="17646"/>
                  </a:srgbClr>
                </a:gs>
                <a:gs pos="14286">
                  <a:srgbClr val="B5B5B7">
                    <a:alpha val="16343"/>
                  </a:srgbClr>
                </a:gs>
                <a:gs pos="28571">
                  <a:srgbClr val="B5B5B7">
                    <a:alpha val="12938"/>
                  </a:srgbClr>
                </a:gs>
                <a:gs pos="42857">
                  <a:srgbClr val="B5B5B7">
                    <a:alpha val="8687"/>
                  </a:srgbClr>
                </a:gs>
                <a:gs pos="57143">
                  <a:srgbClr val="B5B5B7">
                    <a:alpha val="4911"/>
                  </a:srgbClr>
                </a:gs>
                <a:gs pos="71429">
                  <a:srgbClr val="B5B5B7">
                    <a:alpha val="2330"/>
                  </a:srgbClr>
                </a:gs>
                <a:gs pos="85714">
                  <a:srgbClr val="B5B5B7">
                    <a:alpha val="928"/>
                  </a:srgbClr>
                </a:gs>
                <a:gs pos="100000">
                  <a:srgbClr val="B5B5B7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5400000">
              <a:off x="2744282" y="477940"/>
              <a:ext cx="37993" cy="37993"/>
            </a:xfrm>
            <a:prstGeom prst="ellipse">
              <a:avLst/>
            </a:prstGeom>
            <a:gradFill>
              <a:gsLst>
                <a:gs pos="0">
                  <a:srgbClr val="7D7C7D">
                    <a:alpha val="15459"/>
                  </a:srgbClr>
                </a:gs>
                <a:gs pos="14286">
                  <a:srgbClr val="7D7C7D">
                    <a:alpha val="14302"/>
                  </a:srgbClr>
                </a:gs>
                <a:gs pos="28571">
                  <a:srgbClr val="7D7C7D">
                    <a:alpha val="11294"/>
                  </a:srgbClr>
                </a:gs>
                <a:gs pos="42857">
                  <a:srgbClr val="7D7C7D">
                    <a:alpha val="7560"/>
                  </a:srgbClr>
                </a:gs>
                <a:gs pos="57143">
                  <a:srgbClr val="7D7C7D">
                    <a:alpha val="4262"/>
                  </a:srgbClr>
                </a:gs>
                <a:gs pos="71429">
                  <a:srgbClr val="7D7C7D">
                    <a:alpha val="2018"/>
                  </a:srgbClr>
                </a:gs>
                <a:gs pos="85714">
                  <a:srgbClr val="7D7C7D">
                    <a:alpha val="803"/>
                  </a:srgbClr>
                </a:gs>
                <a:gs pos="100000">
                  <a:srgbClr val="7D7C7D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-8699392">
              <a:off x="695453" y="775901"/>
              <a:ext cx="165368" cy="36050"/>
            </a:xfrm>
            <a:prstGeom prst="ellipse">
              <a:avLst/>
            </a:prstGeom>
            <a:gradFill>
              <a:gsLst>
                <a:gs pos="0">
                  <a:srgbClr val="F4F5F5">
                    <a:alpha val="24135"/>
                  </a:srgbClr>
                </a:gs>
                <a:gs pos="14286">
                  <a:srgbClr val="F4F5F5">
                    <a:alpha val="22421"/>
                  </a:srgbClr>
                </a:gs>
                <a:gs pos="28571">
                  <a:srgbClr val="F4F5F5">
                    <a:alpha val="17891"/>
                  </a:srgbClr>
                </a:gs>
                <a:gs pos="42857">
                  <a:srgbClr val="F4F5F5">
                    <a:alpha val="12128"/>
                  </a:srgbClr>
                </a:gs>
                <a:gs pos="57143">
                  <a:srgbClr val="F4F5F5">
                    <a:alpha val="6914"/>
                  </a:srgbClr>
                </a:gs>
                <a:gs pos="71429">
                  <a:srgbClr val="F4F5F5">
                    <a:alpha val="3298"/>
                  </a:srgbClr>
                </a:gs>
                <a:gs pos="85714">
                  <a:srgbClr val="F4F5F5">
                    <a:alpha val="1317"/>
                  </a:srgbClr>
                </a:gs>
                <a:gs pos="100000">
                  <a:srgbClr val="F4F5F5">
                    <a:alpha val="4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-8939731">
              <a:off x="832742" y="619200"/>
              <a:ext cx="158817" cy="80029"/>
            </a:xfrm>
            <a:prstGeom prst="ellipse">
              <a:avLst/>
            </a:prstGeom>
            <a:gradFill>
              <a:gsLst>
                <a:gs pos="0">
                  <a:srgbClr val="3A3D41">
                    <a:alpha val="29335"/>
                  </a:srgbClr>
                </a:gs>
                <a:gs pos="14286">
                  <a:srgbClr val="3A3D41">
                    <a:alpha val="27322"/>
                  </a:srgbClr>
                </a:gs>
                <a:gs pos="28571">
                  <a:srgbClr val="3A3D41">
                    <a:alpha val="21947"/>
                  </a:srgbClr>
                </a:gs>
                <a:gs pos="42857">
                  <a:srgbClr val="3A3D41">
                    <a:alpha val="15001"/>
                  </a:srgbClr>
                </a:gs>
                <a:gs pos="57143">
                  <a:srgbClr val="3A3D41">
                    <a:alpha val="8612"/>
                  </a:srgbClr>
                </a:gs>
                <a:gs pos="71429">
                  <a:srgbClr val="3A3D41">
                    <a:alpha val="4128"/>
                  </a:srgbClr>
                </a:gs>
                <a:gs pos="85714">
                  <a:srgbClr val="3A3D41">
                    <a:alpha val="1653"/>
                  </a:srgbClr>
                </a:gs>
                <a:gs pos="100000">
                  <a:srgbClr val="3A3D41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10554638">
              <a:off x="320107" y="169984"/>
              <a:ext cx="68461" cy="19049"/>
            </a:xfrm>
            <a:prstGeom prst="ellipse">
              <a:avLst/>
            </a:prstGeom>
            <a:gradFill>
              <a:gsLst>
                <a:gs pos="0">
                  <a:srgbClr val="747474">
                    <a:alpha val="15419"/>
                  </a:srgbClr>
                </a:gs>
                <a:gs pos="14286">
                  <a:srgbClr val="747474">
                    <a:alpha val="14266"/>
                  </a:srgbClr>
                </a:gs>
                <a:gs pos="28571">
                  <a:srgbClr val="747474">
                    <a:alpha val="11265"/>
                  </a:srgbClr>
                </a:gs>
                <a:gs pos="42857">
                  <a:srgbClr val="747474">
                    <a:alpha val="7540"/>
                  </a:srgbClr>
                </a:gs>
                <a:gs pos="57143">
                  <a:srgbClr val="747474">
                    <a:alpha val="4251"/>
                  </a:srgbClr>
                </a:gs>
                <a:gs pos="71429">
                  <a:srgbClr val="747474">
                    <a:alpha val="2013"/>
                  </a:srgbClr>
                </a:gs>
                <a:gs pos="85714">
                  <a:srgbClr val="747474">
                    <a:alpha val="801"/>
                  </a:srgbClr>
                </a:gs>
                <a:gs pos="100000">
                  <a:srgbClr val="747474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4641770">
              <a:off x="753143" y="3314722"/>
              <a:ext cx="68461" cy="19052"/>
            </a:xfrm>
            <a:prstGeom prst="ellipse">
              <a:avLst/>
            </a:prstGeom>
            <a:gradFill>
              <a:gsLst>
                <a:gs pos="0">
                  <a:srgbClr val="686868">
                    <a:alpha val="15417"/>
                  </a:srgbClr>
                </a:gs>
                <a:gs pos="14286">
                  <a:srgbClr val="686868">
                    <a:alpha val="14264"/>
                  </a:srgbClr>
                </a:gs>
                <a:gs pos="28571">
                  <a:srgbClr val="686868">
                    <a:alpha val="11263"/>
                  </a:srgbClr>
                </a:gs>
                <a:gs pos="42857">
                  <a:srgbClr val="686868">
                    <a:alpha val="7538"/>
                  </a:srgbClr>
                </a:gs>
                <a:gs pos="57143">
                  <a:srgbClr val="686868">
                    <a:alpha val="4250"/>
                  </a:srgbClr>
                </a:gs>
                <a:gs pos="71429">
                  <a:srgbClr val="686868">
                    <a:alpha val="2012"/>
                  </a:srgbClr>
                </a:gs>
                <a:gs pos="85714">
                  <a:srgbClr val="686868">
                    <a:alpha val="801"/>
                  </a:srgbClr>
                </a:gs>
                <a:gs pos="100000">
                  <a:srgbClr val="686868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5400000">
              <a:off x="953667" y="545008"/>
              <a:ext cx="53038" cy="53038"/>
            </a:xfrm>
            <a:prstGeom prst="ellipse">
              <a:avLst/>
            </a:prstGeom>
            <a:gradFill>
              <a:gsLst>
                <a:gs pos="0">
                  <a:srgbClr val="E0E0E0">
                    <a:alpha val="15690"/>
                  </a:srgbClr>
                </a:gs>
                <a:gs pos="14286">
                  <a:srgbClr val="E0E0E0">
                    <a:alpha val="14518"/>
                  </a:srgbClr>
                </a:gs>
                <a:gs pos="28571">
                  <a:srgbClr val="E0E0E0">
                    <a:alpha val="11467"/>
                  </a:srgbClr>
                </a:gs>
                <a:gs pos="42857">
                  <a:srgbClr val="E0E0E0">
                    <a:alpha val="7678"/>
                  </a:srgbClr>
                </a:gs>
                <a:gs pos="57143">
                  <a:srgbClr val="E0E0E0">
                    <a:alpha val="4330"/>
                  </a:srgbClr>
                </a:gs>
                <a:gs pos="71429">
                  <a:srgbClr val="E0E0E0">
                    <a:alpha val="2051"/>
                  </a:srgbClr>
                </a:gs>
                <a:gs pos="85714">
                  <a:srgbClr val="E0E0E0">
                    <a:alpha val="816"/>
                  </a:srgbClr>
                </a:gs>
                <a:gs pos="100000">
                  <a:srgbClr val="E0E0E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6183262">
              <a:off x="2149718" y="929518"/>
              <a:ext cx="147759" cy="45404"/>
            </a:xfrm>
            <a:prstGeom prst="ellipse">
              <a:avLst/>
            </a:prstGeom>
            <a:gradFill>
              <a:gsLst>
                <a:gs pos="0">
                  <a:srgbClr val="FDFEFE">
                    <a:alpha val="30084"/>
                  </a:srgbClr>
                </a:gs>
                <a:gs pos="14286">
                  <a:srgbClr val="FDFEFE">
                    <a:alpha val="28030"/>
                  </a:srgbClr>
                </a:gs>
                <a:gs pos="28571">
                  <a:srgbClr val="FDFEFE">
                    <a:alpha val="22539"/>
                  </a:srgbClr>
                </a:gs>
                <a:gs pos="42857">
                  <a:srgbClr val="FDFEFE">
                    <a:alpha val="15424"/>
                  </a:srgbClr>
                </a:gs>
                <a:gs pos="57143">
                  <a:srgbClr val="FDFEFE">
                    <a:alpha val="8864"/>
                  </a:srgbClr>
                </a:gs>
                <a:gs pos="71429">
                  <a:srgbClr val="FDFEFE">
                    <a:alpha val="4252"/>
                  </a:srgbClr>
                </a:gs>
                <a:gs pos="85714">
                  <a:srgbClr val="FDFEFE">
                    <a:alpha val="1703"/>
                  </a:srgbClr>
                </a:gs>
                <a:gs pos="100000">
                  <a:srgbClr val="FDFEFE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4289006">
              <a:off x="3531966" y="85479"/>
              <a:ext cx="112034" cy="809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3439794">
              <a:off x="2124015" y="1051372"/>
              <a:ext cx="189759" cy="67139"/>
            </a:xfrm>
            <a:prstGeom prst="ellipse">
              <a:avLst/>
            </a:prstGeom>
            <a:gradFill>
              <a:gsLst>
                <a:gs pos="0">
                  <a:srgbClr val="E2E2E2">
                    <a:alpha val="32968"/>
                  </a:srgbClr>
                </a:gs>
                <a:gs pos="14286">
                  <a:srgbClr val="E2E2E2">
                    <a:alpha val="30764"/>
                  </a:srgbClr>
                </a:gs>
                <a:gs pos="28571">
                  <a:srgbClr val="E2E2E2">
                    <a:alpha val="24833"/>
                  </a:srgbClr>
                </a:gs>
                <a:gs pos="42857">
                  <a:srgbClr val="E2E2E2">
                    <a:alpha val="17075"/>
                  </a:srgbClr>
                </a:gs>
                <a:gs pos="57143">
                  <a:srgbClr val="E2E2E2">
                    <a:alpha val="9855"/>
                  </a:srgbClr>
                </a:gs>
                <a:gs pos="71429">
                  <a:srgbClr val="E2E2E2">
                    <a:alpha val="4740"/>
                  </a:srgbClr>
                </a:gs>
                <a:gs pos="85714">
                  <a:srgbClr val="E2E2E2">
                    <a:alpha val="1902"/>
                  </a:srgbClr>
                </a:gs>
                <a:gs pos="100000">
                  <a:srgbClr val="E2E2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5862412">
              <a:off x="1620305" y="3040135"/>
              <a:ext cx="68461" cy="19127"/>
            </a:xfrm>
            <a:prstGeom prst="ellipse">
              <a:avLst/>
            </a:prstGeom>
            <a:gradFill>
              <a:gsLst>
                <a:gs pos="0">
                  <a:srgbClr val="0C0C0C">
                    <a:alpha val="15361"/>
                  </a:srgbClr>
                </a:gs>
                <a:gs pos="14286">
                  <a:srgbClr val="0C0C0C">
                    <a:alpha val="14211"/>
                  </a:srgbClr>
                </a:gs>
                <a:gs pos="28571">
                  <a:srgbClr val="0C0C0C">
                    <a:alpha val="11221"/>
                  </a:srgbClr>
                </a:gs>
                <a:gs pos="42857">
                  <a:srgbClr val="0C0C0C">
                    <a:alpha val="7510"/>
                  </a:srgbClr>
                </a:gs>
                <a:gs pos="57143">
                  <a:srgbClr val="0C0C0C">
                    <a:alpha val="4233"/>
                  </a:srgbClr>
                </a:gs>
                <a:gs pos="71429">
                  <a:srgbClr val="0C0C0C">
                    <a:alpha val="2004"/>
                  </a:srgbClr>
                </a:gs>
                <a:gs pos="85714">
                  <a:srgbClr val="0C0C0C">
                    <a:alpha val="797"/>
                  </a:srgbClr>
                </a:gs>
                <a:gs pos="100000">
                  <a:srgbClr val="0C0C0C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5183263">
              <a:off x="1284922" y="3500604"/>
              <a:ext cx="81396" cy="602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3628962">
              <a:off x="1962238" y="3174870"/>
              <a:ext cx="229870" cy="50436"/>
            </a:xfrm>
            <a:prstGeom prst="ellipse">
              <a:avLst/>
            </a:prstGeom>
            <a:gradFill>
              <a:gsLst>
                <a:gs pos="0">
                  <a:srgbClr val="F4F4F4">
                    <a:alpha val="30731"/>
                  </a:srgbClr>
                </a:gs>
                <a:gs pos="14286">
                  <a:srgbClr val="F4F4F4">
                    <a:alpha val="28643"/>
                  </a:srgbClr>
                </a:gs>
                <a:gs pos="28571">
                  <a:srgbClr val="F4F4F4">
                    <a:alpha val="23051"/>
                  </a:srgbClr>
                </a:gs>
                <a:gs pos="42857">
                  <a:srgbClr val="F4F4F4">
                    <a:alpha val="15791"/>
                  </a:srgbClr>
                </a:gs>
                <a:gs pos="57143">
                  <a:srgbClr val="F4F4F4">
                    <a:alpha val="9084"/>
                  </a:srgbClr>
                </a:gs>
                <a:gs pos="71429">
                  <a:srgbClr val="F4F4F4">
                    <a:alpha val="4360"/>
                  </a:srgbClr>
                </a:gs>
                <a:gs pos="85714">
                  <a:srgbClr val="F4F4F4">
                    <a:alpha val="1747"/>
                  </a:srgbClr>
                </a:gs>
                <a:gs pos="100000">
                  <a:srgbClr val="F4F4F4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-10694085">
              <a:off x="1575781" y="2968973"/>
              <a:ext cx="149867" cy="48552"/>
            </a:xfrm>
            <a:prstGeom prst="ellipse">
              <a:avLst/>
            </a:prstGeom>
            <a:gradFill>
              <a:gsLst>
                <a:gs pos="0">
                  <a:srgbClr val="C7C7C6">
                    <a:alpha val="32221"/>
                  </a:srgbClr>
                </a:gs>
                <a:gs pos="14286">
                  <a:srgbClr val="C7C7C6">
                    <a:alpha val="30055"/>
                  </a:srgbClr>
                </a:gs>
                <a:gs pos="28571">
                  <a:srgbClr val="C7C7C6">
                    <a:alpha val="24236"/>
                  </a:srgbClr>
                </a:gs>
                <a:gs pos="42857">
                  <a:srgbClr val="C7C7C6">
                    <a:alpha val="16644"/>
                  </a:srgbClr>
                </a:gs>
                <a:gs pos="57143">
                  <a:srgbClr val="C7C7C6">
                    <a:alpha val="9595"/>
                  </a:srgbClr>
                </a:gs>
                <a:gs pos="71429">
                  <a:srgbClr val="C7C7C6">
                    <a:alpha val="4612"/>
                  </a:srgbClr>
                </a:gs>
                <a:gs pos="85714">
                  <a:srgbClr val="C7C7C6">
                    <a:alpha val="1850"/>
                  </a:srgbClr>
                </a:gs>
                <a:gs pos="100000">
                  <a:srgbClr val="C7C7C6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7235355">
              <a:off x="591708" y="610652"/>
              <a:ext cx="142092" cy="66424"/>
            </a:xfrm>
            <a:prstGeom prst="ellipse">
              <a:avLst/>
            </a:prstGeom>
            <a:gradFill>
              <a:gsLst>
                <a:gs pos="0">
                  <a:srgbClr val="F6F6F6">
                    <a:alpha val="32968"/>
                  </a:srgbClr>
                </a:gs>
                <a:gs pos="14286">
                  <a:srgbClr val="F6F6F6">
                    <a:alpha val="30764"/>
                  </a:srgbClr>
                </a:gs>
                <a:gs pos="28571">
                  <a:srgbClr val="F6F6F6">
                    <a:alpha val="24833"/>
                  </a:srgbClr>
                </a:gs>
                <a:gs pos="42857">
                  <a:srgbClr val="F6F6F6">
                    <a:alpha val="17075"/>
                  </a:srgbClr>
                </a:gs>
                <a:gs pos="57143">
                  <a:srgbClr val="F6F6F6">
                    <a:alpha val="9855"/>
                  </a:srgbClr>
                </a:gs>
                <a:gs pos="71429">
                  <a:srgbClr val="F6F6F6">
                    <a:alpha val="4740"/>
                  </a:srgbClr>
                </a:gs>
                <a:gs pos="85714">
                  <a:srgbClr val="F6F6F6">
                    <a:alpha val="1902"/>
                  </a:srgbClr>
                </a:gs>
                <a:gs pos="100000">
                  <a:srgbClr val="F6F6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10044786">
              <a:off x="2171760" y="939026"/>
              <a:ext cx="174060" cy="122722"/>
            </a:xfrm>
            <a:prstGeom prst="ellipse">
              <a:avLst/>
            </a:prstGeom>
            <a:gradFill>
              <a:gsLst>
                <a:gs pos="0">
                  <a:srgbClr val="F7F6F6">
                    <a:alpha val="13248"/>
                  </a:srgbClr>
                </a:gs>
                <a:gs pos="14286">
                  <a:srgbClr val="F7F6F6">
                    <a:alpha val="12245"/>
                  </a:srgbClr>
                </a:gs>
                <a:gs pos="28571">
                  <a:srgbClr val="F7F6F6">
                    <a:alpha val="9645"/>
                  </a:srgbClr>
                </a:gs>
                <a:gs pos="42857">
                  <a:srgbClr val="F7F6F6">
                    <a:alpha val="6436"/>
                  </a:srgbClr>
                </a:gs>
                <a:gs pos="57143">
                  <a:srgbClr val="F7F6F6">
                    <a:alpha val="3619"/>
                  </a:srgbClr>
                </a:gs>
                <a:gs pos="71429">
                  <a:srgbClr val="F7F6F6">
                    <a:alpha val="1711"/>
                  </a:srgbClr>
                </a:gs>
                <a:gs pos="85714">
                  <a:srgbClr val="F7F6F6">
                    <a:alpha val="680"/>
                  </a:srgbClr>
                </a:gs>
                <a:gs pos="100000">
                  <a:srgbClr val="F7F6F6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4031595">
              <a:off x="2285876" y="1103861"/>
              <a:ext cx="199841" cy="441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-9260329">
              <a:off x="258477" y="241533"/>
              <a:ext cx="135561" cy="54906"/>
            </a:xfrm>
            <a:prstGeom prst="ellipse">
              <a:avLst/>
            </a:prstGeom>
            <a:gradFill>
              <a:gsLst>
                <a:gs pos="0">
                  <a:srgbClr val="000000">
                    <a:alpha val="31428"/>
                  </a:srgbClr>
                </a:gs>
                <a:gs pos="14286">
                  <a:srgbClr val="000000">
                    <a:alpha val="29304"/>
                  </a:srgbClr>
                </a:gs>
                <a:gs pos="28571">
                  <a:srgbClr val="000000">
                    <a:alpha val="23605"/>
                  </a:srgbClr>
                </a:gs>
                <a:gs pos="42857">
                  <a:srgbClr val="000000">
                    <a:alpha val="16189"/>
                  </a:srgbClr>
                </a:gs>
                <a:gs pos="57143">
                  <a:srgbClr val="000000">
                    <a:alpha val="9322"/>
                  </a:srgbClr>
                </a:gs>
                <a:gs pos="71429">
                  <a:srgbClr val="000000">
                    <a:alpha val="4477"/>
                  </a:srgbClr>
                </a:gs>
                <a:gs pos="85714">
                  <a:srgbClr val="000000">
                    <a:alpha val="1795"/>
                  </a:srgbClr>
                </a:gs>
                <a:gs pos="100000">
                  <a:srgbClr val="000000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4067726">
              <a:off x="2170606" y="999288"/>
              <a:ext cx="106898" cy="32903"/>
            </a:xfrm>
            <a:prstGeom prst="ellipse">
              <a:avLst/>
            </a:prstGeom>
            <a:gradFill>
              <a:gsLst>
                <a:gs pos="0">
                  <a:srgbClr val="FDFCFB">
                    <a:alpha val="32968"/>
                  </a:srgbClr>
                </a:gs>
                <a:gs pos="14286">
                  <a:srgbClr val="FDFCFB">
                    <a:alpha val="30764"/>
                  </a:srgbClr>
                </a:gs>
                <a:gs pos="28571">
                  <a:srgbClr val="FDFCFB">
                    <a:alpha val="24833"/>
                  </a:srgbClr>
                </a:gs>
                <a:gs pos="42857">
                  <a:srgbClr val="FDFCFB">
                    <a:alpha val="17075"/>
                  </a:srgbClr>
                </a:gs>
                <a:gs pos="57143">
                  <a:srgbClr val="FDFCFB">
                    <a:alpha val="9855"/>
                  </a:srgbClr>
                </a:gs>
                <a:gs pos="71429">
                  <a:srgbClr val="FDFCFB">
                    <a:alpha val="4740"/>
                  </a:srgbClr>
                </a:gs>
                <a:gs pos="85714">
                  <a:srgbClr val="FDFCFB">
                    <a:alpha val="1902"/>
                  </a:srgbClr>
                </a:gs>
                <a:gs pos="100000">
                  <a:srgbClr val="FDFC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6136017">
              <a:off x="2972739" y="559423"/>
              <a:ext cx="84777" cy="62157"/>
            </a:xfrm>
            <a:prstGeom prst="ellipse">
              <a:avLst/>
            </a:prstGeom>
            <a:gradFill>
              <a:gsLst>
                <a:gs pos="0">
                  <a:srgbClr val="FFFFFE">
                    <a:alpha val="27179"/>
                  </a:srgbClr>
                </a:gs>
                <a:gs pos="14286">
                  <a:srgbClr val="FFFFFE">
                    <a:alpha val="25287"/>
                  </a:srgbClr>
                </a:gs>
                <a:gs pos="28571">
                  <a:srgbClr val="FFFFFE">
                    <a:alpha val="20256"/>
                  </a:srgbClr>
                </a:gs>
                <a:gs pos="42857">
                  <a:srgbClr val="FFFFFE">
                    <a:alpha val="13797"/>
                  </a:srgbClr>
                </a:gs>
                <a:gs pos="57143">
                  <a:srgbClr val="FFFFFE">
                    <a:alpha val="7897"/>
                  </a:srgbClr>
                </a:gs>
                <a:gs pos="71429">
                  <a:srgbClr val="FFFFFE">
                    <a:alpha val="3778"/>
                  </a:srgbClr>
                </a:gs>
                <a:gs pos="85714">
                  <a:srgbClr val="FFFFFE">
                    <a:alpha val="1511"/>
                  </a:srgbClr>
                </a:gs>
                <a:gs pos="100000">
                  <a:srgbClr val="FFFFFE">
                    <a:alpha val="5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-10746081">
              <a:off x="734161" y="723341"/>
              <a:ext cx="156255" cy="121022"/>
            </a:xfrm>
            <a:prstGeom prst="ellipse">
              <a:avLst/>
            </a:prstGeom>
            <a:gradFill>
              <a:gsLst>
                <a:gs pos="0">
                  <a:srgbClr val="060D0D">
                    <a:alpha val="32900"/>
                  </a:srgbClr>
                </a:gs>
                <a:gs pos="14286">
                  <a:srgbClr val="060D0D">
                    <a:alpha val="30699"/>
                  </a:srgbClr>
                </a:gs>
                <a:gs pos="28571">
                  <a:srgbClr val="060D0D">
                    <a:alpha val="24778"/>
                  </a:srgbClr>
                </a:gs>
                <a:gs pos="42857">
                  <a:srgbClr val="060D0D">
                    <a:alpha val="17036"/>
                  </a:srgbClr>
                </a:gs>
                <a:gs pos="57143">
                  <a:srgbClr val="060D0D">
                    <a:alpha val="9831"/>
                  </a:srgbClr>
                </a:gs>
                <a:gs pos="71429">
                  <a:srgbClr val="060D0D">
                    <a:alpha val="4729"/>
                  </a:srgbClr>
                </a:gs>
                <a:gs pos="85714">
                  <a:srgbClr val="060D0D">
                    <a:alpha val="1897"/>
                  </a:srgbClr>
                </a:gs>
                <a:gs pos="100000">
                  <a:srgbClr val="060D0D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7402721">
              <a:off x="1605112" y="2796637"/>
              <a:ext cx="179759" cy="120952"/>
            </a:xfrm>
            <a:prstGeom prst="ellipse">
              <a:avLst/>
            </a:prstGeom>
            <a:gradFill>
              <a:gsLst>
                <a:gs pos="0">
                  <a:srgbClr val="C7C8C7">
                    <a:alpha val="23714"/>
                  </a:srgbClr>
                </a:gs>
                <a:gs pos="14286">
                  <a:srgbClr val="C7C8C7">
                    <a:alpha val="22025"/>
                  </a:srgbClr>
                </a:gs>
                <a:gs pos="28571">
                  <a:srgbClr val="C7C8C7">
                    <a:alpha val="17566"/>
                  </a:srgbClr>
                </a:gs>
                <a:gs pos="42857">
                  <a:srgbClr val="C7C8C7">
                    <a:alpha val="11901"/>
                  </a:srgbClr>
                </a:gs>
                <a:gs pos="57143">
                  <a:srgbClr val="C7C8C7">
                    <a:alpha val="6780"/>
                  </a:srgbClr>
                </a:gs>
                <a:gs pos="71429">
                  <a:srgbClr val="C7C8C7">
                    <a:alpha val="3233"/>
                  </a:srgbClr>
                </a:gs>
                <a:gs pos="85714">
                  <a:srgbClr val="C7C8C7">
                    <a:alpha val="1291"/>
                  </a:srgbClr>
                </a:gs>
                <a:gs pos="100000">
                  <a:srgbClr val="C7C8C7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7158083">
              <a:off x="1615365" y="3581877"/>
              <a:ext cx="252436" cy="552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-8799825">
              <a:off x="891928" y="605161"/>
              <a:ext cx="183183" cy="47794"/>
            </a:xfrm>
            <a:prstGeom prst="ellipse">
              <a:avLst/>
            </a:prstGeom>
            <a:gradFill>
              <a:gsLst>
                <a:gs pos="0">
                  <a:srgbClr val="DEDEDE">
                    <a:alpha val="31545"/>
                  </a:srgbClr>
                </a:gs>
                <a:gs pos="14286">
                  <a:srgbClr val="DEDEDE">
                    <a:alpha val="29414"/>
                  </a:srgbClr>
                </a:gs>
                <a:gs pos="28571">
                  <a:srgbClr val="DEDEDE">
                    <a:alpha val="23697"/>
                  </a:srgbClr>
                </a:gs>
                <a:gs pos="42857">
                  <a:srgbClr val="DEDEDE">
                    <a:alpha val="16256"/>
                  </a:srgbClr>
                </a:gs>
                <a:gs pos="57143">
                  <a:srgbClr val="DEDEDE">
                    <a:alpha val="9362"/>
                  </a:srgbClr>
                </a:gs>
                <a:gs pos="71429">
                  <a:srgbClr val="DEDEDE">
                    <a:alpha val="4497"/>
                  </a:srgbClr>
                </a:gs>
                <a:gs pos="85714">
                  <a:srgbClr val="DEDEDE">
                    <a:alpha val="1803"/>
                  </a:srgbClr>
                </a:gs>
                <a:gs pos="100000">
                  <a:srgbClr val="DEDEDE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7235033">
              <a:off x="928177" y="621135"/>
              <a:ext cx="157602" cy="437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4061485">
              <a:off x="1664533" y="2516896"/>
              <a:ext cx="80399" cy="518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3679565">
              <a:off x="1455977" y="3062653"/>
              <a:ext cx="342321" cy="112793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2926216">
              <a:off x="1760613" y="3266272"/>
              <a:ext cx="207296" cy="510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2973107">
              <a:off x="2402541" y="644524"/>
              <a:ext cx="386605" cy="150517"/>
            </a:xfrm>
            <a:prstGeom prst="ellipse">
              <a:avLst/>
            </a:prstGeom>
            <a:gradFill>
              <a:gsLst>
                <a:gs pos="0">
                  <a:srgbClr val="B8B8B8">
                    <a:alpha val="17775"/>
                  </a:srgbClr>
                </a:gs>
                <a:gs pos="14286">
                  <a:srgbClr val="B8B8B8">
                    <a:alpha val="16463"/>
                  </a:srgbClr>
                </a:gs>
                <a:gs pos="28571">
                  <a:srgbClr val="B8B8B8">
                    <a:alpha val="13035"/>
                  </a:srgbClr>
                </a:gs>
                <a:gs pos="42857">
                  <a:srgbClr val="B8B8B8">
                    <a:alpha val="8754"/>
                  </a:srgbClr>
                </a:gs>
                <a:gs pos="57143">
                  <a:srgbClr val="B8B8B8">
                    <a:alpha val="4950"/>
                  </a:srgbClr>
                </a:gs>
                <a:gs pos="71429">
                  <a:srgbClr val="B8B8B8">
                    <a:alpha val="2348"/>
                  </a:srgbClr>
                </a:gs>
                <a:gs pos="85714">
                  <a:srgbClr val="B8B8B8">
                    <a:alpha val="935"/>
                  </a:srgbClr>
                </a:gs>
                <a:gs pos="100000">
                  <a:srgbClr val="B8B8B8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4740722">
              <a:off x="1444427" y="1683082"/>
              <a:ext cx="171026" cy="114523"/>
            </a:xfrm>
            <a:prstGeom prst="ellipse">
              <a:avLst/>
            </a:prstGeom>
            <a:gradFill>
              <a:gsLst>
                <a:gs pos="0">
                  <a:srgbClr val="CACBC9">
                    <a:alpha val="11008"/>
                  </a:srgbClr>
                </a:gs>
                <a:gs pos="14286">
                  <a:srgbClr val="CACBC9">
                    <a:alpha val="10164"/>
                  </a:srgbClr>
                </a:gs>
                <a:gs pos="28571">
                  <a:srgbClr val="CACBC9">
                    <a:alpha val="7986"/>
                  </a:srgbClr>
                </a:gs>
                <a:gs pos="42857">
                  <a:srgbClr val="CACBC9">
                    <a:alpha val="5313"/>
                  </a:srgbClr>
                </a:gs>
                <a:gs pos="57143">
                  <a:srgbClr val="CACBC9">
                    <a:alpha val="2980"/>
                  </a:srgbClr>
                </a:gs>
                <a:gs pos="71429">
                  <a:srgbClr val="CACBC9">
                    <a:alpha val="1406"/>
                  </a:srgbClr>
                </a:gs>
                <a:gs pos="85714">
                  <a:srgbClr val="CACBC9">
                    <a:alpha val="558"/>
                  </a:srgbClr>
                </a:gs>
                <a:gs pos="100000">
                  <a:srgbClr val="CACBC9">
                    <a:alpha val="1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5367055">
              <a:off x="1151237" y="3272905"/>
              <a:ext cx="117628" cy="62101"/>
            </a:xfrm>
            <a:prstGeom prst="ellipse">
              <a:avLst/>
            </a:prstGeom>
            <a:gradFill>
              <a:gsLst>
                <a:gs pos="0">
                  <a:srgbClr val="3C393D">
                    <a:alpha val="32968"/>
                  </a:srgbClr>
                </a:gs>
                <a:gs pos="14286">
                  <a:srgbClr val="3C393D">
                    <a:alpha val="30764"/>
                  </a:srgbClr>
                </a:gs>
                <a:gs pos="28571">
                  <a:srgbClr val="3C393D">
                    <a:alpha val="24833"/>
                  </a:srgbClr>
                </a:gs>
                <a:gs pos="42857">
                  <a:srgbClr val="3C393D">
                    <a:alpha val="17075"/>
                  </a:srgbClr>
                </a:gs>
                <a:gs pos="57143">
                  <a:srgbClr val="3C393D">
                    <a:alpha val="9855"/>
                  </a:srgbClr>
                </a:gs>
                <a:gs pos="71429">
                  <a:srgbClr val="3C393D">
                    <a:alpha val="4740"/>
                  </a:srgbClr>
                </a:gs>
                <a:gs pos="85714">
                  <a:srgbClr val="3C393D">
                    <a:alpha val="1902"/>
                  </a:srgbClr>
                </a:gs>
                <a:gs pos="100000">
                  <a:srgbClr val="3C39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4345574">
              <a:off x="2512308" y="799092"/>
              <a:ext cx="266569" cy="118736"/>
            </a:xfrm>
            <a:prstGeom prst="ellipse">
              <a:avLst/>
            </a:prstGeom>
            <a:gradFill>
              <a:gsLst>
                <a:gs pos="0">
                  <a:srgbClr val="D0D0D1">
                    <a:alpha val="25645"/>
                  </a:srgbClr>
                </a:gs>
                <a:gs pos="14286">
                  <a:srgbClr val="D0D0D1">
                    <a:alpha val="23841"/>
                  </a:srgbClr>
                </a:gs>
                <a:gs pos="28571">
                  <a:srgbClr val="D0D0D1">
                    <a:alpha val="19060"/>
                  </a:srgbClr>
                </a:gs>
                <a:gs pos="42857">
                  <a:srgbClr val="D0D0D1">
                    <a:alpha val="12952"/>
                  </a:srgbClr>
                </a:gs>
                <a:gs pos="57143">
                  <a:srgbClr val="D0D0D1">
                    <a:alpha val="7398"/>
                  </a:srgbClr>
                </a:gs>
                <a:gs pos="71429">
                  <a:srgbClr val="D0D0D1">
                    <a:alpha val="3534"/>
                  </a:srgbClr>
                </a:gs>
                <a:gs pos="85714">
                  <a:srgbClr val="D0D0D1">
                    <a:alpha val="1413"/>
                  </a:srgbClr>
                </a:gs>
                <a:gs pos="100000">
                  <a:srgbClr val="D0D0D1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4091249">
              <a:off x="2128058" y="985388"/>
              <a:ext cx="85373" cy="67003"/>
            </a:xfrm>
            <a:prstGeom prst="ellipse">
              <a:avLst/>
            </a:prstGeom>
            <a:gradFill>
              <a:gsLst>
                <a:gs pos="0">
                  <a:srgbClr val="03000E">
                    <a:alpha val="32712"/>
                  </a:srgbClr>
                </a:gs>
                <a:gs pos="14286">
                  <a:srgbClr val="03000E">
                    <a:alpha val="30521"/>
                  </a:srgbClr>
                </a:gs>
                <a:gs pos="28571">
                  <a:srgbClr val="03000E">
                    <a:alpha val="24628"/>
                  </a:srgbClr>
                </a:gs>
                <a:gs pos="42857">
                  <a:srgbClr val="03000E">
                    <a:alpha val="16927"/>
                  </a:srgbClr>
                </a:gs>
                <a:gs pos="57143">
                  <a:srgbClr val="03000E">
                    <a:alpha val="9766"/>
                  </a:srgbClr>
                </a:gs>
                <a:gs pos="71429">
                  <a:srgbClr val="03000E">
                    <a:alpha val="4696"/>
                  </a:srgbClr>
                </a:gs>
                <a:gs pos="85714">
                  <a:srgbClr val="03000E">
                    <a:alpha val="1884"/>
                  </a:srgbClr>
                </a:gs>
                <a:gs pos="100000">
                  <a:srgbClr val="03000E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-9996728">
              <a:off x="2054798" y="642449"/>
              <a:ext cx="193136" cy="133140"/>
            </a:xfrm>
            <a:prstGeom prst="ellipse">
              <a:avLst/>
            </a:prstGeom>
            <a:gradFill>
              <a:gsLst>
                <a:gs pos="0">
                  <a:srgbClr val="BFBFBE">
                    <a:alpha val="17042"/>
                  </a:srgbClr>
                </a:gs>
                <a:gs pos="14286">
                  <a:srgbClr val="BFBFBE">
                    <a:alpha val="15778"/>
                  </a:srgbClr>
                </a:gs>
                <a:gs pos="28571">
                  <a:srgbClr val="BFBFBE">
                    <a:alpha val="12482"/>
                  </a:srgbClr>
                </a:gs>
                <a:gs pos="42857">
                  <a:srgbClr val="BFBFBE">
                    <a:alpha val="8374"/>
                  </a:srgbClr>
                </a:gs>
                <a:gs pos="57143">
                  <a:srgbClr val="BFBFBE">
                    <a:alpha val="4730"/>
                  </a:srgbClr>
                </a:gs>
                <a:gs pos="71429">
                  <a:srgbClr val="BFBFBE">
                    <a:alpha val="2243"/>
                  </a:srgbClr>
                </a:gs>
                <a:gs pos="85714">
                  <a:srgbClr val="BFBFBE">
                    <a:alpha val="893"/>
                  </a:srgbClr>
                </a:gs>
                <a:gs pos="100000">
                  <a:srgbClr val="BFBFBE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-9316358">
              <a:off x="1577409" y="2250220"/>
              <a:ext cx="115659" cy="402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6084631">
              <a:off x="1666648" y="2564577"/>
              <a:ext cx="84619" cy="56161"/>
            </a:xfrm>
            <a:prstGeom prst="ellipse">
              <a:avLst/>
            </a:prstGeom>
            <a:gradFill>
              <a:gsLst>
                <a:gs pos="0">
                  <a:srgbClr val="E2E3E2">
                    <a:alpha val="25723"/>
                  </a:srgbClr>
                </a:gs>
                <a:gs pos="14286">
                  <a:srgbClr val="E2E3E2">
                    <a:alpha val="23915"/>
                  </a:srgbClr>
                </a:gs>
                <a:gs pos="28571">
                  <a:srgbClr val="E2E3E2">
                    <a:alpha val="19121"/>
                  </a:srgbClr>
                </a:gs>
                <a:gs pos="42857">
                  <a:srgbClr val="E2E3E2">
                    <a:alpha val="12994"/>
                  </a:srgbClr>
                </a:gs>
                <a:gs pos="57143">
                  <a:srgbClr val="E2E3E2">
                    <a:alpha val="7423"/>
                  </a:srgbClr>
                </a:gs>
                <a:gs pos="71429">
                  <a:srgbClr val="E2E3E2">
                    <a:alpha val="3546"/>
                  </a:srgbClr>
                </a:gs>
                <a:gs pos="85714">
                  <a:srgbClr val="E2E3E2">
                    <a:alpha val="1418"/>
                  </a:srgbClr>
                </a:gs>
                <a:gs pos="100000">
                  <a:srgbClr val="E2E3E2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3324329">
              <a:off x="854576" y="1438954"/>
              <a:ext cx="262512" cy="78811"/>
            </a:xfrm>
            <a:prstGeom prst="ellipse">
              <a:avLst/>
            </a:prstGeom>
            <a:gradFill>
              <a:gsLst>
                <a:gs pos="0">
                  <a:srgbClr val="08000E">
                    <a:alpha val="32968"/>
                  </a:srgbClr>
                </a:gs>
                <a:gs pos="14286">
                  <a:srgbClr val="08000E">
                    <a:alpha val="30764"/>
                  </a:srgbClr>
                </a:gs>
                <a:gs pos="28571">
                  <a:srgbClr val="08000E">
                    <a:alpha val="24833"/>
                  </a:srgbClr>
                </a:gs>
                <a:gs pos="42857">
                  <a:srgbClr val="08000E">
                    <a:alpha val="17075"/>
                  </a:srgbClr>
                </a:gs>
                <a:gs pos="57143">
                  <a:srgbClr val="08000E">
                    <a:alpha val="9855"/>
                  </a:srgbClr>
                </a:gs>
                <a:gs pos="71429">
                  <a:srgbClr val="08000E">
                    <a:alpha val="4740"/>
                  </a:srgbClr>
                </a:gs>
                <a:gs pos="85714">
                  <a:srgbClr val="08000E">
                    <a:alpha val="1902"/>
                  </a:srgbClr>
                </a:gs>
                <a:gs pos="100000">
                  <a:srgbClr val="0800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5166742">
              <a:off x="1822004" y="3527913"/>
              <a:ext cx="108250" cy="47044"/>
            </a:xfrm>
            <a:prstGeom prst="ellipse">
              <a:avLst/>
            </a:prstGeom>
            <a:gradFill>
              <a:gsLst>
                <a:gs pos="0">
                  <a:srgbClr val="D5D5D5">
                    <a:alpha val="19749"/>
                  </a:srgbClr>
                </a:gs>
                <a:gs pos="14286">
                  <a:srgbClr val="D5D5D5">
                    <a:alpha val="18308"/>
                  </a:srgbClr>
                </a:gs>
                <a:gs pos="28571">
                  <a:srgbClr val="D5D5D5">
                    <a:alpha val="14530"/>
                  </a:srgbClr>
                </a:gs>
                <a:gs pos="42857">
                  <a:srgbClr val="D5D5D5">
                    <a:alpha val="9786"/>
                  </a:srgbClr>
                </a:gs>
                <a:gs pos="57143">
                  <a:srgbClr val="D5D5D5">
                    <a:alpha val="5547"/>
                  </a:srgbClr>
                </a:gs>
                <a:gs pos="71429">
                  <a:srgbClr val="D5D5D5">
                    <a:alpha val="2636"/>
                  </a:srgbClr>
                </a:gs>
                <a:gs pos="85714">
                  <a:srgbClr val="D5D5D5">
                    <a:alpha val="1051"/>
                  </a:srgbClr>
                </a:gs>
                <a:gs pos="100000">
                  <a:srgbClr val="D5D5D5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8013999">
              <a:off x="883623" y="744109"/>
              <a:ext cx="173312" cy="63146"/>
            </a:xfrm>
            <a:prstGeom prst="ellipse">
              <a:avLst/>
            </a:prstGeom>
            <a:gradFill>
              <a:gsLst>
                <a:gs pos="0">
                  <a:srgbClr val="605E5C">
                    <a:alpha val="32968"/>
                  </a:srgbClr>
                </a:gs>
                <a:gs pos="14286">
                  <a:srgbClr val="605E5C">
                    <a:alpha val="30764"/>
                  </a:srgbClr>
                </a:gs>
                <a:gs pos="28571">
                  <a:srgbClr val="605E5C">
                    <a:alpha val="24833"/>
                  </a:srgbClr>
                </a:gs>
                <a:gs pos="42857">
                  <a:srgbClr val="605E5C">
                    <a:alpha val="17075"/>
                  </a:srgbClr>
                </a:gs>
                <a:gs pos="57143">
                  <a:srgbClr val="605E5C">
                    <a:alpha val="9855"/>
                  </a:srgbClr>
                </a:gs>
                <a:gs pos="71429">
                  <a:srgbClr val="605E5C">
                    <a:alpha val="4740"/>
                  </a:srgbClr>
                </a:gs>
                <a:gs pos="85714">
                  <a:srgbClr val="605E5C">
                    <a:alpha val="1902"/>
                  </a:srgbClr>
                </a:gs>
                <a:gs pos="100000">
                  <a:srgbClr val="605E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-10438273">
              <a:off x="714028" y="764905"/>
              <a:ext cx="139123" cy="73413"/>
            </a:xfrm>
            <a:prstGeom prst="ellipse">
              <a:avLst/>
            </a:prstGeom>
            <a:gradFill>
              <a:gsLst>
                <a:gs pos="0">
                  <a:srgbClr val="CACCCC">
                    <a:alpha val="26016"/>
                  </a:srgbClr>
                </a:gs>
                <a:gs pos="14286">
                  <a:srgbClr val="CACCCC">
                    <a:alpha val="24191"/>
                  </a:srgbClr>
                </a:gs>
                <a:gs pos="28571">
                  <a:srgbClr val="CACCCC">
                    <a:alpha val="19349"/>
                  </a:srgbClr>
                </a:gs>
                <a:gs pos="42857">
                  <a:srgbClr val="CACCCC">
                    <a:alpha val="13155"/>
                  </a:srgbClr>
                </a:gs>
                <a:gs pos="57143">
                  <a:srgbClr val="CACCCC">
                    <a:alpha val="7518"/>
                  </a:srgbClr>
                </a:gs>
                <a:gs pos="71429">
                  <a:srgbClr val="CACCCC">
                    <a:alpha val="3592"/>
                  </a:srgbClr>
                </a:gs>
                <a:gs pos="85714">
                  <a:srgbClr val="CACCCC">
                    <a:alpha val="1436"/>
                  </a:srgbClr>
                </a:gs>
                <a:gs pos="100000">
                  <a:srgbClr val="CACCCC">
                    <a:alpha val="4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4847091">
              <a:off x="2180730" y="857005"/>
              <a:ext cx="191807" cy="72468"/>
            </a:xfrm>
            <a:prstGeom prst="ellipse">
              <a:avLst/>
            </a:prstGeom>
            <a:gradFill>
              <a:gsLst>
                <a:gs pos="0">
                  <a:srgbClr val="C6C6C7">
                    <a:alpha val="31837"/>
                  </a:srgbClr>
                </a:gs>
                <a:gs pos="14286">
                  <a:srgbClr val="C6C6C7">
                    <a:alpha val="29691"/>
                  </a:srgbClr>
                </a:gs>
                <a:gs pos="28571">
                  <a:srgbClr val="C6C6C7">
                    <a:alpha val="23930"/>
                  </a:srgbClr>
                </a:gs>
                <a:gs pos="42857">
                  <a:srgbClr val="C6C6C7">
                    <a:alpha val="16423"/>
                  </a:srgbClr>
                </a:gs>
                <a:gs pos="57143">
                  <a:srgbClr val="C6C6C7">
                    <a:alpha val="9463"/>
                  </a:srgbClr>
                </a:gs>
                <a:gs pos="71429">
                  <a:srgbClr val="C6C6C7">
                    <a:alpha val="4547"/>
                  </a:srgbClr>
                </a:gs>
                <a:gs pos="85714">
                  <a:srgbClr val="C6C6C7">
                    <a:alpha val="1823"/>
                  </a:srgbClr>
                </a:gs>
                <a:gs pos="100000">
                  <a:srgbClr val="C6C6C7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-8219175">
              <a:off x="1955536" y="3102874"/>
              <a:ext cx="166115" cy="740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8207411">
              <a:off x="1233057" y="1305275"/>
              <a:ext cx="71716" cy="428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3879475">
              <a:off x="297064" y="189389"/>
              <a:ext cx="221373" cy="72626"/>
            </a:xfrm>
            <a:prstGeom prst="ellipse">
              <a:avLst/>
            </a:prstGeom>
            <a:gradFill>
              <a:gsLst>
                <a:gs pos="0">
                  <a:srgbClr val="000600">
                    <a:alpha val="7279"/>
                  </a:srgbClr>
                </a:gs>
                <a:gs pos="14286">
                  <a:srgbClr val="000600">
                    <a:alpha val="6710"/>
                  </a:srgbClr>
                </a:gs>
                <a:gs pos="28571">
                  <a:srgbClr val="000600">
                    <a:alpha val="5250"/>
                  </a:srgbClr>
                </a:gs>
                <a:gs pos="42857">
                  <a:srgbClr val="000600">
                    <a:alpha val="3476"/>
                  </a:srgbClr>
                </a:gs>
                <a:gs pos="57143">
                  <a:srgbClr val="000600">
                    <a:alpha val="1941"/>
                  </a:srgbClr>
                </a:gs>
                <a:gs pos="71429">
                  <a:srgbClr val="000600">
                    <a:alpha val="913"/>
                  </a:srgbClr>
                </a:gs>
                <a:gs pos="85714">
                  <a:srgbClr val="000600">
                    <a:alpha val="362"/>
                  </a:srgbClr>
                </a:gs>
                <a:gs pos="100000">
                  <a:srgbClr val="000600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6260733">
              <a:off x="1363652" y="3246464"/>
              <a:ext cx="232358" cy="129924"/>
            </a:xfrm>
            <a:prstGeom prst="ellipse">
              <a:avLst/>
            </a:prstGeom>
            <a:gradFill>
              <a:gsLst>
                <a:gs pos="0">
                  <a:srgbClr val="949394">
                    <a:alpha val="32968"/>
                  </a:srgbClr>
                </a:gs>
                <a:gs pos="14286">
                  <a:srgbClr val="949394">
                    <a:alpha val="30764"/>
                  </a:srgbClr>
                </a:gs>
                <a:gs pos="28571">
                  <a:srgbClr val="949394">
                    <a:alpha val="24833"/>
                  </a:srgbClr>
                </a:gs>
                <a:gs pos="42857">
                  <a:srgbClr val="949394">
                    <a:alpha val="17075"/>
                  </a:srgbClr>
                </a:gs>
                <a:gs pos="57143">
                  <a:srgbClr val="949394">
                    <a:alpha val="9855"/>
                  </a:srgbClr>
                </a:gs>
                <a:gs pos="71429">
                  <a:srgbClr val="949394">
                    <a:alpha val="4740"/>
                  </a:srgbClr>
                </a:gs>
                <a:gs pos="85714">
                  <a:srgbClr val="949394">
                    <a:alpha val="1902"/>
                  </a:srgbClr>
                </a:gs>
                <a:gs pos="100000">
                  <a:srgbClr val="9493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6571523">
              <a:off x="1673479" y="3273359"/>
              <a:ext cx="300865" cy="64639"/>
            </a:xfrm>
            <a:prstGeom prst="ellipse">
              <a:avLst/>
            </a:prstGeom>
            <a:gradFill>
              <a:gsLst>
                <a:gs pos="0">
                  <a:srgbClr val="FFFFFF">
                    <a:alpha val="17494"/>
                  </a:srgbClr>
                </a:gs>
                <a:gs pos="14286">
                  <a:srgbClr val="FFFFFF">
                    <a:alpha val="16201"/>
                  </a:srgbClr>
                </a:gs>
                <a:gs pos="28571">
                  <a:srgbClr val="FFFFFF">
                    <a:alpha val="12824"/>
                  </a:srgbClr>
                </a:gs>
                <a:gs pos="42857">
                  <a:srgbClr val="FFFFFF">
                    <a:alpha val="8608"/>
                  </a:srgbClr>
                </a:gs>
                <a:gs pos="57143">
                  <a:srgbClr val="FFFFFF">
                    <a:alpha val="4865"/>
                  </a:srgbClr>
                </a:gs>
                <a:gs pos="71429">
                  <a:srgbClr val="FFFFFF">
                    <a:alpha val="2308"/>
                  </a:srgbClr>
                </a:gs>
                <a:gs pos="85714">
                  <a:srgbClr val="FFFFFF">
                    <a:alpha val="919"/>
                  </a:srgbClr>
                </a:gs>
                <a:gs pos="100000">
                  <a:srgbClr val="FFFFFF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9421024">
              <a:off x="2099128" y="3252080"/>
              <a:ext cx="130801" cy="97428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4759575">
              <a:off x="1434795" y="3172996"/>
              <a:ext cx="106744" cy="50382"/>
            </a:xfrm>
            <a:prstGeom prst="ellipse">
              <a:avLst/>
            </a:prstGeom>
            <a:gradFill>
              <a:gsLst>
                <a:gs pos="0">
                  <a:srgbClr val="A7A7A7">
                    <a:alpha val="27862"/>
                  </a:srgbClr>
                </a:gs>
                <a:gs pos="14286">
                  <a:srgbClr val="A7A7A7">
                    <a:alpha val="25931"/>
                  </a:srgbClr>
                </a:gs>
                <a:gs pos="28571">
                  <a:srgbClr val="A7A7A7">
                    <a:alpha val="20790"/>
                  </a:srgbClr>
                </a:gs>
                <a:gs pos="42857">
                  <a:srgbClr val="A7A7A7">
                    <a:alpha val="14176"/>
                  </a:srgbClr>
                </a:gs>
                <a:gs pos="57143">
                  <a:srgbClr val="A7A7A7">
                    <a:alpha val="8122"/>
                  </a:srgbClr>
                </a:gs>
                <a:gs pos="71429">
                  <a:srgbClr val="A7A7A7">
                    <a:alpha val="3888"/>
                  </a:srgbClr>
                </a:gs>
                <a:gs pos="85714">
                  <a:srgbClr val="A7A7A7">
                    <a:alpha val="1556"/>
                  </a:srgbClr>
                </a:gs>
                <a:gs pos="100000">
                  <a:srgbClr val="A7A7A7">
                    <a:alpha val="5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-8120458">
              <a:off x="1611340" y="2835400"/>
              <a:ext cx="250860" cy="116975"/>
            </a:xfrm>
            <a:prstGeom prst="ellipse">
              <a:avLst/>
            </a:prstGeom>
            <a:gradFill>
              <a:gsLst>
                <a:gs pos="0">
                  <a:srgbClr val="D9D8D8">
                    <a:alpha val="32968"/>
                  </a:srgbClr>
                </a:gs>
                <a:gs pos="14286">
                  <a:srgbClr val="D9D8D8">
                    <a:alpha val="30764"/>
                  </a:srgbClr>
                </a:gs>
                <a:gs pos="28571">
                  <a:srgbClr val="D9D8D8">
                    <a:alpha val="24833"/>
                  </a:srgbClr>
                </a:gs>
                <a:gs pos="42857">
                  <a:srgbClr val="D9D8D8">
                    <a:alpha val="17075"/>
                  </a:srgbClr>
                </a:gs>
                <a:gs pos="57143">
                  <a:srgbClr val="D9D8D8">
                    <a:alpha val="9855"/>
                  </a:srgbClr>
                </a:gs>
                <a:gs pos="71429">
                  <a:srgbClr val="D9D8D8">
                    <a:alpha val="4740"/>
                  </a:srgbClr>
                </a:gs>
                <a:gs pos="85714">
                  <a:srgbClr val="D9D8D8">
                    <a:alpha val="1902"/>
                  </a:srgbClr>
                </a:gs>
                <a:gs pos="100000">
                  <a:srgbClr val="D9D8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-9335777">
              <a:off x="420829" y="1303238"/>
              <a:ext cx="288410" cy="52496"/>
            </a:xfrm>
            <a:prstGeom prst="ellipse">
              <a:avLst/>
            </a:prstGeom>
            <a:gradFill>
              <a:gsLst>
                <a:gs pos="0">
                  <a:srgbClr val="4C4A4C">
                    <a:alpha val="31418"/>
                  </a:srgbClr>
                </a:gs>
                <a:gs pos="14286">
                  <a:srgbClr val="4C4A4C">
                    <a:alpha val="29294"/>
                  </a:srgbClr>
                </a:gs>
                <a:gs pos="28571">
                  <a:srgbClr val="4C4A4C">
                    <a:alpha val="23597"/>
                  </a:srgbClr>
                </a:gs>
                <a:gs pos="42857">
                  <a:srgbClr val="4C4A4C">
                    <a:alpha val="16183"/>
                  </a:srgbClr>
                </a:gs>
                <a:gs pos="57143">
                  <a:srgbClr val="4C4A4C">
                    <a:alpha val="9319"/>
                  </a:srgbClr>
                </a:gs>
                <a:gs pos="71429">
                  <a:srgbClr val="4C4A4C">
                    <a:alpha val="4476"/>
                  </a:srgbClr>
                </a:gs>
                <a:gs pos="85714">
                  <a:srgbClr val="4C4A4C">
                    <a:alpha val="1794"/>
                  </a:srgbClr>
                </a:gs>
                <a:gs pos="100000">
                  <a:srgbClr val="4C4A4C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5819022">
              <a:off x="2117433" y="3472789"/>
              <a:ext cx="174988" cy="77745"/>
            </a:xfrm>
            <a:prstGeom prst="ellipse">
              <a:avLst/>
            </a:prstGeom>
            <a:gradFill>
              <a:gsLst>
                <a:gs pos="0">
                  <a:srgbClr val="EFEEEF">
                    <a:alpha val="15385"/>
                  </a:srgbClr>
                </a:gs>
                <a:gs pos="14286">
                  <a:srgbClr val="EFEEEF">
                    <a:alpha val="14234"/>
                  </a:srgbClr>
                </a:gs>
                <a:gs pos="28571">
                  <a:srgbClr val="EFEEEF">
                    <a:alpha val="11239"/>
                  </a:srgbClr>
                </a:gs>
                <a:gs pos="42857">
                  <a:srgbClr val="EFEEEF">
                    <a:alpha val="7522"/>
                  </a:srgbClr>
                </a:gs>
                <a:gs pos="57143">
                  <a:srgbClr val="EFEEEF">
                    <a:alpha val="4241"/>
                  </a:srgbClr>
                </a:gs>
                <a:gs pos="71429">
                  <a:srgbClr val="EFEEEF">
                    <a:alpha val="2008"/>
                  </a:srgbClr>
                </a:gs>
                <a:gs pos="85714">
                  <a:srgbClr val="EFEEEF">
                    <a:alpha val="799"/>
                  </a:srgbClr>
                </a:gs>
                <a:gs pos="100000">
                  <a:srgbClr val="EFEEEF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9265278">
              <a:off x="1802303" y="3163347"/>
              <a:ext cx="359519" cy="692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5916655">
              <a:off x="1692515" y="3236422"/>
              <a:ext cx="349632" cy="480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5643658">
              <a:off x="1579454" y="2639360"/>
              <a:ext cx="354239" cy="54108"/>
            </a:xfrm>
            <a:prstGeom prst="ellipse">
              <a:avLst/>
            </a:prstGeom>
            <a:gradFill>
              <a:gsLst>
                <a:gs pos="0">
                  <a:srgbClr val="373032">
                    <a:alpha val="21677"/>
                  </a:srgbClr>
                </a:gs>
                <a:gs pos="14286">
                  <a:srgbClr val="373032">
                    <a:alpha val="20114"/>
                  </a:srgbClr>
                </a:gs>
                <a:gs pos="28571">
                  <a:srgbClr val="373032">
                    <a:alpha val="16001"/>
                  </a:srgbClr>
                </a:gs>
                <a:gs pos="42857">
                  <a:srgbClr val="373032">
                    <a:alpha val="10807"/>
                  </a:srgbClr>
                </a:gs>
                <a:gs pos="57143">
                  <a:srgbClr val="373032">
                    <a:alpha val="6141"/>
                  </a:srgbClr>
                </a:gs>
                <a:gs pos="71429">
                  <a:srgbClr val="373032">
                    <a:alpha val="2923"/>
                  </a:srgbClr>
                </a:gs>
                <a:gs pos="85714">
                  <a:srgbClr val="373032">
                    <a:alpha val="1166"/>
                  </a:srgbClr>
                </a:gs>
                <a:gs pos="100000">
                  <a:srgbClr val="373032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5569437">
              <a:off x="2498962" y="713172"/>
              <a:ext cx="86110" cy="60244"/>
            </a:xfrm>
            <a:prstGeom prst="ellipse">
              <a:avLst/>
            </a:prstGeom>
            <a:gradFill>
              <a:gsLst>
                <a:gs pos="0">
                  <a:srgbClr val="DBDADA">
                    <a:alpha val="19955"/>
                  </a:srgbClr>
                </a:gs>
                <a:gs pos="14286">
                  <a:srgbClr val="DBDADA">
                    <a:alpha val="18500"/>
                  </a:srgbClr>
                </a:gs>
                <a:gs pos="28571">
                  <a:srgbClr val="DBDADA">
                    <a:alpha val="14687"/>
                  </a:srgbClr>
                </a:gs>
                <a:gs pos="42857">
                  <a:srgbClr val="DBDADA">
                    <a:alpha val="9894"/>
                  </a:srgbClr>
                </a:gs>
                <a:gs pos="57143">
                  <a:srgbClr val="DBDADA">
                    <a:alpha val="5610"/>
                  </a:srgbClr>
                </a:gs>
                <a:gs pos="71429">
                  <a:srgbClr val="DBDADA">
                    <a:alpha val="2666"/>
                  </a:srgbClr>
                </a:gs>
                <a:gs pos="85714">
                  <a:srgbClr val="DBDADA">
                    <a:alpha val="1063"/>
                  </a:srgbClr>
                </a:gs>
                <a:gs pos="100000">
                  <a:srgbClr val="DBDADA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3430540">
              <a:off x="2081134" y="874753"/>
              <a:ext cx="103123" cy="43201"/>
            </a:xfrm>
            <a:prstGeom prst="ellipse">
              <a:avLst/>
            </a:prstGeom>
            <a:gradFill>
              <a:gsLst>
                <a:gs pos="0">
                  <a:srgbClr val="EEEFEE">
                    <a:alpha val="23615"/>
                  </a:srgbClr>
                </a:gs>
                <a:gs pos="14286">
                  <a:srgbClr val="EEEFEE">
                    <a:alpha val="21933"/>
                  </a:srgbClr>
                </a:gs>
                <a:gs pos="28571">
                  <a:srgbClr val="EEEFEE">
                    <a:alpha val="17490"/>
                  </a:srgbClr>
                </a:gs>
                <a:gs pos="42857">
                  <a:srgbClr val="EEEFEE">
                    <a:alpha val="11847"/>
                  </a:srgbClr>
                </a:gs>
                <a:gs pos="57143">
                  <a:srgbClr val="EEEFEE">
                    <a:alpha val="6749"/>
                  </a:srgbClr>
                </a:gs>
                <a:gs pos="71429">
                  <a:srgbClr val="EEEFEE">
                    <a:alpha val="3218"/>
                  </a:srgbClr>
                </a:gs>
                <a:gs pos="85714">
                  <a:srgbClr val="EEEFEE">
                    <a:alpha val="1285"/>
                  </a:srgbClr>
                </a:gs>
                <a:gs pos="100000">
                  <a:srgbClr val="EEEFEE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7046941">
              <a:off x="1828186" y="2799220"/>
              <a:ext cx="269658" cy="187036"/>
            </a:xfrm>
            <a:prstGeom prst="ellipse">
              <a:avLst/>
            </a:prstGeom>
            <a:gradFill>
              <a:gsLst>
                <a:gs pos="0">
                  <a:srgbClr val="000A00">
                    <a:alpha val="32968"/>
                  </a:srgbClr>
                </a:gs>
                <a:gs pos="14286">
                  <a:srgbClr val="000A00">
                    <a:alpha val="30764"/>
                  </a:srgbClr>
                </a:gs>
                <a:gs pos="28571">
                  <a:srgbClr val="000A00">
                    <a:alpha val="24833"/>
                  </a:srgbClr>
                </a:gs>
                <a:gs pos="42857">
                  <a:srgbClr val="000A00">
                    <a:alpha val="17075"/>
                  </a:srgbClr>
                </a:gs>
                <a:gs pos="57143">
                  <a:srgbClr val="000A00">
                    <a:alpha val="9855"/>
                  </a:srgbClr>
                </a:gs>
                <a:gs pos="71429">
                  <a:srgbClr val="000A00">
                    <a:alpha val="4740"/>
                  </a:srgbClr>
                </a:gs>
                <a:gs pos="85714">
                  <a:srgbClr val="000A00">
                    <a:alpha val="1902"/>
                  </a:srgbClr>
                </a:gs>
                <a:gs pos="100000">
                  <a:srgbClr val="000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6280408">
              <a:off x="711874" y="535598"/>
              <a:ext cx="139728" cy="44514"/>
            </a:xfrm>
            <a:prstGeom prst="ellipse">
              <a:avLst/>
            </a:prstGeom>
            <a:gradFill>
              <a:gsLst>
                <a:gs pos="0">
                  <a:srgbClr val="9FA0A0">
                    <a:alpha val="23664"/>
                  </a:srgbClr>
                </a:gs>
                <a:gs pos="14286">
                  <a:srgbClr val="9FA0A0">
                    <a:alpha val="21978"/>
                  </a:srgbClr>
                </a:gs>
                <a:gs pos="28571">
                  <a:srgbClr val="9FA0A0">
                    <a:alpha val="17527"/>
                  </a:srgbClr>
                </a:gs>
                <a:gs pos="42857">
                  <a:srgbClr val="9FA0A0">
                    <a:alpha val="11873"/>
                  </a:srgbClr>
                </a:gs>
                <a:gs pos="57143">
                  <a:srgbClr val="9FA0A0">
                    <a:alpha val="6764"/>
                  </a:srgbClr>
                </a:gs>
                <a:gs pos="71429">
                  <a:srgbClr val="9FA0A0">
                    <a:alpha val="3225"/>
                  </a:srgbClr>
                </a:gs>
                <a:gs pos="85714">
                  <a:srgbClr val="9FA0A0">
                    <a:alpha val="1288"/>
                  </a:srgbClr>
                </a:gs>
                <a:gs pos="100000">
                  <a:srgbClr val="9FA0A0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4895580">
              <a:off x="2281232" y="2701722"/>
              <a:ext cx="71678" cy="41738"/>
            </a:xfrm>
            <a:prstGeom prst="ellipse">
              <a:avLst/>
            </a:prstGeom>
            <a:gradFill>
              <a:gsLst>
                <a:gs pos="0">
                  <a:srgbClr val="0A0900">
                    <a:alpha val="24018"/>
                  </a:srgbClr>
                </a:gs>
                <a:gs pos="14286">
                  <a:srgbClr val="0A0900">
                    <a:alpha val="22311"/>
                  </a:srgbClr>
                </a:gs>
                <a:gs pos="28571">
                  <a:srgbClr val="0A0900">
                    <a:alpha val="17801"/>
                  </a:srgbClr>
                </a:gs>
                <a:gs pos="42857">
                  <a:srgbClr val="0A0900">
                    <a:alpha val="12065"/>
                  </a:srgbClr>
                </a:gs>
                <a:gs pos="57143">
                  <a:srgbClr val="0A0900">
                    <a:alpha val="6877"/>
                  </a:srgbClr>
                </a:gs>
                <a:gs pos="71429">
                  <a:srgbClr val="0A0900">
                    <a:alpha val="3280"/>
                  </a:srgbClr>
                </a:gs>
                <a:gs pos="85714">
                  <a:srgbClr val="0A0900">
                    <a:alpha val="1310"/>
                  </a:srgbClr>
                </a:gs>
                <a:gs pos="100000">
                  <a:srgbClr val="0A0900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6012459">
              <a:off x="1897050" y="2998438"/>
              <a:ext cx="180798" cy="86214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8078497">
              <a:off x="2839231" y="548426"/>
              <a:ext cx="294088" cy="121998"/>
            </a:xfrm>
            <a:prstGeom prst="ellipse">
              <a:avLst/>
            </a:prstGeom>
            <a:gradFill>
              <a:gsLst>
                <a:gs pos="0">
                  <a:srgbClr val="312C2D">
                    <a:alpha val="23666"/>
                  </a:srgbClr>
                </a:gs>
                <a:gs pos="14286">
                  <a:srgbClr val="312C2D">
                    <a:alpha val="21980"/>
                  </a:srgbClr>
                </a:gs>
                <a:gs pos="28571">
                  <a:srgbClr val="312C2D">
                    <a:alpha val="17528"/>
                  </a:srgbClr>
                </a:gs>
                <a:gs pos="42857">
                  <a:srgbClr val="312C2D">
                    <a:alpha val="11874"/>
                  </a:srgbClr>
                </a:gs>
                <a:gs pos="57143">
                  <a:srgbClr val="312C2D">
                    <a:alpha val="6765"/>
                  </a:srgbClr>
                </a:gs>
                <a:gs pos="71429">
                  <a:srgbClr val="312C2D">
                    <a:alpha val="3225"/>
                  </a:srgbClr>
                </a:gs>
                <a:gs pos="85714">
                  <a:srgbClr val="312C2D">
                    <a:alpha val="1288"/>
                  </a:srgbClr>
                </a:gs>
                <a:gs pos="100000">
                  <a:srgbClr val="312C2D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5400000">
              <a:off x="917622" y="557311"/>
              <a:ext cx="64078" cy="64078"/>
            </a:xfrm>
            <a:prstGeom prst="ellipse">
              <a:avLst/>
            </a:prstGeom>
            <a:gradFill>
              <a:gsLst>
                <a:gs pos="0">
                  <a:srgbClr val="E6E6E6">
                    <a:alpha val="12744"/>
                  </a:srgbClr>
                </a:gs>
                <a:gs pos="14286">
                  <a:srgbClr val="E6E6E6">
                    <a:alpha val="11776"/>
                  </a:srgbClr>
                </a:gs>
                <a:gs pos="28571">
                  <a:srgbClr val="E6E6E6">
                    <a:alpha val="9270"/>
                  </a:srgbClr>
                </a:gs>
                <a:gs pos="42857">
                  <a:srgbClr val="E6E6E6">
                    <a:alpha val="6182"/>
                  </a:srgbClr>
                </a:gs>
                <a:gs pos="57143">
                  <a:srgbClr val="E6E6E6">
                    <a:alpha val="3474"/>
                  </a:srgbClr>
                </a:gs>
                <a:gs pos="71429">
                  <a:srgbClr val="E6E6E6">
                    <a:alpha val="1641"/>
                  </a:srgbClr>
                </a:gs>
                <a:gs pos="85714">
                  <a:srgbClr val="E6E6E6">
                    <a:alpha val="652"/>
                  </a:srgbClr>
                </a:gs>
                <a:gs pos="100000">
                  <a:srgbClr val="E6E6E6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-8646295">
              <a:off x="1836074" y="3319004"/>
              <a:ext cx="315273" cy="58124"/>
            </a:xfrm>
            <a:prstGeom prst="ellipse">
              <a:avLst/>
            </a:prstGeom>
            <a:gradFill>
              <a:gsLst>
                <a:gs pos="0">
                  <a:srgbClr val="C6C5C5">
                    <a:alpha val="15079"/>
                  </a:srgbClr>
                </a:gs>
                <a:gs pos="14286">
                  <a:srgbClr val="C6C5C5">
                    <a:alpha val="13949"/>
                  </a:srgbClr>
                </a:gs>
                <a:gs pos="28571">
                  <a:srgbClr val="C6C5C5">
                    <a:alpha val="11010"/>
                  </a:srgbClr>
                </a:gs>
                <a:gs pos="42857">
                  <a:srgbClr val="C6C5C5">
                    <a:alpha val="7366"/>
                  </a:srgbClr>
                </a:gs>
                <a:gs pos="57143">
                  <a:srgbClr val="C6C5C5">
                    <a:alpha val="4151"/>
                  </a:srgbClr>
                </a:gs>
                <a:gs pos="71429">
                  <a:srgbClr val="C6C5C5">
                    <a:alpha val="1965"/>
                  </a:srgbClr>
                </a:gs>
                <a:gs pos="85714">
                  <a:srgbClr val="C6C5C5">
                    <a:alpha val="782"/>
                  </a:srgbClr>
                </a:gs>
                <a:gs pos="100000">
                  <a:srgbClr val="C6C5C5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8220208">
              <a:off x="1439936" y="3068988"/>
              <a:ext cx="277374" cy="90277"/>
            </a:xfrm>
            <a:prstGeom prst="ellipse">
              <a:avLst/>
            </a:prstGeom>
            <a:gradFill>
              <a:gsLst>
                <a:gs pos="0">
                  <a:srgbClr val="EEEFEF">
                    <a:alpha val="12486"/>
                  </a:srgbClr>
                </a:gs>
                <a:gs pos="14286">
                  <a:srgbClr val="EEEFEF">
                    <a:alpha val="11537"/>
                  </a:srgbClr>
                </a:gs>
                <a:gs pos="28571">
                  <a:srgbClr val="EEEFEF">
                    <a:alpha val="9079"/>
                  </a:srgbClr>
                </a:gs>
                <a:gs pos="42857">
                  <a:srgbClr val="EEEFEF">
                    <a:alpha val="6052"/>
                  </a:srgbClr>
                </a:gs>
                <a:gs pos="57143">
                  <a:srgbClr val="EEEFEF">
                    <a:alpha val="3400"/>
                  </a:srgbClr>
                </a:gs>
                <a:gs pos="71429">
                  <a:srgbClr val="EEEFEF">
                    <a:alpha val="1606"/>
                  </a:srgbClr>
                </a:gs>
                <a:gs pos="85714">
                  <a:srgbClr val="EEEFEF">
                    <a:alpha val="638"/>
                  </a:srgbClr>
                </a:gs>
                <a:gs pos="100000">
                  <a:srgbClr val="EEEFEF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4881953">
              <a:off x="1673320" y="2122373"/>
              <a:ext cx="162720" cy="701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5400000">
              <a:off x="928711" y="550640"/>
              <a:ext cx="61715" cy="61715"/>
            </a:xfrm>
            <a:prstGeom prst="ellipse">
              <a:avLst/>
            </a:prstGeom>
            <a:gradFill>
              <a:gsLst>
                <a:gs pos="0">
                  <a:srgbClr val="E5E5E5">
                    <a:alpha val="13383"/>
                  </a:srgbClr>
                </a:gs>
                <a:gs pos="14286">
                  <a:srgbClr val="E5E5E5">
                    <a:alpha val="12370"/>
                  </a:srgbClr>
                </a:gs>
                <a:gs pos="28571">
                  <a:srgbClr val="E5E5E5">
                    <a:alpha val="9745"/>
                  </a:srgbClr>
                </a:gs>
                <a:gs pos="42857">
                  <a:srgbClr val="E5E5E5">
                    <a:alpha val="6504"/>
                  </a:srgbClr>
                </a:gs>
                <a:gs pos="57143">
                  <a:srgbClr val="E5E5E5">
                    <a:alpha val="3658"/>
                  </a:srgbClr>
                </a:gs>
                <a:gs pos="71429">
                  <a:srgbClr val="E5E5E5">
                    <a:alpha val="1729"/>
                  </a:srgbClr>
                </a:gs>
                <a:gs pos="85714">
                  <a:srgbClr val="E5E5E5">
                    <a:alpha val="687"/>
                  </a:srgbClr>
                </a:gs>
                <a:gs pos="100000">
                  <a:srgbClr val="E5E5E5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4585976">
              <a:off x="1483032" y="2190150"/>
              <a:ext cx="236290" cy="78991"/>
            </a:xfrm>
            <a:prstGeom prst="ellipse">
              <a:avLst/>
            </a:prstGeom>
            <a:gradFill>
              <a:gsLst>
                <a:gs pos="0">
                  <a:srgbClr val="CFD0D0">
                    <a:alpha val="14526"/>
                  </a:srgbClr>
                </a:gs>
                <a:gs pos="14286">
                  <a:srgbClr val="CFD0D0">
                    <a:alpha val="13434"/>
                  </a:srgbClr>
                </a:gs>
                <a:gs pos="28571">
                  <a:srgbClr val="CFD0D0">
                    <a:alpha val="10596"/>
                  </a:srgbClr>
                </a:gs>
                <a:gs pos="42857">
                  <a:srgbClr val="CFD0D0">
                    <a:alpha val="7084"/>
                  </a:srgbClr>
                </a:gs>
                <a:gs pos="57143">
                  <a:srgbClr val="CFD0D0">
                    <a:alpha val="3989"/>
                  </a:srgbClr>
                </a:gs>
                <a:gs pos="71429">
                  <a:srgbClr val="CFD0D0">
                    <a:alpha val="1888"/>
                  </a:srgbClr>
                </a:gs>
                <a:gs pos="85714">
                  <a:srgbClr val="CFD0D0">
                    <a:alpha val="751"/>
                  </a:srgbClr>
                </a:gs>
                <a:gs pos="100000">
                  <a:srgbClr val="CFD0D0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8304189">
              <a:off x="1762343" y="3453689"/>
              <a:ext cx="177749" cy="111370"/>
            </a:xfrm>
            <a:prstGeom prst="ellipse">
              <a:avLst/>
            </a:prstGeom>
            <a:gradFill>
              <a:gsLst>
                <a:gs pos="0">
                  <a:srgbClr val="C6C6C6">
                    <a:alpha val="32968"/>
                  </a:srgbClr>
                </a:gs>
                <a:gs pos="14286">
                  <a:srgbClr val="C6C6C6">
                    <a:alpha val="30764"/>
                  </a:srgbClr>
                </a:gs>
                <a:gs pos="28571">
                  <a:srgbClr val="C6C6C6">
                    <a:alpha val="24833"/>
                  </a:srgbClr>
                </a:gs>
                <a:gs pos="42857">
                  <a:srgbClr val="C6C6C6">
                    <a:alpha val="17075"/>
                  </a:srgbClr>
                </a:gs>
                <a:gs pos="57143">
                  <a:srgbClr val="C6C6C6">
                    <a:alpha val="9855"/>
                  </a:srgbClr>
                </a:gs>
                <a:gs pos="71429">
                  <a:srgbClr val="C6C6C6">
                    <a:alpha val="4740"/>
                  </a:srgbClr>
                </a:gs>
                <a:gs pos="85714">
                  <a:srgbClr val="C6C6C6">
                    <a:alpha val="1902"/>
                  </a:srgbClr>
                </a:gs>
                <a:gs pos="100000">
                  <a:srgbClr val="C6C6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4955552">
              <a:off x="1272353" y="1278807"/>
              <a:ext cx="111670" cy="70453"/>
            </a:xfrm>
            <a:prstGeom prst="ellipse">
              <a:avLst/>
            </a:prstGeom>
            <a:gradFill>
              <a:gsLst>
                <a:gs pos="0">
                  <a:srgbClr val="D9D9D9">
                    <a:alpha val="15763"/>
                  </a:srgbClr>
                </a:gs>
                <a:gs pos="14286">
                  <a:srgbClr val="D9D9D9">
                    <a:alpha val="14586"/>
                  </a:srgbClr>
                </a:gs>
                <a:gs pos="28571">
                  <a:srgbClr val="D9D9D9">
                    <a:alpha val="11522"/>
                  </a:srgbClr>
                </a:gs>
                <a:gs pos="42857">
                  <a:srgbClr val="D9D9D9">
                    <a:alpha val="7715"/>
                  </a:srgbClr>
                </a:gs>
                <a:gs pos="57143">
                  <a:srgbClr val="D9D9D9">
                    <a:alpha val="4352"/>
                  </a:srgbClr>
                </a:gs>
                <a:gs pos="71429">
                  <a:srgbClr val="D9D9D9">
                    <a:alpha val="2061"/>
                  </a:srgbClr>
                </a:gs>
                <a:gs pos="85714">
                  <a:srgbClr val="D9D9D9">
                    <a:alpha val="820"/>
                  </a:srgbClr>
                </a:gs>
                <a:gs pos="100000">
                  <a:srgbClr val="D9D9D9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9046735">
              <a:off x="774888" y="957978"/>
              <a:ext cx="167844" cy="65794"/>
            </a:xfrm>
            <a:prstGeom prst="ellipse">
              <a:avLst/>
            </a:prstGeom>
            <a:gradFill>
              <a:gsLst>
                <a:gs pos="0">
                  <a:srgbClr val="42403E">
                    <a:alpha val="21380"/>
                  </a:srgbClr>
                </a:gs>
                <a:gs pos="14286">
                  <a:srgbClr val="42403E">
                    <a:alpha val="19835"/>
                  </a:srgbClr>
                </a:gs>
                <a:gs pos="28571">
                  <a:srgbClr val="42403E">
                    <a:alpha val="15773"/>
                  </a:srgbClr>
                </a:gs>
                <a:gs pos="42857">
                  <a:srgbClr val="42403E">
                    <a:alpha val="10649"/>
                  </a:srgbClr>
                </a:gs>
                <a:gs pos="57143">
                  <a:srgbClr val="42403E">
                    <a:alpha val="6048"/>
                  </a:srgbClr>
                </a:gs>
                <a:gs pos="71429">
                  <a:srgbClr val="42403E">
                    <a:alpha val="2878"/>
                  </a:srgbClr>
                </a:gs>
                <a:gs pos="85714">
                  <a:srgbClr val="42403E">
                    <a:alpha val="1148"/>
                  </a:srgbClr>
                </a:gs>
                <a:gs pos="100000">
                  <a:srgbClr val="42403E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6073902">
              <a:off x="2689502" y="1304190"/>
              <a:ext cx="110947" cy="8645"/>
            </a:xfrm>
            <a:prstGeom prst="ellipse">
              <a:avLst/>
            </a:prstGeom>
            <a:gradFill>
              <a:gsLst>
                <a:gs pos="0">
                  <a:srgbClr val="A4A4A3">
                    <a:alpha val="8165"/>
                  </a:srgbClr>
                </a:gs>
                <a:gs pos="14286">
                  <a:srgbClr val="A4A4A3">
                    <a:alpha val="7530"/>
                  </a:srgbClr>
                </a:gs>
                <a:gs pos="28571">
                  <a:srgbClr val="A4A4A3">
                    <a:alpha val="5897"/>
                  </a:srgbClr>
                </a:gs>
                <a:gs pos="42857">
                  <a:srgbClr val="A4A4A3">
                    <a:alpha val="3908"/>
                  </a:srgbClr>
                </a:gs>
                <a:gs pos="57143">
                  <a:srgbClr val="A4A4A3">
                    <a:alpha val="2185"/>
                  </a:srgbClr>
                </a:gs>
                <a:gs pos="71429">
                  <a:srgbClr val="A4A4A3">
                    <a:alpha val="1029"/>
                  </a:srgbClr>
                </a:gs>
                <a:gs pos="85714">
                  <a:srgbClr val="A4A4A3">
                    <a:alpha val="408"/>
                  </a:srgbClr>
                </a:gs>
                <a:gs pos="100000">
                  <a:srgbClr val="A4A4A3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5339284">
              <a:off x="2903527" y="1967298"/>
              <a:ext cx="30651" cy="15955"/>
            </a:xfrm>
            <a:prstGeom prst="ellipse">
              <a:avLst/>
            </a:prstGeom>
            <a:gradFill>
              <a:gsLst>
                <a:gs pos="0">
                  <a:srgbClr val="CBCBCC">
                    <a:alpha val="23575"/>
                  </a:srgbClr>
                </a:gs>
                <a:gs pos="14286">
                  <a:srgbClr val="CBCBCC">
                    <a:alpha val="21895"/>
                  </a:srgbClr>
                </a:gs>
                <a:gs pos="28571">
                  <a:srgbClr val="CBCBCC">
                    <a:alpha val="17459"/>
                  </a:srgbClr>
                </a:gs>
                <a:gs pos="42857">
                  <a:srgbClr val="CBCBCC">
                    <a:alpha val="11826"/>
                  </a:srgbClr>
                </a:gs>
                <a:gs pos="57143">
                  <a:srgbClr val="CBCBCC">
                    <a:alpha val="6736"/>
                  </a:srgbClr>
                </a:gs>
                <a:gs pos="71429">
                  <a:srgbClr val="CBCBCC">
                    <a:alpha val="3212"/>
                  </a:srgbClr>
                </a:gs>
                <a:gs pos="85714">
                  <a:srgbClr val="CBCBCC">
                    <a:alpha val="1283"/>
                  </a:srgbClr>
                </a:gs>
                <a:gs pos="100000">
                  <a:srgbClr val="CBCBCC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10788853">
              <a:off x="1663282" y="2517011"/>
              <a:ext cx="88814" cy="519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6465370">
              <a:off x="1454988" y="2297550"/>
              <a:ext cx="165392" cy="59441"/>
            </a:xfrm>
            <a:prstGeom prst="ellipse">
              <a:avLst/>
            </a:prstGeom>
            <a:gradFill>
              <a:gsLst>
                <a:gs pos="0">
                  <a:srgbClr val="DBDBDB">
                    <a:alpha val="8440"/>
                  </a:srgbClr>
                </a:gs>
                <a:gs pos="14286">
                  <a:srgbClr val="DBDBDB">
                    <a:alpha val="7785"/>
                  </a:srgbClr>
                </a:gs>
                <a:gs pos="28571">
                  <a:srgbClr val="DBDBDB">
                    <a:alpha val="6099"/>
                  </a:srgbClr>
                </a:gs>
                <a:gs pos="42857">
                  <a:srgbClr val="DBDBDB">
                    <a:alpha val="4044"/>
                  </a:srgbClr>
                </a:gs>
                <a:gs pos="57143">
                  <a:srgbClr val="DBDBDB">
                    <a:alpha val="2261"/>
                  </a:srgbClr>
                </a:gs>
                <a:gs pos="71429">
                  <a:srgbClr val="DBDBDB">
                    <a:alpha val="1065"/>
                  </a:srgbClr>
                </a:gs>
                <a:gs pos="85714">
                  <a:srgbClr val="DBDBDB">
                    <a:alpha val="422"/>
                  </a:srgbClr>
                </a:gs>
                <a:gs pos="100000">
                  <a:srgbClr val="DBDBDB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6273128">
              <a:off x="1164341" y="1242504"/>
              <a:ext cx="162854" cy="67990"/>
            </a:xfrm>
            <a:prstGeom prst="ellipse">
              <a:avLst/>
            </a:prstGeom>
            <a:gradFill>
              <a:gsLst>
                <a:gs pos="0">
                  <a:srgbClr val="E7E7E7">
                    <a:alpha val="5093"/>
                  </a:srgbClr>
                </a:gs>
                <a:gs pos="14286">
                  <a:srgbClr val="E7E7E7">
                    <a:alpha val="4691"/>
                  </a:srgbClr>
                </a:gs>
                <a:gs pos="28571">
                  <a:srgbClr val="E7E7E7">
                    <a:alpha val="3662"/>
                  </a:srgbClr>
                </a:gs>
                <a:gs pos="42857">
                  <a:srgbClr val="E7E7E7">
                    <a:alpha val="2417"/>
                  </a:srgbClr>
                </a:gs>
                <a:gs pos="57143">
                  <a:srgbClr val="E7E7E7">
                    <a:alpha val="1347"/>
                  </a:srgbClr>
                </a:gs>
                <a:gs pos="71429">
                  <a:srgbClr val="E7E7E7">
                    <a:alpha val="633"/>
                  </a:srgbClr>
                </a:gs>
                <a:gs pos="85714">
                  <a:srgbClr val="E7E7E7">
                    <a:alpha val="251"/>
                  </a:srgbClr>
                </a:gs>
                <a:gs pos="100000">
                  <a:srgbClr val="E7E7E7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-9315180">
              <a:off x="2916813" y="459745"/>
              <a:ext cx="421044" cy="62921"/>
            </a:xfrm>
            <a:prstGeom prst="ellipse">
              <a:avLst/>
            </a:prstGeom>
            <a:gradFill>
              <a:gsLst>
                <a:gs pos="0">
                  <a:srgbClr val="ABACAC">
                    <a:alpha val="2333"/>
                  </a:srgbClr>
                </a:gs>
                <a:gs pos="14286">
                  <a:srgbClr val="ABACAC">
                    <a:alpha val="2146"/>
                  </a:srgbClr>
                </a:gs>
                <a:gs pos="28571">
                  <a:srgbClr val="ABACAC">
                    <a:alpha val="1671"/>
                  </a:srgbClr>
                </a:gs>
                <a:gs pos="42857">
                  <a:srgbClr val="ABACAC">
                    <a:alpha val="1099"/>
                  </a:srgbClr>
                </a:gs>
                <a:gs pos="57143">
                  <a:srgbClr val="ABACAC">
                    <a:alpha val="610"/>
                  </a:srgbClr>
                </a:gs>
                <a:gs pos="71429">
                  <a:srgbClr val="ABACAC">
                    <a:alpha val="286"/>
                  </a:srgbClr>
                </a:gs>
                <a:gs pos="85714">
                  <a:srgbClr val="ABACAC">
                    <a:alpha val="113"/>
                  </a:srgbClr>
                </a:gs>
                <a:gs pos="100000">
                  <a:srgbClr val="ABACAC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-10426617">
              <a:off x="2963132" y="157881"/>
              <a:ext cx="292055" cy="149439"/>
            </a:xfrm>
            <a:prstGeom prst="ellipse">
              <a:avLst/>
            </a:prstGeom>
            <a:gradFill>
              <a:gsLst>
                <a:gs pos="0">
                  <a:srgbClr val="B1B1B2">
                    <a:alpha val="3490"/>
                  </a:srgbClr>
                </a:gs>
                <a:gs pos="14286">
                  <a:srgbClr val="B1B1B2">
                    <a:alpha val="3212"/>
                  </a:srgbClr>
                </a:gs>
                <a:gs pos="28571">
                  <a:srgbClr val="B1B1B2">
                    <a:alpha val="2503"/>
                  </a:srgbClr>
                </a:gs>
                <a:gs pos="42857">
                  <a:srgbClr val="B1B1B2">
                    <a:alpha val="1649"/>
                  </a:srgbClr>
                </a:gs>
                <a:gs pos="57143">
                  <a:srgbClr val="B1B1B2">
                    <a:alpha val="917"/>
                  </a:srgbClr>
                </a:gs>
                <a:gs pos="71429">
                  <a:srgbClr val="B1B1B2">
                    <a:alpha val="430"/>
                  </a:srgbClr>
                </a:gs>
                <a:gs pos="85714">
                  <a:srgbClr val="B1B1B2">
                    <a:alpha val="170"/>
                  </a:srgbClr>
                </a:gs>
                <a:gs pos="100000">
                  <a:srgbClr val="B1B1B2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-8691491">
              <a:off x="1902605" y="1001933"/>
              <a:ext cx="500569" cy="79014"/>
            </a:xfrm>
            <a:prstGeom prst="ellipse">
              <a:avLst/>
            </a:prstGeom>
            <a:gradFill>
              <a:gsLst>
                <a:gs pos="0">
                  <a:srgbClr val="000901">
                    <a:alpha val="32785"/>
                  </a:srgbClr>
                </a:gs>
                <a:gs pos="14286">
                  <a:srgbClr val="000901">
                    <a:alpha val="30590"/>
                  </a:srgbClr>
                </a:gs>
                <a:gs pos="28571">
                  <a:srgbClr val="000901">
                    <a:alpha val="24687"/>
                  </a:srgbClr>
                </a:gs>
                <a:gs pos="42857">
                  <a:srgbClr val="000901">
                    <a:alpha val="16970"/>
                  </a:srgbClr>
                </a:gs>
                <a:gs pos="57143">
                  <a:srgbClr val="000901">
                    <a:alpha val="9791"/>
                  </a:srgbClr>
                </a:gs>
                <a:gs pos="71429">
                  <a:srgbClr val="000901">
                    <a:alpha val="4709"/>
                  </a:srgbClr>
                </a:gs>
                <a:gs pos="85714">
                  <a:srgbClr val="000901">
                    <a:alpha val="1889"/>
                  </a:srgbClr>
                </a:gs>
                <a:gs pos="100000">
                  <a:srgbClr val="000901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6077394">
              <a:off x="2123067" y="2145792"/>
              <a:ext cx="77630" cy="64078"/>
            </a:xfrm>
            <a:prstGeom prst="ellipse">
              <a:avLst/>
            </a:prstGeom>
            <a:gradFill>
              <a:gsLst>
                <a:gs pos="0">
                  <a:srgbClr val="413F41">
                    <a:alpha val="14348"/>
                  </a:srgbClr>
                </a:gs>
                <a:gs pos="14286">
                  <a:srgbClr val="413F41">
                    <a:alpha val="13268"/>
                  </a:srgbClr>
                </a:gs>
                <a:gs pos="28571">
                  <a:srgbClr val="413F41">
                    <a:alpha val="10464"/>
                  </a:srgbClr>
                </a:gs>
                <a:gs pos="42857">
                  <a:srgbClr val="413F41">
                    <a:alpha val="6993"/>
                  </a:srgbClr>
                </a:gs>
                <a:gs pos="57143">
                  <a:srgbClr val="413F41">
                    <a:alpha val="3937"/>
                  </a:srgbClr>
                </a:gs>
                <a:gs pos="71429">
                  <a:srgbClr val="413F41">
                    <a:alpha val="1863"/>
                  </a:srgbClr>
                </a:gs>
                <a:gs pos="85714">
                  <a:srgbClr val="413F41">
                    <a:alpha val="741"/>
                  </a:srgbClr>
                </a:gs>
                <a:gs pos="100000">
                  <a:srgbClr val="413F41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-10424720">
              <a:off x="635053" y="613816"/>
              <a:ext cx="174576" cy="42595"/>
            </a:xfrm>
            <a:prstGeom prst="ellipse">
              <a:avLst/>
            </a:prstGeom>
            <a:gradFill>
              <a:gsLst>
                <a:gs pos="0">
                  <a:srgbClr val="1B161A">
                    <a:alpha val="32968"/>
                  </a:srgbClr>
                </a:gs>
                <a:gs pos="14286">
                  <a:srgbClr val="1B161A">
                    <a:alpha val="30764"/>
                  </a:srgbClr>
                </a:gs>
                <a:gs pos="28571">
                  <a:srgbClr val="1B161A">
                    <a:alpha val="24833"/>
                  </a:srgbClr>
                </a:gs>
                <a:gs pos="42857">
                  <a:srgbClr val="1B161A">
                    <a:alpha val="17075"/>
                  </a:srgbClr>
                </a:gs>
                <a:gs pos="57143">
                  <a:srgbClr val="1B161A">
                    <a:alpha val="9855"/>
                  </a:srgbClr>
                </a:gs>
                <a:gs pos="71429">
                  <a:srgbClr val="1B161A">
                    <a:alpha val="4740"/>
                  </a:srgbClr>
                </a:gs>
                <a:gs pos="85714">
                  <a:srgbClr val="1B161A">
                    <a:alpha val="1902"/>
                  </a:srgbClr>
                </a:gs>
                <a:gs pos="100000">
                  <a:srgbClr val="1B16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5035287">
              <a:off x="3406988" y="162048"/>
              <a:ext cx="46379" cy="31079"/>
            </a:xfrm>
            <a:prstGeom prst="ellipse">
              <a:avLst/>
            </a:prstGeom>
            <a:gradFill>
              <a:gsLst>
                <a:gs pos="0">
                  <a:srgbClr val="F5F5F7">
                    <a:alpha val="32968"/>
                  </a:srgbClr>
                </a:gs>
                <a:gs pos="14286">
                  <a:srgbClr val="F5F5F7">
                    <a:alpha val="30764"/>
                  </a:srgbClr>
                </a:gs>
                <a:gs pos="28571">
                  <a:srgbClr val="F5F5F7">
                    <a:alpha val="24833"/>
                  </a:srgbClr>
                </a:gs>
                <a:gs pos="42857">
                  <a:srgbClr val="F5F5F7">
                    <a:alpha val="17075"/>
                  </a:srgbClr>
                </a:gs>
                <a:gs pos="57143">
                  <a:srgbClr val="F5F5F7">
                    <a:alpha val="9855"/>
                  </a:srgbClr>
                </a:gs>
                <a:gs pos="71429">
                  <a:srgbClr val="F5F5F7">
                    <a:alpha val="4740"/>
                  </a:srgbClr>
                </a:gs>
                <a:gs pos="85714">
                  <a:srgbClr val="F5F5F7">
                    <a:alpha val="1902"/>
                  </a:srgbClr>
                </a:gs>
                <a:gs pos="100000">
                  <a:srgbClr val="F5F5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4457873">
              <a:off x="551460" y="750819"/>
              <a:ext cx="294818" cy="67052"/>
            </a:xfrm>
            <a:prstGeom prst="ellipse">
              <a:avLst/>
            </a:prstGeom>
            <a:gradFill>
              <a:gsLst>
                <a:gs pos="0">
                  <a:srgbClr val="9C9C9C">
                    <a:alpha val="18597"/>
                  </a:srgbClr>
                </a:gs>
                <a:gs pos="14286">
                  <a:srgbClr val="9C9C9C">
                    <a:alpha val="17231"/>
                  </a:srgbClr>
                </a:gs>
                <a:gs pos="28571">
                  <a:srgbClr val="9C9C9C">
                    <a:alpha val="13657"/>
                  </a:srgbClr>
                </a:gs>
                <a:gs pos="42857">
                  <a:srgbClr val="9C9C9C">
                    <a:alpha val="9182"/>
                  </a:srgbClr>
                </a:gs>
                <a:gs pos="57143">
                  <a:srgbClr val="9C9C9C">
                    <a:alpha val="5197"/>
                  </a:srgbClr>
                </a:gs>
                <a:gs pos="71429">
                  <a:srgbClr val="9C9C9C">
                    <a:alpha val="2467"/>
                  </a:srgbClr>
                </a:gs>
                <a:gs pos="85714">
                  <a:srgbClr val="9C9C9C">
                    <a:alpha val="983"/>
                  </a:srgbClr>
                </a:gs>
                <a:gs pos="100000">
                  <a:srgbClr val="9C9C9C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6433853">
              <a:off x="1736461" y="1560252"/>
              <a:ext cx="213545" cy="126415"/>
            </a:xfrm>
            <a:prstGeom prst="ellipse">
              <a:avLst/>
            </a:prstGeom>
            <a:gradFill>
              <a:gsLst>
                <a:gs pos="0">
                  <a:srgbClr val="838383">
                    <a:alpha val="32968"/>
                  </a:srgbClr>
                </a:gs>
                <a:gs pos="14286">
                  <a:srgbClr val="838383">
                    <a:alpha val="30764"/>
                  </a:srgbClr>
                </a:gs>
                <a:gs pos="28571">
                  <a:srgbClr val="838383">
                    <a:alpha val="24833"/>
                  </a:srgbClr>
                </a:gs>
                <a:gs pos="42857">
                  <a:srgbClr val="838383">
                    <a:alpha val="17075"/>
                  </a:srgbClr>
                </a:gs>
                <a:gs pos="57143">
                  <a:srgbClr val="838383">
                    <a:alpha val="9855"/>
                  </a:srgbClr>
                </a:gs>
                <a:gs pos="71429">
                  <a:srgbClr val="838383">
                    <a:alpha val="4740"/>
                  </a:srgbClr>
                </a:gs>
                <a:gs pos="85714">
                  <a:srgbClr val="838383">
                    <a:alpha val="1902"/>
                  </a:srgbClr>
                </a:gs>
                <a:gs pos="100000">
                  <a:srgbClr val="83838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6589256">
              <a:off x="2108356" y="692912"/>
              <a:ext cx="355076" cy="160561"/>
            </a:xfrm>
            <a:prstGeom prst="ellipse">
              <a:avLst/>
            </a:prstGeom>
            <a:gradFill>
              <a:gsLst>
                <a:gs pos="0">
                  <a:srgbClr val="C2C1C2">
                    <a:alpha val="15736"/>
                  </a:srgbClr>
                </a:gs>
                <a:gs pos="14286">
                  <a:srgbClr val="C2C1C2">
                    <a:alpha val="14561"/>
                  </a:srgbClr>
                </a:gs>
                <a:gs pos="28571">
                  <a:srgbClr val="C2C1C2">
                    <a:alpha val="11502"/>
                  </a:srgbClr>
                </a:gs>
                <a:gs pos="42857">
                  <a:srgbClr val="C2C1C2">
                    <a:alpha val="7702"/>
                  </a:srgbClr>
                </a:gs>
                <a:gs pos="57143">
                  <a:srgbClr val="C2C1C2">
                    <a:alpha val="4344"/>
                  </a:srgbClr>
                </a:gs>
                <a:gs pos="71429">
                  <a:srgbClr val="C2C1C2">
                    <a:alpha val="2057"/>
                  </a:srgbClr>
                </a:gs>
                <a:gs pos="85714">
                  <a:srgbClr val="C2C1C2">
                    <a:alpha val="819"/>
                  </a:srgbClr>
                </a:gs>
                <a:gs pos="100000">
                  <a:srgbClr val="C2C1C2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6147103">
              <a:off x="391148" y="1569995"/>
              <a:ext cx="175554" cy="81592"/>
            </a:xfrm>
            <a:prstGeom prst="ellipse">
              <a:avLst/>
            </a:prstGeom>
            <a:gradFill>
              <a:gsLst>
                <a:gs pos="0">
                  <a:srgbClr val="474148">
                    <a:alpha val="23502"/>
                  </a:srgbClr>
                </a:gs>
                <a:gs pos="14286">
                  <a:srgbClr val="474148">
                    <a:alpha val="21827"/>
                  </a:srgbClr>
                </a:gs>
                <a:gs pos="28571">
                  <a:srgbClr val="474148">
                    <a:alpha val="17403"/>
                  </a:srgbClr>
                </a:gs>
                <a:gs pos="42857">
                  <a:srgbClr val="474148">
                    <a:alpha val="11786"/>
                  </a:srgbClr>
                </a:gs>
                <a:gs pos="57143">
                  <a:srgbClr val="474148">
                    <a:alpha val="6713"/>
                  </a:srgbClr>
                </a:gs>
                <a:gs pos="71429">
                  <a:srgbClr val="474148">
                    <a:alpha val="3200"/>
                  </a:srgbClr>
                </a:gs>
                <a:gs pos="85714">
                  <a:srgbClr val="474148">
                    <a:alpha val="1278"/>
                  </a:srgbClr>
                </a:gs>
                <a:gs pos="100000">
                  <a:srgbClr val="474148">
                    <a:alpha val="4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4886192">
              <a:off x="3262444" y="9273"/>
              <a:ext cx="469207" cy="139668"/>
            </a:xfrm>
            <a:prstGeom prst="ellipse">
              <a:avLst/>
            </a:prstGeom>
            <a:gradFill>
              <a:gsLst>
                <a:gs pos="0">
                  <a:srgbClr val="ACABAB">
                    <a:alpha val="19494"/>
                  </a:srgbClr>
                </a:gs>
                <a:gs pos="14286">
                  <a:srgbClr val="ACABAB">
                    <a:alpha val="18070"/>
                  </a:srgbClr>
                </a:gs>
                <a:gs pos="28571">
                  <a:srgbClr val="ACABAB">
                    <a:alpha val="14337"/>
                  </a:srgbClr>
                </a:gs>
                <a:gs pos="42857">
                  <a:srgbClr val="ACABAB">
                    <a:alpha val="9652"/>
                  </a:srgbClr>
                </a:gs>
                <a:gs pos="57143">
                  <a:srgbClr val="ACABAB">
                    <a:alpha val="5469"/>
                  </a:srgbClr>
                </a:gs>
                <a:gs pos="71429">
                  <a:srgbClr val="ACABAB">
                    <a:alpha val="2598"/>
                  </a:srgbClr>
                </a:gs>
                <a:gs pos="85714">
                  <a:srgbClr val="ACABAB">
                    <a:alpha val="1036"/>
                  </a:srgbClr>
                </a:gs>
                <a:gs pos="100000">
                  <a:srgbClr val="ACABAB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5440301">
              <a:off x="1947403" y="2946964"/>
              <a:ext cx="276657" cy="212122"/>
            </a:xfrm>
            <a:prstGeom prst="ellipse">
              <a:avLst/>
            </a:prstGeom>
            <a:gradFill>
              <a:gsLst>
                <a:gs pos="0">
                  <a:srgbClr val="A4A5A4">
                    <a:alpha val="16034"/>
                  </a:srgbClr>
                </a:gs>
                <a:gs pos="14286">
                  <a:srgbClr val="A4A5A4">
                    <a:alpha val="14839"/>
                  </a:srgbClr>
                </a:gs>
                <a:gs pos="28571">
                  <a:srgbClr val="A4A5A4">
                    <a:alpha val="11725"/>
                  </a:srgbClr>
                </a:gs>
                <a:gs pos="42857">
                  <a:srgbClr val="A4A5A4">
                    <a:alpha val="7855"/>
                  </a:srgbClr>
                </a:gs>
                <a:gs pos="57143">
                  <a:srgbClr val="A4A5A4">
                    <a:alpha val="4432"/>
                  </a:srgbClr>
                </a:gs>
                <a:gs pos="71429">
                  <a:srgbClr val="A4A5A4">
                    <a:alpha val="2099"/>
                  </a:srgbClr>
                </a:gs>
                <a:gs pos="85714">
                  <a:srgbClr val="A4A5A4">
                    <a:alpha val="835"/>
                  </a:srgbClr>
                </a:gs>
                <a:gs pos="100000">
                  <a:srgbClr val="A4A5A4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5230211">
              <a:off x="1449907" y="2858282"/>
              <a:ext cx="299298" cy="126338"/>
            </a:xfrm>
            <a:prstGeom prst="ellipse">
              <a:avLst/>
            </a:prstGeom>
            <a:gradFill>
              <a:gsLst>
                <a:gs pos="0">
                  <a:srgbClr val="C9C9C9">
                    <a:alpha val="31363"/>
                  </a:srgbClr>
                </a:gs>
                <a:gs pos="14286">
                  <a:srgbClr val="C9C9C9">
                    <a:alpha val="29241"/>
                  </a:srgbClr>
                </a:gs>
                <a:gs pos="28571">
                  <a:srgbClr val="C9C9C9">
                    <a:alpha val="23553"/>
                  </a:srgbClr>
                </a:gs>
                <a:gs pos="42857">
                  <a:srgbClr val="C9C9C9">
                    <a:alpha val="16152"/>
                  </a:srgbClr>
                </a:gs>
                <a:gs pos="57143">
                  <a:srgbClr val="C9C9C9">
                    <a:alpha val="9300"/>
                  </a:srgbClr>
                </a:gs>
                <a:gs pos="71429">
                  <a:srgbClr val="C9C9C9">
                    <a:alpha val="4466"/>
                  </a:srgbClr>
                </a:gs>
                <a:gs pos="85714">
                  <a:srgbClr val="C9C9C9">
                    <a:alpha val="1791"/>
                  </a:srgbClr>
                </a:gs>
                <a:gs pos="100000">
                  <a:srgbClr val="C9C9C9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4633162">
              <a:off x="2873307" y="80276"/>
              <a:ext cx="57592" cy="36792"/>
            </a:xfrm>
            <a:prstGeom prst="ellipse">
              <a:avLst/>
            </a:prstGeom>
            <a:gradFill>
              <a:gsLst>
                <a:gs pos="0">
                  <a:srgbClr val="D9D8D8">
                    <a:alpha val="9685"/>
                  </a:srgbClr>
                </a:gs>
                <a:gs pos="14286">
                  <a:srgbClr val="D9D8D8">
                    <a:alpha val="8938"/>
                  </a:srgbClr>
                </a:gs>
                <a:gs pos="28571">
                  <a:srgbClr val="D9D8D8">
                    <a:alpha val="7011"/>
                  </a:srgbClr>
                </a:gs>
                <a:gs pos="42857">
                  <a:srgbClr val="D9D8D8">
                    <a:alpha val="4656"/>
                  </a:srgbClr>
                </a:gs>
                <a:gs pos="57143">
                  <a:srgbClr val="D9D8D8">
                    <a:alpha val="2607"/>
                  </a:srgbClr>
                </a:gs>
                <a:gs pos="71429">
                  <a:srgbClr val="D9D8D8">
                    <a:alpha val="1229"/>
                  </a:srgbClr>
                </a:gs>
                <a:gs pos="85714">
                  <a:srgbClr val="D9D8D8">
                    <a:alpha val="488"/>
                  </a:srgbClr>
                </a:gs>
                <a:gs pos="100000">
                  <a:srgbClr val="D9D8D8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5930962">
              <a:off x="1577449" y="2265129"/>
              <a:ext cx="178185" cy="96112"/>
            </a:xfrm>
            <a:prstGeom prst="ellipse">
              <a:avLst/>
            </a:prstGeom>
            <a:gradFill>
              <a:gsLst>
                <a:gs pos="0">
                  <a:srgbClr val="C9C8C9">
                    <a:alpha val="19485"/>
                  </a:srgbClr>
                </a:gs>
                <a:gs pos="14286">
                  <a:srgbClr val="C9C8C9">
                    <a:alpha val="18061"/>
                  </a:srgbClr>
                </a:gs>
                <a:gs pos="28571">
                  <a:srgbClr val="C9C8C9">
                    <a:alpha val="14330"/>
                  </a:srgbClr>
                </a:gs>
                <a:gs pos="42857">
                  <a:srgbClr val="C9C8C9">
                    <a:alpha val="9647"/>
                  </a:srgbClr>
                </a:gs>
                <a:gs pos="57143">
                  <a:srgbClr val="C9C8C9">
                    <a:alpha val="5466"/>
                  </a:srgbClr>
                </a:gs>
                <a:gs pos="71429">
                  <a:srgbClr val="C9C8C9">
                    <a:alpha val="2597"/>
                  </a:srgbClr>
                </a:gs>
                <a:gs pos="85714">
                  <a:srgbClr val="C9C8C9">
                    <a:alpha val="1035"/>
                  </a:srgbClr>
                </a:gs>
                <a:gs pos="100000">
                  <a:srgbClr val="C9C8C9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3843144">
              <a:off x="440231" y="498863"/>
              <a:ext cx="321069" cy="157172"/>
            </a:xfrm>
            <a:prstGeom prst="ellipse">
              <a:avLst/>
            </a:prstGeom>
            <a:gradFill>
              <a:gsLst>
                <a:gs pos="0">
                  <a:srgbClr val="A8A9A9">
                    <a:alpha val="6994"/>
                  </a:srgbClr>
                </a:gs>
                <a:gs pos="14286">
                  <a:srgbClr val="A8A9A9">
                    <a:alpha val="6447"/>
                  </a:srgbClr>
                </a:gs>
                <a:gs pos="28571">
                  <a:srgbClr val="A8A9A9">
                    <a:alpha val="5043"/>
                  </a:srgbClr>
                </a:gs>
                <a:gs pos="42857">
                  <a:srgbClr val="A8A9A9">
                    <a:alpha val="3337"/>
                  </a:srgbClr>
                </a:gs>
                <a:gs pos="57143">
                  <a:srgbClr val="A8A9A9">
                    <a:alpha val="1863"/>
                  </a:srgbClr>
                </a:gs>
                <a:gs pos="71429">
                  <a:srgbClr val="A8A9A9">
                    <a:alpha val="876"/>
                  </a:srgbClr>
                </a:gs>
                <a:gs pos="85714">
                  <a:srgbClr val="A8A9A9">
                    <a:alpha val="348"/>
                  </a:srgbClr>
                </a:gs>
                <a:gs pos="100000">
                  <a:srgbClr val="A8A9A9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6081451">
              <a:off x="561815" y="541403"/>
              <a:ext cx="189666" cy="52532"/>
            </a:xfrm>
            <a:prstGeom prst="ellipse">
              <a:avLst/>
            </a:prstGeom>
            <a:gradFill>
              <a:gsLst>
                <a:gs pos="0">
                  <a:srgbClr val="C8C8C7">
                    <a:alpha val="16896"/>
                  </a:srgbClr>
                </a:gs>
                <a:gs pos="14286">
                  <a:srgbClr val="C8C8C7">
                    <a:alpha val="15643"/>
                  </a:srgbClr>
                </a:gs>
                <a:gs pos="28571">
                  <a:srgbClr val="C8C8C7">
                    <a:alpha val="12373"/>
                  </a:srgbClr>
                </a:gs>
                <a:gs pos="42857">
                  <a:srgbClr val="C8C8C7">
                    <a:alpha val="8299"/>
                  </a:srgbClr>
                </a:gs>
                <a:gs pos="57143">
                  <a:srgbClr val="C8C8C7">
                    <a:alpha val="4687"/>
                  </a:srgbClr>
                </a:gs>
                <a:gs pos="71429">
                  <a:srgbClr val="C8C8C7">
                    <a:alpha val="2222"/>
                  </a:srgbClr>
                </a:gs>
                <a:gs pos="85714">
                  <a:srgbClr val="C8C8C7">
                    <a:alpha val="885"/>
                  </a:srgbClr>
                </a:gs>
                <a:gs pos="100000">
                  <a:srgbClr val="C8C8C7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4676446">
              <a:off x="2133456" y="2437055"/>
              <a:ext cx="78535" cy="454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5016946">
              <a:off x="2485028" y="1139905"/>
              <a:ext cx="91623" cy="52579"/>
            </a:xfrm>
            <a:prstGeom prst="ellipse">
              <a:avLst/>
            </a:prstGeom>
            <a:gradFill>
              <a:gsLst>
                <a:gs pos="0">
                  <a:srgbClr val="E8E9E9">
                    <a:alpha val="27365"/>
                  </a:srgbClr>
                </a:gs>
                <a:gs pos="14286">
                  <a:srgbClr val="E8E9E9">
                    <a:alpha val="25462"/>
                  </a:srgbClr>
                </a:gs>
                <a:gs pos="28571">
                  <a:srgbClr val="E8E9E9">
                    <a:alpha val="20401"/>
                  </a:srgbClr>
                </a:gs>
                <a:gs pos="42857">
                  <a:srgbClr val="E8E9E9">
                    <a:alpha val="13900"/>
                  </a:srgbClr>
                </a:gs>
                <a:gs pos="57143">
                  <a:srgbClr val="E8E9E9">
                    <a:alpha val="7958"/>
                  </a:srgbClr>
                </a:gs>
                <a:gs pos="71429">
                  <a:srgbClr val="E8E9E9">
                    <a:alpha val="3807"/>
                  </a:srgbClr>
                </a:gs>
                <a:gs pos="85714">
                  <a:srgbClr val="E8E9E9">
                    <a:alpha val="1523"/>
                  </a:srgbClr>
                </a:gs>
                <a:gs pos="100000">
                  <a:srgbClr val="E8E9E9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9612687">
              <a:off x="1848197" y="3027829"/>
              <a:ext cx="176334" cy="58610"/>
            </a:xfrm>
            <a:prstGeom prst="ellipse">
              <a:avLst/>
            </a:prstGeom>
            <a:gradFill>
              <a:gsLst>
                <a:gs pos="0">
                  <a:srgbClr val="100002">
                    <a:alpha val="32958"/>
                  </a:srgbClr>
                </a:gs>
                <a:gs pos="14286">
                  <a:srgbClr val="100002">
                    <a:alpha val="30755"/>
                  </a:srgbClr>
                </a:gs>
                <a:gs pos="28571">
                  <a:srgbClr val="100002">
                    <a:alpha val="24825"/>
                  </a:srgbClr>
                </a:gs>
                <a:gs pos="42857">
                  <a:srgbClr val="100002">
                    <a:alpha val="17070"/>
                  </a:srgbClr>
                </a:gs>
                <a:gs pos="57143">
                  <a:srgbClr val="100002">
                    <a:alpha val="9851"/>
                  </a:srgbClr>
                </a:gs>
                <a:gs pos="71429">
                  <a:srgbClr val="100002">
                    <a:alpha val="4739"/>
                  </a:srgbClr>
                </a:gs>
                <a:gs pos="85714">
                  <a:srgbClr val="100002">
                    <a:alpha val="1901"/>
                  </a:srgbClr>
                </a:gs>
                <a:gs pos="100000">
                  <a:srgbClr val="1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6714847">
              <a:off x="864536" y="604551"/>
              <a:ext cx="296704" cy="41368"/>
            </a:xfrm>
            <a:prstGeom prst="ellipse">
              <a:avLst/>
            </a:prstGeom>
            <a:gradFill>
              <a:gsLst>
                <a:gs pos="0">
                  <a:srgbClr val="FFFFFF">
                    <a:alpha val="4512"/>
                  </a:srgbClr>
                </a:gs>
                <a:gs pos="14286">
                  <a:srgbClr val="FFFFFF">
                    <a:alpha val="4155"/>
                  </a:srgbClr>
                </a:gs>
                <a:gs pos="28571">
                  <a:srgbClr val="FFFFFF">
                    <a:alpha val="3241"/>
                  </a:srgbClr>
                </a:gs>
                <a:gs pos="42857">
                  <a:srgbClr val="FFFFFF">
                    <a:alpha val="2138"/>
                  </a:srgbClr>
                </a:gs>
                <a:gs pos="57143">
                  <a:srgbClr val="FFFFFF">
                    <a:alpha val="1190"/>
                  </a:srgbClr>
                </a:gs>
                <a:gs pos="71429">
                  <a:srgbClr val="FFFFFF">
                    <a:alpha val="559"/>
                  </a:srgbClr>
                </a:gs>
                <a:gs pos="85714">
                  <a:srgbClr val="FFFFFF">
                    <a:alpha val="221"/>
                  </a:srgbClr>
                </a:gs>
                <a:gs pos="100000">
                  <a:srgbClr val="FFFFFF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3455177">
              <a:off x="727338" y="3097739"/>
              <a:ext cx="112931" cy="81420"/>
            </a:xfrm>
            <a:prstGeom prst="ellipse">
              <a:avLst/>
            </a:prstGeom>
            <a:gradFill>
              <a:gsLst>
                <a:gs pos="0">
                  <a:srgbClr val="484849">
                    <a:alpha val="25134"/>
                  </a:srgbClr>
                </a:gs>
                <a:gs pos="14286">
                  <a:srgbClr val="484849">
                    <a:alpha val="23360"/>
                  </a:srgbClr>
                </a:gs>
                <a:gs pos="28571">
                  <a:srgbClr val="484849">
                    <a:alpha val="18664"/>
                  </a:srgbClr>
                </a:gs>
                <a:gs pos="42857">
                  <a:srgbClr val="484849">
                    <a:alpha val="12672"/>
                  </a:srgbClr>
                </a:gs>
                <a:gs pos="57143">
                  <a:srgbClr val="484849">
                    <a:alpha val="7233"/>
                  </a:srgbClr>
                </a:gs>
                <a:gs pos="71429">
                  <a:srgbClr val="484849">
                    <a:alpha val="3453"/>
                  </a:srgbClr>
                </a:gs>
                <a:gs pos="85714">
                  <a:srgbClr val="484849">
                    <a:alpha val="1380"/>
                  </a:srgbClr>
                </a:gs>
                <a:gs pos="100000">
                  <a:srgbClr val="484849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7595602">
              <a:off x="3327051" y="2893247"/>
              <a:ext cx="508259" cy="46776"/>
            </a:xfrm>
            <a:prstGeom prst="ellipse">
              <a:avLst/>
            </a:prstGeom>
            <a:gradFill>
              <a:gsLst>
                <a:gs pos="0">
                  <a:srgbClr val="A3A4A4">
                    <a:alpha val="3686"/>
                  </a:srgbClr>
                </a:gs>
                <a:gs pos="14286">
                  <a:srgbClr val="A3A4A4">
                    <a:alpha val="3393"/>
                  </a:srgbClr>
                </a:gs>
                <a:gs pos="28571">
                  <a:srgbClr val="A3A4A4">
                    <a:alpha val="2645"/>
                  </a:srgbClr>
                </a:gs>
                <a:gs pos="42857">
                  <a:srgbClr val="A3A4A4">
                    <a:alpha val="1743"/>
                  </a:srgbClr>
                </a:gs>
                <a:gs pos="57143">
                  <a:srgbClr val="A3A4A4">
                    <a:alpha val="969"/>
                  </a:srgbClr>
                </a:gs>
                <a:gs pos="71429">
                  <a:srgbClr val="A3A4A4">
                    <a:alpha val="455"/>
                  </a:srgbClr>
                </a:gs>
                <a:gs pos="85714">
                  <a:srgbClr val="A3A4A4">
                    <a:alpha val="180"/>
                  </a:srgbClr>
                </a:gs>
                <a:gs pos="100000">
                  <a:srgbClr val="A3A4A4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2903841">
              <a:off x="1386282" y="2522272"/>
              <a:ext cx="498882" cy="143300"/>
            </a:xfrm>
            <a:prstGeom prst="ellipse">
              <a:avLst/>
            </a:prstGeom>
            <a:gradFill>
              <a:gsLst>
                <a:gs pos="0">
                  <a:srgbClr val="A1A2A2">
                    <a:alpha val="18889"/>
                  </a:srgbClr>
                </a:gs>
                <a:gs pos="14286">
                  <a:srgbClr val="A1A2A2">
                    <a:alpha val="17504"/>
                  </a:srgbClr>
                </a:gs>
                <a:gs pos="28571">
                  <a:srgbClr val="A1A2A2">
                    <a:alpha val="13878"/>
                  </a:srgbClr>
                </a:gs>
                <a:gs pos="42857">
                  <a:srgbClr val="A1A2A2">
                    <a:alpha val="9335"/>
                  </a:srgbClr>
                </a:gs>
                <a:gs pos="57143">
                  <a:srgbClr val="A1A2A2">
                    <a:alpha val="5285"/>
                  </a:srgbClr>
                </a:gs>
                <a:gs pos="71429">
                  <a:srgbClr val="A1A2A2">
                    <a:alpha val="2510"/>
                  </a:srgbClr>
                </a:gs>
                <a:gs pos="85714">
                  <a:srgbClr val="A1A2A2">
                    <a:alpha val="1000"/>
                  </a:srgbClr>
                </a:gs>
                <a:gs pos="100000">
                  <a:srgbClr val="A1A2A2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10074833">
              <a:off x="91521" y="1145554"/>
              <a:ext cx="150268" cy="112638"/>
            </a:xfrm>
            <a:prstGeom prst="ellipse">
              <a:avLst/>
            </a:prstGeom>
            <a:gradFill>
              <a:gsLst>
                <a:gs pos="0">
                  <a:srgbClr val="3D3F41">
                    <a:alpha val="19064"/>
                  </a:srgbClr>
                </a:gs>
                <a:gs pos="14286">
                  <a:srgbClr val="3D3F41">
                    <a:alpha val="17667"/>
                  </a:srgbClr>
                </a:gs>
                <a:gs pos="28571">
                  <a:srgbClr val="3D3F41">
                    <a:alpha val="14010"/>
                  </a:srgbClr>
                </a:gs>
                <a:gs pos="42857">
                  <a:srgbClr val="3D3F41">
                    <a:alpha val="9426"/>
                  </a:srgbClr>
                </a:gs>
                <a:gs pos="57143">
                  <a:srgbClr val="3D3F41">
                    <a:alpha val="5338"/>
                  </a:srgbClr>
                </a:gs>
                <a:gs pos="71429">
                  <a:srgbClr val="3D3F41">
                    <a:alpha val="2535"/>
                  </a:srgbClr>
                </a:gs>
                <a:gs pos="85714">
                  <a:srgbClr val="3D3F41">
                    <a:alpha val="1010"/>
                  </a:srgbClr>
                </a:gs>
                <a:gs pos="100000">
                  <a:srgbClr val="3D3F41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4249019">
              <a:off x="1985830" y="3516667"/>
              <a:ext cx="248082" cy="120157"/>
            </a:xfrm>
            <a:prstGeom prst="ellipse">
              <a:avLst/>
            </a:prstGeom>
            <a:gradFill>
              <a:gsLst>
                <a:gs pos="0">
                  <a:srgbClr val="BDBCBE">
                    <a:alpha val="29981"/>
                  </a:srgbClr>
                </a:gs>
                <a:gs pos="14286">
                  <a:srgbClr val="BDBCBE">
                    <a:alpha val="27933"/>
                  </a:srgbClr>
                </a:gs>
                <a:gs pos="28571">
                  <a:srgbClr val="BDBCBE">
                    <a:alpha val="22457"/>
                  </a:srgbClr>
                </a:gs>
                <a:gs pos="42857">
                  <a:srgbClr val="BDBCBE">
                    <a:alpha val="15366"/>
                  </a:srgbClr>
                </a:gs>
                <a:gs pos="57143">
                  <a:srgbClr val="BDBCBE">
                    <a:alpha val="8830"/>
                  </a:srgbClr>
                </a:gs>
                <a:gs pos="71429">
                  <a:srgbClr val="BDBCBE">
                    <a:alpha val="4235"/>
                  </a:srgbClr>
                </a:gs>
                <a:gs pos="85714">
                  <a:srgbClr val="BDBCBE">
                    <a:alpha val="1697"/>
                  </a:srgbClr>
                </a:gs>
                <a:gs pos="100000">
                  <a:srgbClr val="BDBCBE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3774018">
              <a:off x="808794" y="3273986"/>
              <a:ext cx="147597" cy="466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4302603">
              <a:off x="2260781" y="26597"/>
              <a:ext cx="119943" cy="80861"/>
            </a:xfrm>
            <a:prstGeom prst="ellipse">
              <a:avLst/>
            </a:prstGeom>
            <a:gradFill>
              <a:gsLst>
                <a:gs pos="0">
                  <a:srgbClr val="1D1404">
                    <a:alpha val="7227"/>
                  </a:srgbClr>
                </a:gs>
                <a:gs pos="14286">
                  <a:srgbClr val="1D1404">
                    <a:alpha val="6662"/>
                  </a:srgbClr>
                </a:gs>
                <a:gs pos="28571">
                  <a:srgbClr val="1D1404">
                    <a:alpha val="5213"/>
                  </a:srgbClr>
                </a:gs>
                <a:gs pos="42857">
                  <a:srgbClr val="1D1404">
                    <a:alpha val="3450"/>
                  </a:srgbClr>
                </a:gs>
                <a:gs pos="57143">
                  <a:srgbClr val="1D1404">
                    <a:alpha val="1927"/>
                  </a:srgbClr>
                </a:gs>
                <a:gs pos="71429">
                  <a:srgbClr val="1D1404">
                    <a:alpha val="907"/>
                  </a:srgbClr>
                </a:gs>
                <a:gs pos="85714">
                  <a:srgbClr val="1D1404">
                    <a:alpha val="359"/>
                  </a:srgbClr>
                </a:gs>
                <a:gs pos="100000">
                  <a:srgbClr val="1D1404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2893664">
              <a:off x="411329" y="1800978"/>
              <a:ext cx="221410" cy="53551"/>
            </a:xfrm>
            <a:prstGeom prst="ellipse">
              <a:avLst/>
            </a:prstGeom>
            <a:gradFill>
              <a:gsLst>
                <a:gs pos="0">
                  <a:srgbClr val="BABBBB">
                    <a:alpha val="1553"/>
                  </a:srgbClr>
                </a:gs>
                <a:gs pos="14286">
                  <a:srgbClr val="BABBBB">
                    <a:alpha val="1429"/>
                  </a:srgbClr>
                </a:gs>
                <a:gs pos="28571">
                  <a:srgbClr val="BABBBB">
                    <a:alpha val="1111"/>
                  </a:srgbClr>
                </a:gs>
                <a:gs pos="42857">
                  <a:srgbClr val="BABBBB">
                    <a:alpha val="730"/>
                  </a:srgbClr>
                </a:gs>
                <a:gs pos="57143">
                  <a:srgbClr val="BABBBB">
                    <a:alpha val="405"/>
                  </a:srgbClr>
                </a:gs>
                <a:gs pos="71429">
                  <a:srgbClr val="BABBBB">
                    <a:alpha val="190"/>
                  </a:srgbClr>
                </a:gs>
                <a:gs pos="85714">
                  <a:srgbClr val="BABBBB">
                    <a:alpha val="75"/>
                  </a:srgbClr>
                </a:gs>
                <a:gs pos="100000">
                  <a:srgbClr val="BABBBB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9999136">
              <a:off x="1170847" y="2788153"/>
              <a:ext cx="162243" cy="57887"/>
            </a:xfrm>
            <a:prstGeom prst="ellipse">
              <a:avLst/>
            </a:prstGeom>
            <a:gradFill>
              <a:gsLst>
                <a:gs pos="0">
                  <a:srgbClr val="2B2524">
                    <a:alpha val="6617"/>
                  </a:srgbClr>
                </a:gs>
                <a:gs pos="14286">
                  <a:srgbClr val="2B2524">
                    <a:alpha val="6098"/>
                  </a:srgbClr>
                </a:gs>
                <a:gs pos="28571">
                  <a:srgbClr val="2B2524">
                    <a:alpha val="4768"/>
                  </a:srgbClr>
                </a:gs>
                <a:gs pos="42857">
                  <a:srgbClr val="2B2524">
                    <a:alpha val="3154"/>
                  </a:srgbClr>
                </a:gs>
                <a:gs pos="57143">
                  <a:srgbClr val="2B2524">
                    <a:alpha val="1760"/>
                  </a:srgbClr>
                </a:gs>
                <a:gs pos="71429">
                  <a:srgbClr val="2B2524">
                    <a:alpha val="828"/>
                  </a:srgbClr>
                </a:gs>
                <a:gs pos="85714">
                  <a:srgbClr val="2B2524">
                    <a:alpha val="328"/>
                  </a:srgbClr>
                </a:gs>
                <a:gs pos="100000">
                  <a:srgbClr val="2B2524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4913620">
              <a:off x="1662879" y="2956338"/>
              <a:ext cx="255904" cy="1065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2798235">
              <a:off x="825075" y="1370130"/>
              <a:ext cx="402692" cy="51377"/>
            </a:xfrm>
            <a:prstGeom prst="ellipse">
              <a:avLst/>
            </a:prstGeom>
            <a:gradFill>
              <a:gsLst>
                <a:gs pos="0">
                  <a:srgbClr val="26252D">
                    <a:alpha val="4988"/>
                  </a:srgbClr>
                </a:gs>
                <a:gs pos="14286">
                  <a:srgbClr val="26252D">
                    <a:alpha val="4594"/>
                  </a:srgbClr>
                </a:gs>
                <a:gs pos="28571">
                  <a:srgbClr val="26252D">
                    <a:alpha val="3585"/>
                  </a:srgbClr>
                </a:gs>
                <a:gs pos="42857">
                  <a:srgbClr val="26252D">
                    <a:alpha val="2366"/>
                  </a:srgbClr>
                </a:gs>
                <a:gs pos="57143">
                  <a:srgbClr val="26252D">
                    <a:alpha val="1318"/>
                  </a:srgbClr>
                </a:gs>
                <a:gs pos="71429">
                  <a:srgbClr val="26252D">
                    <a:alpha val="619"/>
                  </a:srgbClr>
                </a:gs>
                <a:gs pos="85714">
                  <a:srgbClr val="26252D">
                    <a:alpha val="245"/>
                  </a:srgbClr>
                </a:gs>
                <a:gs pos="100000">
                  <a:srgbClr val="26252D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5400000">
              <a:off x="151439" y="2753335"/>
              <a:ext cx="15335" cy="15335"/>
            </a:xfrm>
            <a:prstGeom prst="ellipse">
              <a:avLst/>
            </a:prstGeom>
            <a:gradFill>
              <a:gsLst>
                <a:gs pos="0">
                  <a:srgbClr val="AFAFAF">
                    <a:alpha val="25024"/>
                  </a:srgbClr>
                </a:gs>
                <a:gs pos="14286">
                  <a:srgbClr val="AFAFAF">
                    <a:alpha val="23257"/>
                  </a:srgbClr>
                </a:gs>
                <a:gs pos="28571">
                  <a:srgbClr val="AFAFAF">
                    <a:alpha val="18578"/>
                  </a:srgbClr>
                </a:gs>
                <a:gs pos="42857">
                  <a:srgbClr val="AFAFAF">
                    <a:alpha val="12612"/>
                  </a:srgbClr>
                </a:gs>
                <a:gs pos="57143">
                  <a:srgbClr val="AFAFAF">
                    <a:alpha val="7198"/>
                  </a:srgbClr>
                </a:gs>
                <a:gs pos="71429">
                  <a:srgbClr val="AFAFAF">
                    <a:alpha val="3436"/>
                  </a:srgbClr>
                </a:gs>
                <a:gs pos="85714">
                  <a:srgbClr val="AFAFAF">
                    <a:alpha val="1373"/>
                  </a:srgbClr>
                </a:gs>
                <a:gs pos="100000">
                  <a:srgbClr val="AFAFAF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5741001">
              <a:off x="857338" y="552862"/>
              <a:ext cx="335017" cy="78453"/>
            </a:xfrm>
            <a:prstGeom prst="ellipse">
              <a:avLst/>
            </a:prstGeom>
            <a:gradFill>
              <a:gsLst>
                <a:gs pos="0">
                  <a:srgbClr val="FFFFFF">
                    <a:alpha val="4425"/>
                  </a:srgbClr>
                </a:gs>
                <a:gs pos="14286">
                  <a:srgbClr val="FFFFFF">
                    <a:alpha val="4075"/>
                  </a:srgbClr>
                </a:gs>
                <a:gs pos="28571">
                  <a:srgbClr val="FFFFFF">
                    <a:alpha val="3178"/>
                  </a:srgbClr>
                </a:gs>
                <a:gs pos="42857">
                  <a:srgbClr val="FFFFFF">
                    <a:alpha val="2096"/>
                  </a:srgbClr>
                </a:gs>
                <a:gs pos="57143">
                  <a:srgbClr val="FFFFFF">
                    <a:alpha val="1167"/>
                  </a:srgbClr>
                </a:gs>
                <a:gs pos="71429">
                  <a:srgbClr val="FFFFFF">
                    <a:alpha val="548"/>
                  </a:srgbClr>
                </a:gs>
                <a:gs pos="85714">
                  <a:srgbClr val="FFFFFF">
                    <a:alpha val="217"/>
                  </a:srgbClr>
                </a:gs>
                <a:gs pos="100000">
                  <a:srgbClr val="FFFFFF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5400000">
              <a:off x="189029" y="1920880"/>
              <a:ext cx="21311" cy="21311"/>
            </a:xfrm>
            <a:prstGeom prst="ellipse">
              <a:avLst/>
            </a:prstGeom>
            <a:gradFill>
              <a:gsLst>
                <a:gs pos="0">
                  <a:srgbClr val="A1A1A1">
                    <a:alpha val="23617"/>
                  </a:srgbClr>
                </a:gs>
                <a:gs pos="14286">
                  <a:srgbClr val="A1A1A1">
                    <a:alpha val="21934"/>
                  </a:srgbClr>
                </a:gs>
                <a:gs pos="28571">
                  <a:srgbClr val="A1A1A1">
                    <a:alpha val="17491"/>
                  </a:srgbClr>
                </a:gs>
                <a:gs pos="42857">
                  <a:srgbClr val="A1A1A1">
                    <a:alpha val="11848"/>
                  </a:srgbClr>
                </a:gs>
                <a:gs pos="57143">
                  <a:srgbClr val="A1A1A1">
                    <a:alpha val="6749"/>
                  </a:srgbClr>
                </a:gs>
                <a:gs pos="71429">
                  <a:srgbClr val="A1A1A1">
                    <a:alpha val="3218"/>
                  </a:srgbClr>
                </a:gs>
                <a:gs pos="85714">
                  <a:srgbClr val="A1A1A1">
                    <a:alpha val="1285"/>
                  </a:srgbClr>
                </a:gs>
                <a:gs pos="100000">
                  <a:srgbClr val="A1A1A1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9978387">
              <a:off x="818570" y="1266273"/>
              <a:ext cx="462533" cy="436767"/>
            </a:xfrm>
            <a:prstGeom prst="ellipse">
              <a:avLst/>
            </a:prstGeom>
            <a:gradFill>
              <a:gsLst>
                <a:gs pos="0">
                  <a:srgbClr val="AEAEAF">
                    <a:alpha val="2278"/>
                  </a:srgbClr>
                </a:gs>
                <a:gs pos="14286">
                  <a:srgbClr val="AEAEAF">
                    <a:alpha val="2096"/>
                  </a:srgbClr>
                </a:gs>
                <a:gs pos="28571">
                  <a:srgbClr val="AEAEAF">
                    <a:alpha val="1631"/>
                  </a:srgbClr>
                </a:gs>
                <a:gs pos="42857">
                  <a:srgbClr val="AEAEAF">
                    <a:alpha val="1073"/>
                  </a:srgbClr>
                </a:gs>
                <a:gs pos="57143">
                  <a:srgbClr val="AEAEAF">
                    <a:alpha val="596"/>
                  </a:srgbClr>
                </a:gs>
                <a:gs pos="71429">
                  <a:srgbClr val="AEAEAF">
                    <a:alpha val="279"/>
                  </a:srgbClr>
                </a:gs>
                <a:gs pos="85714">
                  <a:srgbClr val="AEAEAF">
                    <a:alpha val="111"/>
                  </a:srgbClr>
                </a:gs>
                <a:gs pos="100000">
                  <a:srgbClr val="AEAEAF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4393923">
              <a:off x="1237147" y="1556612"/>
              <a:ext cx="533867" cy="516071"/>
            </a:xfrm>
            <a:prstGeom prst="ellipse">
              <a:avLst/>
            </a:prstGeom>
            <a:gradFill>
              <a:gsLst>
                <a:gs pos="0">
                  <a:srgbClr val="919091">
                    <a:alpha val="11998"/>
                  </a:srgbClr>
                </a:gs>
                <a:gs pos="14286">
                  <a:srgbClr val="919091">
                    <a:alpha val="11084"/>
                  </a:srgbClr>
                </a:gs>
                <a:gs pos="28571">
                  <a:srgbClr val="919091">
                    <a:alpha val="8718"/>
                  </a:srgbClr>
                </a:gs>
                <a:gs pos="42857">
                  <a:srgbClr val="919091">
                    <a:alpha val="5807"/>
                  </a:srgbClr>
                </a:gs>
                <a:gs pos="57143">
                  <a:srgbClr val="919091">
                    <a:alpha val="3261"/>
                  </a:srgbClr>
                </a:gs>
                <a:gs pos="71429">
                  <a:srgbClr val="919091">
                    <a:alpha val="1540"/>
                  </a:srgbClr>
                </a:gs>
                <a:gs pos="85714">
                  <a:srgbClr val="919091">
                    <a:alpha val="612"/>
                  </a:srgbClr>
                </a:gs>
                <a:gs pos="100000">
                  <a:srgbClr val="919091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5400000">
              <a:off x="912013" y="503875"/>
              <a:ext cx="61353" cy="61353"/>
            </a:xfrm>
            <a:prstGeom prst="ellipse">
              <a:avLst/>
            </a:prstGeom>
            <a:gradFill>
              <a:gsLst>
                <a:gs pos="0">
                  <a:srgbClr val="D6D6D6">
                    <a:alpha val="13480"/>
                  </a:srgbClr>
                </a:gs>
                <a:gs pos="14286">
                  <a:srgbClr val="D6D6D6">
                    <a:alpha val="12461"/>
                  </a:srgbClr>
                </a:gs>
                <a:gs pos="28571">
                  <a:srgbClr val="D6D6D6">
                    <a:alpha val="9817"/>
                  </a:srgbClr>
                </a:gs>
                <a:gs pos="42857">
                  <a:srgbClr val="D6D6D6">
                    <a:alpha val="6553"/>
                  </a:srgbClr>
                </a:gs>
                <a:gs pos="57143">
                  <a:srgbClr val="D6D6D6">
                    <a:alpha val="3686"/>
                  </a:srgbClr>
                </a:gs>
                <a:gs pos="71429">
                  <a:srgbClr val="D6D6D6">
                    <a:alpha val="1743"/>
                  </a:srgbClr>
                </a:gs>
                <a:gs pos="85714">
                  <a:srgbClr val="D6D6D6">
                    <a:alpha val="693"/>
                  </a:srgbClr>
                </a:gs>
                <a:gs pos="100000">
                  <a:srgbClr val="D6D6D6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-10459404">
              <a:off x="608079" y="408663"/>
              <a:ext cx="526038" cy="525266"/>
            </a:xfrm>
            <a:prstGeom prst="ellipse">
              <a:avLst/>
            </a:prstGeom>
            <a:gradFill>
              <a:gsLst>
                <a:gs pos="0">
                  <a:srgbClr val="B3B2B3">
                    <a:alpha val="3628"/>
                  </a:srgbClr>
                </a:gs>
                <a:gs pos="14286">
                  <a:srgbClr val="B3B2B3">
                    <a:alpha val="3340"/>
                  </a:srgbClr>
                </a:gs>
                <a:gs pos="28571">
                  <a:srgbClr val="B3B2B3">
                    <a:alpha val="2603"/>
                  </a:srgbClr>
                </a:gs>
                <a:gs pos="42857">
                  <a:srgbClr val="B3B2B3">
                    <a:alpha val="1715"/>
                  </a:srgbClr>
                </a:gs>
                <a:gs pos="57143">
                  <a:srgbClr val="B3B2B3">
                    <a:alpha val="954"/>
                  </a:srgbClr>
                </a:gs>
                <a:gs pos="71429">
                  <a:srgbClr val="B3B2B3">
                    <a:alpha val="448"/>
                  </a:srgbClr>
                </a:gs>
                <a:gs pos="85714">
                  <a:srgbClr val="B3B2B3">
                    <a:alpha val="177"/>
                  </a:srgbClr>
                </a:gs>
                <a:gs pos="100000">
                  <a:srgbClr val="B3B2B3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5400000">
              <a:off x="2721008" y="1653889"/>
              <a:ext cx="44258" cy="44258"/>
            </a:xfrm>
            <a:prstGeom prst="ellipse">
              <a:avLst/>
            </a:prstGeom>
            <a:gradFill>
              <a:gsLst>
                <a:gs pos="0">
                  <a:srgbClr val="9E9E9E">
                    <a:alpha val="17963"/>
                  </a:srgbClr>
                </a:gs>
                <a:gs pos="14286">
                  <a:srgbClr val="9E9E9E">
                    <a:alpha val="16638"/>
                  </a:srgbClr>
                </a:gs>
                <a:gs pos="28571">
                  <a:srgbClr val="9E9E9E">
                    <a:alpha val="13177"/>
                  </a:srgbClr>
                </a:gs>
                <a:gs pos="42857">
                  <a:srgbClr val="9E9E9E">
                    <a:alpha val="8852"/>
                  </a:srgbClr>
                </a:gs>
                <a:gs pos="57143">
                  <a:srgbClr val="9E9E9E">
                    <a:alpha val="5006"/>
                  </a:srgbClr>
                </a:gs>
                <a:gs pos="71429">
                  <a:srgbClr val="9E9E9E">
                    <a:alpha val="2375"/>
                  </a:srgbClr>
                </a:gs>
                <a:gs pos="85714">
                  <a:srgbClr val="9E9E9E">
                    <a:alpha val="946"/>
                  </a:srgbClr>
                </a:gs>
                <a:gs pos="100000">
                  <a:srgbClr val="9E9E9E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4886299">
              <a:off x="789314" y="1164004"/>
              <a:ext cx="545353" cy="504397"/>
            </a:xfrm>
            <a:prstGeom prst="ellipse">
              <a:avLst/>
            </a:prstGeom>
            <a:gradFill>
              <a:gsLst>
                <a:gs pos="0">
                  <a:srgbClr val="575657">
                    <a:alpha val="2816"/>
                  </a:srgbClr>
                </a:gs>
                <a:gs pos="14286">
                  <a:srgbClr val="575657">
                    <a:alpha val="2592"/>
                  </a:srgbClr>
                </a:gs>
                <a:gs pos="28571">
                  <a:srgbClr val="575657">
                    <a:alpha val="2018"/>
                  </a:srgbClr>
                </a:gs>
                <a:gs pos="42857">
                  <a:srgbClr val="575657">
                    <a:alpha val="1328"/>
                  </a:srgbClr>
                </a:gs>
                <a:gs pos="57143">
                  <a:srgbClr val="575657">
                    <a:alpha val="738"/>
                  </a:srgbClr>
                </a:gs>
                <a:gs pos="71429">
                  <a:srgbClr val="575657">
                    <a:alpha val="346"/>
                  </a:srgbClr>
                </a:gs>
                <a:gs pos="85714">
                  <a:srgbClr val="575657">
                    <a:alpha val="137"/>
                  </a:srgbClr>
                </a:gs>
                <a:gs pos="100000">
                  <a:srgbClr val="575657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5400000">
              <a:off x="766361" y="3262606"/>
              <a:ext cx="61326" cy="61326"/>
            </a:xfrm>
            <a:prstGeom prst="ellipse">
              <a:avLst/>
            </a:prstGeom>
            <a:gradFill>
              <a:gsLst>
                <a:gs pos="0">
                  <a:srgbClr val="747474">
                    <a:alpha val="13488"/>
                  </a:srgbClr>
                </a:gs>
                <a:gs pos="14286">
                  <a:srgbClr val="747474">
                    <a:alpha val="12468"/>
                  </a:srgbClr>
                </a:gs>
                <a:gs pos="28571">
                  <a:srgbClr val="747474">
                    <a:alpha val="9823"/>
                  </a:srgbClr>
                </a:gs>
                <a:gs pos="42857">
                  <a:srgbClr val="747474">
                    <a:alpha val="6557"/>
                  </a:srgbClr>
                </a:gs>
                <a:gs pos="57143">
                  <a:srgbClr val="747474">
                    <a:alpha val="3688"/>
                  </a:srgbClr>
                </a:gs>
                <a:gs pos="71429">
                  <a:srgbClr val="747474">
                    <a:alpha val="1744"/>
                  </a:srgbClr>
                </a:gs>
                <a:gs pos="85714">
                  <a:srgbClr val="747474">
                    <a:alpha val="693"/>
                  </a:srgbClr>
                </a:gs>
                <a:gs pos="100000">
                  <a:srgbClr val="747474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5400000">
              <a:off x="2161984" y="757290"/>
              <a:ext cx="62444" cy="62444"/>
            </a:xfrm>
            <a:prstGeom prst="ellipse">
              <a:avLst/>
            </a:prstGeom>
            <a:gradFill>
              <a:gsLst>
                <a:gs pos="0">
                  <a:srgbClr val="AAAAAA">
                    <a:alpha val="13186"/>
                  </a:srgbClr>
                </a:gs>
                <a:gs pos="14286">
                  <a:srgbClr val="AAAAAA">
                    <a:alpha val="12187"/>
                  </a:srgbClr>
                </a:gs>
                <a:gs pos="28571">
                  <a:srgbClr val="AAAAAA">
                    <a:alpha val="9599"/>
                  </a:srgbClr>
                </a:gs>
                <a:gs pos="42857">
                  <a:srgbClr val="AAAAAA">
                    <a:alpha val="6405"/>
                  </a:srgbClr>
                </a:gs>
                <a:gs pos="57143">
                  <a:srgbClr val="AAAAAA">
                    <a:alpha val="3601"/>
                  </a:srgbClr>
                </a:gs>
                <a:gs pos="71429">
                  <a:srgbClr val="AAAAAA">
                    <a:alpha val="1702"/>
                  </a:srgbClr>
                </a:gs>
                <a:gs pos="85714">
                  <a:srgbClr val="AAAAAA">
                    <a:alpha val="677"/>
                  </a:srgbClr>
                </a:gs>
                <a:gs pos="100000">
                  <a:srgbClr val="AAAAAA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5400000">
              <a:off x="2789873" y="1342538"/>
              <a:ext cx="54090" cy="54090"/>
            </a:xfrm>
            <a:prstGeom prst="ellipse">
              <a:avLst/>
            </a:prstGeom>
            <a:gradFill>
              <a:gsLst>
                <a:gs pos="0">
                  <a:srgbClr val="959595">
                    <a:alpha val="15414"/>
                  </a:srgbClr>
                </a:gs>
                <a:gs pos="14286">
                  <a:srgbClr val="959595">
                    <a:alpha val="14261"/>
                  </a:srgbClr>
                </a:gs>
                <a:gs pos="28571">
                  <a:srgbClr val="959595">
                    <a:alpha val="11260"/>
                  </a:srgbClr>
                </a:gs>
                <a:gs pos="42857">
                  <a:srgbClr val="959595">
                    <a:alpha val="7537"/>
                  </a:srgbClr>
                </a:gs>
                <a:gs pos="57143">
                  <a:srgbClr val="959595">
                    <a:alpha val="4249"/>
                  </a:srgbClr>
                </a:gs>
                <a:gs pos="71429">
                  <a:srgbClr val="959595">
                    <a:alpha val="2012"/>
                  </a:srgbClr>
                </a:gs>
                <a:gs pos="85714">
                  <a:srgbClr val="959595">
                    <a:alpha val="800"/>
                  </a:srgbClr>
                </a:gs>
                <a:gs pos="100000">
                  <a:srgbClr val="959595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5407688">
              <a:off x="1872909" y="3186426"/>
              <a:ext cx="249652" cy="339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7827672">
              <a:off x="1289648" y="1877945"/>
              <a:ext cx="544059" cy="521606"/>
            </a:xfrm>
            <a:prstGeom prst="ellipse">
              <a:avLst/>
            </a:prstGeom>
            <a:gradFill>
              <a:gsLst>
                <a:gs pos="0">
                  <a:srgbClr val="9B9A9B">
                    <a:alpha val="2147"/>
                  </a:srgbClr>
                </a:gs>
                <a:gs pos="14286">
                  <a:srgbClr val="9B9A9B">
                    <a:alpha val="1975"/>
                  </a:srgbClr>
                </a:gs>
                <a:gs pos="28571">
                  <a:srgbClr val="9B9A9B">
                    <a:alpha val="1537"/>
                  </a:srgbClr>
                </a:gs>
                <a:gs pos="42857">
                  <a:srgbClr val="9B9A9B">
                    <a:alpha val="1011"/>
                  </a:srgbClr>
                </a:gs>
                <a:gs pos="57143">
                  <a:srgbClr val="9B9A9B">
                    <a:alpha val="561"/>
                  </a:srgbClr>
                </a:gs>
                <a:gs pos="71429">
                  <a:srgbClr val="9B9A9B">
                    <a:alpha val="263"/>
                  </a:srgbClr>
                </a:gs>
                <a:gs pos="85714">
                  <a:srgbClr val="9B9A9B">
                    <a:alpha val="104"/>
                  </a:srgbClr>
                </a:gs>
                <a:gs pos="100000">
                  <a:srgbClr val="9B9A9B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10576716">
              <a:off x="-257433" y="874647"/>
              <a:ext cx="539307" cy="531000"/>
            </a:xfrm>
            <a:prstGeom prst="ellipse">
              <a:avLst/>
            </a:prstGeom>
            <a:gradFill>
              <a:gsLst>
                <a:gs pos="0">
                  <a:srgbClr val="504F53">
                    <a:alpha val="2783"/>
                  </a:srgbClr>
                </a:gs>
                <a:gs pos="14286">
                  <a:srgbClr val="504F53">
                    <a:alpha val="2560"/>
                  </a:srgbClr>
                </a:gs>
                <a:gs pos="28571">
                  <a:srgbClr val="504F53">
                    <a:alpha val="1994"/>
                  </a:srgbClr>
                </a:gs>
                <a:gs pos="42857">
                  <a:srgbClr val="504F53">
                    <a:alpha val="1312"/>
                  </a:srgbClr>
                </a:gs>
                <a:gs pos="57143">
                  <a:srgbClr val="504F53">
                    <a:alpha val="729"/>
                  </a:srgbClr>
                </a:gs>
                <a:gs pos="71429">
                  <a:srgbClr val="504F53">
                    <a:alpha val="342"/>
                  </a:srgbClr>
                </a:gs>
                <a:gs pos="85714">
                  <a:srgbClr val="504F53">
                    <a:alpha val="135"/>
                  </a:srgbClr>
                </a:gs>
                <a:gs pos="100000">
                  <a:srgbClr val="504F53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5400000">
              <a:off x="3609444" y="431843"/>
              <a:ext cx="56342" cy="56342"/>
            </a:xfrm>
            <a:prstGeom prst="ellipse">
              <a:avLst/>
            </a:prstGeom>
            <a:gradFill>
              <a:gsLst>
                <a:gs pos="0">
                  <a:srgbClr val="9C9C9C">
                    <a:alpha val="14819"/>
                  </a:srgbClr>
                </a:gs>
                <a:gs pos="14286">
                  <a:srgbClr val="9C9C9C">
                    <a:alpha val="13707"/>
                  </a:srgbClr>
                </a:gs>
                <a:gs pos="28571">
                  <a:srgbClr val="9C9C9C">
                    <a:alpha val="10815"/>
                  </a:srgbClr>
                </a:gs>
                <a:gs pos="42857">
                  <a:srgbClr val="9C9C9C">
                    <a:alpha val="7233"/>
                  </a:srgbClr>
                </a:gs>
                <a:gs pos="57143">
                  <a:srgbClr val="9C9C9C">
                    <a:alpha val="4075"/>
                  </a:srgbClr>
                </a:gs>
                <a:gs pos="71429">
                  <a:srgbClr val="9C9C9C">
                    <a:alpha val="1928"/>
                  </a:srgbClr>
                </a:gs>
                <a:gs pos="85714">
                  <a:srgbClr val="9C9C9C">
                    <a:alpha val="767"/>
                  </a:srgbClr>
                </a:gs>
                <a:gs pos="100000">
                  <a:srgbClr val="9C9C9C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5400000">
              <a:off x="880150" y="3272977"/>
              <a:ext cx="63688" cy="63688"/>
            </a:xfrm>
            <a:prstGeom prst="ellipse">
              <a:avLst/>
            </a:prstGeom>
            <a:gradFill>
              <a:gsLst>
                <a:gs pos="0">
                  <a:srgbClr val="6F6F6F">
                    <a:alpha val="12849"/>
                  </a:srgbClr>
                </a:gs>
                <a:gs pos="14286">
                  <a:srgbClr val="6F6F6F">
                    <a:alpha val="11874"/>
                  </a:srgbClr>
                </a:gs>
                <a:gs pos="28571">
                  <a:srgbClr val="6F6F6F">
                    <a:alpha val="9349"/>
                  </a:srgbClr>
                </a:gs>
                <a:gs pos="42857">
                  <a:srgbClr val="6F6F6F">
                    <a:alpha val="6235"/>
                  </a:srgbClr>
                </a:gs>
                <a:gs pos="57143">
                  <a:srgbClr val="6F6F6F">
                    <a:alpha val="3504"/>
                  </a:srgbClr>
                </a:gs>
                <a:gs pos="71429">
                  <a:srgbClr val="6F6F6F">
                    <a:alpha val="1656"/>
                  </a:srgbClr>
                </a:gs>
                <a:gs pos="85714">
                  <a:srgbClr val="6F6F6F">
                    <a:alpha val="658"/>
                  </a:srgbClr>
                </a:gs>
                <a:gs pos="100000">
                  <a:srgbClr val="6F6F6F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5400000">
              <a:off x="2285324" y="956505"/>
              <a:ext cx="64037" cy="64037"/>
            </a:xfrm>
            <a:prstGeom prst="ellipse">
              <a:avLst/>
            </a:prstGeom>
            <a:gradFill>
              <a:gsLst>
                <a:gs pos="0">
                  <a:srgbClr val="919191">
                    <a:alpha val="12754"/>
                  </a:srgbClr>
                </a:gs>
                <a:gs pos="14286">
                  <a:srgbClr val="919191">
                    <a:alpha val="11786"/>
                  </a:srgbClr>
                </a:gs>
                <a:gs pos="28571">
                  <a:srgbClr val="919191">
                    <a:alpha val="9278"/>
                  </a:srgbClr>
                </a:gs>
                <a:gs pos="42857">
                  <a:srgbClr val="919191">
                    <a:alpha val="6187"/>
                  </a:srgbClr>
                </a:gs>
                <a:gs pos="57143">
                  <a:srgbClr val="919191">
                    <a:alpha val="3477"/>
                  </a:srgbClr>
                </a:gs>
                <a:gs pos="71429">
                  <a:srgbClr val="919191">
                    <a:alpha val="1643"/>
                  </a:srgbClr>
                </a:gs>
                <a:gs pos="85714">
                  <a:srgbClr val="919191">
                    <a:alpha val="653"/>
                  </a:srgbClr>
                </a:gs>
                <a:gs pos="100000">
                  <a:srgbClr val="919191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5400000">
              <a:off x="3618358" y="417277"/>
              <a:ext cx="58665" cy="58665"/>
            </a:xfrm>
            <a:prstGeom prst="ellipse">
              <a:avLst/>
            </a:prstGeom>
            <a:gradFill>
              <a:gsLst>
                <a:gs pos="0">
                  <a:srgbClr val="9A9A9A">
                    <a:alpha val="14201"/>
                  </a:srgbClr>
                </a:gs>
                <a:gs pos="14286">
                  <a:srgbClr val="9A9A9A">
                    <a:alpha val="13131"/>
                  </a:srgbClr>
                </a:gs>
                <a:gs pos="28571">
                  <a:srgbClr val="9A9A9A">
                    <a:alpha val="10354"/>
                  </a:srgbClr>
                </a:gs>
                <a:gs pos="42857">
                  <a:srgbClr val="9A9A9A">
                    <a:alpha val="6918"/>
                  </a:srgbClr>
                </a:gs>
                <a:gs pos="57143">
                  <a:srgbClr val="9A9A9A">
                    <a:alpha val="3895"/>
                  </a:srgbClr>
                </a:gs>
                <a:gs pos="71429">
                  <a:srgbClr val="9A9A9A">
                    <a:alpha val="1842"/>
                  </a:srgbClr>
                </a:gs>
                <a:gs pos="85714">
                  <a:srgbClr val="9A9A9A">
                    <a:alpha val="733"/>
                  </a:srgbClr>
                </a:gs>
                <a:gs pos="100000">
                  <a:srgbClr val="9A9A9A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5400000">
              <a:off x="2188704" y="927648"/>
              <a:ext cx="64477" cy="64477"/>
            </a:xfrm>
            <a:prstGeom prst="ellipse">
              <a:avLst/>
            </a:prstGeom>
            <a:gradFill>
              <a:gsLst>
                <a:gs pos="0">
                  <a:srgbClr val="C2C2C2">
                    <a:alpha val="12635"/>
                  </a:srgbClr>
                </a:gs>
                <a:gs pos="14286">
                  <a:srgbClr val="C2C2C2">
                    <a:alpha val="11675"/>
                  </a:srgbClr>
                </a:gs>
                <a:gs pos="28571">
                  <a:srgbClr val="C2C2C2">
                    <a:alpha val="9190"/>
                  </a:srgbClr>
                </a:gs>
                <a:gs pos="42857">
                  <a:srgbClr val="C2C2C2">
                    <a:alpha val="6127"/>
                  </a:srgbClr>
                </a:gs>
                <a:gs pos="57143">
                  <a:srgbClr val="C2C2C2">
                    <a:alpha val="3443"/>
                  </a:srgbClr>
                </a:gs>
                <a:gs pos="71429">
                  <a:srgbClr val="C2C2C2">
                    <a:alpha val="1627"/>
                  </a:srgbClr>
                </a:gs>
                <a:gs pos="85714">
                  <a:srgbClr val="C2C2C2">
                    <a:alpha val="646"/>
                  </a:srgbClr>
                </a:gs>
                <a:gs pos="100000">
                  <a:srgbClr val="C2C2C2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5400000">
              <a:off x="2133357" y="808201"/>
              <a:ext cx="64121" cy="64121"/>
            </a:xfrm>
            <a:prstGeom prst="ellipse">
              <a:avLst/>
            </a:prstGeom>
            <a:gradFill>
              <a:gsLst>
                <a:gs pos="0">
                  <a:srgbClr val="959595">
                    <a:alpha val="12732"/>
                  </a:srgbClr>
                </a:gs>
                <a:gs pos="14286">
                  <a:srgbClr val="959595">
                    <a:alpha val="11765"/>
                  </a:srgbClr>
                </a:gs>
                <a:gs pos="28571">
                  <a:srgbClr val="959595">
                    <a:alpha val="9261"/>
                  </a:srgbClr>
                </a:gs>
                <a:gs pos="42857">
                  <a:srgbClr val="959595">
                    <a:alpha val="6176"/>
                  </a:srgbClr>
                </a:gs>
                <a:gs pos="57143">
                  <a:srgbClr val="959595">
                    <a:alpha val="3471"/>
                  </a:srgbClr>
                </a:gs>
                <a:gs pos="71429">
                  <a:srgbClr val="959595">
                    <a:alpha val="1640"/>
                  </a:srgbClr>
                </a:gs>
                <a:gs pos="85714">
                  <a:srgbClr val="959595">
                    <a:alpha val="652"/>
                  </a:srgbClr>
                </a:gs>
                <a:gs pos="100000">
                  <a:srgbClr val="959595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5400000">
              <a:off x="2724371" y="1648830"/>
              <a:ext cx="58902" cy="58902"/>
            </a:xfrm>
            <a:prstGeom prst="ellipse">
              <a:avLst/>
            </a:prstGeom>
            <a:gradFill>
              <a:gsLst>
                <a:gs pos="0">
                  <a:srgbClr val="929292">
                    <a:alpha val="14138"/>
                  </a:srgbClr>
                </a:gs>
                <a:gs pos="14286">
                  <a:srgbClr val="929292">
                    <a:alpha val="13072"/>
                  </a:srgbClr>
                </a:gs>
                <a:gs pos="28571">
                  <a:srgbClr val="929292">
                    <a:alpha val="10307"/>
                  </a:srgbClr>
                </a:gs>
                <a:gs pos="42857">
                  <a:srgbClr val="929292">
                    <a:alpha val="6886"/>
                  </a:srgbClr>
                </a:gs>
                <a:gs pos="57143">
                  <a:srgbClr val="929292">
                    <a:alpha val="3876"/>
                  </a:srgbClr>
                </a:gs>
                <a:gs pos="71429">
                  <a:srgbClr val="929292">
                    <a:alpha val="1834"/>
                  </a:srgbClr>
                </a:gs>
                <a:gs pos="85714">
                  <a:srgbClr val="929292">
                    <a:alpha val="729"/>
                  </a:srgbClr>
                </a:gs>
                <a:gs pos="100000">
                  <a:srgbClr val="929292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5400000">
              <a:off x="655373" y="1539291"/>
              <a:ext cx="58731" cy="58731"/>
            </a:xfrm>
            <a:prstGeom prst="ellipse">
              <a:avLst/>
            </a:prstGeom>
            <a:gradFill>
              <a:gsLst>
                <a:gs pos="0">
                  <a:srgbClr val="8B8B8B">
                    <a:alpha val="14183"/>
                  </a:srgbClr>
                </a:gs>
                <a:gs pos="14286">
                  <a:srgbClr val="8B8B8B">
                    <a:alpha val="13115"/>
                  </a:srgbClr>
                </a:gs>
                <a:gs pos="28571">
                  <a:srgbClr val="8B8B8B">
                    <a:alpha val="10341"/>
                  </a:srgbClr>
                </a:gs>
                <a:gs pos="42857">
                  <a:srgbClr val="8B8B8B">
                    <a:alpha val="6909"/>
                  </a:srgbClr>
                </a:gs>
                <a:gs pos="57143">
                  <a:srgbClr val="8B8B8B">
                    <a:alpha val="3890"/>
                  </a:srgbClr>
                </a:gs>
                <a:gs pos="71429">
                  <a:srgbClr val="8B8B8B">
                    <a:alpha val="1840"/>
                  </a:srgbClr>
                </a:gs>
                <a:gs pos="85714">
                  <a:srgbClr val="8B8B8B">
                    <a:alpha val="732"/>
                  </a:srgbClr>
                </a:gs>
                <a:gs pos="100000">
                  <a:srgbClr val="8B8B8B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10755464">
              <a:off x="1836022" y="598847"/>
              <a:ext cx="523675" cy="522481"/>
            </a:xfrm>
            <a:prstGeom prst="ellipse">
              <a:avLst/>
            </a:prstGeom>
            <a:gradFill>
              <a:gsLst>
                <a:gs pos="0">
                  <a:srgbClr val="808080">
                    <a:alpha val="4145"/>
                  </a:srgbClr>
                </a:gs>
                <a:gs pos="14286">
                  <a:srgbClr val="808080">
                    <a:alpha val="3816"/>
                  </a:srgbClr>
                </a:gs>
                <a:gs pos="28571">
                  <a:srgbClr val="808080">
                    <a:alpha val="2976"/>
                  </a:srgbClr>
                </a:gs>
                <a:gs pos="42857">
                  <a:srgbClr val="808080">
                    <a:alpha val="1962"/>
                  </a:srgbClr>
                </a:gs>
                <a:gs pos="57143">
                  <a:srgbClr val="808080">
                    <a:alpha val="1092"/>
                  </a:srgbClr>
                </a:gs>
                <a:gs pos="71429">
                  <a:srgbClr val="808080">
                    <a:alpha val="513"/>
                  </a:srgbClr>
                </a:gs>
                <a:gs pos="85714">
                  <a:srgbClr val="808080">
                    <a:alpha val="203"/>
                  </a:srgbClr>
                </a:gs>
                <a:gs pos="100000">
                  <a:srgbClr val="808080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5400000">
              <a:off x="844273" y="471576"/>
              <a:ext cx="64267" cy="64267"/>
            </a:xfrm>
            <a:prstGeom prst="ellipse">
              <a:avLst/>
            </a:prstGeom>
            <a:gradFill>
              <a:gsLst>
                <a:gs pos="0">
                  <a:srgbClr val="939393">
                    <a:alpha val="12692"/>
                  </a:srgbClr>
                </a:gs>
                <a:gs pos="14286">
                  <a:srgbClr val="939393">
                    <a:alpha val="11728"/>
                  </a:srgbClr>
                </a:gs>
                <a:gs pos="28571">
                  <a:srgbClr val="939393">
                    <a:alpha val="9232"/>
                  </a:srgbClr>
                </a:gs>
                <a:gs pos="42857">
                  <a:srgbClr val="939393">
                    <a:alpha val="6156"/>
                  </a:srgbClr>
                </a:gs>
                <a:gs pos="57143">
                  <a:srgbClr val="939393">
                    <a:alpha val="3459"/>
                  </a:srgbClr>
                </a:gs>
                <a:gs pos="71429">
                  <a:srgbClr val="939393">
                    <a:alpha val="1634"/>
                  </a:srgbClr>
                </a:gs>
                <a:gs pos="85714">
                  <a:srgbClr val="939393">
                    <a:alpha val="650"/>
                  </a:srgbClr>
                </a:gs>
                <a:gs pos="100000">
                  <a:srgbClr val="939393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5400000">
              <a:off x="1901551" y="3158204"/>
              <a:ext cx="64629" cy="64629"/>
            </a:xfrm>
            <a:prstGeom prst="ellipse">
              <a:avLst/>
            </a:prstGeom>
            <a:gradFill>
              <a:gsLst>
                <a:gs pos="0">
                  <a:srgbClr val="525252">
                    <a:alpha val="12594"/>
                  </a:srgbClr>
                </a:gs>
                <a:gs pos="14286">
                  <a:srgbClr val="525252">
                    <a:alpha val="11637"/>
                  </a:srgbClr>
                </a:gs>
                <a:gs pos="28571">
                  <a:srgbClr val="525252">
                    <a:alpha val="9159"/>
                  </a:srgbClr>
                </a:gs>
                <a:gs pos="42857">
                  <a:srgbClr val="525252">
                    <a:alpha val="6106"/>
                  </a:srgbClr>
                </a:gs>
                <a:gs pos="57143">
                  <a:srgbClr val="525252">
                    <a:alpha val="3431"/>
                  </a:srgbClr>
                </a:gs>
                <a:gs pos="71429">
                  <a:srgbClr val="525252">
                    <a:alpha val="1621"/>
                  </a:srgbClr>
                </a:gs>
                <a:gs pos="85714">
                  <a:srgbClr val="525252">
                    <a:alpha val="644"/>
                  </a:srgbClr>
                </a:gs>
                <a:gs pos="100000">
                  <a:srgbClr val="525252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5400000">
              <a:off x="618414" y="1213514"/>
              <a:ext cx="64311" cy="64311"/>
            </a:xfrm>
            <a:prstGeom prst="ellipse">
              <a:avLst/>
            </a:prstGeom>
            <a:gradFill>
              <a:gsLst>
                <a:gs pos="0">
                  <a:srgbClr val="838383">
                    <a:alpha val="12680"/>
                  </a:srgbClr>
                </a:gs>
                <a:gs pos="14286">
                  <a:srgbClr val="838383">
                    <a:alpha val="11717"/>
                  </a:srgbClr>
                </a:gs>
                <a:gs pos="28571">
                  <a:srgbClr val="838383">
                    <a:alpha val="9223"/>
                  </a:srgbClr>
                </a:gs>
                <a:gs pos="42857">
                  <a:srgbClr val="838383">
                    <a:alpha val="6150"/>
                  </a:srgbClr>
                </a:gs>
                <a:gs pos="57143">
                  <a:srgbClr val="838383">
                    <a:alpha val="3456"/>
                  </a:srgbClr>
                </a:gs>
                <a:gs pos="71429">
                  <a:srgbClr val="838383">
                    <a:alpha val="1633"/>
                  </a:srgbClr>
                </a:gs>
                <a:gs pos="85714">
                  <a:srgbClr val="838383">
                    <a:alpha val="649"/>
                  </a:srgbClr>
                </a:gs>
                <a:gs pos="100000">
                  <a:srgbClr val="838383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5400000">
              <a:off x="2185618" y="1043845"/>
              <a:ext cx="64610" cy="64610"/>
            </a:xfrm>
            <a:prstGeom prst="ellipse">
              <a:avLst/>
            </a:prstGeom>
            <a:gradFill>
              <a:gsLst>
                <a:gs pos="0">
                  <a:srgbClr val="999999">
                    <a:alpha val="12599"/>
                  </a:srgbClr>
                </a:gs>
                <a:gs pos="14286">
                  <a:srgbClr val="999999">
                    <a:alpha val="11642"/>
                  </a:srgbClr>
                </a:gs>
                <a:gs pos="28571">
                  <a:srgbClr val="999999">
                    <a:alpha val="9163"/>
                  </a:srgbClr>
                </a:gs>
                <a:gs pos="42857">
                  <a:srgbClr val="999999">
                    <a:alpha val="6109"/>
                  </a:srgbClr>
                </a:gs>
                <a:gs pos="57143">
                  <a:srgbClr val="999999">
                    <a:alpha val="3433"/>
                  </a:srgbClr>
                </a:gs>
                <a:gs pos="71429">
                  <a:srgbClr val="999999">
                    <a:alpha val="1622"/>
                  </a:srgbClr>
                </a:gs>
                <a:gs pos="85714">
                  <a:srgbClr val="999999">
                    <a:alpha val="644"/>
                  </a:srgbClr>
                </a:gs>
                <a:gs pos="100000">
                  <a:srgbClr val="999999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5400000">
              <a:off x="987900" y="1415143"/>
              <a:ext cx="64687" cy="64687"/>
            </a:xfrm>
            <a:prstGeom prst="ellipse">
              <a:avLst/>
            </a:prstGeom>
            <a:gradFill>
              <a:gsLst>
                <a:gs pos="0">
                  <a:srgbClr val="787878">
                    <a:alpha val="12578"/>
                  </a:srgbClr>
                </a:gs>
                <a:gs pos="14286">
                  <a:srgbClr val="787878">
                    <a:alpha val="11622"/>
                  </a:srgbClr>
                </a:gs>
                <a:gs pos="28571">
                  <a:srgbClr val="787878">
                    <a:alpha val="9147"/>
                  </a:srgbClr>
                </a:gs>
                <a:gs pos="42857">
                  <a:srgbClr val="787878">
                    <a:alpha val="6098"/>
                  </a:srgbClr>
                </a:gs>
                <a:gs pos="57143">
                  <a:srgbClr val="787878">
                    <a:alpha val="3426"/>
                  </a:srgbClr>
                </a:gs>
                <a:gs pos="71429">
                  <a:srgbClr val="787878">
                    <a:alpha val="1619"/>
                  </a:srgbClr>
                </a:gs>
                <a:gs pos="85714">
                  <a:srgbClr val="787878">
                    <a:alpha val="643"/>
                  </a:srgbClr>
                </a:gs>
                <a:gs pos="100000">
                  <a:srgbClr val="787878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5531636">
              <a:off x="778492" y="544687"/>
              <a:ext cx="298901" cy="74611"/>
            </a:xfrm>
            <a:prstGeom prst="ellipse">
              <a:avLst/>
            </a:prstGeom>
            <a:gradFill>
              <a:gsLst>
                <a:gs pos="0">
                  <a:srgbClr val="FBFBFB">
                    <a:alpha val="21201"/>
                  </a:srgbClr>
                </a:gs>
                <a:gs pos="14286">
                  <a:srgbClr val="FBFBFB">
                    <a:alpha val="19667"/>
                  </a:srgbClr>
                </a:gs>
                <a:gs pos="28571">
                  <a:srgbClr val="FBFBFB">
                    <a:alpha val="15637"/>
                  </a:srgbClr>
                </a:gs>
                <a:gs pos="42857">
                  <a:srgbClr val="FBFBFB">
                    <a:alpha val="10554"/>
                  </a:srgbClr>
                </a:gs>
                <a:gs pos="57143">
                  <a:srgbClr val="FBFBFB">
                    <a:alpha val="5993"/>
                  </a:srgbClr>
                </a:gs>
                <a:gs pos="71429">
                  <a:srgbClr val="FBFBFB">
                    <a:alpha val="2851"/>
                  </a:srgbClr>
                </a:gs>
                <a:gs pos="85714">
                  <a:srgbClr val="FBFBFB">
                    <a:alpha val="1137"/>
                  </a:srgbClr>
                </a:gs>
                <a:gs pos="100000">
                  <a:srgbClr val="FBFBFB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5400000">
              <a:off x="3300799" y="114536"/>
              <a:ext cx="61529" cy="61529"/>
            </a:xfrm>
            <a:prstGeom prst="ellipse">
              <a:avLst/>
            </a:prstGeom>
            <a:gradFill>
              <a:gsLst>
                <a:gs pos="0">
                  <a:srgbClr val="898989">
                    <a:alpha val="13433"/>
                  </a:srgbClr>
                </a:gs>
                <a:gs pos="14286">
                  <a:srgbClr val="898989">
                    <a:alpha val="12417"/>
                  </a:srgbClr>
                </a:gs>
                <a:gs pos="28571">
                  <a:srgbClr val="898989">
                    <a:alpha val="9782"/>
                  </a:srgbClr>
                </a:gs>
                <a:gs pos="42857">
                  <a:srgbClr val="898989">
                    <a:alpha val="6529"/>
                  </a:srgbClr>
                </a:gs>
                <a:gs pos="57143">
                  <a:srgbClr val="898989">
                    <a:alpha val="3672"/>
                  </a:srgbClr>
                </a:gs>
                <a:gs pos="71429">
                  <a:srgbClr val="898989">
                    <a:alpha val="1736"/>
                  </a:srgbClr>
                </a:gs>
                <a:gs pos="85714">
                  <a:srgbClr val="898989">
                    <a:alpha val="690"/>
                  </a:srgbClr>
                </a:gs>
                <a:gs pos="100000">
                  <a:srgbClr val="898989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5400000">
              <a:off x="606902" y="1246837"/>
              <a:ext cx="64884" cy="64884"/>
            </a:xfrm>
            <a:prstGeom prst="ellipse">
              <a:avLst/>
            </a:prstGeom>
            <a:gradFill>
              <a:gsLst>
                <a:gs pos="0">
                  <a:srgbClr val="7C7C7C">
                    <a:alpha val="12524"/>
                  </a:srgbClr>
                </a:gs>
                <a:gs pos="14286">
                  <a:srgbClr val="7C7C7C">
                    <a:alpha val="11572"/>
                  </a:srgbClr>
                </a:gs>
                <a:gs pos="28571">
                  <a:srgbClr val="7C7C7C">
                    <a:alpha val="9107"/>
                  </a:srgbClr>
                </a:gs>
                <a:gs pos="42857">
                  <a:srgbClr val="7C7C7C">
                    <a:alpha val="6071"/>
                  </a:srgbClr>
                </a:gs>
                <a:gs pos="57143">
                  <a:srgbClr val="7C7C7C">
                    <a:alpha val="3411"/>
                  </a:srgbClr>
                </a:gs>
                <a:gs pos="71429">
                  <a:srgbClr val="7C7C7C">
                    <a:alpha val="1611"/>
                  </a:srgbClr>
                </a:gs>
                <a:gs pos="85714">
                  <a:srgbClr val="7C7C7C">
                    <a:alpha val="640"/>
                  </a:srgbClr>
                </a:gs>
                <a:gs pos="100000">
                  <a:srgbClr val="7C7C7C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5400000">
              <a:off x="54543" y="2800204"/>
              <a:ext cx="61813" cy="61813"/>
            </a:xfrm>
            <a:prstGeom prst="ellipse">
              <a:avLst/>
            </a:prstGeom>
            <a:gradFill>
              <a:gsLst>
                <a:gs pos="0">
                  <a:srgbClr val="585858">
                    <a:alpha val="13356"/>
                  </a:srgbClr>
                </a:gs>
                <a:gs pos="14286">
                  <a:srgbClr val="585858">
                    <a:alpha val="12346"/>
                  </a:srgbClr>
                </a:gs>
                <a:gs pos="28571">
                  <a:srgbClr val="585858">
                    <a:alpha val="9725"/>
                  </a:srgbClr>
                </a:gs>
                <a:gs pos="42857">
                  <a:srgbClr val="585858">
                    <a:alpha val="6491"/>
                  </a:srgbClr>
                </a:gs>
                <a:gs pos="57143">
                  <a:srgbClr val="585858">
                    <a:alpha val="3650"/>
                  </a:srgbClr>
                </a:gs>
                <a:gs pos="71429">
                  <a:srgbClr val="585858">
                    <a:alpha val="1726"/>
                  </a:srgbClr>
                </a:gs>
                <a:gs pos="85714">
                  <a:srgbClr val="585858">
                    <a:alpha val="686"/>
                  </a:srgbClr>
                </a:gs>
                <a:gs pos="100000">
                  <a:srgbClr val="585858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5400000">
              <a:off x="2142562" y="2475866"/>
              <a:ext cx="62059" cy="62059"/>
            </a:xfrm>
            <a:prstGeom prst="ellipse">
              <a:avLst/>
            </a:prstGeom>
            <a:gradFill>
              <a:gsLst>
                <a:gs pos="0">
                  <a:srgbClr val="858585">
                    <a:alpha val="13290"/>
                  </a:srgbClr>
                </a:gs>
                <a:gs pos="14286">
                  <a:srgbClr val="858585">
                    <a:alpha val="12284"/>
                  </a:srgbClr>
                </a:gs>
                <a:gs pos="28571">
                  <a:srgbClr val="858585">
                    <a:alpha val="9676"/>
                  </a:srgbClr>
                </a:gs>
                <a:gs pos="42857">
                  <a:srgbClr val="858585">
                    <a:alpha val="6457"/>
                  </a:srgbClr>
                </a:gs>
                <a:gs pos="57143">
                  <a:srgbClr val="858585">
                    <a:alpha val="3631"/>
                  </a:srgbClr>
                </a:gs>
                <a:gs pos="71429">
                  <a:srgbClr val="858585">
                    <a:alpha val="1716"/>
                  </a:srgbClr>
                </a:gs>
                <a:gs pos="85714">
                  <a:srgbClr val="858585">
                    <a:alpha val="682"/>
                  </a:srgbClr>
                </a:gs>
                <a:gs pos="100000">
                  <a:srgbClr val="858585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5400000">
              <a:off x="2129209" y="1842038"/>
              <a:ext cx="62376" cy="62376"/>
            </a:xfrm>
            <a:prstGeom prst="ellipse">
              <a:avLst/>
            </a:prstGeom>
            <a:gradFill>
              <a:gsLst>
                <a:gs pos="0">
                  <a:srgbClr val="414041">
                    <a:alpha val="13204"/>
                  </a:srgbClr>
                </a:gs>
                <a:gs pos="14286">
                  <a:srgbClr val="414041">
                    <a:alpha val="12204"/>
                  </a:srgbClr>
                </a:gs>
                <a:gs pos="28571">
                  <a:srgbClr val="414041">
                    <a:alpha val="9612"/>
                  </a:srgbClr>
                </a:gs>
                <a:gs pos="42857">
                  <a:srgbClr val="414041">
                    <a:alpha val="6414"/>
                  </a:srgbClr>
                </a:gs>
                <a:gs pos="57143">
                  <a:srgbClr val="414041">
                    <a:alpha val="3606"/>
                  </a:srgbClr>
                </a:gs>
                <a:gs pos="71429">
                  <a:srgbClr val="414041">
                    <a:alpha val="1705"/>
                  </a:srgbClr>
                </a:gs>
                <a:gs pos="85714">
                  <a:srgbClr val="414041">
                    <a:alpha val="678"/>
                  </a:srgbClr>
                </a:gs>
                <a:gs pos="100000">
                  <a:srgbClr val="414041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5400000">
              <a:off x="3264130" y="112721"/>
              <a:ext cx="62141" cy="62141"/>
            </a:xfrm>
            <a:prstGeom prst="ellipse">
              <a:avLst/>
            </a:prstGeom>
            <a:gradFill>
              <a:gsLst>
                <a:gs pos="0">
                  <a:srgbClr val="8B8B8B">
                    <a:alpha val="13268"/>
                  </a:srgbClr>
                </a:gs>
                <a:gs pos="14286">
                  <a:srgbClr val="8B8B8B">
                    <a:alpha val="12264"/>
                  </a:srgbClr>
                </a:gs>
                <a:gs pos="28571">
                  <a:srgbClr val="8B8B8B">
                    <a:alpha val="9660"/>
                  </a:srgbClr>
                </a:gs>
                <a:gs pos="42857">
                  <a:srgbClr val="8B8B8B">
                    <a:alpha val="6446"/>
                  </a:srgbClr>
                </a:gs>
                <a:gs pos="57143">
                  <a:srgbClr val="8B8B8B">
                    <a:alpha val="3625"/>
                  </a:srgbClr>
                </a:gs>
                <a:gs pos="71429">
                  <a:srgbClr val="8B8B8B">
                    <a:alpha val="1713"/>
                  </a:srgbClr>
                </a:gs>
                <a:gs pos="85714">
                  <a:srgbClr val="8B8B8B">
                    <a:alpha val="681"/>
                  </a:srgbClr>
                </a:gs>
                <a:gs pos="100000">
                  <a:srgbClr val="8B8B8B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5400000">
              <a:off x="3317132" y="-1033"/>
              <a:ext cx="64849" cy="64849"/>
            </a:xfrm>
            <a:prstGeom prst="ellipse">
              <a:avLst/>
            </a:prstGeom>
            <a:gradFill>
              <a:gsLst>
                <a:gs pos="0">
                  <a:srgbClr val="858585">
                    <a:alpha val="12534"/>
                  </a:srgbClr>
                </a:gs>
                <a:gs pos="14286">
                  <a:srgbClr val="858585">
                    <a:alpha val="11581"/>
                  </a:srgbClr>
                </a:gs>
                <a:gs pos="28571">
                  <a:srgbClr val="858585">
                    <a:alpha val="9114"/>
                  </a:srgbClr>
                </a:gs>
                <a:gs pos="42857">
                  <a:srgbClr val="858585">
                    <a:alpha val="6076"/>
                  </a:srgbClr>
                </a:gs>
                <a:gs pos="57143">
                  <a:srgbClr val="858585">
                    <a:alpha val="3414"/>
                  </a:srgbClr>
                </a:gs>
                <a:gs pos="71429">
                  <a:srgbClr val="858585">
                    <a:alpha val="1613"/>
                  </a:srgbClr>
                </a:gs>
                <a:gs pos="85714">
                  <a:srgbClr val="858585">
                    <a:alpha val="641"/>
                  </a:srgbClr>
                </a:gs>
                <a:gs pos="100000">
                  <a:srgbClr val="858585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5400000">
              <a:off x="1580553" y="1569333"/>
              <a:ext cx="62608" cy="62608"/>
            </a:xfrm>
            <a:prstGeom prst="ellipse">
              <a:avLst/>
            </a:prstGeom>
            <a:gradFill>
              <a:gsLst>
                <a:gs pos="0">
                  <a:srgbClr val="494A49">
                    <a:alpha val="13142"/>
                  </a:srgbClr>
                </a:gs>
                <a:gs pos="14286">
                  <a:srgbClr val="494A49">
                    <a:alpha val="12146"/>
                  </a:srgbClr>
                </a:gs>
                <a:gs pos="28571">
                  <a:srgbClr val="494A49">
                    <a:alpha val="9566"/>
                  </a:srgbClr>
                </a:gs>
                <a:gs pos="42857">
                  <a:srgbClr val="494A49">
                    <a:alpha val="6382"/>
                  </a:srgbClr>
                </a:gs>
                <a:gs pos="57143">
                  <a:srgbClr val="494A49">
                    <a:alpha val="3588"/>
                  </a:srgbClr>
                </a:gs>
                <a:gs pos="71429">
                  <a:srgbClr val="494A49">
                    <a:alpha val="1696"/>
                  </a:srgbClr>
                </a:gs>
                <a:gs pos="85714">
                  <a:srgbClr val="494A49">
                    <a:alpha val="674"/>
                  </a:srgbClr>
                </a:gs>
                <a:gs pos="100000">
                  <a:srgbClr val="494A49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5400000">
              <a:off x="130051" y="2760833"/>
              <a:ext cx="62603" cy="62603"/>
            </a:xfrm>
            <a:prstGeom prst="ellipse">
              <a:avLst/>
            </a:prstGeom>
            <a:gradFill>
              <a:gsLst>
                <a:gs pos="0">
                  <a:srgbClr val="888888">
                    <a:alpha val="13143"/>
                  </a:srgbClr>
                </a:gs>
                <a:gs pos="14286">
                  <a:srgbClr val="888888">
                    <a:alpha val="12147"/>
                  </a:srgbClr>
                </a:gs>
                <a:gs pos="28571">
                  <a:srgbClr val="888888">
                    <a:alpha val="9567"/>
                  </a:srgbClr>
                </a:gs>
                <a:gs pos="42857">
                  <a:srgbClr val="888888">
                    <a:alpha val="6383"/>
                  </a:srgbClr>
                </a:gs>
                <a:gs pos="57143">
                  <a:srgbClr val="888888">
                    <a:alpha val="3589"/>
                  </a:srgbClr>
                </a:gs>
                <a:gs pos="71429">
                  <a:srgbClr val="888888">
                    <a:alpha val="1696"/>
                  </a:srgbClr>
                </a:gs>
                <a:gs pos="85714">
                  <a:srgbClr val="888888">
                    <a:alpha val="674"/>
                  </a:srgbClr>
                </a:gs>
                <a:gs pos="100000">
                  <a:srgbClr val="888888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5400000">
              <a:off x="664724" y="1549699"/>
              <a:ext cx="62826" cy="62826"/>
            </a:xfrm>
            <a:prstGeom prst="ellipse">
              <a:avLst/>
            </a:prstGeom>
            <a:gradFill>
              <a:gsLst>
                <a:gs pos="0">
                  <a:srgbClr val="848484">
                    <a:alpha val="13083"/>
                  </a:srgbClr>
                </a:gs>
                <a:gs pos="14286">
                  <a:srgbClr val="848484">
                    <a:alpha val="12091"/>
                  </a:srgbClr>
                </a:gs>
                <a:gs pos="28571">
                  <a:srgbClr val="848484">
                    <a:alpha val="9522"/>
                  </a:srgbClr>
                </a:gs>
                <a:gs pos="42857">
                  <a:srgbClr val="848484">
                    <a:alpha val="6353"/>
                  </a:srgbClr>
                </a:gs>
                <a:gs pos="57143">
                  <a:srgbClr val="848484">
                    <a:alpha val="3571"/>
                  </a:srgbClr>
                </a:gs>
                <a:gs pos="71429">
                  <a:srgbClr val="848484">
                    <a:alpha val="1688"/>
                  </a:srgbClr>
                </a:gs>
                <a:gs pos="85714">
                  <a:srgbClr val="848484">
                    <a:alpha val="671"/>
                  </a:srgbClr>
                </a:gs>
                <a:gs pos="100000">
                  <a:srgbClr val="848484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5400000">
              <a:off x="662908" y="1542542"/>
              <a:ext cx="62897" cy="62897"/>
            </a:xfrm>
            <a:prstGeom prst="ellipse">
              <a:avLst/>
            </a:prstGeom>
            <a:gradFill>
              <a:gsLst>
                <a:gs pos="0">
                  <a:srgbClr val="848484">
                    <a:alpha val="13064"/>
                  </a:srgbClr>
                </a:gs>
                <a:gs pos="14286">
                  <a:srgbClr val="848484">
                    <a:alpha val="12074"/>
                  </a:srgbClr>
                </a:gs>
                <a:gs pos="28571">
                  <a:srgbClr val="848484">
                    <a:alpha val="9508"/>
                  </a:srgbClr>
                </a:gs>
                <a:gs pos="42857">
                  <a:srgbClr val="848484">
                    <a:alpha val="6343"/>
                  </a:srgbClr>
                </a:gs>
                <a:gs pos="57143">
                  <a:srgbClr val="848484">
                    <a:alpha val="3566"/>
                  </a:srgbClr>
                </a:gs>
                <a:gs pos="71429">
                  <a:srgbClr val="848484">
                    <a:alpha val="1685"/>
                  </a:srgbClr>
                </a:gs>
                <a:gs pos="85714">
                  <a:srgbClr val="848484">
                    <a:alpha val="670"/>
                  </a:srgbClr>
                </a:gs>
                <a:gs pos="100000">
                  <a:srgbClr val="848484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5400000">
              <a:off x="3569079" y="1966677"/>
              <a:ext cx="62599" cy="62599"/>
            </a:xfrm>
            <a:prstGeom prst="ellipse">
              <a:avLst/>
            </a:prstGeom>
            <a:gradFill>
              <a:gsLst>
                <a:gs pos="0">
                  <a:srgbClr val="6D6D6D">
                    <a:alpha val="13144"/>
                  </a:srgbClr>
                </a:gs>
                <a:gs pos="14286">
                  <a:srgbClr val="6D6D6D">
                    <a:alpha val="12148"/>
                  </a:srgbClr>
                </a:gs>
                <a:gs pos="28571">
                  <a:srgbClr val="6D6D6D">
                    <a:alpha val="9568"/>
                  </a:srgbClr>
                </a:gs>
                <a:gs pos="42857">
                  <a:srgbClr val="6D6D6D">
                    <a:alpha val="6384"/>
                  </a:srgbClr>
                </a:gs>
                <a:gs pos="57143">
                  <a:srgbClr val="6D6D6D">
                    <a:alpha val="3589"/>
                  </a:srgbClr>
                </a:gs>
                <a:gs pos="71429">
                  <a:srgbClr val="6D6D6D">
                    <a:alpha val="1696"/>
                  </a:srgbClr>
                </a:gs>
                <a:gs pos="85714">
                  <a:srgbClr val="6D6D6D">
                    <a:alpha val="674"/>
                  </a:srgbClr>
                </a:gs>
                <a:gs pos="100000">
                  <a:srgbClr val="6D6D6D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5400000">
              <a:off x="1899185" y="2926463"/>
              <a:ext cx="65169" cy="65169"/>
            </a:xfrm>
            <a:prstGeom prst="ellipse">
              <a:avLst/>
            </a:prstGeom>
            <a:gradFill>
              <a:gsLst>
                <a:gs pos="0">
                  <a:srgbClr val="3E3E3E">
                    <a:alpha val="12447"/>
                  </a:srgbClr>
                </a:gs>
                <a:gs pos="14286">
                  <a:srgbClr val="3E3E3E">
                    <a:alpha val="11500"/>
                  </a:srgbClr>
                </a:gs>
                <a:gs pos="28571">
                  <a:srgbClr val="3E3E3E">
                    <a:alpha val="9050"/>
                  </a:srgbClr>
                </a:gs>
                <a:gs pos="42857">
                  <a:srgbClr val="3E3E3E">
                    <a:alpha val="6032"/>
                  </a:srgbClr>
                </a:gs>
                <a:gs pos="57143">
                  <a:srgbClr val="3E3E3E">
                    <a:alpha val="3389"/>
                  </a:srgbClr>
                </a:gs>
                <a:gs pos="71429">
                  <a:srgbClr val="3E3E3E">
                    <a:alpha val="1601"/>
                  </a:srgbClr>
                </a:gs>
                <a:gs pos="85714">
                  <a:srgbClr val="3E3E3E">
                    <a:alpha val="636"/>
                  </a:srgbClr>
                </a:gs>
                <a:gs pos="100000">
                  <a:srgbClr val="3E3E3E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5400000">
              <a:off x="2270982" y="1139981"/>
              <a:ext cx="65152" cy="65152"/>
            </a:xfrm>
            <a:prstGeom prst="ellipse">
              <a:avLst/>
            </a:prstGeom>
            <a:gradFill>
              <a:gsLst>
                <a:gs pos="0">
                  <a:srgbClr val="949394">
                    <a:alpha val="12451"/>
                  </a:srgbClr>
                </a:gs>
                <a:gs pos="14286">
                  <a:srgbClr val="949394">
                    <a:alpha val="11505"/>
                  </a:srgbClr>
                </a:gs>
                <a:gs pos="28571">
                  <a:srgbClr val="949394">
                    <a:alpha val="9053"/>
                  </a:srgbClr>
                </a:gs>
                <a:gs pos="42857">
                  <a:srgbClr val="949394">
                    <a:alpha val="6035"/>
                  </a:srgbClr>
                </a:gs>
                <a:gs pos="57143">
                  <a:srgbClr val="949394">
                    <a:alpha val="3390"/>
                  </a:srgbClr>
                </a:gs>
                <a:gs pos="71429">
                  <a:srgbClr val="949394">
                    <a:alpha val="1601"/>
                  </a:srgbClr>
                </a:gs>
                <a:gs pos="85714">
                  <a:srgbClr val="949394">
                    <a:alpha val="636"/>
                  </a:srgbClr>
                </a:gs>
                <a:gs pos="100000">
                  <a:srgbClr val="949394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5400000">
              <a:off x="1613641" y="3340623"/>
              <a:ext cx="62914" cy="62914"/>
            </a:xfrm>
            <a:prstGeom prst="ellipse">
              <a:avLst/>
            </a:prstGeom>
            <a:gradFill>
              <a:gsLst>
                <a:gs pos="0">
                  <a:srgbClr val="797979">
                    <a:alpha val="13059"/>
                  </a:srgbClr>
                </a:gs>
                <a:gs pos="14286">
                  <a:srgbClr val="797979">
                    <a:alpha val="12069"/>
                  </a:srgbClr>
                </a:gs>
                <a:gs pos="28571">
                  <a:srgbClr val="797979">
                    <a:alpha val="9504"/>
                  </a:srgbClr>
                </a:gs>
                <a:gs pos="42857">
                  <a:srgbClr val="797979">
                    <a:alpha val="6341"/>
                  </a:srgbClr>
                </a:gs>
                <a:gs pos="57143">
                  <a:srgbClr val="797979">
                    <a:alpha val="3565"/>
                  </a:srgbClr>
                </a:gs>
                <a:gs pos="71429">
                  <a:srgbClr val="797979">
                    <a:alpha val="1685"/>
                  </a:srgbClr>
                </a:gs>
                <a:gs pos="85714">
                  <a:srgbClr val="797979">
                    <a:alpha val="670"/>
                  </a:srgbClr>
                </a:gs>
                <a:gs pos="100000">
                  <a:srgbClr val="797979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5400000">
              <a:off x="441700" y="1155771"/>
              <a:ext cx="63197" cy="63197"/>
            </a:xfrm>
            <a:prstGeom prst="ellipse">
              <a:avLst/>
            </a:prstGeom>
            <a:gradFill>
              <a:gsLst>
                <a:gs pos="0">
                  <a:srgbClr val="606161">
                    <a:alpha val="12982"/>
                  </a:srgbClr>
                </a:gs>
                <a:gs pos="14286">
                  <a:srgbClr val="606161">
                    <a:alpha val="11998"/>
                  </a:srgbClr>
                </a:gs>
                <a:gs pos="28571">
                  <a:srgbClr val="606161">
                    <a:alpha val="9447"/>
                  </a:srgbClr>
                </a:gs>
                <a:gs pos="42857">
                  <a:srgbClr val="606161">
                    <a:alpha val="6302"/>
                  </a:srgbClr>
                </a:gs>
                <a:gs pos="57143">
                  <a:srgbClr val="606161">
                    <a:alpha val="3543"/>
                  </a:srgbClr>
                </a:gs>
                <a:gs pos="71429">
                  <a:srgbClr val="606161">
                    <a:alpha val="1674"/>
                  </a:srgbClr>
                </a:gs>
                <a:gs pos="85714">
                  <a:srgbClr val="606161">
                    <a:alpha val="665"/>
                  </a:srgbClr>
                </a:gs>
                <a:gs pos="100000">
                  <a:srgbClr val="606161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5400000">
              <a:off x="508991" y="1186027"/>
              <a:ext cx="63452" cy="63452"/>
            </a:xfrm>
            <a:prstGeom prst="ellipse">
              <a:avLst/>
            </a:prstGeom>
            <a:gradFill>
              <a:gsLst>
                <a:gs pos="0">
                  <a:srgbClr val="848484">
                    <a:alpha val="12913"/>
                  </a:srgbClr>
                </a:gs>
                <a:gs pos="14286">
                  <a:srgbClr val="848484">
                    <a:alpha val="11934"/>
                  </a:srgbClr>
                </a:gs>
                <a:gs pos="28571">
                  <a:srgbClr val="848484">
                    <a:alpha val="9396"/>
                  </a:srgbClr>
                </a:gs>
                <a:gs pos="42857">
                  <a:srgbClr val="848484">
                    <a:alpha val="6267"/>
                  </a:srgbClr>
                </a:gs>
                <a:gs pos="57143">
                  <a:srgbClr val="848484">
                    <a:alpha val="3523"/>
                  </a:srgbClr>
                </a:gs>
                <a:gs pos="71429">
                  <a:srgbClr val="848484">
                    <a:alpha val="1665"/>
                  </a:srgbClr>
                </a:gs>
                <a:gs pos="85714">
                  <a:srgbClr val="848484">
                    <a:alpha val="662"/>
                  </a:srgbClr>
                </a:gs>
                <a:gs pos="100000">
                  <a:srgbClr val="848484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5400000">
              <a:off x="498911" y="2388892"/>
              <a:ext cx="63557" cy="63557"/>
            </a:xfrm>
            <a:prstGeom prst="ellipse">
              <a:avLst/>
            </a:prstGeom>
            <a:gradFill>
              <a:gsLst>
                <a:gs pos="0">
                  <a:srgbClr val="7C7C7C">
                    <a:alpha val="12885"/>
                  </a:srgbClr>
                </a:gs>
                <a:gs pos="14286">
                  <a:srgbClr val="7C7C7C">
                    <a:alpha val="11907"/>
                  </a:srgbClr>
                </a:gs>
                <a:gs pos="28571">
                  <a:srgbClr val="7C7C7C">
                    <a:alpha val="9375"/>
                  </a:srgbClr>
                </a:gs>
                <a:gs pos="42857">
                  <a:srgbClr val="7C7C7C">
                    <a:alpha val="6253"/>
                  </a:srgbClr>
                </a:gs>
                <a:gs pos="57143">
                  <a:srgbClr val="7C7C7C">
                    <a:alpha val="3514"/>
                  </a:srgbClr>
                </a:gs>
                <a:gs pos="71429">
                  <a:srgbClr val="7C7C7C">
                    <a:alpha val="1661"/>
                  </a:srgbClr>
                </a:gs>
                <a:gs pos="85714">
                  <a:srgbClr val="7C7C7C">
                    <a:alpha val="660"/>
                  </a:srgbClr>
                </a:gs>
                <a:gs pos="100000">
                  <a:srgbClr val="7C7C7C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5400000">
              <a:off x="6093" y="1928599"/>
              <a:ext cx="63945" cy="63945"/>
            </a:xfrm>
            <a:prstGeom prst="ellipse">
              <a:avLst/>
            </a:prstGeom>
            <a:gradFill>
              <a:gsLst>
                <a:gs pos="0">
                  <a:srgbClr val="848484">
                    <a:alpha val="12780"/>
                  </a:srgbClr>
                </a:gs>
                <a:gs pos="14286">
                  <a:srgbClr val="848484">
                    <a:alpha val="11810"/>
                  </a:srgbClr>
                </a:gs>
                <a:gs pos="28571">
                  <a:srgbClr val="848484">
                    <a:alpha val="9297"/>
                  </a:srgbClr>
                </a:gs>
                <a:gs pos="42857">
                  <a:srgbClr val="848484">
                    <a:alpha val="6200"/>
                  </a:srgbClr>
                </a:gs>
                <a:gs pos="57143">
                  <a:srgbClr val="848484">
                    <a:alpha val="3484"/>
                  </a:srgbClr>
                </a:gs>
                <a:gs pos="71429">
                  <a:srgbClr val="848484">
                    <a:alpha val="1646"/>
                  </a:srgbClr>
                </a:gs>
                <a:gs pos="85714">
                  <a:srgbClr val="848484">
                    <a:alpha val="654"/>
                  </a:srgbClr>
                </a:gs>
                <a:gs pos="100000">
                  <a:srgbClr val="848484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5400000">
              <a:off x="3318096" y="1322349"/>
              <a:ext cx="63902" cy="63902"/>
            </a:xfrm>
            <a:prstGeom prst="ellipse">
              <a:avLst/>
            </a:prstGeom>
            <a:gradFill>
              <a:gsLst>
                <a:gs pos="0">
                  <a:srgbClr val="868686">
                    <a:alpha val="12791"/>
                  </a:srgbClr>
                </a:gs>
                <a:gs pos="14286">
                  <a:srgbClr val="868686">
                    <a:alpha val="11821"/>
                  </a:srgbClr>
                </a:gs>
                <a:gs pos="28571">
                  <a:srgbClr val="868686">
                    <a:alpha val="9306"/>
                  </a:srgbClr>
                </a:gs>
                <a:gs pos="42857">
                  <a:srgbClr val="868686">
                    <a:alpha val="6206"/>
                  </a:srgbClr>
                </a:gs>
                <a:gs pos="57143">
                  <a:srgbClr val="868686">
                    <a:alpha val="3488"/>
                  </a:srgbClr>
                </a:gs>
                <a:gs pos="71429">
                  <a:srgbClr val="868686">
                    <a:alpha val="1648"/>
                  </a:srgbClr>
                </a:gs>
                <a:gs pos="85714">
                  <a:srgbClr val="868686">
                    <a:alpha val="655"/>
                  </a:srgbClr>
                </a:gs>
                <a:gs pos="100000">
                  <a:srgbClr val="868686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5400000">
              <a:off x="1613966" y="3350122"/>
              <a:ext cx="63824" cy="63824"/>
            </a:xfrm>
            <a:prstGeom prst="ellipse">
              <a:avLst/>
            </a:prstGeom>
            <a:gradFill>
              <a:gsLst>
                <a:gs pos="0">
                  <a:srgbClr val="777777">
                    <a:alpha val="12812"/>
                  </a:srgbClr>
                </a:gs>
                <a:gs pos="14286">
                  <a:srgbClr val="777777">
                    <a:alpha val="11840"/>
                  </a:srgbClr>
                </a:gs>
                <a:gs pos="28571">
                  <a:srgbClr val="777777">
                    <a:alpha val="9321"/>
                  </a:srgbClr>
                </a:gs>
                <a:gs pos="42857">
                  <a:srgbClr val="777777">
                    <a:alpha val="6216"/>
                  </a:srgbClr>
                </a:gs>
                <a:gs pos="57143">
                  <a:srgbClr val="777777">
                    <a:alpha val="3494"/>
                  </a:srgbClr>
                </a:gs>
                <a:gs pos="71429">
                  <a:srgbClr val="777777">
                    <a:alpha val="1651"/>
                  </a:srgbClr>
                </a:gs>
                <a:gs pos="85714">
                  <a:srgbClr val="777777">
                    <a:alpha val="656"/>
                  </a:srgbClr>
                </a:gs>
                <a:gs pos="100000">
                  <a:srgbClr val="777777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5400000">
              <a:off x="2843883" y="1310764"/>
              <a:ext cx="63897" cy="63897"/>
            </a:xfrm>
            <a:prstGeom prst="ellipse">
              <a:avLst/>
            </a:prstGeom>
            <a:gradFill>
              <a:gsLst>
                <a:gs pos="0">
                  <a:srgbClr val="858585">
                    <a:alpha val="12793"/>
                  </a:srgbClr>
                </a:gs>
                <a:gs pos="14286">
                  <a:srgbClr val="858585">
                    <a:alpha val="11822"/>
                  </a:srgbClr>
                </a:gs>
                <a:gs pos="28571">
                  <a:srgbClr val="858585">
                    <a:alpha val="9306"/>
                  </a:srgbClr>
                </a:gs>
                <a:gs pos="42857">
                  <a:srgbClr val="858585">
                    <a:alpha val="6206"/>
                  </a:srgbClr>
                </a:gs>
                <a:gs pos="57143">
                  <a:srgbClr val="858585">
                    <a:alpha val="3488"/>
                  </a:srgbClr>
                </a:gs>
                <a:gs pos="71429">
                  <a:srgbClr val="858585">
                    <a:alpha val="1648"/>
                  </a:srgbClr>
                </a:gs>
                <a:gs pos="85714">
                  <a:srgbClr val="858585">
                    <a:alpha val="655"/>
                  </a:srgbClr>
                </a:gs>
                <a:gs pos="100000">
                  <a:srgbClr val="858585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3822423">
              <a:off x="766134" y="598046"/>
              <a:ext cx="356664" cy="79179"/>
            </a:xfrm>
            <a:prstGeom prst="ellipse">
              <a:avLst/>
            </a:prstGeom>
            <a:gradFill>
              <a:gsLst>
                <a:gs pos="0">
                  <a:srgbClr val="FFFFFF">
                    <a:alpha val="9498"/>
                  </a:srgbClr>
                </a:gs>
                <a:gs pos="14286">
                  <a:srgbClr val="FFFFFF">
                    <a:alpha val="8765"/>
                  </a:srgbClr>
                </a:gs>
                <a:gs pos="28571">
                  <a:srgbClr val="FFFFFF">
                    <a:alpha val="6874"/>
                  </a:srgbClr>
                </a:gs>
                <a:gs pos="42857">
                  <a:srgbClr val="FFFFFF">
                    <a:alpha val="4564"/>
                  </a:srgbClr>
                </a:gs>
                <a:gs pos="57143">
                  <a:srgbClr val="FFFFFF">
                    <a:alpha val="2555"/>
                  </a:srgbClr>
                </a:gs>
                <a:gs pos="71429">
                  <a:srgbClr val="FFFFFF">
                    <a:alpha val="1204"/>
                  </a:srgbClr>
                </a:gs>
                <a:gs pos="85714">
                  <a:srgbClr val="FFFFFF">
                    <a:alpha val="478"/>
                  </a:srgbClr>
                </a:gs>
                <a:gs pos="100000">
                  <a:srgbClr val="FFFFFF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5400000">
              <a:off x="1816070" y="2970079"/>
              <a:ext cx="65449" cy="65449"/>
            </a:xfrm>
            <a:prstGeom prst="ellipse">
              <a:avLst/>
            </a:prstGeom>
            <a:gradFill>
              <a:gsLst>
                <a:gs pos="0">
                  <a:srgbClr val="515150">
                    <a:alpha val="12370"/>
                  </a:srgbClr>
                </a:gs>
                <a:gs pos="14286">
                  <a:srgbClr val="515150">
                    <a:alpha val="11430"/>
                  </a:srgbClr>
                </a:gs>
                <a:gs pos="28571">
                  <a:srgbClr val="515150">
                    <a:alpha val="8993"/>
                  </a:srgbClr>
                </a:gs>
                <a:gs pos="42857">
                  <a:srgbClr val="515150">
                    <a:alpha val="5994"/>
                  </a:srgbClr>
                </a:gs>
                <a:gs pos="57143">
                  <a:srgbClr val="515150">
                    <a:alpha val="3367"/>
                  </a:srgbClr>
                </a:gs>
                <a:gs pos="71429">
                  <a:srgbClr val="515150">
                    <a:alpha val="1590"/>
                  </a:srgbClr>
                </a:gs>
                <a:gs pos="85714">
                  <a:srgbClr val="515150">
                    <a:alpha val="632"/>
                  </a:srgbClr>
                </a:gs>
                <a:gs pos="100000">
                  <a:srgbClr val="515150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5400000">
              <a:off x="988927" y="1425370"/>
              <a:ext cx="65439" cy="65439"/>
            </a:xfrm>
            <a:prstGeom prst="ellipse">
              <a:avLst/>
            </a:prstGeom>
            <a:gradFill>
              <a:gsLst>
                <a:gs pos="0">
                  <a:srgbClr val="7A7A7A">
                    <a:alpha val="12373"/>
                  </a:srgbClr>
                </a:gs>
                <a:gs pos="14286">
                  <a:srgbClr val="7A7A7A">
                    <a:alpha val="11432"/>
                  </a:srgbClr>
                </a:gs>
                <a:gs pos="28571">
                  <a:srgbClr val="7A7A7A">
                    <a:alpha val="8995"/>
                  </a:srgbClr>
                </a:gs>
                <a:gs pos="42857">
                  <a:srgbClr val="7A7A7A">
                    <a:alpha val="5995"/>
                  </a:srgbClr>
                </a:gs>
                <a:gs pos="57143">
                  <a:srgbClr val="7A7A7A">
                    <a:alpha val="3368"/>
                  </a:srgbClr>
                </a:gs>
                <a:gs pos="71429">
                  <a:srgbClr val="7A7A7A">
                    <a:alpha val="1591"/>
                  </a:srgbClr>
                </a:gs>
                <a:gs pos="85714">
                  <a:srgbClr val="7A7A7A">
                    <a:alpha val="632"/>
                  </a:srgbClr>
                </a:gs>
                <a:gs pos="100000">
                  <a:srgbClr val="7A7A7A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5400000">
              <a:off x="3550991" y="1196683"/>
              <a:ext cx="64399" cy="64399"/>
            </a:xfrm>
            <a:prstGeom prst="ellipse">
              <a:avLst/>
            </a:prstGeom>
            <a:gradFill>
              <a:gsLst>
                <a:gs pos="0">
                  <a:srgbClr val="8B8B8B">
                    <a:alpha val="12656"/>
                  </a:srgbClr>
                </a:gs>
                <a:gs pos="14286">
                  <a:srgbClr val="8B8B8B">
                    <a:alpha val="11695"/>
                  </a:srgbClr>
                </a:gs>
                <a:gs pos="28571">
                  <a:srgbClr val="8B8B8B">
                    <a:alpha val="9205"/>
                  </a:srgbClr>
                </a:gs>
                <a:gs pos="42857">
                  <a:srgbClr val="8B8B8B">
                    <a:alpha val="6138"/>
                  </a:srgbClr>
                </a:gs>
                <a:gs pos="57143">
                  <a:srgbClr val="8B8B8B">
                    <a:alpha val="3449"/>
                  </a:srgbClr>
                </a:gs>
                <a:gs pos="71429">
                  <a:srgbClr val="8B8B8B">
                    <a:alpha val="1629"/>
                  </a:srgbClr>
                </a:gs>
                <a:gs pos="85714">
                  <a:srgbClr val="8B8B8B">
                    <a:alpha val="648"/>
                  </a:srgbClr>
                </a:gs>
                <a:gs pos="100000">
                  <a:srgbClr val="8B8B8B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5400000">
              <a:off x="2415595" y="2171348"/>
              <a:ext cx="64433" cy="64433"/>
            </a:xfrm>
            <a:prstGeom prst="ellipse">
              <a:avLst/>
            </a:prstGeom>
            <a:gradFill>
              <a:gsLst>
                <a:gs pos="0">
                  <a:srgbClr val="5A5A5A">
                    <a:alpha val="12647"/>
                  </a:srgbClr>
                </a:gs>
                <a:gs pos="14286">
                  <a:srgbClr val="5A5A5A">
                    <a:alpha val="11686"/>
                  </a:srgbClr>
                </a:gs>
                <a:gs pos="28571">
                  <a:srgbClr val="5A5A5A">
                    <a:alpha val="9198"/>
                  </a:srgbClr>
                </a:gs>
                <a:gs pos="42857">
                  <a:srgbClr val="5A5A5A">
                    <a:alpha val="6133"/>
                  </a:srgbClr>
                </a:gs>
                <a:gs pos="57143">
                  <a:srgbClr val="5A5A5A">
                    <a:alpha val="3446"/>
                  </a:srgbClr>
                </a:gs>
                <a:gs pos="71429">
                  <a:srgbClr val="5A5A5A">
                    <a:alpha val="1628"/>
                  </a:srgbClr>
                </a:gs>
                <a:gs pos="85714">
                  <a:srgbClr val="5A5A5A">
                    <a:alpha val="647"/>
                  </a:srgbClr>
                </a:gs>
                <a:gs pos="100000">
                  <a:srgbClr val="5A5A5A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5400000">
              <a:off x="1796884" y="2779602"/>
              <a:ext cx="65433" cy="65433"/>
            </a:xfrm>
            <a:prstGeom prst="ellipse">
              <a:avLst/>
            </a:prstGeom>
            <a:gradFill>
              <a:gsLst>
                <a:gs pos="0">
                  <a:srgbClr val="5B5B5B">
                    <a:alpha val="12375"/>
                  </a:srgbClr>
                </a:gs>
                <a:gs pos="14286">
                  <a:srgbClr val="5B5B5B">
                    <a:alpha val="11433"/>
                  </a:srgbClr>
                </a:gs>
                <a:gs pos="28571">
                  <a:srgbClr val="5B5B5B">
                    <a:alpha val="8997"/>
                  </a:srgbClr>
                </a:gs>
                <a:gs pos="42857">
                  <a:srgbClr val="5B5B5B">
                    <a:alpha val="5996"/>
                  </a:srgbClr>
                </a:gs>
                <a:gs pos="57143">
                  <a:srgbClr val="5B5B5B">
                    <a:alpha val="3368"/>
                  </a:srgbClr>
                </a:gs>
                <a:gs pos="71429">
                  <a:srgbClr val="5B5B5B">
                    <a:alpha val="1591"/>
                  </a:srgbClr>
                </a:gs>
                <a:gs pos="85714">
                  <a:srgbClr val="5B5B5B">
                    <a:alpha val="632"/>
                  </a:srgbClr>
                </a:gs>
                <a:gs pos="100000">
                  <a:srgbClr val="5B5B5B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5400000">
              <a:off x="2329144" y="214893"/>
              <a:ext cx="64387" cy="64387"/>
            </a:xfrm>
            <a:prstGeom prst="ellipse">
              <a:avLst/>
            </a:prstGeom>
            <a:gradFill>
              <a:gsLst>
                <a:gs pos="0">
                  <a:srgbClr val="7E7E7E">
                    <a:alpha val="12659"/>
                  </a:srgbClr>
                </a:gs>
                <a:gs pos="14286">
                  <a:srgbClr val="7E7E7E">
                    <a:alpha val="11698"/>
                  </a:srgbClr>
                </a:gs>
                <a:gs pos="28571">
                  <a:srgbClr val="7E7E7E">
                    <a:alpha val="9208"/>
                  </a:srgbClr>
                </a:gs>
                <a:gs pos="42857">
                  <a:srgbClr val="7E7E7E">
                    <a:alpha val="6139"/>
                  </a:srgbClr>
                </a:gs>
                <a:gs pos="57143">
                  <a:srgbClr val="7E7E7E">
                    <a:alpha val="3450"/>
                  </a:srgbClr>
                </a:gs>
                <a:gs pos="71429">
                  <a:srgbClr val="7E7E7E">
                    <a:alpha val="1630"/>
                  </a:srgbClr>
                </a:gs>
                <a:gs pos="85714">
                  <a:srgbClr val="7E7E7E">
                    <a:alpha val="648"/>
                  </a:srgbClr>
                </a:gs>
                <a:gs pos="100000">
                  <a:srgbClr val="7E7E7E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5400000">
              <a:off x="2041386" y="3262187"/>
              <a:ext cx="65478" cy="65478"/>
            </a:xfrm>
            <a:prstGeom prst="ellipse">
              <a:avLst/>
            </a:prstGeom>
            <a:gradFill>
              <a:gsLst>
                <a:gs pos="0">
                  <a:srgbClr val="525252">
                    <a:alpha val="12362"/>
                  </a:srgbClr>
                </a:gs>
                <a:gs pos="14286">
                  <a:srgbClr val="525252">
                    <a:alpha val="11422"/>
                  </a:srgbClr>
                </a:gs>
                <a:gs pos="28571">
                  <a:srgbClr val="525252">
                    <a:alpha val="8987"/>
                  </a:srgbClr>
                </a:gs>
                <a:gs pos="42857">
                  <a:srgbClr val="525252">
                    <a:alpha val="5990"/>
                  </a:srgbClr>
                </a:gs>
                <a:gs pos="57143">
                  <a:srgbClr val="525252">
                    <a:alpha val="3365"/>
                  </a:srgbClr>
                </a:gs>
                <a:gs pos="71429">
                  <a:srgbClr val="525252">
                    <a:alpha val="1589"/>
                  </a:srgbClr>
                </a:gs>
                <a:gs pos="85714">
                  <a:srgbClr val="525252">
                    <a:alpha val="632"/>
                  </a:srgbClr>
                </a:gs>
                <a:gs pos="100000">
                  <a:srgbClr val="525252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5400000">
              <a:off x="2732376" y="902455"/>
              <a:ext cx="64615" cy="64615"/>
            </a:xfrm>
            <a:prstGeom prst="ellipse">
              <a:avLst/>
            </a:prstGeom>
            <a:gradFill>
              <a:gsLst>
                <a:gs pos="0">
                  <a:srgbClr val="7C7C7C">
                    <a:alpha val="12597"/>
                  </a:srgbClr>
                </a:gs>
                <a:gs pos="14286">
                  <a:srgbClr val="7C7C7C">
                    <a:alpha val="11640"/>
                  </a:srgbClr>
                </a:gs>
                <a:gs pos="28571">
                  <a:srgbClr val="7C7C7C">
                    <a:alpha val="9162"/>
                  </a:srgbClr>
                </a:gs>
                <a:gs pos="42857">
                  <a:srgbClr val="7C7C7C">
                    <a:alpha val="6108"/>
                  </a:srgbClr>
                </a:gs>
                <a:gs pos="57143">
                  <a:srgbClr val="7C7C7C">
                    <a:alpha val="3432"/>
                  </a:srgbClr>
                </a:gs>
                <a:gs pos="71429">
                  <a:srgbClr val="7C7C7C">
                    <a:alpha val="1621"/>
                  </a:srgbClr>
                </a:gs>
                <a:gs pos="85714">
                  <a:srgbClr val="7C7C7C">
                    <a:alpha val="644"/>
                  </a:srgbClr>
                </a:gs>
                <a:gs pos="100000">
                  <a:srgbClr val="7C7C7C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5400000">
              <a:off x="1692005" y="3387375"/>
              <a:ext cx="64759" cy="64759"/>
            </a:xfrm>
            <a:prstGeom prst="ellipse">
              <a:avLst/>
            </a:prstGeom>
            <a:gradFill>
              <a:gsLst>
                <a:gs pos="0">
                  <a:srgbClr val="4E4E4E">
                    <a:alpha val="12558"/>
                  </a:srgbClr>
                </a:gs>
                <a:gs pos="14286">
                  <a:srgbClr val="4E4E4E">
                    <a:alpha val="11604"/>
                  </a:srgbClr>
                </a:gs>
                <a:gs pos="28571">
                  <a:srgbClr val="4E4E4E">
                    <a:alpha val="9133"/>
                  </a:srgbClr>
                </a:gs>
                <a:gs pos="42857">
                  <a:srgbClr val="4E4E4E">
                    <a:alpha val="6089"/>
                  </a:srgbClr>
                </a:gs>
                <a:gs pos="57143">
                  <a:srgbClr val="4E4E4E">
                    <a:alpha val="3421"/>
                  </a:srgbClr>
                </a:gs>
                <a:gs pos="71429">
                  <a:srgbClr val="4E4E4E">
                    <a:alpha val="1616"/>
                  </a:srgbClr>
                </a:gs>
                <a:gs pos="85714">
                  <a:srgbClr val="4E4E4E">
                    <a:alpha val="642"/>
                  </a:srgbClr>
                </a:gs>
                <a:gs pos="100000">
                  <a:srgbClr val="4E4E4E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5400000">
              <a:off x="1890617" y="3301237"/>
              <a:ext cx="65539" cy="65539"/>
            </a:xfrm>
            <a:prstGeom prst="ellipse">
              <a:avLst/>
            </a:prstGeom>
            <a:gradFill>
              <a:gsLst>
                <a:gs pos="0">
                  <a:srgbClr val="5B5B5B">
                    <a:alpha val="12346"/>
                  </a:srgbClr>
                </a:gs>
                <a:gs pos="14286">
                  <a:srgbClr val="5B5B5B">
                    <a:alpha val="11406"/>
                  </a:srgbClr>
                </a:gs>
                <a:gs pos="28571">
                  <a:srgbClr val="5B5B5B">
                    <a:alpha val="8975"/>
                  </a:srgbClr>
                </a:gs>
                <a:gs pos="42857">
                  <a:srgbClr val="5B5B5B">
                    <a:alpha val="5982"/>
                  </a:srgbClr>
                </a:gs>
                <a:gs pos="57143">
                  <a:srgbClr val="5B5B5B">
                    <a:alpha val="3360"/>
                  </a:srgbClr>
                </a:gs>
                <a:gs pos="71429">
                  <a:srgbClr val="5B5B5B">
                    <a:alpha val="1587"/>
                  </a:srgbClr>
                </a:gs>
                <a:gs pos="85714">
                  <a:srgbClr val="5B5B5B">
                    <a:alpha val="631"/>
                  </a:srgbClr>
                </a:gs>
                <a:gs pos="100000">
                  <a:srgbClr val="5B5B5B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5400000">
              <a:off x="2053114" y="1303059"/>
              <a:ext cx="65003" cy="65003"/>
            </a:xfrm>
            <a:prstGeom prst="ellipse">
              <a:avLst/>
            </a:prstGeom>
            <a:gradFill>
              <a:gsLst>
                <a:gs pos="0">
                  <a:srgbClr val="4D4D4D">
                    <a:alpha val="12492"/>
                  </a:srgbClr>
                </a:gs>
                <a:gs pos="14286">
                  <a:srgbClr val="4D4D4D">
                    <a:alpha val="11542"/>
                  </a:srgbClr>
                </a:gs>
                <a:gs pos="28571">
                  <a:srgbClr val="4D4D4D">
                    <a:alpha val="9083"/>
                  </a:srgbClr>
                </a:gs>
                <a:gs pos="42857">
                  <a:srgbClr val="4D4D4D">
                    <a:alpha val="6055"/>
                  </a:srgbClr>
                </a:gs>
                <a:gs pos="57143">
                  <a:srgbClr val="4D4D4D">
                    <a:alpha val="3402"/>
                  </a:srgbClr>
                </a:gs>
                <a:gs pos="71429">
                  <a:srgbClr val="4D4D4D">
                    <a:alpha val="1607"/>
                  </a:srgbClr>
                </a:gs>
                <a:gs pos="85714">
                  <a:srgbClr val="4D4D4D">
                    <a:alpha val="639"/>
                  </a:srgbClr>
                </a:gs>
                <a:gs pos="100000">
                  <a:srgbClr val="4D4D4D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5400000">
              <a:off x="1738918" y="2835062"/>
              <a:ext cx="65572" cy="65572"/>
            </a:xfrm>
            <a:prstGeom prst="ellipse">
              <a:avLst/>
            </a:prstGeom>
            <a:gradFill>
              <a:gsLst>
                <a:gs pos="0">
                  <a:srgbClr val="5E5E5E">
                    <a:alpha val="12337"/>
                  </a:srgbClr>
                </a:gs>
                <a:gs pos="14286">
                  <a:srgbClr val="5E5E5E">
                    <a:alpha val="11398"/>
                  </a:srgbClr>
                </a:gs>
                <a:gs pos="28571">
                  <a:srgbClr val="5E5E5E">
                    <a:alpha val="8968"/>
                  </a:srgbClr>
                </a:gs>
                <a:gs pos="42857">
                  <a:srgbClr val="5E5E5E">
                    <a:alpha val="5977"/>
                  </a:srgbClr>
                </a:gs>
                <a:gs pos="57143">
                  <a:srgbClr val="5E5E5E">
                    <a:alpha val="3357"/>
                  </a:srgbClr>
                </a:gs>
                <a:gs pos="71429">
                  <a:srgbClr val="5E5E5E">
                    <a:alpha val="1586"/>
                  </a:srgbClr>
                </a:gs>
                <a:gs pos="85714">
                  <a:srgbClr val="5E5E5E">
                    <a:alpha val="630"/>
                  </a:srgbClr>
                </a:gs>
                <a:gs pos="100000">
                  <a:srgbClr val="5E5E5E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5400000">
              <a:off x="251934" y="926507"/>
              <a:ext cx="65022" cy="65022"/>
            </a:xfrm>
            <a:prstGeom prst="ellipse">
              <a:avLst/>
            </a:prstGeom>
            <a:gradFill>
              <a:gsLst>
                <a:gs pos="0">
                  <a:srgbClr val="808080">
                    <a:alpha val="12487"/>
                  </a:srgbClr>
                </a:gs>
                <a:gs pos="14286">
                  <a:srgbClr val="808080">
                    <a:alpha val="11537"/>
                  </a:srgbClr>
                </a:gs>
                <a:gs pos="28571">
                  <a:srgbClr val="808080">
                    <a:alpha val="9080"/>
                  </a:srgbClr>
                </a:gs>
                <a:gs pos="42857">
                  <a:srgbClr val="808080">
                    <a:alpha val="6052"/>
                  </a:srgbClr>
                </a:gs>
                <a:gs pos="57143">
                  <a:srgbClr val="808080">
                    <a:alpha val="3400"/>
                  </a:srgbClr>
                </a:gs>
                <a:gs pos="71429">
                  <a:srgbClr val="808080">
                    <a:alpha val="1606"/>
                  </a:srgbClr>
                </a:gs>
                <a:gs pos="85714">
                  <a:srgbClr val="808080">
                    <a:alpha val="638"/>
                  </a:srgbClr>
                </a:gs>
                <a:gs pos="100000">
                  <a:srgbClr val="808080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5400000">
              <a:off x="3432867" y="491084"/>
              <a:ext cx="65553" cy="65553"/>
            </a:xfrm>
            <a:prstGeom prst="ellipse">
              <a:avLst/>
            </a:prstGeom>
            <a:gradFill>
              <a:gsLst>
                <a:gs pos="0">
                  <a:srgbClr val="787878">
                    <a:alpha val="12342"/>
                  </a:srgbClr>
                </a:gs>
                <a:gs pos="14286">
                  <a:srgbClr val="787878">
                    <a:alpha val="11403"/>
                  </a:srgbClr>
                </a:gs>
                <a:gs pos="28571">
                  <a:srgbClr val="787878">
                    <a:alpha val="8972"/>
                  </a:srgbClr>
                </a:gs>
                <a:gs pos="42857">
                  <a:srgbClr val="787878">
                    <a:alpha val="5980"/>
                  </a:srgbClr>
                </a:gs>
                <a:gs pos="57143">
                  <a:srgbClr val="787878">
                    <a:alpha val="3359"/>
                  </a:srgbClr>
                </a:gs>
                <a:gs pos="71429">
                  <a:srgbClr val="787878">
                    <a:alpha val="1587"/>
                  </a:srgbClr>
                </a:gs>
                <a:gs pos="85714">
                  <a:srgbClr val="787878">
                    <a:alpha val="630"/>
                  </a:srgbClr>
                </a:gs>
                <a:gs pos="100000">
                  <a:srgbClr val="787878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5400000">
              <a:off x="227366" y="2045553"/>
              <a:ext cx="65090" cy="65090"/>
            </a:xfrm>
            <a:prstGeom prst="ellipse">
              <a:avLst/>
            </a:prstGeom>
            <a:gradFill>
              <a:gsLst>
                <a:gs pos="0">
                  <a:srgbClr val="737373">
                    <a:alpha val="12468"/>
                  </a:srgbClr>
                </a:gs>
                <a:gs pos="14286">
                  <a:srgbClr val="737373">
                    <a:alpha val="11520"/>
                  </a:srgbClr>
                </a:gs>
                <a:gs pos="28571">
                  <a:srgbClr val="737373">
                    <a:alpha val="9066"/>
                  </a:srgbClr>
                </a:gs>
                <a:gs pos="42857">
                  <a:srgbClr val="737373">
                    <a:alpha val="6043"/>
                  </a:srgbClr>
                </a:gs>
                <a:gs pos="57143">
                  <a:srgbClr val="737373">
                    <a:alpha val="3395"/>
                  </a:srgbClr>
                </a:gs>
                <a:gs pos="71429">
                  <a:srgbClr val="737373">
                    <a:alpha val="1604"/>
                  </a:srgbClr>
                </a:gs>
                <a:gs pos="85714">
                  <a:srgbClr val="737373">
                    <a:alpha val="637"/>
                  </a:srgbClr>
                </a:gs>
                <a:gs pos="100000">
                  <a:srgbClr val="737373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5400000">
              <a:off x="1538180" y="606925"/>
              <a:ext cx="65291" cy="65291"/>
            </a:xfrm>
            <a:prstGeom prst="ellipse">
              <a:avLst/>
            </a:prstGeom>
            <a:gradFill>
              <a:gsLst>
                <a:gs pos="0">
                  <a:srgbClr val="6A6A6A">
                    <a:alpha val="12413"/>
                  </a:srgbClr>
                </a:gs>
                <a:gs pos="14286">
                  <a:srgbClr val="6A6A6A">
                    <a:alpha val="11469"/>
                  </a:srgbClr>
                </a:gs>
                <a:gs pos="28571">
                  <a:srgbClr val="6A6A6A">
                    <a:alpha val="9025"/>
                  </a:srgbClr>
                </a:gs>
                <a:gs pos="42857">
                  <a:srgbClr val="6A6A6A">
                    <a:alpha val="6016"/>
                  </a:srgbClr>
                </a:gs>
                <a:gs pos="57143">
                  <a:srgbClr val="6A6A6A">
                    <a:alpha val="3379"/>
                  </a:srgbClr>
                </a:gs>
                <a:gs pos="71429">
                  <a:srgbClr val="6A6A6A">
                    <a:alpha val="1596"/>
                  </a:srgbClr>
                </a:gs>
                <a:gs pos="85714">
                  <a:srgbClr val="6A6A6A">
                    <a:alpha val="634"/>
                  </a:srgbClr>
                </a:gs>
                <a:gs pos="100000">
                  <a:srgbClr val="6A6A6A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5400000">
              <a:off x="3307823" y="52503"/>
              <a:ext cx="65385" cy="65385"/>
            </a:xfrm>
            <a:prstGeom prst="ellipse">
              <a:avLst/>
            </a:prstGeom>
            <a:gradFill>
              <a:gsLst>
                <a:gs pos="0">
                  <a:srgbClr val="717070">
                    <a:alpha val="12388"/>
                  </a:srgbClr>
                </a:gs>
                <a:gs pos="14286">
                  <a:srgbClr val="717070">
                    <a:alpha val="11446"/>
                  </a:srgbClr>
                </a:gs>
                <a:gs pos="28571">
                  <a:srgbClr val="717070">
                    <a:alpha val="9006"/>
                  </a:srgbClr>
                </a:gs>
                <a:gs pos="42857">
                  <a:srgbClr val="717070">
                    <a:alpha val="6003"/>
                  </a:srgbClr>
                </a:gs>
                <a:gs pos="57143">
                  <a:srgbClr val="717070">
                    <a:alpha val="3372"/>
                  </a:srgbClr>
                </a:gs>
                <a:gs pos="71429">
                  <a:srgbClr val="717070">
                    <a:alpha val="1593"/>
                  </a:srgbClr>
                </a:gs>
                <a:gs pos="85714">
                  <a:srgbClr val="717070">
                    <a:alpha val="633"/>
                  </a:srgbClr>
                </a:gs>
                <a:gs pos="100000">
                  <a:srgbClr val="717070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5400000">
              <a:off x="2375592" y="1300006"/>
              <a:ext cx="65650" cy="65650"/>
            </a:xfrm>
            <a:prstGeom prst="ellipse">
              <a:avLst/>
            </a:prstGeom>
            <a:gradFill>
              <a:gsLst>
                <a:gs pos="0">
                  <a:srgbClr val="808080">
                    <a:alpha val="12315"/>
                  </a:srgbClr>
                </a:gs>
                <a:gs pos="14286">
                  <a:srgbClr val="808080">
                    <a:alpha val="11378"/>
                  </a:srgbClr>
                </a:gs>
                <a:gs pos="28571">
                  <a:srgbClr val="808080">
                    <a:alpha val="8953"/>
                  </a:srgbClr>
                </a:gs>
                <a:gs pos="42857">
                  <a:srgbClr val="808080">
                    <a:alpha val="5966"/>
                  </a:srgbClr>
                </a:gs>
                <a:gs pos="57143">
                  <a:srgbClr val="808080">
                    <a:alpha val="3351"/>
                  </a:srgbClr>
                </a:gs>
                <a:gs pos="71429">
                  <a:srgbClr val="808080">
                    <a:alpha val="1583"/>
                  </a:srgbClr>
                </a:gs>
                <a:gs pos="85714">
                  <a:srgbClr val="808080">
                    <a:alpha val="629"/>
                  </a:srgbClr>
                </a:gs>
                <a:gs pos="100000">
                  <a:srgbClr val="808080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5400000">
              <a:off x="1884297" y="2293531"/>
              <a:ext cx="65422" cy="65422"/>
            </a:xfrm>
            <a:prstGeom prst="ellipse">
              <a:avLst/>
            </a:prstGeom>
            <a:gradFill>
              <a:gsLst>
                <a:gs pos="0">
                  <a:srgbClr val="646464">
                    <a:alpha val="12378"/>
                  </a:srgbClr>
                </a:gs>
                <a:gs pos="14286">
                  <a:srgbClr val="646464">
                    <a:alpha val="11436"/>
                  </a:srgbClr>
                </a:gs>
                <a:gs pos="28571">
                  <a:srgbClr val="646464">
                    <a:alpha val="8999"/>
                  </a:srgbClr>
                </a:gs>
                <a:gs pos="42857">
                  <a:srgbClr val="646464">
                    <a:alpha val="5998"/>
                  </a:srgbClr>
                </a:gs>
                <a:gs pos="57143">
                  <a:srgbClr val="646464">
                    <a:alpha val="3369"/>
                  </a:srgbClr>
                </a:gs>
                <a:gs pos="71429">
                  <a:srgbClr val="646464">
                    <a:alpha val="1591"/>
                  </a:srgbClr>
                </a:gs>
                <a:gs pos="85714">
                  <a:srgbClr val="646464">
                    <a:alpha val="632"/>
                  </a:srgbClr>
                </a:gs>
                <a:gs pos="100000">
                  <a:srgbClr val="646464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5400000">
              <a:off x="414309" y="2491909"/>
              <a:ext cx="65413" cy="65413"/>
            </a:xfrm>
            <a:prstGeom prst="ellipse">
              <a:avLst/>
            </a:prstGeom>
            <a:gradFill>
              <a:gsLst>
                <a:gs pos="0">
                  <a:srgbClr val="767676">
                    <a:alpha val="12380"/>
                  </a:srgbClr>
                </a:gs>
                <a:gs pos="14286">
                  <a:srgbClr val="767676">
                    <a:alpha val="11439"/>
                  </a:srgbClr>
                </a:gs>
                <a:gs pos="28571">
                  <a:srgbClr val="767676">
                    <a:alpha val="9001"/>
                  </a:srgbClr>
                </a:gs>
                <a:gs pos="42857">
                  <a:srgbClr val="767676">
                    <a:alpha val="5999"/>
                  </a:srgbClr>
                </a:gs>
                <a:gs pos="57143">
                  <a:srgbClr val="767676">
                    <a:alpha val="3370"/>
                  </a:srgbClr>
                </a:gs>
                <a:gs pos="71429">
                  <a:srgbClr val="767676">
                    <a:alpha val="1592"/>
                  </a:srgbClr>
                </a:gs>
                <a:gs pos="85714">
                  <a:srgbClr val="767676">
                    <a:alpha val="633"/>
                  </a:srgbClr>
                </a:gs>
                <a:gs pos="100000">
                  <a:srgbClr val="767676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5400000">
              <a:off x="1385239" y="454310"/>
              <a:ext cx="65423" cy="65423"/>
            </a:xfrm>
            <a:prstGeom prst="ellipse">
              <a:avLst/>
            </a:prstGeom>
            <a:gradFill>
              <a:gsLst>
                <a:gs pos="0">
                  <a:srgbClr val="797979">
                    <a:alpha val="12377"/>
                  </a:srgbClr>
                </a:gs>
                <a:gs pos="14286">
                  <a:srgbClr val="797979">
                    <a:alpha val="11436"/>
                  </a:srgbClr>
                </a:gs>
                <a:gs pos="28571">
                  <a:srgbClr val="797979">
                    <a:alpha val="8999"/>
                  </a:srgbClr>
                </a:gs>
                <a:gs pos="42857">
                  <a:srgbClr val="797979">
                    <a:alpha val="5998"/>
                  </a:srgbClr>
                </a:gs>
                <a:gs pos="57143">
                  <a:srgbClr val="797979">
                    <a:alpha val="3369"/>
                  </a:srgbClr>
                </a:gs>
                <a:gs pos="71429">
                  <a:srgbClr val="797979">
                    <a:alpha val="1591"/>
                  </a:srgbClr>
                </a:gs>
                <a:gs pos="85714">
                  <a:srgbClr val="797979">
                    <a:alpha val="632"/>
                  </a:srgbClr>
                </a:gs>
                <a:gs pos="100000">
                  <a:srgbClr val="797979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5400000">
              <a:off x="579354" y="930476"/>
              <a:ext cx="65420" cy="65420"/>
            </a:xfrm>
            <a:prstGeom prst="ellipse">
              <a:avLst/>
            </a:prstGeom>
            <a:gradFill>
              <a:gsLst>
                <a:gs pos="0">
                  <a:srgbClr val="727272">
                    <a:alpha val="12378"/>
                  </a:srgbClr>
                </a:gs>
                <a:gs pos="14286">
                  <a:srgbClr val="727272">
                    <a:alpha val="11437"/>
                  </a:srgbClr>
                </a:gs>
                <a:gs pos="28571">
                  <a:srgbClr val="727272">
                    <a:alpha val="8999"/>
                  </a:srgbClr>
                </a:gs>
                <a:gs pos="42857">
                  <a:srgbClr val="727272">
                    <a:alpha val="5998"/>
                  </a:srgbClr>
                </a:gs>
                <a:gs pos="57143">
                  <a:srgbClr val="727272">
                    <a:alpha val="3369"/>
                  </a:srgbClr>
                </a:gs>
                <a:gs pos="71429">
                  <a:srgbClr val="727272">
                    <a:alpha val="1592"/>
                  </a:srgbClr>
                </a:gs>
                <a:gs pos="85714">
                  <a:srgbClr val="727272">
                    <a:alpha val="632"/>
                  </a:srgbClr>
                </a:gs>
                <a:gs pos="100000">
                  <a:srgbClr val="727272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5400000">
              <a:off x="2606806" y="12142"/>
              <a:ext cx="65425" cy="65425"/>
            </a:xfrm>
            <a:prstGeom prst="ellipse">
              <a:avLst/>
            </a:prstGeom>
            <a:gradFill>
              <a:gsLst>
                <a:gs pos="0">
                  <a:srgbClr val="727272">
                    <a:alpha val="12377"/>
                  </a:srgbClr>
                </a:gs>
                <a:gs pos="14286">
                  <a:srgbClr val="727272">
                    <a:alpha val="11436"/>
                  </a:srgbClr>
                </a:gs>
                <a:gs pos="28571">
                  <a:srgbClr val="727272">
                    <a:alpha val="8998"/>
                  </a:srgbClr>
                </a:gs>
                <a:gs pos="42857">
                  <a:srgbClr val="727272">
                    <a:alpha val="5997"/>
                  </a:srgbClr>
                </a:gs>
                <a:gs pos="57143">
                  <a:srgbClr val="727272">
                    <a:alpha val="3369"/>
                  </a:srgbClr>
                </a:gs>
                <a:gs pos="71429">
                  <a:srgbClr val="727272">
                    <a:alpha val="1591"/>
                  </a:srgbClr>
                </a:gs>
                <a:gs pos="85714">
                  <a:srgbClr val="727272">
                    <a:alpha val="632"/>
                  </a:srgbClr>
                </a:gs>
                <a:gs pos="100000">
                  <a:srgbClr val="727272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5400000">
              <a:off x="1641010" y="2827272"/>
              <a:ext cx="65669" cy="65669"/>
            </a:xfrm>
            <a:prstGeom prst="ellipse">
              <a:avLst/>
            </a:prstGeom>
            <a:gradFill>
              <a:gsLst>
                <a:gs pos="0">
                  <a:srgbClr val="5F6060">
                    <a:alpha val="12310"/>
                  </a:srgbClr>
                </a:gs>
                <a:gs pos="14286">
                  <a:srgbClr val="5F6060">
                    <a:alpha val="11374"/>
                  </a:srgbClr>
                </a:gs>
                <a:gs pos="28571">
                  <a:srgbClr val="5F6060">
                    <a:alpha val="8949"/>
                  </a:srgbClr>
                </a:gs>
                <a:gs pos="42857">
                  <a:srgbClr val="5F6060">
                    <a:alpha val="5964"/>
                  </a:srgbClr>
                </a:gs>
                <a:gs pos="57143">
                  <a:srgbClr val="5F6060">
                    <a:alpha val="3350"/>
                  </a:srgbClr>
                </a:gs>
                <a:gs pos="71429">
                  <a:srgbClr val="5F6060">
                    <a:alpha val="1582"/>
                  </a:srgbClr>
                </a:gs>
                <a:gs pos="85714">
                  <a:srgbClr val="5F6060">
                    <a:alpha val="629"/>
                  </a:srgbClr>
                </a:gs>
                <a:gs pos="100000">
                  <a:srgbClr val="5F6060">
                    <a:alpha val="2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5400000">
              <a:off x="1423481" y="1795570"/>
              <a:ext cx="65499" cy="65499"/>
            </a:xfrm>
            <a:prstGeom prst="ellipse">
              <a:avLst/>
            </a:prstGeom>
            <a:gradFill>
              <a:gsLst>
                <a:gs pos="0">
                  <a:srgbClr val="777877">
                    <a:alpha val="12357"/>
                  </a:srgbClr>
                </a:gs>
                <a:gs pos="14286">
                  <a:srgbClr val="777877">
                    <a:alpha val="11417"/>
                  </a:srgbClr>
                </a:gs>
                <a:gs pos="28571">
                  <a:srgbClr val="777877">
                    <a:alpha val="8983"/>
                  </a:srgbClr>
                </a:gs>
                <a:gs pos="42857">
                  <a:srgbClr val="777877">
                    <a:alpha val="5987"/>
                  </a:srgbClr>
                </a:gs>
                <a:gs pos="57143">
                  <a:srgbClr val="777877">
                    <a:alpha val="3363"/>
                  </a:srgbClr>
                </a:gs>
                <a:gs pos="71429">
                  <a:srgbClr val="777877">
                    <a:alpha val="1589"/>
                  </a:srgbClr>
                </a:gs>
                <a:gs pos="85714">
                  <a:srgbClr val="777877">
                    <a:alpha val="631"/>
                  </a:srgbClr>
                </a:gs>
                <a:gs pos="100000">
                  <a:srgbClr val="777877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5400000">
              <a:off x="1840800" y="1332449"/>
              <a:ext cx="65506" cy="65506"/>
            </a:xfrm>
            <a:prstGeom prst="ellipse">
              <a:avLst/>
            </a:prstGeom>
            <a:gradFill>
              <a:gsLst>
                <a:gs pos="0">
                  <a:srgbClr val="767676">
                    <a:alpha val="12355"/>
                  </a:srgbClr>
                </a:gs>
                <a:gs pos="14286">
                  <a:srgbClr val="767676">
                    <a:alpha val="11415"/>
                  </a:srgbClr>
                </a:gs>
                <a:gs pos="28571">
                  <a:srgbClr val="767676">
                    <a:alpha val="8982"/>
                  </a:srgbClr>
                </a:gs>
                <a:gs pos="42857">
                  <a:srgbClr val="767676">
                    <a:alpha val="5986"/>
                  </a:srgbClr>
                </a:gs>
                <a:gs pos="57143">
                  <a:srgbClr val="767676">
                    <a:alpha val="3363"/>
                  </a:srgbClr>
                </a:gs>
                <a:gs pos="71429">
                  <a:srgbClr val="767676">
                    <a:alpha val="1588"/>
                  </a:srgbClr>
                </a:gs>
                <a:gs pos="85714">
                  <a:srgbClr val="767676">
                    <a:alpha val="631"/>
                  </a:srgbClr>
                </a:gs>
                <a:gs pos="100000">
                  <a:srgbClr val="767676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5400000">
              <a:off x="3109455" y="880816"/>
              <a:ext cx="65526" cy="65526"/>
            </a:xfrm>
            <a:prstGeom prst="ellipse">
              <a:avLst/>
            </a:prstGeom>
            <a:gradFill>
              <a:gsLst>
                <a:gs pos="0">
                  <a:srgbClr val="7B7B7B">
                    <a:alpha val="12349"/>
                  </a:srgbClr>
                </a:gs>
                <a:gs pos="14286">
                  <a:srgbClr val="7B7B7B">
                    <a:alpha val="11410"/>
                  </a:srgbClr>
                </a:gs>
                <a:gs pos="28571">
                  <a:srgbClr val="7B7B7B">
                    <a:alpha val="8978"/>
                  </a:srgbClr>
                </a:gs>
                <a:gs pos="42857">
                  <a:srgbClr val="7B7B7B">
                    <a:alpha val="5984"/>
                  </a:srgbClr>
                </a:gs>
                <a:gs pos="57143">
                  <a:srgbClr val="7B7B7B">
                    <a:alpha val="3361"/>
                  </a:srgbClr>
                </a:gs>
                <a:gs pos="71429">
                  <a:srgbClr val="7B7B7B">
                    <a:alpha val="1588"/>
                  </a:srgbClr>
                </a:gs>
                <a:gs pos="85714">
                  <a:srgbClr val="7B7B7B">
                    <a:alpha val="631"/>
                  </a:srgbClr>
                </a:gs>
                <a:gs pos="100000">
                  <a:srgbClr val="7B7B7B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5400000">
              <a:off x="3502346" y="2941348"/>
              <a:ext cx="65565" cy="65565"/>
            </a:xfrm>
            <a:prstGeom prst="ellipse">
              <a:avLst/>
            </a:prstGeom>
            <a:gradFill>
              <a:gsLst>
                <a:gs pos="0">
                  <a:srgbClr val="6F6F6F">
                    <a:alpha val="12339"/>
                  </a:srgbClr>
                </a:gs>
                <a:gs pos="14286">
                  <a:srgbClr val="6F6F6F">
                    <a:alpha val="11400"/>
                  </a:srgbClr>
                </a:gs>
                <a:gs pos="28571">
                  <a:srgbClr val="6F6F6F">
                    <a:alpha val="8970"/>
                  </a:srgbClr>
                </a:gs>
                <a:gs pos="42857">
                  <a:srgbClr val="6F6F6F">
                    <a:alpha val="5978"/>
                  </a:srgbClr>
                </a:gs>
                <a:gs pos="57143">
                  <a:srgbClr val="6F6F6F">
                    <a:alpha val="3358"/>
                  </a:srgbClr>
                </a:gs>
                <a:gs pos="71429">
                  <a:srgbClr val="6F6F6F">
                    <a:alpha val="1586"/>
                  </a:srgbClr>
                </a:gs>
                <a:gs pos="85714">
                  <a:srgbClr val="6F6F6F">
                    <a:alpha val="630"/>
                  </a:srgbClr>
                </a:gs>
                <a:gs pos="100000">
                  <a:srgbClr val="6F6F6F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-10668298">
              <a:off x="1545767" y="1650077"/>
              <a:ext cx="452325" cy="448415"/>
            </a:xfrm>
            <a:prstGeom prst="ellipse">
              <a:avLst/>
            </a:prstGeom>
            <a:gradFill>
              <a:gsLst>
                <a:gs pos="0">
                  <a:srgbClr val="727171">
                    <a:alpha val="7634"/>
                  </a:srgbClr>
                </a:gs>
                <a:gs pos="14286">
                  <a:srgbClr val="727171">
                    <a:alpha val="7038"/>
                  </a:srgbClr>
                </a:gs>
                <a:gs pos="28571">
                  <a:srgbClr val="727171">
                    <a:alpha val="5509"/>
                  </a:srgbClr>
                </a:gs>
                <a:gs pos="42857">
                  <a:srgbClr val="727171">
                    <a:alpha val="3649"/>
                  </a:srgbClr>
                </a:gs>
                <a:gs pos="57143">
                  <a:srgbClr val="727171">
                    <a:alpha val="2039"/>
                  </a:srgbClr>
                </a:gs>
                <a:gs pos="71429">
                  <a:srgbClr val="727171">
                    <a:alpha val="959"/>
                  </a:srgbClr>
                </a:gs>
                <a:gs pos="85714">
                  <a:srgbClr val="727171">
                    <a:alpha val="381"/>
                  </a:srgbClr>
                </a:gs>
                <a:gs pos="100000">
                  <a:srgbClr val="727171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6637530">
              <a:off x="1457142" y="1629478"/>
              <a:ext cx="538401" cy="526756"/>
            </a:xfrm>
            <a:prstGeom prst="ellipse">
              <a:avLst/>
            </a:prstGeom>
            <a:gradFill>
              <a:gsLst>
                <a:gs pos="0">
                  <a:srgbClr val="C2C2C2">
                    <a:alpha val="4403"/>
                  </a:srgbClr>
                </a:gs>
                <a:gs pos="14286">
                  <a:srgbClr val="C2C2C2">
                    <a:alpha val="4054"/>
                  </a:srgbClr>
                </a:gs>
                <a:gs pos="28571">
                  <a:srgbClr val="C2C2C2">
                    <a:alpha val="3163"/>
                  </a:srgbClr>
                </a:gs>
                <a:gs pos="42857">
                  <a:srgbClr val="C2C2C2">
                    <a:alpha val="2086"/>
                  </a:srgbClr>
                </a:gs>
                <a:gs pos="57143">
                  <a:srgbClr val="C2C2C2">
                    <a:alpha val="1161"/>
                  </a:srgbClr>
                </a:gs>
                <a:gs pos="71429">
                  <a:srgbClr val="C2C2C2">
                    <a:alpha val="545"/>
                  </a:srgbClr>
                </a:gs>
                <a:gs pos="85714">
                  <a:srgbClr val="C2C2C2">
                    <a:alpha val="216"/>
                  </a:srgbClr>
                </a:gs>
                <a:gs pos="100000">
                  <a:srgbClr val="C2C2C2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-10155167">
              <a:off x="785940" y="448379"/>
              <a:ext cx="325375" cy="44120"/>
            </a:xfrm>
            <a:prstGeom prst="ellipse">
              <a:avLst/>
            </a:prstGeom>
            <a:gradFill>
              <a:gsLst>
                <a:gs pos="0">
                  <a:srgbClr val="F4F4F4">
                    <a:alpha val="6628"/>
                  </a:srgbClr>
                </a:gs>
                <a:gs pos="14286">
                  <a:srgbClr val="F4F4F4">
                    <a:alpha val="6109"/>
                  </a:srgbClr>
                </a:gs>
                <a:gs pos="28571">
                  <a:srgbClr val="F4F4F4">
                    <a:alpha val="4776"/>
                  </a:srgbClr>
                </a:gs>
                <a:gs pos="42857">
                  <a:srgbClr val="F4F4F4">
                    <a:alpha val="3159"/>
                  </a:srgbClr>
                </a:gs>
                <a:gs pos="57143">
                  <a:srgbClr val="F4F4F4">
                    <a:alpha val="1763"/>
                  </a:srgbClr>
                </a:gs>
                <a:gs pos="71429">
                  <a:srgbClr val="F4F4F4">
                    <a:alpha val="829"/>
                  </a:srgbClr>
                </a:gs>
                <a:gs pos="85714">
                  <a:srgbClr val="F4F4F4">
                    <a:alpha val="329"/>
                  </a:srgbClr>
                </a:gs>
                <a:gs pos="100000">
                  <a:srgbClr val="F4F4F4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4959716">
              <a:off x="3204295" y="247646"/>
              <a:ext cx="541946" cy="515013"/>
            </a:xfrm>
            <a:prstGeom prst="ellipse">
              <a:avLst/>
            </a:prstGeom>
            <a:gradFill>
              <a:gsLst>
                <a:gs pos="0">
                  <a:srgbClr val="908F8F">
                    <a:alpha val="3326"/>
                  </a:srgbClr>
                </a:gs>
                <a:gs pos="14286">
                  <a:srgbClr val="908F8F">
                    <a:alpha val="3061"/>
                  </a:srgbClr>
                </a:gs>
                <a:gs pos="28571">
                  <a:srgbClr val="908F8F">
                    <a:alpha val="2385"/>
                  </a:srgbClr>
                </a:gs>
                <a:gs pos="42857">
                  <a:srgbClr val="908F8F">
                    <a:alpha val="1571"/>
                  </a:srgbClr>
                </a:gs>
                <a:gs pos="57143">
                  <a:srgbClr val="908F8F">
                    <a:alpha val="873"/>
                  </a:srgbClr>
                </a:gs>
                <a:gs pos="71429">
                  <a:srgbClr val="908F8F">
                    <a:alpha val="410"/>
                  </a:srgbClr>
                </a:gs>
                <a:gs pos="85714">
                  <a:srgbClr val="908F8F">
                    <a:alpha val="162"/>
                  </a:srgbClr>
                </a:gs>
                <a:gs pos="100000">
                  <a:srgbClr val="908F8F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10426961">
              <a:off x="1133888" y="1048206"/>
              <a:ext cx="520016" cy="519642"/>
            </a:xfrm>
            <a:prstGeom prst="ellipse">
              <a:avLst/>
            </a:prstGeom>
            <a:gradFill>
              <a:gsLst>
                <a:gs pos="0">
                  <a:srgbClr val="5A5B59">
                    <a:alpha val="5179"/>
                  </a:srgbClr>
                </a:gs>
                <a:gs pos="14286">
                  <a:srgbClr val="5A5B59">
                    <a:alpha val="4771"/>
                  </a:srgbClr>
                </a:gs>
                <a:gs pos="28571">
                  <a:srgbClr val="5A5B59">
                    <a:alpha val="3724"/>
                  </a:srgbClr>
                </a:gs>
                <a:gs pos="42857">
                  <a:srgbClr val="5A5B59">
                    <a:alpha val="2459"/>
                  </a:srgbClr>
                </a:gs>
                <a:gs pos="57143">
                  <a:srgbClr val="5A5B59">
                    <a:alpha val="1370"/>
                  </a:srgbClr>
                </a:gs>
                <a:gs pos="71429">
                  <a:srgbClr val="5A5B59">
                    <a:alpha val="644"/>
                  </a:srgbClr>
                </a:gs>
                <a:gs pos="85714">
                  <a:srgbClr val="5A5B59">
                    <a:alpha val="255"/>
                  </a:srgbClr>
                </a:gs>
                <a:gs pos="100000">
                  <a:srgbClr val="5A5B59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-10765689">
              <a:off x="1857921" y="667626"/>
              <a:ext cx="496664" cy="490996"/>
            </a:xfrm>
            <a:prstGeom prst="ellipse">
              <a:avLst/>
            </a:prstGeom>
            <a:gradFill>
              <a:gsLst>
                <a:gs pos="0">
                  <a:srgbClr val="616263">
                    <a:alpha val="3261"/>
                  </a:srgbClr>
                </a:gs>
                <a:gs pos="14286">
                  <a:srgbClr val="616263">
                    <a:alpha val="3001"/>
                  </a:srgbClr>
                </a:gs>
                <a:gs pos="28571">
                  <a:srgbClr val="616263">
                    <a:alpha val="2338"/>
                  </a:srgbClr>
                </a:gs>
                <a:gs pos="42857">
                  <a:srgbClr val="616263">
                    <a:alpha val="1540"/>
                  </a:srgbClr>
                </a:gs>
                <a:gs pos="57143">
                  <a:srgbClr val="616263">
                    <a:alpha val="856"/>
                  </a:srgbClr>
                </a:gs>
                <a:gs pos="71429">
                  <a:srgbClr val="616263">
                    <a:alpha val="402"/>
                  </a:srgbClr>
                </a:gs>
                <a:gs pos="85714">
                  <a:srgbClr val="616263">
                    <a:alpha val="159"/>
                  </a:srgbClr>
                </a:gs>
                <a:gs pos="100000">
                  <a:srgbClr val="616263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10014336">
              <a:off x="775394" y="399561"/>
              <a:ext cx="312191" cy="168374"/>
            </a:xfrm>
            <a:prstGeom prst="ellipse">
              <a:avLst/>
            </a:prstGeom>
            <a:gradFill>
              <a:gsLst>
                <a:gs pos="0">
                  <a:srgbClr val="FFFFFF">
                    <a:alpha val="7389"/>
                  </a:srgbClr>
                </a:gs>
                <a:gs pos="14286">
                  <a:srgbClr val="FFFFFF">
                    <a:alpha val="6812"/>
                  </a:srgbClr>
                </a:gs>
                <a:gs pos="28571">
                  <a:srgbClr val="FFFFFF">
                    <a:alpha val="5331"/>
                  </a:srgbClr>
                </a:gs>
                <a:gs pos="42857">
                  <a:srgbClr val="FFFFFF">
                    <a:alpha val="3529"/>
                  </a:srgbClr>
                </a:gs>
                <a:gs pos="57143">
                  <a:srgbClr val="FFFFFF">
                    <a:alpha val="1971"/>
                  </a:srgbClr>
                </a:gs>
                <a:gs pos="71429">
                  <a:srgbClr val="FFFFFF">
                    <a:alpha val="928"/>
                  </a:srgbClr>
                </a:gs>
                <a:gs pos="85714">
                  <a:srgbClr val="FFFFFF">
                    <a:alpha val="368"/>
                  </a:srgbClr>
                </a:gs>
                <a:gs pos="100000">
                  <a:srgbClr val="FFFFFF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4502650">
              <a:off x="-286506" y="972342"/>
              <a:ext cx="636339" cy="264224"/>
            </a:xfrm>
            <a:prstGeom prst="ellipse">
              <a:avLst/>
            </a:prstGeom>
            <a:gradFill>
              <a:gsLst>
                <a:gs pos="0">
                  <a:srgbClr val="7D7C7B">
                    <a:alpha val="1340"/>
                  </a:srgbClr>
                </a:gs>
                <a:gs pos="14286">
                  <a:srgbClr val="7D7C7B">
                    <a:alpha val="1232"/>
                  </a:srgbClr>
                </a:gs>
                <a:gs pos="28571">
                  <a:srgbClr val="7D7C7B">
                    <a:alpha val="958"/>
                  </a:srgbClr>
                </a:gs>
                <a:gs pos="42857">
                  <a:srgbClr val="7D7C7B">
                    <a:alpha val="630"/>
                  </a:srgbClr>
                </a:gs>
                <a:gs pos="57143">
                  <a:srgbClr val="7D7C7B">
                    <a:alpha val="349"/>
                  </a:srgbClr>
                </a:gs>
                <a:gs pos="71429">
                  <a:srgbClr val="7D7C7B">
                    <a:alpha val="164"/>
                  </a:srgbClr>
                </a:gs>
                <a:gs pos="85714">
                  <a:srgbClr val="7D7C7B">
                    <a:alpha val="65"/>
                  </a:srgbClr>
                </a:gs>
                <a:gs pos="100000">
                  <a:srgbClr val="7D7C7B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10085465">
              <a:off x="1471262" y="1817760"/>
              <a:ext cx="512433" cy="459821"/>
            </a:xfrm>
            <a:prstGeom prst="ellipse">
              <a:avLst/>
            </a:prstGeom>
            <a:gradFill>
              <a:gsLst>
                <a:gs pos="0">
                  <a:srgbClr val="908F90">
                    <a:alpha val="3706"/>
                  </a:srgbClr>
                </a:gs>
                <a:gs pos="14286">
                  <a:srgbClr val="908F90">
                    <a:alpha val="3411"/>
                  </a:srgbClr>
                </a:gs>
                <a:gs pos="28571">
                  <a:srgbClr val="908F90">
                    <a:alpha val="2659"/>
                  </a:srgbClr>
                </a:gs>
                <a:gs pos="42857">
                  <a:srgbClr val="908F90">
                    <a:alpha val="1752"/>
                  </a:srgbClr>
                </a:gs>
                <a:gs pos="57143">
                  <a:srgbClr val="908F90">
                    <a:alpha val="975"/>
                  </a:srgbClr>
                </a:gs>
                <a:gs pos="71429">
                  <a:srgbClr val="908F90">
                    <a:alpha val="457"/>
                  </a:srgbClr>
                </a:gs>
                <a:gs pos="85714">
                  <a:srgbClr val="908F90">
                    <a:alpha val="181"/>
                  </a:srgbClr>
                </a:gs>
                <a:gs pos="100000">
                  <a:srgbClr val="908F90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10527038">
              <a:off x="525976" y="3068273"/>
              <a:ext cx="547880" cy="484273"/>
            </a:xfrm>
            <a:prstGeom prst="ellipse">
              <a:avLst/>
            </a:prstGeom>
            <a:gradFill>
              <a:gsLst>
                <a:gs pos="0">
                  <a:srgbClr val="000300">
                    <a:alpha val="2044"/>
                  </a:srgbClr>
                </a:gs>
                <a:gs pos="14286">
                  <a:srgbClr val="000300">
                    <a:alpha val="1880"/>
                  </a:srgbClr>
                </a:gs>
                <a:gs pos="28571">
                  <a:srgbClr val="000300">
                    <a:alpha val="1463"/>
                  </a:srgbClr>
                </a:gs>
                <a:gs pos="42857">
                  <a:srgbClr val="000300">
                    <a:alpha val="962"/>
                  </a:srgbClr>
                </a:gs>
                <a:gs pos="57143">
                  <a:srgbClr val="000300">
                    <a:alpha val="534"/>
                  </a:srgbClr>
                </a:gs>
                <a:gs pos="71429">
                  <a:srgbClr val="000300">
                    <a:alpha val="250"/>
                  </a:srgbClr>
                </a:gs>
                <a:gs pos="85714">
                  <a:srgbClr val="000300">
                    <a:alpha val="99"/>
                  </a:srgbClr>
                </a:gs>
                <a:gs pos="100000">
                  <a:srgbClr val="00030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5314337">
              <a:off x="1302566" y="1606051"/>
              <a:ext cx="458714" cy="451966"/>
            </a:xfrm>
            <a:prstGeom prst="ellipse">
              <a:avLst/>
            </a:prstGeom>
            <a:gradFill>
              <a:gsLst>
                <a:gs pos="0">
                  <a:srgbClr val="888888">
                    <a:alpha val="5813"/>
                  </a:srgbClr>
                </a:gs>
                <a:gs pos="14286">
                  <a:srgbClr val="888888">
                    <a:alpha val="5355"/>
                  </a:srgbClr>
                </a:gs>
                <a:gs pos="28571">
                  <a:srgbClr val="888888">
                    <a:alpha val="4184"/>
                  </a:srgbClr>
                </a:gs>
                <a:gs pos="42857">
                  <a:srgbClr val="888888">
                    <a:alpha val="2764"/>
                  </a:srgbClr>
                </a:gs>
                <a:gs pos="57143">
                  <a:srgbClr val="888888">
                    <a:alpha val="1541"/>
                  </a:srgbClr>
                </a:gs>
                <a:gs pos="71429">
                  <a:srgbClr val="888888">
                    <a:alpha val="724"/>
                  </a:srgbClr>
                </a:gs>
                <a:gs pos="85714">
                  <a:srgbClr val="888888">
                    <a:alpha val="287"/>
                  </a:srgbClr>
                </a:gs>
                <a:gs pos="100000">
                  <a:srgbClr val="888888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7719820">
              <a:off x="1454599" y="3002536"/>
              <a:ext cx="435344" cy="152777"/>
            </a:xfrm>
            <a:prstGeom prst="ellipse">
              <a:avLst/>
            </a:prstGeom>
            <a:gradFill>
              <a:gsLst>
                <a:gs pos="0">
                  <a:srgbClr val="000700">
                    <a:alpha val="32968"/>
                  </a:srgbClr>
                </a:gs>
                <a:gs pos="14286">
                  <a:srgbClr val="000700">
                    <a:alpha val="30764"/>
                  </a:srgbClr>
                </a:gs>
                <a:gs pos="28571">
                  <a:srgbClr val="000700">
                    <a:alpha val="24833"/>
                  </a:srgbClr>
                </a:gs>
                <a:gs pos="42857">
                  <a:srgbClr val="000700">
                    <a:alpha val="17075"/>
                  </a:srgbClr>
                </a:gs>
                <a:gs pos="57143">
                  <a:srgbClr val="000700">
                    <a:alpha val="9855"/>
                  </a:srgbClr>
                </a:gs>
                <a:gs pos="71429">
                  <a:srgbClr val="000700">
                    <a:alpha val="4740"/>
                  </a:srgbClr>
                </a:gs>
                <a:gs pos="85714">
                  <a:srgbClr val="000700">
                    <a:alpha val="1902"/>
                  </a:srgbClr>
                </a:gs>
                <a:gs pos="100000">
                  <a:srgbClr val="000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-9020470">
              <a:off x="2391720" y="760979"/>
              <a:ext cx="277161" cy="526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7273059">
              <a:off x="1637024" y="3195606"/>
              <a:ext cx="386131" cy="508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5455149">
              <a:off x="1992674" y="3319016"/>
              <a:ext cx="479012" cy="477550"/>
            </a:xfrm>
            <a:prstGeom prst="ellipse">
              <a:avLst/>
            </a:prstGeom>
            <a:gradFill>
              <a:gsLst>
                <a:gs pos="0">
                  <a:srgbClr val="737373">
                    <a:alpha val="2146"/>
                  </a:srgbClr>
                </a:gs>
                <a:gs pos="14286">
                  <a:srgbClr val="737373">
                    <a:alpha val="1974"/>
                  </a:srgbClr>
                </a:gs>
                <a:gs pos="28571">
                  <a:srgbClr val="737373">
                    <a:alpha val="1536"/>
                  </a:srgbClr>
                </a:gs>
                <a:gs pos="42857">
                  <a:srgbClr val="737373">
                    <a:alpha val="1010"/>
                  </a:srgbClr>
                </a:gs>
                <a:gs pos="57143">
                  <a:srgbClr val="737373">
                    <a:alpha val="561"/>
                  </a:srgbClr>
                </a:gs>
                <a:gs pos="71429">
                  <a:srgbClr val="737373">
                    <a:alpha val="263"/>
                  </a:srgbClr>
                </a:gs>
                <a:gs pos="85714">
                  <a:srgbClr val="737373">
                    <a:alpha val="104"/>
                  </a:srgbClr>
                </a:gs>
                <a:gs pos="100000">
                  <a:srgbClr val="737373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6718657">
              <a:off x="1461689" y="3034175"/>
              <a:ext cx="437683" cy="551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6334581">
              <a:off x="1505528" y="1634238"/>
              <a:ext cx="469993" cy="441906"/>
            </a:xfrm>
            <a:prstGeom prst="ellipse">
              <a:avLst/>
            </a:prstGeom>
            <a:gradFill>
              <a:gsLst>
                <a:gs pos="0">
                  <a:srgbClr val="A2A2A2">
                    <a:alpha val="8895"/>
                  </a:srgbClr>
                </a:gs>
                <a:gs pos="14286">
                  <a:srgbClr val="A2A2A2">
                    <a:alpha val="8206"/>
                  </a:srgbClr>
                </a:gs>
                <a:gs pos="28571">
                  <a:srgbClr val="A2A2A2">
                    <a:alpha val="6432"/>
                  </a:srgbClr>
                </a:gs>
                <a:gs pos="42857">
                  <a:srgbClr val="A2A2A2">
                    <a:alpha val="4267"/>
                  </a:srgbClr>
                </a:gs>
                <a:gs pos="57143">
                  <a:srgbClr val="A2A2A2">
                    <a:alpha val="2387"/>
                  </a:srgbClr>
                </a:gs>
                <a:gs pos="71429">
                  <a:srgbClr val="A2A2A2">
                    <a:alpha val="1125"/>
                  </a:srgbClr>
                </a:gs>
                <a:gs pos="85714">
                  <a:srgbClr val="A2A2A2">
                    <a:alpha val="446"/>
                  </a:srgbClr>
                </a:gs>
                <a:gs pos="100000">
                  <a:srgbClr val="A2A2A2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4027389">
              <a:off x="555002" y="3244344"/>
              <a:ext cx="578004" cy="46992"/>
            </a:xfrm>
            <a:prstGeom prst="ellipse">
              <a:avLst/>
            </a:prstGeom>
            <a:gradFill>
              <a:gsLst>
                <a:gs pos="0">
                  <a:srgbClr val="B6B7B7">
                    <a:alpha val="5160"/>
                  </a:srgbClr>
                </a:gs>
                <a:gs pos="14286">
                  <a:srgbClr val="B6B7B7">
                    <a:alpha val="4753"/>
                  </a:srgbClr>
                </a:gs>
                <a:gs pos="28571">
                  <a:srgbClr val="B6B7B7">
                    <a:alpha val="3710"/>
                  </a:srgbClr>
                </a:gs>
                <a:gs pos="42857">
                  <a:srgbClr val="B6B7B7">
                    <a:alpha val="2449"/>
                  </a:srgbClr>
                </a:gs>
                <a:gs pos="57143">
                  <a:srgbClr val="B6B7B7">
                    <a:alpha val="1365"/>
                  </a:srgbClr>
                </a:gs>
                <a:gs pos="71429">
                  <a:srgbClr val="B6B7B7">
                    <a:alpha val="641"/>
                  </a:srgbClr>
                </a:gs>
                <a:gs pos="85714">
                  <a:srgbClr val="B6B7B7">
                    <a:alpha val="254"/>
                  </a:srgbClr>
                </a:gs>
                <a:gs pos="100000">
                  <a:srgbClr val="B6B7B7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-10684576">
              <a:off x="1778314" y="3229263"/>
              <a:ext cx="414862" cy="372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-10097341">
              <a:off x="1505069" y="3063783"/>
              <a:ext cx="519743" cy="658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9973619">
              <a:off x="1851879" y="3206200"/>
              <a:ext cx="356539" cy="807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6082178">
              <a:off x="535077" y="258404"/>
              <a:ext cx="459807" cy="458747"/>
            </a:xfrm>
            <a:prstGeom prst="ellipse">
              <a:avLst/>
            </a:prstGeom>
            <a:gradFill>
              <a:gsLst>
                <a:gs pos="0">
                  <a:srgbClr val="6E6E6E">
                    <a:alpha val="3209"/>
                  </a:srgbClr>
                </a:gs>
                <a:gs pos="14286">
                  <a:srgbClr val="6E6E6E">
                    <a:alpha val="2953"/>
                  </a:srgbClr>
                </a:gs>
                <a:gs pos="28571">
                  <a:srgbClr val="6E6E6E">
                    <a:alpha val="2301"/>
                  </a:srgbClr>
                </a:gs>
                <a:gs pos="42857">
                  <a:srgbClr val="6E6E6E">
                    <a:alpha val="1515"/>
                  </a:srgbClr>
                </a:gs>
                <a:gs pos="57143">
                  <a:srgbClr val="6E6E6E">
                    <a:alpha val="842"/>
                  </a:srgbClr>
                </a:gs>
                <a:gs pos="71429">
                  <a:srgbClr val="6E6E6E">
                    <a:alpha val="395"/>
                  </a:srgbClr>
                </a:gs>
                <a:gs pos="85714">
                  <a:srgbClr val="6E6E6E">
                    <a:alpha val="156"/>
                  </a:srgbClr>
                </a:gs>
                <a:gs pos="100000">
                  <a:srgbClr val="6E6E6E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3764465">
              <a:off x="1710565" y="3169668"/>
              <a:ext cx="507697" cy="418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7249737">
              <a:off x="1550334" y="1804460"/>
              <a:ext cx="161417" cy="904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3133745">
              <a:off x="2346651" y="809776"/>
              <a:ext cx="321399" cy="906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-9415878">
              <a:off x="493393" y="209948"/>
              <a:ext cx="488838" cy="486723"/>
            </a:xfrm>
            <a:prstGeom prst="ellipse">
              <a:avLst/>
            </a:prstGeom>
            <a:gradFill>
              <a:gsLst>
                <a:gs pos="0">
                  <a:srgbClr val="535244">
                    <a:alpha val="2520"/>
                  </a:srgbClr>
                </a:gs>
                <a:gs pos="14286">
                  <a:srgbClr val="535244">
                    <a:alpha val="2319"/>
                  </a:srgbClr>
                </a:gs>
                <a:gs pos="28571">
                  <a:srgbClr val="535244">
                    <a:alpha val="1805"/>
                  </a:srgbClr>
                </a:gs>
                <a:gs pos="42857">
                  <a:srgbClr val="535244">
                    <a:alpha val="1188"/>
                  </a:srgbClr>
                </a:gs>
                <a:gs pos="57143">
                  <a:srgbClr val="535244">
                    <a:alpha val="660"/>
                  </a:srgbClr>
                </a:gs>
                <a:gs pos="71429">
                  <a:srgbClr val="535244">
                    <a:alpha val="309"/>
                  </a:srgbClr>
                </a:gs>
                <a:gs pos="85714">
                  <a:srgbClr val="535244">
                    <a:alpha val="122"/>
                  </a:srgbClr>
                </a:gs>
                <a:gs pos="100000">
                  <a:srgbClr val="535244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7420784">
              <a:off x="621213" y="625079"/>
              <a:ext cx="209097" cy="83469"/>
            </a:xfrm>
            <a:prstGeom prst="ellipse">
              <a:avLst/>
            </a:prstGeom>
            <a:gradFill>
              <a:gsLst>
                <a:gs pos="0">
                  <a:srgbClr val="010009">
                    <a:alpha val="32968"/>
                  </a:srgbClr>
                </a:gs>
                <a:gs pos="14286">
                  <a:srgbClr val="010009">
                    <a:alpha val="30764"/>
                  </a:srgbClr>
                </a:gs>
                <a:gs pos="28571">
                  <a:srgbClr val="010009">
                    <a:alpha val="24833"/>
                  </a:srgbClr>
                </a:gs>
                <a:gs pos="42857">
                  <a:srgbClr val="010009">
                    <a:alpha val="17075"/>
                  </a:srgbClr>
                </a:gs>
                <a:gs pos="57143">
                  <a:srgbClr val="010009">
                    <a:alpha val="9855"/>
                  </a:srgbClr>
                </a:gs>
                <a:gs pos="71429">
                  <a:srgbClr val="010009">
                    <a:alpha val="4740"/>
                  </a:srgbClr>
                </a:gs>
                <a:gs pos="85714">
                  <a:srgbClr val="010009">
                    <a:alpha val="1902"/>
                  </a:srgbClr>
                </a:gs>
                <a:gs pos="100000">
                  <a:srgbClr val="0100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4730714">
              <a:off x="1584675" y="3183889"/>
              <a:ext cx="477803" cy="403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4863467">
              <a:off x="2378708" y="805087"/>
              <a:ext cx="366855" cy="409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5566487">
              <a:off x="2143055" y="1136749"/>
              <a:ext cx="519964" cy="430292"/>
            </a:xfrm>
            <a:prstGeom prst="ellipse">
              <a:avLst/>
            </a:prstGeom>
            <a:gradFill>
              <a:gsLst>
                <a:gs pos="0">
                  <a:srgbClr val="989796">
                    <a:alpha val="4292"/>
                  </a:srgbClr>
                </a:gs>
                <a:gs pos="14286">
                  <a:srgbClr val="989796">
                    <a:alpha val="3952"/>
                  </a:srgbClr>
                </a:gs>
                <a:gs pos="28571">
                  <a:srgbClr val="989796">
                    <a:alpha val="3082"/>
                  </a:srgbClr>
                </a:gs>
                <a:gs pos="42857">
                  <a:srgbClr val="989796">
                    <a:alpha val="2033"/>
                  </a:srgbClr>
                </a:gs>
                <a:gs pos="57143">
                  <a:srgbClr val="989796">
                    <a:alpha val="1131"/>
                  </a:srgbClr>
                </a:gs>
                <a:gs pos="71429">
                  <a:srgbClr val="989796">
                    <a:alpha val="531"/>
                  </a:srgbClr>
                </a:gs>
                <a:gs pos="85714">
                  <a:srgbClr val="989796">
                    <a:alpha val="210"/>
                  </a:srgbClr>
                </a:gs>
                <a:gs pos="100000">
                  <a:srgbClr val="989796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3747394">
              <a:off x="554848" y="644670"/>
              <a:ext cx="315610" cy="102939"/>
            </a:xfrm>
            <a:prstGeom prst="ellipse">
              <a:avLst/>
            </a:prstGeom>
            <a:gradFill>
              <a:gsLst>
                <a:gs pos="0">
                  <a:srgbClr val="010005">
                    <a:alpha val="21585"/>
                  </a:srgbClr>
                </a:gs>
                <a:gs pos="14286">
                  <a:srgbClr val="010005">
                    <a:alpha val="20028"/>
                  </a:srgbClr>
                </a:gs>
                <a:gs pos="28571">
                  <a:srgbClr val="010005">
                    <a:alpha val="15931"/>
                  </a:srgbClr>
                </a:gs>
                <a:gs pos="42857">
                  <a:srgbClr val="010005">
                    <a:alpha val="10758"/>
                  </a:srgbClr>
                </a:gs>
                <a:gs pos="57143">
                  <a:srgbClr val="010005">
                    <a:alpha val="6112"/>
                  </a:srgbClr>
                </a:gs>
                <a:gs pos="71429">
                  <a:srgbClr val="010005">
                    <a:alpha val="2909"/>
                  </a:srgbClr>
                </a:gs>
                <a:gs pos="85714">
                  <a:srgbClr val="010005">
                    <a:alpha val="1161"/>
                  </a:srgbClr>
                </a:gs>
                <a:gs pos="100000">
                  <a:srgbClr val="010005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-8993619">
              <a:off x="1732437" y="3001611"/>
              <a:ext cx="415029" cy="2277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4044544">
              <a:off x="2072161" y="1174132"/>
              <a:ext cx="587557" cy="120215"/>
            </a:xfrm>
            <a:prstGeom prst="ellipse">
              <a:avLst/>
            </a:prstGeom>
            <a:gradFill>
              <a:gsLst>
                <a:gs pos="0">
                  <a:srgbClr val="1A1B07">
                    <a:alpha val="10046"/>
                  </a:srgbClr>
                </a:gs>
                <a:gs pos="14286">
                  <a:srgbClr val="1A1B07">
                    <a:alpha val="9272"/>
                  </a:srgbClr>
                </a:gs>
                <a:gs pos="28571">
                  <a:srgbClr val="1A1B07">
                    <a:alpha val="7277"/>
                  </a:srgbClr>
                </a:gs>
                <a:gs pos="42857">
                  <a:srgbClr val="1A1B07">
                    <a:alpha val="4835"/>
                  </a:srgbClr>
                </a:gs>
                <a:gs pos="57143">
                  <a:srgbClr val="1A1B07">
                    <a:alpha val="2709"/>
                  </a:srgbClr>
                </a:gs>
                <a:gs pos="71429">
                  <a:srgbClr val="1A1B07">
                    <a:alpha val="1277"/>
                  </a:srgbClr>
                </a:gs>
                <a:gs pos="85714">
                  <a:srgbClr val="1A1B07">
                    <a:alpha val="507"/>
                  </a:srgbClr>
                </a:gs>
                <a:gs pos="100000">
                  <a:srgbClr val="1A1B07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9861585">
              <a:off x="536798" y="238371"/>
              <a:ext cx="450702" cy="445741"/>
            </a:xfrm>
            <a:prstGeom prst="ellipse">
              <a:avLst/>
            </a:prstGeom>
            <a:gradFill>
              <a:gsLst>
                <a:gs pos="0">
                  <a:srgbClr val="4D4B4D">
                    <a:alpha val="7993"/>
                  </a:srgbClr>
                </a:gs>
                <a:gs pos="14286">
                  <a:srgbClr val="4D4B4D">
                    <a:alpha val="7371"/>
                  </a:srgbClr>
                </a:gs>
                <a:gs pos="28571">
                  <a:srgbClr val="4D4B4D">
                    <a:alpha val="5772"/>
                  </a:srgbClr>
                </a:gs>
                <a:gs pos="42857">
                  <a:srgbClr val="4D4B4D">
                    <a:alpha val="3825"/>
                  </a:srgbClr>
                </a:gs>
                <a:gs pos="57143">
                  <a:srgbClr val="4D4B4D">
                    <a:alpha val="2138"/>
                  </a:srgbClr>
                </a:gs>
                <a:gs pos="71429">
                  <a:srgbClr val="4D4B4D">
                    <a:alpha val="1006"/>
                  </a:srgbClr>
                </a:gs>
                <a:gs pos="85714">
                  <a:srgbClr val="4D4B4D">
                    <a:alpha val="399"/>
                  </a:srgbClr>
                </a:gs>
                <a:gs pos="100000">
                  <a:srgbClr val="4D4B4D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6004890">
              <a:off x="2290792" y="776637"/>
              <a:ext cx="418551" cy="975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3306639">
              <a:off x="560810" y="609959"/>
              <a:ext cx="345519" cy="116040"/>
            </a:xfrm>
            <a:prstGeom prst="ellipse">
              <a:avLst/>
            </a:prstGeom>
            <a:gradFill>
              <a:gsLst>
                <a:gs pos="0">
                  <a:srgbClr val="050006">
                    <a:alpha val="23996"/>
                  </a:srgbClr>
                </a:gs>
                <a:gs pos="14286">
                  <a:srgbClr val="050006">
                    <a:alpha val="22290"/>
                  </a:srgbClr>
                </a:gs>
                <a:gs pos="28571">
                  <a:srgbClr val="050006">
                    <a:alpha val="17783"/>
                  </a:srgbClr>
                </a:gs>
                <a:gs pos="42857">
                  <a:srgbClr val="050006">
                    <a:alpha val="12053"/>
                  </a:srgbClr>
                </a:gs>
                <a:gs pos="57143">
                  <a:srgbClr val="050006">
                    <a:alpha val="6869"/>
                  </a:srgbClr>
                </a:gs>
                <a:gs pos="71429">
                  <a:srgbClr val="050006">
                    <a:alpha val="3276"/>
                  </a:srgbClr>
                </a:gs>
                <a:gs pos="85714">
                  <a:srgbClr val="050006">
                    <a:alpha val="1309"/>
                  </a:srgbClr>
                </a:gs>
                <a:gs pos="100000">
                  <a:srgbClr val="050006">
                    <a:alpha val="4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4630971">
              <a:off x="1809760" y="3148699"/>
              <a:ext cx="331629" cy="1260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8398384">
              <a:off x="522327" y="569481"/>
              <a:ext cx="366871" cy="74072"/>
            </a:xfrm>
            <a:prstGeom prst="ellipse">
              <a:avLst/>
            </a:prstGeom>
            <a:gradFill>
              <a:gsLst>
                <a:gs pos="0">
                  <a:srgbClr val="000100">
                    <a:alpha val="28269"/>
                  </a:srgbClr>
                </a:gs>
                <a:gs pos="14286">
                  <a:srgbClr val="000100">
                    <a:alpha val="26315"/>
                  </a:srgbClr>
                </a:gs>
                <a:gs pos="28571">
                  <a:srgbClr val="000100">
                    <a:alpha val="21109"/>
                  </a:srgbClr>
                </a:gs>
                <a:gs pos="42857">
                  <a:srgbClr val="000100">
                    <a:alpha val="14403"/>
                  </a:srgbClr>
                </a:gs>
                <a:gs pos="57143">
                  <a:srgbClr val="000100">
                    <a:alpha val="8257"/>
                  </a:srgbClr>
                </a:gs>
                <a:gs pos="71429">
                  <a:srgbClr val="000100">
                    <a:alpha val="3954"/>
                  </a:srgbClr>
                </a:gs>
                <a:gs pos="85714">
                  <a:srgbClr val="000100">
                    <a:alpha val="1582"/>
                  </a:srgbClr>
                </a:gs>
                <a:gs pos="100000">
                  <a:srgbClr val="000100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-9907038">
              <a:off x="1673025" y="3060802"/>
              <a:ext cx="532024" cy="1396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4410369">
              <a:off x="601783" y="647369"/>
              <a:ext cx="261495" cy="48049"/>
            </a:xfrm>
            <a:prstGeom prst="ellipse">
              <a:avLst/>
            </a:prstGeom>
            <a:gradFill>
              <a:gsLst>
                <a:gs pos="0">
                  <a:srgbClr val="8A898A">
                    <a:alpha val="11455"/>
                  </a:srgbClr>
                </a:gs>
                <a:gs pos="14286">
                  <a:srgbClr val="8A898A">
                    <a:alpha val="10580"/>
                  </a:srgbClr>
                </a:gs>
                <a:gs pos="28571">
                  <a:srgbClr val="8A898A">
                    <a:alpha val="8316"/>
                  </a:srgbClr>
                </a:gs>
                <a:gs pos="42857">
                  <a:srgbClr val="8A898A">
                    <a:alpha val="5536"/>
                  </a:srgbClr>
                </a:gs>
                <a:gs pos="57143">
                  <a:srgbClr val="8A898A">
                    <a:alpha val="3106"/>
                  </a:srgbClr>
                </a:gs>
                <a:gs pos="71429">
                  <a:srgbClr val="8A898A">
                    <a:alpha val="1466"/>
                  </a:srgbClr>
                </a:gs>
                <a:gs pos="85714">
                  <a:srgbClr val="8A898A">
                    <a:alpha val="582"/>
                  </a:srgbClr>
                </a:gs>
                <a:gs pos="100000">
                  <a:srgbClr val="8A898A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4907514">
              <a:off x="645107" y="466016"/>
              <a:ext cx="534442" cy="533551"/>
            </a:xfrm>
            <a:prstGeom prst="ellipse">
              <a:avLst/>
            </a:prstGeom>
            <a:gradFill>
              <a:gsLst>
                <a:gs pos="0">
                  <a:srgbClr val="A2A2A3">
                    <a:alpha val="2977"/>
                  </a:srgbClr>
                </a:gs>
                <a:gs pos="14286">
                  <a:srgbClr val="A2A2A3">
                    <a:alpha val="2740"/>
                  </a:srgbClr>
                </a:gs>
                <a:gs pos="28571">
                  <a:srgbClr val="A2A2A3">
                    <a:alpha val="2134"/>
                  </a:srgbClr>
                </a:gs>
                <a:gs pos="42857">
                  <a:srgbClr val="A2A2A3">
                    <a:alpha val="1405"/>
                  </a:srgbClr>
                </a:gs>
                <a:gs pos="57143">
                  <a:srgbClr val="A2A2A3">
                    <a:alpha val="781"/>
                  </a:srgbClr>
                </a:gs>
                <a:gs pos="71429">
                  <a:srgbClr val="A2A2A3">
                    <a:alpha val="366"/>
                  </a:srgbClr>
                </a:gs>
                <a:gs pos="85714">
                  <a:srgbClr val="A2A2A3">
                    <a:alpha val="145"/>
                  </a:srgbClr>
                </a:gs>
                <a:gs pos="100000">
                  <a:srgbClr val="A2A2A3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3384813">
              <a:off x="841162" y="661550"/>
              <a:ext cx="235692" cy="66251"/>
            </a:xfrm>
            <a:prstGeom prst="ellipse">
              <a:avLst/>
            </a:prstGeom>
            <a:gradFill>
              <a:gsLst>
                <a:gs pos="0">
                  <a:srgbClr val="C4C4C4">
                    <a:alpha val="5254"/>
                  </a:srgbClr>
                </a:gs>
                <a:gs pos="14286">
                  <a:srgbClr val="C4C4C4">
                    <a:alpha val="4839"/>
                  </a:srgbClr>
                </a:gs>
                <a:gs pos="28571">
                  <a:srgbClr val="C4C4C4">
                    <a:alpha val="3778"/>
                  </a:srgbClr>
                </a:gs>
                <a:gs pos="42857">
                  <a:srgbClr val="C4C4C4">
                    <a:alpha val="2494"/>
                  </a:srgbClr>
                </a:gs>
                <a:gs pos="57143">
                  <a:srgbClr val="C4C4C4">
                    <a:alpha val="1390"/>
                  </a:srgbClr>
                </a:gs>
                <a:gs pos="71429">
                  <a:srgbClr val="C4C4C4">
                    <a:alpha val="653"/>
                  </a:srgbClr>
                </a:gs>
                <a:gs pos="85714">
                  <a:srgbClr val="C4C4C4">
                    <a:alpha val="259"/>
                  </a:srgbClr>
                </a:gs>
                <a:gs pos="100000">
                  <a:srgbClr val="C4C4C4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7106756">
              <a:off x="1551357" y="2966208"/>
              <a:ext cx="300053" cy="1341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3890454">
              <a:off x="1526313" y="2023108"/>
              <a:ext cx="455952" cy="119454"/>
            </a:xfrm>
            <a:prstGeom prst="ellipse">
              <a:avLst/>
            </a:prstGeom>
            <a:gradFill>
              <a:gsLst>
                <a:gs pos="0">
                  <a:srgbClr val="BAB8B8">
                    <a:alpha val="9036"/>
                  </a:srgbClr>
                </a:gs>
                <a:gs pos="14286">
                  <a:srgbClr val="BAB8B8">
                    <a:alpha val="8336"/>
                  </a:srgbClr>
                </a:gs>
                <a:gs pos="28571">
                  <a:srgbClr val="BAB8B8">
                    <a:alpha val="6535"/>
                  </a:srgbClr>
                </a:gs>
                <a:gs pos="42857">
                  <a:srgbClr val="BAB8B8">
                    <a:alpha val="4336"/>
                  </a:srgbClr>
                </a:gs>
                <a:gs pos="57143">
                  <a:srgbClr val="BAB8B8">
                    <a:alpha val="2426"/>
                  </a:srgbClr>
                </a:gs>
                <a:gs pos="71429">
                  <a:srgbClr val="BAB8B8">
                    <a:alpha val="1143"/>
                  </a:srgbClr>
                </a:gs>
                <a:gs pos="85714">
                  <a:srgbClr val="BAB8B8">
                    <a:alpha val="454"/>
                  </a:srgbClr>
                </a:gs>
                <a:gs pos="100000">
                  <a:srgbClr val="BAB8B8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6829811">
              <a:off x="586261" y="608996"/>
              <a:ext cx="283152" cy="87593"/>
            </a:xfrm>
            <a:prstGeom prst="ellipse">
              <a:avLst/>
            </a:prstGeom>
            <a:gradFill>
              <a:gsLst>
                <a:gs pos="0">
                  <a:srgbClr val="0D0311">
                    <a:alpha val="31178"/>
                  </a:srgbClr>
                </a:gs>
                <a:gs pos="14286">
                  <a:srgbClr val="0D0311">
                    <a:alpha val="29066"/>
                  </a:srgbClr>
                </a:gs>
                <a:gs pos="28571">
                  <a:srgbClr val="0D0311">
                    <a:alpha val="23406"/>
                  </a:srgbClr>
                </a:gs>
                <a:gs pos="42857">
                  <a:srgbClr val="0D0311">
                    <a:alpha val="16046"/>
                  </a:srgbClr>
                </a:gs>
                <a:gs pos="57143">
                  <a:srgbClr val="0D0311">
                    <a:alpha val="9237"/>
                  </a:srgbClr>
                </a:gs>
                <a:gs pos="71429">
                  <a:srgbClr val="0D0311">
                    <a:alpha val="4435"/>
                  </a:srgbClr>
                </a:gs>
                <a:gs pos="85714">
                  <a:srgbClr val="0D0311">
                    <a:alpha val="1778"/>
                  </a:srgbClr>
                </a:gs>
                <a:gs pos="100000">
                  <a:srgbClr val="0D0311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7041752">
              <a:off x="1859611" y="3176725"/>
              <a:ext cx="280373" cy="568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2976154">
              <a:off x="1526252" y="2924556"/>
              <a:ext cx="355306" cy="2289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10665135">
              <a:off x="3431684" y="5698"/>
              <a:ext cx="400913" cy="259600"/>
            </a:xfrm>
            <a:prstGeom prst="ellipse">
              <a:avLst/>
            </a:prstGeom>
            <a:gradFill>
              <a:gsLst>
                <a:gs pos="0">
                  <a:srgbClr val="000000">
                    <a:alpha val="10569"/>
                  </a:srgbClr>
                </a:gs>
                <a:gs pos="14286">
                  <a:srgbClr val="000000">
                    <a:alpha val="9757"/>
                  </a:srgbClr>
                </a:gs>
                <a:gs pos="28571">
                  <a:srgbClr val="000000">
                    <a:alpha val="7662"/>
                  </a:srgbClr>
                </a:gs>
                <a:gs pos="42857">
                  <a:srgbClr val="000000">
                    <a:alpha val="5094"/>
                  </a:srgbClr>
                </a:gs>
                <a:gs pos="57143">
                  <a:srgbClr val="000000">
                    <a:alpha val="2856"/>
                  </a:srgbClr>
                </a:gs>
                <a:gs pos="71429">
                  <a:srgbClr val="000000">
                    <a:alpha val="1347"/>
                  </a:srgbClr>
                </a:gs>
                <a:gs pos="85714">
                  <a:srgbClr val="000000">
                    <a:alpha val="535"/>
                  </a:srgbClr>
                </a:gs>
                <a:gs pos="100000">
                  <a:srgbClr val="000000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8433605">
              <a:off x="205209" y="248694"/>
              <a:ext cx="319432" cy="45628"/>
            </a:xfrm>
            <a:prstGeom prst="ellipse">
              <a:avLst/>
            </a:prstGeom>
            <a:gradFill>
              <a:gsLst>
                <a:gs pos="0">
                  <a:srgbClr val="EAEBEB">
                    <a:alpha val="1287"/>
                  </a:srgbClr>
                </a:gs>
                <a:gs pos="14286">
                  <a:srgbClr val="EAEBEB">
                    <a:alpha val="1184"/>
                  </a:srgbClr>
                </a:gs>
                <a:gs pos="28571">
                  <a:srgbClr val="EAEBEB">
                    <a:alpha val="920"/>
                  </a:srgbClr>
                </a:gs>
                <a:gs pos="42857">
                  <a:srgbClr val="EAEBEB">
                    <a:alpha val="605"/>
                  </a:srgbClr>
                </a:gs>
                <a:gs pos="57143">
                  <a:srgbClr val="EAEBEB">
                    <a:alpha val="335"/>
                  </a:srgbClr>
                </a:gs>
                <a:gs pos="71429">
                  <a:srgbClr val="EAEBEB">
                    <a:alpha val="157"/>
                  </a:srgbClr>
                </a:gs>
                <a:gs pos="85714">
                  <a:srgbClr val="EAEBEB">
                    <a:alpha val="62"/>
                  </a:srgbClr>
                </a:gs>
                <a:gs pos="100000">
                  <a:srgbClr val="EAEBEB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3924558">
              <a:off x="1754122" y="3119876"/>
              <a:ext cx="281472" cy="51273"/>
            </a:xfrm>
            <a:prstGeom prst="ellipse">
              <a:avLst/>
            </a:prstGeom>
            <a:gradFill>
              <a:gsLst>
                <a:gs pos="0">
                  <a:srgbClr val="EEEEEE">
                    <a:alpha val="27958"/>
                  </a:srgbClr>
                </a:gs>
                <a:gs pos="14286">
                  <a:srgbClr val="EEEEEE">
                    <a:alpha val="26021"/>
                  </a:srgbClr>
                </a:gs>
                <a:gs pos="28571">
                  <a:srgbClr val="EEEEEE">
                    <a:alpha val="20865"/>
                  </a:srgbClr>
                </a:gs>
                <a:gs pos="42857">
                  <a:srgbClr val="EEEEEE">
                    <a:alpha val="14230"/>
                  </a:srgbClr>
                </a:gs>
                <a:gs pos="57143">
                  <a:srgbClr val="EEEEEE">
                    <a:alpha val="8154"/>
                  </a:srgbClr>
                </a:gs>
                <a:gs pos="71429">
                  <a:srgbClr val="EEEEEE">
                    <a:alpha val="3903"/>
                  </a:srgbClr>
                </a:gs>
                <a:gs pos="85714">
                  <a:srgbClr val="EEEEEE">
                    <a:alpha val="1562"/>
                  </a:srgbClr>
                </a:gs>
                <a:gs pos="100000">
                  <a:srgbClr val="EEEEEE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-9560161">
              <a:off x="1698622" y="3137358"/>
              <a:ext cx="618290" cy="664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10376535">
              <a:off x="621833" y="457971"/>
              <a:ext cx="499785" cy="499622"/>
            </a:xfrm>
            <a:prstGeom prst="ellipse">
              <a:avLst/>
            </a:prstGeom>
            <a:gradFill>
              <a:gsLst>
                <a:gs pos="0">
                  <a:srgbClr val="969795">
                    <a:alpha val="3790"/>
                  </a:srgbClr>
                </a:gs>
                <a:gs pos="14286">
                  <a:srgbClr val="969795">
                    <a:alpha val="3489"/>
                  </a:srgbClr>
                </a:gs>
                <a:gs pos="28571">
                  <a:srgbClr val="969795">
                    <a:alpha val="2720"/>
                  </a:srgbClr>
                </a:gs>
                <a:gs pos="42857">
                  <a:srgbClr val="969795">
                    <a:alpha val="1792"/>
                  </a:srgbClr>
                </a:gs>
                <a:gs pos="57143">
                  <a:srgbClr val="969795">
                    <a:alpha val="997"/>
                  </a:srgbClr>
                </a:gs>
                <a:gs pos="71429">
                  <a:srgbClr val="969795">
                    <a:alpha val="468"/>
                  </a:srgbClr>
                </a:gs>
                <a:gs pos="85714">
                  <a:srgbClr val="969795">
                    <a:alpha val="185"/>
                  </a:srgbClr>
                </a:gs>
                <a:gs pos="100000">
                  <a:srgbClr val="969795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4682620">
              <a:off x="1733890" y="3115630"/>
              <a:ext cx="465603" cy="1147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4330854">
              <a:off x="2350016" y="509456"/>
              <a:ext cx="397045" cy="369007"/>
            </a:xfrm>
            <a:prstGeom prst="ellipse">
              <a:avLst/>
            </a:prstGeom>
            <a:gradFill>
              <a:gsLst>
                <a:gs pos="0">
                  <a:srgbClr val="000003">
                    <a:alpha val="8337"/>
                  </a:srgbClr>
                </a:gs>
                <a:gs pos="14286">
                  <a:srgbClr val="000003">
                    <a:alpha val="7689"/>
                  </a:srgbClr>
                </a:gs>
                <a:gs pos="28571">
                  <a:srgbClr val="000003">
                    <a:alpha val="6023"/>
                  </a:srgbClr>
                </a:gs>
                <a:gs pos="42857">
                  <a:srgbClr val="000003">
                    <a:alpha val="3993"/>
                  </a:srgbClr>
                </a:gs>
                <a:gs pos="57143">
                  <a:srgbClr val="000003">
                    <a:alpha val="2232"/>
                  </a:srgbClr>
                </a:gs>
                <a:gs pos="71429">
                  <a:srgbClr val="000003">
                    <a:alpha val="1051"/>
                  </a:srgbClr>
                </a:gs>
                <a:gs pos="85714">
                  <a:srgbClr val="000003">
                    <a:alpha val="417"/>
                  </a:srgbClr>
                </a:gs>
                <a:gs pos="100000">
                  <a:srgbClr val="000003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-10016102">
              <a:off x="2343863" y="825360"/>
              <a:ext cx="351982" cy="866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4501450">
              <a:off x="1989349" y="978854"/>
              <a:ext cx="428770" cy="402727"/>
            </a:xfrm>
            <a:prstGeom prst="ellipse">
              <a:avLst/>
            </a:prstGeom>
            <a:gradFill>
              <a:gsLst>
                <a:gs pos="0">
                  <a:srgbClr val="908E8F">
                    <a:alpha val="1845"/>
                  </a:srgbClr>
                </a:gs>
                <a:gs pos="14286">
                  <a:srgbClr val="908E8F">
                    <a:alpha val="1697"/>
                  </a:srgbClr>
                </a:gs>
                <a:gs pos="28571">
                  <a:srgbClr val="908E8F">
                    <a:alpha val="1320"/>
                  </a:srgbClr>
                </a:gs>
                <a:gs pos="42857">
                  <a:srgbClr val="908E8F">
                    <a:alpha val="868"/>
                  </a:srgbClr>
                </a:gs>
                <a:gs pos="57143">
                  <a:srgbClr val="908E8F">
                    <a:alpha val="482"/>
                  </a:srgbClr>
                </a:gs>
                <a:gs pos="71429">
                  <a:srgbClr val="908E8F">
                    <a:alpha val="226"/>
                  </a:srgbClr>
                </a:gs>
                <a:gs pos="85714">
                  <a:srgbClr val="908E8F">
                    <a:alpha val="89"/>
                  </a:srgbClr>
                </a:gs>
                <a:gs pos="100000">
                  <a:srgbClr val="908E8F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5245016">
              <a:off x="1886594" y="3210282"/>
              <a:ext cx="320821" cy="548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4207447">
              <a:off x="2034537" y="984628"/>
              <a:ext cx="341210" cy="35546"/>
            </a:xfrm>
            <a:prstGeom prst="ellipse">
              <a:avLst/>
            </a:prstGeom>
            <a:gradFill>
              <a:gsLst>
                <a:gs pos="0">
                  <a:srgbClr val="EEEEEF">
                    <a:alpha val="13986"/>
                  </a:srgbClr>
                </a:gs>
                <a:gs pos="14286">
                  <a:srgbClr val="EEEEEF">
                    <a:alpha val="12931"/>
                  </a:srgbClr>
                </a:gs>
                <a:gs pos="28571">
                  <a:srgbClr val="EEEEEF">
                    <a:alpha val="10194"/>
                  </a:srgbClr>
                </a:gs>
                <a:gs pos="42857">
                  <a:srgbClr val="EEEEEF">
                    <a:alpha val="6809"/>
                  </a:srgbClr>
                </a:gs>
                <a:gs pos="57143">
                  <a:srgbClr val="EEEEEF">
                    <a:alpha val="3832"/>
                  </a:srgbClr>
                </a:gs>
                <a:gs pos="71429">
                  <a:srgbClr val="EEEEEF">
                    <a:alpha val="1813"/>
                  </a:srgbClr>
                </a:gs>
                <a:gs pos="85714">
                  <a:srgbClr val="EEEEEF">
                    <a:alpha val="721"/>
                  </a:srgbClr>
                </a:gs>
                <a:gs pos="100000">
                  <a:srgbClr val="EEEEEF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4845784">
              <a:off x="1940974" y="886305"/>
              <a:ext cx="446008" cy="120917"/>
            </a:xfrm>
            <a:prstGeom prst="ellipse">
              <a:avLst/>
            </a:prstGeom>
            <a:gradFill>
              <a:gsLst>
                <a:gs pos="0">
                  <a:srgbClr val="9D9F9D">
                    <a:alpha val="1532"/>
                  </a:srgbClr>
                </a:gs>
                <a:gs pos="14286">
                  <a:srgbClr val="9D9F9D">
                    <a:alpha val="1409"/>
                  </a:srgbClr>
                </a:gs>
                <a:gs pos="28571">
                  <a:srgbClr val="9D9F9D">
                    <a:alpha val="1096"/>
                  </a:srgbClr>
                </a:gs>
                <a:gs pos="42857">
                  <a:srgbClr val="9D9F9D">
                    <a:alpha val="720"/>
                  </a:srgbClr>
                </a:gs>
                <a:gs pos="57143">
                  <a:srgbClr val="9D9F9D">
                    <a:alpha val="400"/>
                  </a:srgbClr>
                </a:gs>
                <a:gs pos="71429">
                  <a:srgbClr val="9D9F9D">
                    <a:alpha val="187"/>
                  </a:srgbClr>
                </a:gs>
                <a:gs pos="85714">
                  <a:srgbClr val="9D9F9D">
                    <a:alpha val="74"/>
                  </a:srgbClr>
                </a:gs>
                <a:gs pos="100000">
                  <a:srgbClr val="9D9F9D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4618996">
              <a:off x="778111" y="464666"/>
              <a:ext cx="293169" cy="89783"/>
            </a:xfrm>
            <a:prstGeom prst="ellipse">
              <a:avLst/>
            </a:prstGeom>
            <a:gradFill>
              <a:gsLst>
                <a:gs pos="0">
                  <a:srgbClr val="FBFBFB">
                    <a:alpha val="2103"/>
                  </a:srgbClr>
                </a:gs>
                <a:gs pos="14286">
                  <a:srgbClr val="FBFBFB">
                    <a:alpha val="1934"/>
                  </a:srgbClr>
                </a:gs>
                <a:gs pos="28571">
                  <a:srgbClr val="FBFBFB">
                    <a:alpha val="1505"/>
                  </a:srgbClr>
                </a:gs>
                <a:gs pos="42857">
                  <a:srgbClr val="FBFBFB">
                    <a:alpha val="990"/>
                  </a:srgbClr>
                </a:gs>
                <a:gs pos="57143">
                  <a:srgbClr val="FBFBFB">
                    <a:alpha val="550"/>
                  </a:srgbClr>
                </a:gs>
                <a:gs pos="71429">
                  <a:srgbClr val="FBFBFB">
                    <a:alpha val="258"/>
                  </a:srgbClr>
                </a:gs>
                <a:gs pos="85714">
                  <a:srgbClr val="FBFBFB">
                    <a:alpha val="102"/>
                  </a:srgbClr>
                </a:gs>
                <a:gs pos="100000">
                  <a:srgbClr val="FBFBFB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4694670">
              <a:off x="1503054" y="3021727"/>
              <a:ext cx="501608" cy="432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8228982">
              <a:off x="1842153" y="3126090"/>
              <a:ext cx="225057" cy="52114"/>
            </a:xfrm>
            <a:prstGeom prst="ellipse">
              <a:avLst/>
            </a:prstGeom>
            <a:gradFill>
              <a:gsLst>
                <a:gs pos="0">
                  <a:srgbClr val="A9A8A8">
                    <a:alpha val="26493"/>
                  </a:srgbClr>
                </a:gs>
                <a:gs pos="14286">
                  <a:srgbClr val="A9A8A8">
                    <a:alpha val="24640"/>
                  </a:srgbClr>
                </a:gs>
                <a:gs pos="28571">
                  <a:srgbClr val="A9A8A8">
                    <a:alpha val="19720"/>
                  </a:srgbClr>
                </a:gs>
                <a:gs pos="42857">
                  <a:srgbClr val="A9A8A8">
                    <a:alpha val="13417"/>
                  </a:srgbClr>
                </a:gs>
                <a:gs pos="57143">
                  <a:srgbClr val="A9A8A8">
                    <a:alpha val="7673"/>
                  </a:srgbClr>
                </a:gs>
                <a:gs pos="71429">
                  <a:srgbClr val="A9A8A8">
                    <a:alpha val="3668"/>
                  </a:srgbClr>
                </a:gs>
                <a:gs pos="85714">
                  <a:srgbClr val="A9A8A8">
                    <a:alpha val="1467"/>
                  </a:srgbClr>
                </a:gs>
                <a:gs pos="100000">
                  <a:srgbClr val="A9A8A8">
                    <a:alpha val="4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4704565">
              <a:off x="600836" y="503298"/>
              <a:ext cx="241727" cy="221428"/>
            </a:xfrm>
            <a:prstGeom prst="ellipse">
              <a:avLst/>
            </a:prstGeom>
            <a:gradFill>
              <a:gsLst>
                <a:gs pos="0">
                  <a:srgbClr val="010005">
                    <a:alpha val="5074"/>
                  </a:srgbClr>
                </a:gs>
                <a:gs pos="14286">
                  <a:srgbClr val="010005">
                    <a:alpha val="4673"/>
                  </a:srgbClr>
                </a:gs>
                <a:gs pos="28571">
                  <a:srgbClr val="010005">
                    <a:alpha val="3648"/>
                  </a:srgbClr>
                </a:gs>
                <a:gs pos="42857">
                  <a:srgbClr val="010005">
                    <a:alpha val="2408"/>
                  </a:srgbClr>
                </a:gs>
                <a:gs pos="57143">
                  <a:srgbClr val="010005">
                    <a:alpha val="1341"/>
                  </a:srgbClr>
                </a:gs>
                <a:gs pos="71429">
                  <a:srgbClr val="010005">
                    <a:alpha val="630"/>
                  </a:srgbClr>
                </a:gs>
                <a:gs pos="85714">
                  <a:srgbClr val="010005">
                    <a:alpha val="250"/>
                  </a:srgbClr>
                </a:gs>
                <a:gs pos="100000">
                  <a:srgbClr val="010005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8470939">
              <a:off x="1378397" y="2275643"/>
              <a:ext cx="428784" cy="225985"/>
            </a:xfrm>
            <a:prstGeom prst="ellipse">
              <a:avLst/>
            </a:prstGeom>
            <a:gradFill>
              <a:gsLst>
                <a:gs pos="0">
                  <a:srgbClr val="020505">
                    <a:alpha val="6701"/>
                  </a:srgbClr>
                </a:gs>
                <a:gs pos="14286">
                  <a:srgbClr val="020505">
                    <a:alpha val="6176"/>
                  </a:srgbClr>
                </a:gs>
                <a:gs pos="28571">
                  <a:srgbClr val="020505">
                    <a:alpha val="4829"/>
                  </a:srgbClr>
                </a:gs>
                <a:gs pos="42857">
                  <a:srgbClr val="020505">
                    <a:alpha val="3194"/>
                  </a:srgbClr>
                </a:gs>
                <a:gs pos="57143">
                  <a:srgbClr val="020505">
                    <a:alpha val="1783"/>
                  </a:srgbClr>
                </a:gs>
                <a:gs pos="71429">
                  <a:srgbClr val="020505">
                    <a:alpha val="839"/>
                  </a:srgbClr>
                </a:gs>
                <a:gs pos="85714">
                  <a:srgbClr val="020505">
                    <a:alpha val="332"/>
                  </a:srgbClr>
                </a:gs>
                <a:gs pos="100000">
                  <a:srgbClr val="020505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3929332">
              <a:off x="1623503" y="1906107"/>
              <a:ext cx="360330" cy="306841"/>
            </a:xfrm>
            <a:prstGeom prst="ellipse">
              <a:avLst/>
            </a:prstGeom>
            <a:gradFill>
              <a:gsLst>
                <a:gs pos="0">
                  <a:srgbClr val="323232">
                    <a:alpha val="12955"/>
                  </a:srgbClr>
                </a:gs>
                <a:gs pos="14286">
                  <a:srgbClr val="323232">
                    <a:alpha val="11972"/>
                  </a:srgbClr>
                </a:gs>
                <a:gs pos="28571">
                  <a:srgbClr val="323232">
                    <a:alpha val="9427"/>
                  </a:srgbClr>
                </a:gs>
                <a:gs pos="42857">
                  <a:srgbClr val="323232">
                    <a:alpha val="6288"/>
                  </a:srgbClr>
                </a:gs>
                <a:gs pos="57143">
                  <a:srgbClr val="323232">
                    <a:alpha val="3535"/>
                  </a:srgbClr>
                </a:gs>
                <a:gs pos="71429">
                  <a:srgbClr val="323232">
                    <a:alpha val="1670"/>
                  </a:srgbClr>
                </a:gs>
                <a:gs pos="85714">
                  <a:srgbClr val="323232">
                    <a:alpha val="664"/>
                  </a:srgbClr>
                </a:gs>
                <a:gs pos="100000">
                  <a:srgbClr val="323232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4311421">
              <a:off x="2426511" y="565532"/>
              <a:ext cx="365152" cy="362601"/>
            </a:xfrm>
            <a:prstGeom prst="ellipse">
              <a:avLst/>
            </a:prstGeom>
            <a:gradFill>
              <a:gsLst>
                <a:gs pos="0">
                  <a:srgbClr val="000000">
                    <a:alpha val="2865"/>
                  </a:srgbClr>
                </a:gs>
                <a:gs pos="14286">
                  <a:srgbClr val="000000">
                    <a:alpha val="2637"/>
                  </a:srgbClr>
                </a:gs>
                <a:gs pos="28571">
                  <a:srgbClr val="000000">
                    <a:alpha val="2053"/>
                  </a:srgbClr>
                </a:gs>
                <a:gs pos="42857">
                  <a:srgbClr val="000000">
                    <a:alpha val="1352"/>
                  </a:srgbClr>
                </a:gs>
                <a:gs pos="57143">
                  <a:srgbClr val="000000">
                    <a:alpha val="751"/>
                  </a:srgbClr>
                </a:gs>
                <a:gs pos="71429">
                  <a:srgbClr val="000000">
                    <a:alpha val="352"/>
                  </a:srgbClr>
                </a:gs>
                <a:gs pos="85714">
                  <a:srgbClr val="000000">
                    <a:alpha val="139"/>
                  </a:srgbClr>
                </a:gs>
                <a:gs pos="100000">
                  <a:srgbClr val="000000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-10794279">
              <a:off x="1627021" y="2609098"/>
              <a:ext cx="376073" cy="375203"/>
            </a:xfrm>
            <a:prstGeom prst="ellipse">
              <a:avLst/>
            </a:prstGeom>
            <a:gradFill>
              <a:gsLst>
                <a:gs pos="0">
                  <a:srgbClr val="6B6A6B">
                    <a:alpha val="2162"/>
                  </a:srgbClr>
                </a:gs>
                <a:gs pos="14286">
                  <a:srgbClr val="6B6A6B">
                    <a:alpha val="1989"/>
                  </a:srgbClr>
                </a:gs>
                <a:gs pos="28571">
                  <a:srgbClr val="6B6A6B">
                    <a:alpha val="1548"/>
                  </a:srgbClr>
                </a:gs>
                <a:gs pos="42857">
                  <a:srgbClr val="6B6A6B">
                    <a:alpha val="1018"/>
                  </a:srgbClr>
                </a:gs>
                <a:gs pos="57143">
                  <a:srgbClr val="6B6A6B">
                    <a:alpha val="565"/>
                  </a:srgbClr>
                </a:gs>
                <a:gs pos="71429">
                  <a:srgbClr val="6B6A6B">
                    <a:alpha val="265"/>
                  </a:srgbClr>
                </a:gs>
                <a:gs pos="85714">
                  <a:srgbClr val="6B6A6B">
                    <a:alpha val="105"/>
                  </a:srgbClr>
                </a:gs>
                <a:gs pos="100000">
                  <a:srgbClr val="6B6A6B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-9503509">
              <a:off x="2159097" y="850139"/>
              <a:ext cx="367429" cy="352754"/>
            </a:xfrm>
            <a:prstGeom prst="ellipse">
              <a:avLst/>
            </a:prstGeom>
            <a:gradFill>
              <a:gsLst>
                <a:gs pos="0">
                  <a:srgbClr val="898988">
                    <a:alpha val="2031"/>
                  </a:srgbClr>
                </a:gs>
                <a:gs pos="14286">
                  <a:srgbClr val="898988">
                    <a:alpha val="1868"/>
                  </a:srgbClr>
                </a:gs>
                <a:gs pos="28571">
                  <a:srgbClr val="898988">
                    <a:alpha val="1454"/>
                  </a:srgbClr>
                </a:gs>
                <a:gs pos="42857">
                  <a:srgbClr val="898988">
                    <a:alpha val="956"/>
                  </a:srgbClr>
                </a:gs>
                <a:gs pos="57143">
                  <a:srgbClr val="898988">
                    <a:alpha val="531"/>
                  </a:srgbClr>
                </a:gs>
                <a:gs pos="71429">
                  <a:srgbClr val="898988">
                    <a:alpha val="249"/>
                  </a:srgbClr>
                </a:gs>
                <a:gs pos="85714">
                  <a:srgbClr val="898988">
                    <a:alpha val="98"/>
                  </a:srgbClr>
                </a:gs>
                <a:gs pos="100000">
                  <a:srgbClr val="898988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5977378">
              <a:off x="1970599" y="685295"/>
              <a:ext cx="465424" cy="182500"/>
            </a:xfrm>
            <a:prstGeom prst="ellipse">
              <a:avLst/>
            </a:prstGeom>
            <a:gradFill>
              <a:gsLst>
                <a:gs pos="0">
                  <a:srgbClr val="C7C7C7">
                    <a:alpha val="9033"/>
                  </a:srgbClr>
                </a:gs>
                <a:gs pos="14286">
                  <a:srgbClr val="C7C7C7">
                    <a:alpha val="8334"/>
                  </a:srgbClr>
                </a:gs>
                <a:gs pos="28571">
                  <a:srgbClr val="C7C7C7">
                    <a:alpha val="6533"/>
                  </a:srgbClr>
                </a:gs>
                <a:gs pos="42857">
                  <a:srgbClr val="C7C7C7">
                    <a:alpha val="4335"/>
                  </a:srgbClr>
                </a:gs>
                <a:gs pos="57143">
                  <a:srgbClr val="C7C7C7">
                    <a:alpha val="2426"/>
                  </a:srgbClr>
                </a:gs>
                <a:gs pos="71429">
                  <a:srgbClr val="C7C7C7">
                    <a:alpha val="1143"/>
                  </a:srgbClr>
                </a:gs>
                <a:gs pos="85714">
                  <a:srgbClr val="C7C7C7">
                    <a:alpha val="454"/>
                  </a:srgbClr>
                </a:gs>
                <a:gs pos="100000">
                  <a:srgbClr val="C7C7C7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-8904706">
              <a:off x="177544" y="866986"/>
              <a:ext cx="415467" cy="299171"/>
            </a:xfrm>
            <a:prstGeom prst="ellipse">
              <a:avLst/>
            </a:prstGeom>
            <a:gradFill>
              <a:gsLst>
                <a:gs pos="0">
                  <a:srgbClr val="9C9D9B">
                    <a:alpha val="4240"/>
                  </a:srgbClr>
                </a:gs>
                <a:gs pos="14286">
                  <a:srgbClr val="9C9D9B">
                    <a:alpha val="3904"/>
                  </a:srgbClr>
                </a:gs>
                <a:gs pos="28571">
                  <a:srgbClr val="9C9D9B">
                    <a:alpha val="3045"/>
                  </a:srgbClr>
                </a:gs>
                <a:gs pos="42857">
                  <a:srgbClr val="9C9D9B">
                    <a:alpha val="2008"/>
                  </a:srgbClr>
                </a:gs>
                <a:gs pos="57143">
                  <a:srgbClr val="9C9D9B">
                    <a:alpha val="1118"/>
                  </a:srgbClr>
                </a:gs>
                <a:gs pos="71429">
                  <a:srgbClr val="9C9D9B">
                    <a:alpha val="525"/>
                  </a:srgbClr>
                </a:gs>
                <a:gs pos="85714">
                  <a:srgbClr val="9C9D9B">
                    <a:alpha val="208"/>
                  </a:srgbClr>
                </a:gs>
                <a:gs pos="100000">
                  <a:srgbClr val="9C9D9B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-8402401">
              <a:off x="2427393" y="590611"/>
              <a:ext cx="352475" cy="341728"/>
            </a:xfrm>
            <a:prstGeom prst="ellipse">
              <a:avLst/>
            </a:prstGeom>
            <a:gradFill>
              <a:gsLst>
                <a:gs pos="0">
                  <a:srgbClr val="000000">
                    <a:alpha val="8180"/>
                  </a:srgbClr>
                </a:gs>
                <a:gs pos="14286">
                  <a:srgbClr val="000000">
                    <a:alpha val="7544"/>
                  </a:srgbClr>
                </a:gs>
                <a:gs pos="28571">
                  <a:srgbClr val="000000">
                    <a:alpha val="5909"/>
                  </a:srgbClr>
                </a:gs>
                <a:gs pos="42857">
                  <a:srgbClr val="000000">
                    <a:alpha val="3916"/>
                  </a:srgbClr>
                </a:gs>
                <a:gs pos="57143">
                  <a:srgbClr val="000000">
                    <a:alpha val="2189"/>
                  </a:srgbClr>
                </a:gs>
                <a:gs pos="71429">
                  <a:srgbClr val="000000">
                    <a:alpha val="1031"/>
                  </a:srgbClr>
                </a:gs>
                <a:gs pos="85714">
                  <a:srgbClr val="000000">
                    <a:alpha val="409"/>
                  </a:srgbClr>
                </a:gs>
                <a:gs pos="100000">
                  <a:srgbClr val="000000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9038498">
              <a:off x="1672955" y="3120056"/>
              <a:ext cx="484117" cy="744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-10570744">
              <a:off x="656086" y="630905"/>
              <a:ext cx="398766" cy="394747"/>
            </a:xfrm>
            <a:prstGeom prst="ellipse">
              <a:avLst/>
            </a:prstGeom>
            <a:gradFill>
              <a:gsLst>
                <a:gs pos="0">
                  <a:srgbClr val="6B6C6B">
                    <a:alpha val="7895"/>
                  </a:srgbClr>
                </a:gs>
                <a:gs pos="14286">
                  <a:srgbClr val="6B6C6B">
                    <a:alpha val="7281"/>
                  </a:srgbClr>
                </a:gs>
                <a:gs pos="28571">
                  <a:srgbClr val="6B6C6B">
                    <a:alpha val="5700"/>
                  </a:srgbClr>
                </a:gs>
                <a:gs pos="42857">
                  <a:srgbClr val="6B6C6B">
                    <a:alpha val="3777"/>
                  </a:srgbClr>
                </a:gs>
                <a:gs pos="57143">
                  <a:srgbClr val="6B6C6B">
                    <a:alpha val="2111"/>
                  </a:srgbClr>
                </a:gs>
                <a:gs pos="71429">
                  <a:srgbClr val="6B6C6B">
                    <a:alpha val="994"/>
                  </a:srgbClr>
                </a:gs>
                <a:gs pos="85714">
                  <a:srgbClr val="6B6C6B">
                    <a:alpha val="394"/>
                  </a:srgbClr>
                </a:gs>
                <a:gs pos="100000">
                  <a:srgbClr val="6B6C6B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6351619">
              <a:off x="1633454" y="1717970"/>
              <a:ext cx="337416" cy="331578"/>
            </a:xfrm>
            <a:prstGeom prst="ellipse">
              <a:avLst/>
            </a:prstGeom>
            <a:gradFill>
              <a:gsLst>
                <a:gs pos="0">
                  <a:srgbClr val="666665">
                    <a:alpha val="3641"/>
                  </a:srgbClr>
                </a:gs>
                <a:gs pos="14286">
                  <a:srgbClr val="666665">
                    <a:alpha val="3352"/>
                  </a:srgbClr>
                </a:gs>
                <a:gs pos="28571">
                  <a:srgbClr val="666665">
                    <a:alpha val="2612"/>
                  </a:srgbClr>
                </a:gs>
                <a:gs pos="42857">
                  <a:srgbClr val="666665">
                    <a:alpha val="1721"/>
                  </a:srgbClr>
                </a:gs>
                <a:gs pos="57143">
                  <a:srgbClr val="666665">
                    <a:alpha val="957"/>
                  </a:srgbClr>
                </a:gs>
                <a:gs pos="71429">
                  <a:srgbClr val="666665">
                    <a:alpha val="449"/>
                  </a:srgbClr>
                </a:gs>
                <a:gs pos="85714">
                  <a:srgbClr val="666665">
                    <a:alpha val="178"/>
                  </a:srgbClr>
                </a:gs>
                <a:gs pos="100000">
                  <a:srgbClr val="666665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10164666">
              <a:off x="2274461" y="736669"/>
              <a:ext cx="355656" cy="266078"/>
            </a:xfrm>
            <a:prstGeom prst="ellipse">
              <a:avLst/>
            </a:prstGeom>
            <a:gradFill>
              <a:gsLst>
                <a:gs pos="0">
                  <a:srgbClr val="000000">
                    <a:alpha val="6470"/>
                  </a:srgbClr>
                </a:gs>
                <a:gs pos="14286">
                  <a:srgbClr val="000000">
                    <a:alpha val="5963"/>
                  </a:srgbClr>
                </a:gs>
                <a:gs pos="28571">
                  <a:srgbClr val="000000">
                    <a:alpha val="4661"/>
                  </a:srgbClr>
                </a:gs>
                <a:gs pos="42857">
                  <a:srgbClr val="000000">
                    <a:alpha val="3083"/>
                  </a:srgbClr>
                </a:gs>
                <a:gs pos="57143">
                  <a:srgbClr val="000000">
                    <a:alpha val="1720"/>
                  </a:srgbClr>
                </a:gs>
                <a:gs pos="71429">
                  <a:srgbClr val="000000">
                    <a:alpha val="809"/>
                  </a:srgbClr>
                </a:gs>
                <a:gs pos="85714">
                  <a:srgbClr val="000000">
                    <a:alpha val="321"/>
                  </a:srgbClr>
                </a:gs>
                <a:gs pos="100000">
                  <a:srgbClr val="000000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4193039">
              <a:off x="1766720" y="3125632"/>
              <a:ext cx="517877" cy="2050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3092100">
              <a:off x="1364178" y="2168212"/>
              <a:ext cx="508328" cy="244714"/>
            </a:xfrm>
            <a:prstGeom prst="ellipse">
              <a:avLst/>
            </a:prstGeom>
            <a:gradFill>
              <a:gsLst>
                <a:gs pos="0">
                  <a:srgbClr val="000000">
                    <a:alpha val="11753"/>
                  </a:srgbClr>
                </a:gs>
                <a:gs pos="14286">
                  <a:srgbClr val="000000">
                    <a:alpha val="10856"/>
                  </a:srgbClr>
                </a:gs>
                <a:gs pos="28571">
                  <a:srgbClr val="000000">
                    <a:alpha val="8536"/>
                  </a:srgbClr>
                </a:gs>
                <a:gs pos="42857">
                  <a:srgbClr val="000000">
                    <a:alpha val="5684"/>
                  </a:srgbClr>
                </a:gs>
                <a:gs pos="57143">
                  <a:srgbClr val="000000">
                    <a:alpha val="3191"/>
                  </a:srgbClr>
                </a:gs>
                <a:gs pos="71429">
                  <a:srgbClr val="000000">
                    <a:alpha val="1506"/>
                  </a:srgbClr>
                </a:gs>
                <a:gs pos="85714">
                  <a:srgbClr val="000000">
                    <a:alpha val="598"/>
                  </a:srgbClr>
                </a:gs>
                <a:gs pos="100000">
                  <a:srgbClr val="000000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-9451478">
              <a:off x="1500362" y="3040551"/>
              <a:ext cx="490816" cy="877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10783598">
              <a:off x="2224492" y="1091186"/>
              <a:ext cx="326689" cy="326220"/>
            </a:xfrm>
            <a:prstGeom prst="ellipse">
              <a:avLst/>
            </a:prstGeom>
            <a:gradFill>
              <a:gsLst>
                <a:gs pos="0">
                  <a:srgbClr val="898988">
                    <a:alpha val="3146"/>
                  </a:srgbClr>
                </a:gs>
                <a:gs pos="14286">
                  <a:srgbClr val="898988">
                    <a:alpha val="2895"/>
                  </a:srgbClr>
                </a:gs>
                <a:gs pos="28571">
                  <a:srgbClr val="898988">
                    <a:alpha val="2255"/>
                  </a:srgbClr>
                </a:gs>
                <a:gs pos="42857">
                  <a:srgbClr val="898988">
                    <a:alpha val="1485"/>
                  </a:srgbClr>
                </a:gs>
                <a:gs pos="57143">
                  <a:srgbClr val="898988">
                    <a:alpha val="826"/>
                  </a:srgbClr>
                </a:gs>
                <a:gs pos="71429">
                  <a:srgbClr val="898988">
                    <a:alpha val="387"/>
                  </a:srgbClr>
                </a:gs>
                <a:gs pos="85714">
                  <a:srgbClr val="898988">
                    <a:alpha val="153"/>
                  </a:srgbClr>
                </a:gs>
                <a:gs pos="100000">
                  <a:srgbClr val="898988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-8949825">
              <a:off x="1665009" y="1750762"/>
              <a:ext cx="275790" cy="268638"/>
            </a:xfrm>
            <a:prstGeom prst="ellipse">
              <a:avLst/>
            </a:prstGeom>
            <a:gradFill>
              <a:gsLst>
                <a:gs pos="0">
                  <a:srgbClr val="333031">
                    <a:alpha val="8661"/>
                  </a:srgbClr>
                </a:gs>
                <a:gs pos="14286">
                  <a:srgbClr val="333031">
                    <a:alpha val="7989"/>
                  </a:srgbClr>
                </a:gs>
                <a:gs pos="28571">
                  <a:srgbClr val="333031">
                    <a:alpha val="6261"/>
                  </a:srgbClr>
                </a:gs>
                <a:gs pos="42857">
                  <a:srgbClr val="333031">
                    <a:alpha val="4152"/>
                  </a:srgbClr>
                </a:gs>
                <a:gs pos="57143">
                  <a:srgbClr val="333031">
                    <a:alpha val="2322"/>
                  </a:srgbClr>
                </a:gs>
                <a:gs pos="71429">
                  <a:srgbClr val="333031">
                    <a:alpha val="1094"/>
                  </a:srgbClr>
                </a:gs>
                <a:gs pos="85714">
                  <a:srgbClr val="333031">
                    <a:alpha val="434"/>
                  </a:srgbClr>
                </a:gs>
                <a:gs pos="100000">
                  <a:srgbClr val="333031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6139785">
              <a:off x="1599922" y="3227326"/>
              <a:ext cx="453590" cy="466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2918421">
              <a:off x="791601" y="648843"/>
              <a:ext cx="281522" cy="42627"/>
            </a:xfrm>
            <a:prstGeom prst="ellipse">
              <a:avLst/>
            </a:prstGeom>
            <a:gradFill>
              <a:gsLst>
                <a:gs pos="0">
                  <a:srgbClr val="515352">
                    <a:alpha val="17238"/>
                  </a:srgbClr>
                </a:gs>
                <a:gs pos="14286">
                  <a:srgbClr val="515352">
                    <a:alpha val="15962"/>
                  </a:srgbClr>
                </a:gs>
                <a:gs pos="28571">
                  <a:srgbClr val="515352">
                    <a:alpha val="12630"/>
                  </a:srgbClr>
                </a:gs>
                <a:gs pos="42857">
                  <a:srgbClr val="515352">
                    <a:alpha val="8475"/>
                  </a:srgbClr>
                </a:gs>
                <a:gs pos="57143">
                  <a:srgbClr val="515352">
                    <a:alpha val="4789"/>
                  </a:srgbClr>
                </a:gs>
                <a:gs pos="71429">
                  <a:srgbClr val="515352">
                    <a:alpha val="2271"/>
                  </a:srgbClr>
                </a:gs>
                <a:gs pos="85714">
                  <a:srgbClr val="515352">
                    <a:alpha val="904"/>
                  </a:srgbClr>
                </a:gs>
                <a:gs pos="100000">
                  <a:srgbClr val="515352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5637686">
              <a:off x="547339" y="632556"/>
              <a:ext cx="328321" cy="43283"/>
            </a:xfrm>
            <a:prstGeom prst="ellipse">
              <a:avLst/>
            </a:prstGeom>
            <a:gradFill>
              <a:gsLst>
                <a:gs pos="0">
                  <a:srgbClr val="181413">
                    <a:alpha val="30879"/>
                  </a:srgbClr>
                </a:gs>
                <a:gs pos="14286">
                  <a:srgbClr val="181413">
                    <a:alpha val="28783"/>
                  </a:srgbClr>
                </a:gs>
                <a:gs pos="28571">
                  <a:srgbClr val="181413">
                    <a:alpha val="23169"/>
                  </a:srgbClr>
                </a:gs>
                <a:gs pos="42857">
                  <a:srgbClr val="181413">
                    <a:alpha val="15876"/>
                  </a:srgbClr>
                </a:gs>
                <a:gs pos="57143">
                  <a:srgbClr val="181413">
                    <a:alpha val="9135"/>
                  </a:srgbClr>
                </a:gs>
                <a:gs pos="71429">
                  <a:srgbClr val="181413">
                    <a:alpha val="4385"/>
                  </a:srgbClr>
                </a:gs>
                <a:gs pos="85714">
                  <a:srgbClr val="181413">
                    <a:alpha val="1757"/>
                  </a:srgbClr>
                </a:gs>
                <a:gs pos="100000">
                  <a:srgbClr val="181413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3308842">
              <a:off x="1487438" y="3051254"/>
              <a:ext cx="550087" cy="1470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-10246040">
              <a:off x="1558981" y="3117733"/>
              <a:ext cx="356915" cy="77817"/>
            </a:xfrm>
            <a:prstGeom prst="ellipse">
              <a:avLst/>
            </a:prstGeom>
            <a:gradFill>
              <a:gsLst>
                <a:gs pos="0">
                  <a:srgbClr val="000300">
                    <a:alpha val="30730"/>
                  </a:srgbClr>
                </a:gs>
                <a:gs pos="14286">
                  <a:srgbClr val="000300">
                    <a:alpha val="28642"/>
                  </a:srgbClr>
                </a:gs>
                <a:gs pos="28571">
                  <a:srgbClr val="000300">
                    <a:alpha val="23051"/>
                  </a:srgbClr>
                </a:gs>
                <a:gs pos="42857">
                  <a:srgbClr val="000300">
                    <a:alpha val="15791"/>
                  </a:srgbClr>
                </a:gs>
                <a:gs pos="57143">
                  <a:srgbClr val="000300">
                    <a:alpha val="9084"/>
                  </a:srgbClr>
                </a:gs>
                <a:gs pos="71429">
                  <a:srgbClr val="000300">
                    <a:alpha val="4360"/>
                  </a:srgbClr>
                </a:gs>
                <a:gs pos="85714">
                  <a:srgbClr val="000300">
                    <a:alpha val="1747"/>
                  </a:srgbClr>
                </a:gs>
                <a:gs pos="100000">
                  <a:srgbClr val="000300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4916970">
              <a:off x="834807" y="633073"/>
              <a:ext cx="228333" cy="73747"/>
            </a:xfrm>
            <a:prstGeom prst="ellipse">
              <a:avLst/>
            </a:prstGeom>
            <a:gradFill>
              <a:gsLst>
                <a:gs pos="0">
                  <a:srgbClr val="F4F4F4">
                    <a:alpha val="9597"/>
                  </a:srgbClr>
                </a:gs>
                <a:gs pos="14286">
                  <a:srgbClr val="F4F4F4">
                    <a:alpha val="8856"/>
                  </a:srgbClr>
                </a:gs>
                <a:gs pos="28571">
                  <a:srgbClr val="F4F4F4">
                    <a:alpha val="6947"/>
                  </a:srgbClr>
                </a:gs>
                <a:gs pos="42857">
                  <a:srgbClr val="F4F4F4">
                    <a:alpha val="4613"/>
                  </a:srgbClr>
                </a:gs>
                <a:gs pos="57143">
                  <a:srgbClr val="F4F4F4">
                    <a:alpha val="2583"/>
                  </a:srgbClr>
                </a:gs>
                <a:gs pos="71429">
                  <a:srgbClr val="F4F4F4">
                    <a:alpha val="1217"/>
                  </a:srgbClr>
                </a:gs>
                <a:gs pos="85714">
                  <a:srgbClr val="F4F4F4">
                    <a:alpha val="483"/>
                  </a:srgbClr>
                </a:gs>
                <a:gs pos="100000">
                  <a:srgbClr val="F4F4F4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5799491">
              <a:off x="1446243" y="2884492"/>
              <a:ext cx="463888" cy="1972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3081683">
              <a:off x="2032301" y="969833"/>
              <a:ext cx="428012" cy="136527"/>
            </a:xfrm>
            <a:prstGeom prst="ellipse">
              <a:avLst/>
            </a:prstGeom>
            <a:gradFill>
              <a:gsLst>
                <a:gs pos="0">
                  <a:srgbClr val="E8E8E7">
                    <a:alpha val="21693"/>
                  </a:srgbClr>
                </a:gs>
                <a:gs pos="14286">
                  <a:srgbClr val="E8E8E7">
                    <a:alpha val="20129"/>
                  </a:srgbClr>
                </a:gs>
                <a:gs pos="28571">
                  <a:srgbClr val="E8E8E7">
                    <a:alpha val="16013"/>
                  </a:srgbClr>
                </a:gs>
                <a:gs pos="42857">
                  <a:srgbClr val="E8E8E7">
                    <a:alpha val="10816"/>
                  </a:srgbClr>
                </a:gs>
                <a:gs pos="57143">
                  <a:srgbClr val="E8E8E7">
                    <a:alpha val="6146"/>
                  </a:srgbClr>
                </a:gs>
                <a:gs pos="71429">
                  <a:srgbClr val="E8E8E7">
                    <a:alpha val="2925"/>
                  </a:srgbClr>
                </a:gs>
                <a:gs pos="85714">
                  <a:srgbClr val="E8E8E7">
                    <a:alpha val="1167"/>
                  </a:srgbClr>
                </a:gs>
                <a:gs pos="100000">
                  <a:srgbClr val="E8E8E7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8845926">
              <a:off x="1752341" y="3139535"/>
              <a:ext cx="246640" cy="129646"/>
            </a:xfrm>
            <a:prstGeom prst="ellipse">
              <a:avLst/>
            </a:prstGeom>
            <a:gradFill>
              <a:gsLst>
                <a:gs pos="0">
                  <a:srgbClr val="000000">
                    <a:alpha val="22548"/>
                  </a:srgbClr>
                </a:gs>
                <a:gs pos="14286">
                  <a:srgbClr val="000000">
                    <a:alpha val="20931"/>
                  </a:srgbClr>
                </a:gs>
                <a:gs pos="28571">
                  <a:srgbClr val="000000">
                    <a:alpha val="16669"/>
                  </a:srgbClr>
                </a:gs>
                <a:gs pos="42857">
                  <a:srgbClr val="000000">
                    <a:alpha val="11273"/>
                  </a:srgbClr>
                </a:gs>
                <a:gs pos="57143">
                  <a:srgbClr val="000000">
                    <a:alpha val="6412"/>
                  </a:srgbClr>
                </a:gs>
                <a:gs pos="71429">
                  <a:srgbClr val="000000">
                    <a:alpha val="3055"/>
                  </a:srgbClr>
                </a:gs>
                <a:gs pos="85714">
                  <a:srgbClr val="000000">
                    <a:alpha val="1219"/>
                  </a:srgbClr>
                </a:gs>
                <a:gs pos="100000">
                  <a:srgbClr val="000000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7240083">
              <a:off x="2321489" y="1075932"/>
              <a:ext cx="420254" cy="334567"/>
            </a:xfrm>
            <a:prstGeom prst="ellipse">
              <a:avLst/>
            </a:prstGeom>
            <a:gradFill>
              <a:gsLst>
                <a:gs pos="0">
                  <a:srgbClr val="262324">
                    <a:alpha val="5175"/>
                  </a:srgbClr>
                </a:gs>
                <a:gs pos="14286">
                  <a:srgbClr val="262324">
                    <a:alpha val="4766"/>
                  </a:srgbClr>
                </a:gs>
                <a:gs pos="28571">
                  <a:srgbClr val="262324">
                    <a:alpha val="3721"/>
                  </a:srgbClr>
                </a:gs>
                <a:gs pos="42857">
                  <a:srgbClr val="262324">
                    <a:alpha val="2457"/>
                  </a:srgbClr>
                </a:gs>
                <a:gs pos="57143">
                  <a:srgbClr val="262324">
                    <a:alpha val="1369"/>
                  </a:srgbClr>
                </a:gs>
                <a:gs pos="71429">
                  <a:srgbClr val="262324">
                    <a:alpha val="643"/>
                  </a:srgbClr>
                </a:gs>
                <a:gs pos="85714">
                  <a:srgbClr val="262324">
                    <a:alpha val="255"/>
                  </a:srgbClr>
                </a:gs>
                <a:gs pos="100000">
                  <a:srgbClr val="262324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5866871">
              <a:off x="2167044" y="897414"/>
              <a:ext cx="314595" cy="308912"/>
            </a:xfrm>
            <a:prstGeom prst="ellipse">
              <a:avLst/>
            </a:prstGeom>
            <a:gradFill>
              <a:gsLst>
                <a:gs pos="0">
                  <a:srgbClr val="A1A0A0">
                    <a:alpha val="2606"/>
                  </a:srgbClr>
                </a:gs>
                <a:gs pos="14286">
                  <a:srgbClr val="A1A0A0">
                    <a:alpha val="2398"/>
                  </a:srgbClr>
                </a:gs>
                <a:gs pos="28571">
                  <a:srgbClr val="A1A0A0">
                    <a:alpha val="1867"/>
                  </a:srgbClr>
                </a:gs>
                <a:gs pos="42857">
                  <a:srgbClr val="A1A0A0">
                    <a:alpha val="1228"/>
                  </a:srgbClr>
                </a:gs>
                <a:gs pos="57143">
                  <a:srgbClr val="A1A0A0">
                    <a:alpha val="683"/>
                  </a:srgbClr>
                </a:gs>
                <a:gs pos="71429">
                  <a:srgbClr val="A1A0A0">
                    <a:alpha val="320"/>
                  </a:srgbClr>
                </a:gs>
                <a:gs pos="85714">
                  <a:srgbClr val="A1A0A0">
                    <a:alpha val="127"/>
                  </a:srgbClr>
                </a:gs>
                <a:gs pos="100000">
                  <a:srgbClr val="A1A0A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4805000">
              <a:off x="684898" y="3264130"/>
              <a:ext cx="283725" cy="57287"/>
            </a:xfrm>
            <a:prstGeom prst="ellipse">
              <a:avLst/>
            </a:prstGeom>
            <a:gradFill>
              <a:gsLst>
                <a:gs pos="0">
                  <a:srgbClr val="000000">
                    <a:alpha val="23655"/>
                  </a:srgbClr>
                </a:gs>
                <a:gs pos="14286">
                  <a:srgbClr val="000000">
                    <a:alpha val="21970"/>
                  </a:srgbClr>
                </a:gs>
                <a:gs pos="28571">
                  <a:srgbClr val="000000">
                    <a:alpha val="17521"/>
                  </a:srgbClr>
                </a:gs>
                <a:gs pos="42857">
                  <a:srgbClr val="000000">
                    <a:alpha val="11869"/>
                  </a:srgbClr>
                </a:gs>
                <a:gs pos="57143">
                  <a:srgbClr val="000000">
                    <a:alpha val="6761"/>
                  </a:srgbClr>
                </a:gs>
                <a:gs pos="71429">
                  <a:srgbClr val="000000">
                    <a:alpha val="3224"/>
                  </a:srgbClr>
                </a:gs>
                <a:gs pos="85714">
                  <a:srgbClr val="000000">
                    <a:alpha val="1287"/>
                  </a:srgbClr>
                </a:gs>
                <a:gs pos="100000">
                  <a:srgbClr val="000000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6045165">
              <a:off x="1188516" y="1302712"/>
              <a:ext cx="163463" cy="415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8887639">
              <a:off x="1426495" y="2051879"/>
              <a:ext cx="351519" cy="282025"/>
            </a:xfrm>
            <a:prstGeom prst="ellipse">
              <a:avLst/>
            </a:prstGeom>
            <a:gradFill>
              <a:gsLst>
                <a:gs pos="0">
                  <a:srgbClr val="000006">
                    <a:alpha val="5813"/>
                  </a:srgbClr>
                </a:gs>
                <a:gs pos="14286">
                  <a:srgbClr val="000006">
                    <a:alpha val="5356"/>
                  </a:srgbClr>
                </a:gs>
                <a:gs pos="28571">
                  <a:srgbClr val="000006">
                    <a:alpha val="4184"/>
                  </a:srgbClr>
                </a:gs>
                <a:gs pos="42857">
                  <a:srgbClr val="000006">
                    <a:alpha val="2764"/>
                  </a:srgbClr>
                </a:gs>
                <a:gs pos="57143">
                  <a:srgbClr val="000006">
                    <a:alpha val="1541"/>
                  </a:srgbClr>
                </a:gs>
                <a:gs pos="71429">
                  <a:srgbClr val="000006">
                    <a:alpha val="724"/>
                  </a:srgbClr>
                </a:gs>
                <a:gs pos="85714">
                  <a:srgbClr val="000006">
                    <a:alpha val="287"/>
                  </a:srgbClr>
                </a:gs>
                <a:gs pos="100000">
                  <a:srgbClr val="000006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9932429">
              <a:off x="1771240" y="3134292"/>
              <a:ext cx="302787" cy="300004"/>
            </a:xfrm>
            <a:prstGeom prst="ellipse">
              <a:avLst/>
            </a:prstGeom>
            <a:gradFill>
              <a:gsLst>
                <a:gs pos="0">
                  <a:srgbClr val="000000">
                    <a:alpha val="2424"/>
                  </a:srgbClr>
                </a:gs>
                <a:gs pos="14286">
                  <a:srgbClr val="000000">
                    <a:alpha val="2230"/>
                  </a:srgbClr>
                </a:gs>
                <a:gs pos="28571">
                  <a:srgbClr val="000000">
                    <a:alpha val="1736"/>
                  </a:srgbClr>
                </a:gs>
                <a:gs pos="42857">
                  <a:srgbClr val="000000">
                    <a:alpha val="1142"/>
                  </a:srgbClr>
                </a:gs>
                <a:gs pos="57143">
                  <a:srgbClr val="000000">
                    <a:alpha val="635"/>
                  </a:srgbClr>
                </a:gs>
                <a:gs pos="71429">
                  <a:srgbClr val="000000">
                    <a:alpha val="298"/>
                  </a:srgbClr>
                </a:gs>
                <a:gs pos="85714">
                  <a:srgbClr val="000000">
                    <a:alpha val="118"/>
                  </a:srgbClr>
                </a:gs>
                <a:gs pos="100000">
                  <a:srgbClr val="000000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-9770110">
              <a:off x="1367499" y="1594131"/>
              <a:ext cx="352282" cy="338531"/>
            </a:xfrm>
            <a:prstGeom prst="ellipse">
              <a:avLst/>
            </a:prstGeom>
            <a:gradFill>
              <a:gsLst>
                <a:gs pos="0">
                  <a:srgbClr val="17171B">
                    <a:alpha val="8384"/>
                  </a:srgbClr>
                </a:gs>
                <a:gs pos="14286">
                  <a:srgbClr val="17171B">
                    <a:alpha val="7733"/>
                  </a:srgbClr>
                </a:gs>
                <a:gs pos="28571">
                  <a:srgbClr val="17171B">
                    <a:alpha val="6058"/>
                  </a:srgbClr>
                </a:gs>
                <a:gs pos="42857">
                  <a:srgbClr val="17171B">
                    <a:alpha val="4016"/>
                  </a:srgbClr>
                </a:gs>
                <a:gs pos="57143">
                  <a:srgbClr val="17171B">
                    <a:alpha val="2246"/>
                  </a:srgbClr>
                </a:gs>
                <a:gs pos="71429">
                  <a:srgbClr val="17171B">
                    <a:alpha val="1058"/>
                  </a:srgbClr>
                </a:gs>
                <a:gs pos="85714">
                  <a:srgbClr val="17171B">
                    <a:alpha val="420"/>
                  </a:srgbClr>
                </a:gs>
                <a:gs pos="100000">
                  <a:srgbClr val="17171B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10759514">
              <a:off x="2155653" y="928613"/>
              <a:ext cx="220234" cy="216018"/>
            </a:xfrm>
            <a:prstGeom prst="ellipse">
              <a:avLst/>
            </a:prstGeom>
            <a:gradFill>
              <a:gsLst>
                <a:gs pos="0">
                  <a:srgbClr val="AEAFAE">
                    <a:alpha val="9230"/>
                  </a:srgbClr>
                </a:gs>
                <a:gs pos="14286">
                  <a:srgbClr val="AEAFAE">
                    <a:alpha val="8517"/>
                  </a:srgbClr>
                </a:gs>
                <a:gs pos="28571">
                  <a:srgbClr val="AEAFAE">
                    <a:alpha val="6678"/>
                  </a:srgbClr>
                </a:gs>
                <a:gs pos="42857">
                  <a:srgbClr val="AEAFAE">
                    <a:alpha val="4432"/>
                  </a:srgbClr>
                </a:gs>
                <a:gs pos="57143">
                  <a:srgbClr val="AEAFAE">
                    <a:alpha val="2481"/>
                  </a:srgbClr>
                </a:gs>
                <a:gs pos="71429">
                  <a:srgbClr val="AEAFAE">
                    <a:alpha val="1169"/>
                  </a:srgbClr>
                </a:gs>
                <a:gs pos="85714">
                  <a:srgbClr val="AEAFAE">
                    <a:alpha val="464"/>
                  </a:srgbClr>
                </a:gs>
                <a:gs pos="100000">
                  <a:srgbClr val="AEAFAE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3096253">
              <a:off x="555289" y="716716"/>
              <a:ext cx="396295" cy="75953"/>
            </a:xfrm>
            <a:prstGeom prst="ellipse">
              <a:avLst/>
            </a:prstGeom>
            <a:gradFill>
              <a:gsLst>
                <a:gs pos="0">
                  <a:srgbClr val="000001">
                    <a:alpha val="32335"/>
                  </a:srgbClr>
                </a:gs>
                <a:gs pos="14286">
                  <a:srgbClr val="000001">
                    <a:alpha val="30163"/>
                  </a:srgbClr>
                </a:gs>
                <a:gs pos="28571">
                  <a:srgbClr val="000001">
                    <a:alpha val="24327"/>
                  </a:srgbClr>
                </a:gs>
                <a:gs pos="42857">
                  <a:srgbClr val="000001">
                    <a:alpha val="16710"/>
                  </a:srgbClr>
                </a:gs>
                <a:gs pos="57143">
                  <a:srgbClr val="000001">
                    <a:alpha val="9635"/>
                  </a:srgbClr>
                </a:gs>
                <a:gs pos="71429">
                  <a:srgbClr val="000001">
                    <a:alpha val="4632"/>
                  </a:srgbClr>
                </a:gs>
                <a:gs pos="85714">
                  <a:srgbClr val="000001">
                    <a:alpha val="1858"/>
                  </a:srgbClr>
                </a:gs>
                <a:gs pos="100000">
                  <a:srgbClr val="000001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5080276">
              <a:off x="1916910" y="2909456"/>
              <a:ext cx="419698" cy="418252"/>
            </a:xfrm>
            <a:prstGeom prst="ellipse">
              <a:avLst/>
            </a:prstGeom>
            <a:gradFill>
              <a:gsLst>
                <a:gs pos="0">
                  <a:srgbClr val="000000">
                    <a:alpha val="2044"/>
                  </a:srgbClr>
                </a:gs>
                <a:gs pos="14286">
                  <a:srgbClr val="000000">
                    <a:alpha val="1880"/>
                  </a:srgbClr>
                </a:gs>
                <a:gs pos="28571">
                  <a:srgbClr val="000000">
                    <a:alpha val="1463"/>
                  </a:srgbClr>
                </a:gs>
                <a:gs pos="42857">
                  <a:srgbClr val="000000">
                    <a:alpha val="962"/>
                  </a:srgbClr>
                </a:gs>
                <a:gs pos="57143">
                  <a:srgbClr val="000000">
                    <a:alpha val="534"/>
                  </a:srgbClr>
                </a:gs>
                <a:gs pos="71429">
                  <a:srgbClr val="000000">
                    <a:alpha val="250"/>
                  </a:srgbClr>
                </a:gs>
                <a:gs pos="85714">
                  <a:srgbClr val="000000">
                    <a:alpha val="99"/>
                  </a:srgbClr>
                </a:gs>
                <a:gs pos="100000">
                  <a:srgbClr val="00000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3574136">
              <a:off x="3431261" y="124441"/>
              <a:ext cx="218071" cy="563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7768915">
              <a:off x="1805775" y="3095991"/>
              <a:ext cx="193139" cy="49296"/>
            </a:xfrm>
            <a:prstGeom prst="ellipse">
              <a:avLst/>
            </a:prstGeom>
            <a:gradFill>
              <a:gsLst>
                <a:gs pos="0">
                  <a:srgbClr val="242324">
                    <a:alpha val="32968"/>
                  </a:srgbClr>
                </a:gs>
                <a:gs pos="14286">
                  <a:srgbClr val="242324">
                    <a:alpha val="30764"/>
                  </a:srgbClr>
                </a:gs>
                <a:gs pos="28571">
                  <a:srgbClr val="242324">
                    <a:alpha val="24833"/>
                  </a:srgbClr>
                </a:gs>
                <a:gs pos="42857">
                  <a:srgbClr val="242324">
                    <a:alpha val="17075"/>
                  </a:srgbClr>
                </a:gs>
                <a:gs pos="57143">
                  <a:srgbClr val="242324">
                    <a:alpha val="9855"/>
                  </a:srgbClr>
                </a:gs>
                <a:gs pos="71429">
                  <a:srgbClr val="242324">
                    <a:alpha val="4740"/>
                  </a:srgbClr>
                </a:gs>
                <a:gs pos="85714">
                  <a:srgbClr val="242324">
                    <a:alpha val="1902"/>
                  </a:srgbClr>
                </a:gs>
                <a:gs pos="100000">
                  <a:srgbClr val="2423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5502037">
              <a:off x="185964" y="934812"/>
              <a:ext cx="329754" cy="324658"/>
            </a:xfrm>
            <a:prstGeom prst="ellipse">
              <a:avLst/>
            </a:prstGeom>
            <a:gradFill>
              <a:gsLst>
                <a:gs pos="0">
                  <a:srgbClr val="605E5F">
                    <a:alpha val="3324"/>
                  </a:srgbClr>
                </a:gs>
                <a:gs pos="14286">
                  <a:srgbClr val="605E5F">
                    <a:alpha val="3059"/>
                  </a:srgbClr>
                </a:gs>
                <a:gs pos="28571">
                  <a:srgbClr val="605E5F">
                    <a:alpha val="2384"/>
                  </a:srgbClr>
                </a:gs>
                <a:gs pos="42857">
                  <a:srgbClr val="605E5F">
                    <a:alpha val="1570"/>
                  </a:srgbClr>
                </a:gs>
                <a:gs pos="57143">
                  <a:srgbClr val="605E5F">
                    <a:alpha val="873"/>
                  </a:srgbClr>
                </a:gs>
                <a:gs pos="71429">
                  <a:srgbClr val="605E5F">
                    <a:alpha val="410"/>
                  </a:srgbClr>
                </a:gs>
                <a:gs pos="85714">
                  <a:srgbClr val="605E5F">
                    <a:alpha val="162"/>
                  </a:srgbClr>
                </a:gs>
                <a:gs pos="100000">
                  <a:srgbClr val="605E5F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-10262411">
              <a:off x="2257399" y="904185"/>
              <a:ext cx="338689" cy="314663"/>
            </a:xfrm>
            <a:prstGeom prst="ellipse">
              <a:avLst/>
            </a:prstGeom>
            <a:gradFill>
              <a:gsLst>
                <a:gs pos="0">
                  <a:srgbClr val="4A4C4C">
                    <a:alpha val="6583"/>
                  </a:srgbClr>
                </a:gs>
                <a:gs pos="14286">
                  <a:srgbClr val="4A4C4C">
                    <a:alpha val="6067"/>
                  </a:srgbClr>
                </a:gs>
                <a:gs pos="28571">
                  <a:srgbClr val="4A4C4C">
                    <a:alpha val="4744"/>
                  </a:srgbClr>
                </a:gs>
                <a:gs pos="42857">
                  <a:srgbClr val="4A4C4C">
                    <a:alpha val="3137"/>
                  </a:srgbClr>
                </a:gs>
                <a:gs pos="57143">
                  <a:srgbClr val="4A4C4C">
                    <a:alpha val="1751"/>
                  </a:srgbClr>
                </a:gs>
                <a:gs pos="71429">
                  <a:srgbClr val="4A4C4C">
                    <a:alpha val="823"/>
                  </a:srgbClr>
                </a:gs>
                <a:gs pos="85714">
                  <a:srgbClr val="4A4C4C">
                    <a:alpha val="326"/>
                  </a:srgbClr>
                </a:gs>
                <a:gs pos="100000">
                  <a:srgbClr val="4A4C4C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5891522">
              <a:off x="1384784" y="2223076"/>
              <a:ext cx="323215" cy="271276"/>
            </a:xfrm>
            <a:prstGeom prst="ellipse">
              <a:avLst/>
            </a:prstGeom>
            <a:gradFill>
              <a:gsLst>
                <a:gs pos="0">
                  <a:srgbClr val="808080">
                    <a:alpha val="7340"/>
                  </a:srgbClr>
                </a:gs>
                <a:gs pos="14286">
                  <a:srgbClr val="808080">
                    <a:alpha val="6767"/>
                  </a:srgbClr>
                </a:gs>
                <a:gs pos="28571">
                  <a:srgbClr val="808080">
                    <a:alpha val="5295"/>
                  </a:srgbClr>
                </a:gs>
                <a:gs pos="42857">
                  <a:srgbClr val="808080">
                    <a:alpha val="3506"/>
                  </a:srgbClr>
                </a:gs>
                <a:gs pos="57143">
                  <a:srgbClr val="808080">
                    <a:alpha val="1958"/>
                  </a:srgbClr>
                </a:gs>
                <a:gs pos="71429">
                  <a:srgbClr val="808080">
                    <a:alpha val="921"/>
                  </a:srgbClr>
                </a:gs>
                <a:gs pos="85714">
                  <a:srgbClr val="808080">
                    <a:alpha val="365"/>
                  </a:srgbClr>
                </a:gs>
                <a:gs pos="100000">
                  <a:srgbClr val="808080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5046782">
              <a:off x="1730908" y="3123391"/>
              <a:ext cx="513191" cy="548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4575240">
              <a:off x="1974228" y="873541"/>
              <a:ext cx="385636" cy="95265"/>
            </a:xfrm>
            <a:prstGeom prst="ellipse">
              <a:avLst/>
            </a:prstGeom>
            <a:gradFill>
              <a:gsLst>
                <a:gs pos="0">
                  <a:srgbClr val="E8E9E9">
                    <a:alpha val="12320"/>
                  </a:srgbClr>
                </a:gs>
                <a:gs pos="14286">
                  <a:srgbClr val="E8E9E9">
                    <a:alpha val="11383"/>
                  </a:srgbClr>
                </a:gs>
                <a:gs pos="28571">
                  <a:srgbClr val="E8E9E9">
                    <a:alpha val="8956"/>
                  </a:srgbClr>
                </a:gs>
                <a:gs pos="42857">
                  <a:srgbClr val="E8E9E9">
                    <a:alpha val="5969"/>
                  </a:srgbClr>
                </a:gs>
                <a:gs pos="57143">
                  <a:srgbClr val="E8E9E9">
                    <a:alpha val="3353"/>
                  </a:srgbClr>
                </a:gs>
                <a:gs pos="71429">
                  <a:srgbClr val="E8E9E9">
                    <a:alpha val="1584"/>
                  </a:srgbClr>
                </a:gs>
                <a:gs pos="85714">
                  <a:srgbClr val="E8E9E9">
                    <a:alpha val="629"/>
                  </a:srgbClr>
                </a:gs>
                <a:gs pos="100000">
                  <a:srgbClr val="E8E9E9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6274608">
              <a:off x="1643108" y="1729405"/>
              <a:ext cx="308412" cy="302802"/>
            </a:xfrm>
            <a:prstGeom prst="ellipse">
              <a:avLst/>
            </a:prstGeom>
            <a:gradFill>
              <a:gsLst>
                <a:gs pos="0">
                  <a:srgbClr val="5D5E5F">
                    <a:alpha val="2217"/>
                  </a:srgbClr>
                </a:gs>
                <a:gs pos="14286">
                  <a:srgbClr val="5D5E5F">
                    <a:alpha val="2040"/>
                  </a:srgbClr>
                </a:gs>
                <a:gs pos="28571">
                  <a:srgbClr val="5D5E5F">
                    <a:alpha val="1587"/>
                  </a:srgbClr>
                </a:gs>
                <a:gs pos="42857">
                  <a:srgbClr val="5D5E5F">
                    <a:alpha val="1044"/>
                  </a:srgbClr>
                </a:gs>
                <a:gs pos="57143">
                  <a:srgbClr val="5D5E5F">
                    <a:alpha val="580"/>
                  </a:srgbClr>
                </a:gs>
                <a:gs pos="71429">
                  <a:srgbClr val="5D5E5F">
                    <a:alpha val="272"/>
                  </a:srgbClr>
                </a:gs>
                <a:gs pos="85714">
                  <a:srgbClr val="5D5E5F">
                    <a:alpha val="108"/>
                  </a:srgbClr>
                </a:gs>
                <a:gs pos="100000">
                  <a:srgbClr val="5D5E5F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4179437">
              <a:off x="1520690" y="3104836"/>
              <a:ext cx="648350" cy="421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5970648">
              <a:off x="1503920" y="3096935"/>
              <a:ext cx="673060" cy="690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-8644952">
              <a:off x="2007764" y="990168"/>
              <a:ext cx="423938" cy="152683"/>
            </a:xfrm>
            <a:prstGeom prst="ellipse">
              <a:avLst/>
            </a:prstGeom>
            <a:gradFill>
              <a:gsLst>
                <a:gs pos="0">
                  <a:srgbClr val="C2C3C3">
                    <a:alpha val="26182"/>
                  </a:srgbClr>
                </a:gs>
                <a:gs pos="14286">
                  <a:srgbClr val="C2C3C3">
                    <a:alpha val="24347"/>
                  </a:srgbClr>
                </a:gs>
                <a:gs pos="28571">
                  <a:srgbClr val="C2C3C3">
                    <a:alpha val="19478"/>
                  </a:srgbClr>
                </a:gs>
                <a:gs pos="42857">
                  <a:srgbClr val="C2C3C3">
                    <a:alpha val="13247"/>
                  </a:srgbClr>
                </a:gs>
                <a:gs pos="57143">
                  <a:srgbClr val="C2C3C3">
                    <a:alpha val="7572"/>
                  </a:srgbClr>
                </a:gs>
                <a:gs pos="71429">
                  <a:srgbClr val="C2C3C3">
                    <a:alpha val="3619"/>
                  </a:srgbClr>
                </a:gs>
                <a:gs pos="85714">
                  <a:srgbClr val="C2C3C3">
                    <a:alpha val="1447"/>
                  </a:srgbClr>
                </a:gs>
                <a:gs pos="100000">
                  <a:srgbClr val="C2C3C3">
                    <a:alpha val="4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8027581">
              <a:off x="1686423" y="3153167"/>
              <a:ext cx="453924" cy="219785"/>
            </a:xfrm>
            <a:prstGeom prst="ellipse">
              <a:avLst/>
            </a:prstGeom>
            <a:gradFill>
              <a:gsLst>
                <a:gs pos="0">
                  <a:srgbClr val="000000">
                    <a:alpha val="7709"/>
                  </a:srgbClr>
                </a:gs>
                <a:gs pos="14286">
                  <a:srgbClr val="000000">
                    <a:alpha val="7108"/>
                  </a:srgbClr>
                </a:gs>
                <a:gs pos="28571">
                  <a:srgbClr val="000000">
                    <a:alpha val="5564"/>
                  </a:srgbClr>
                </a:gs>
                <a:gs pos="42857">
                  <a:srgbClr val="000000">
                    <a:alpha val="3685"/>
                  </a:srgbClr>
                </a:gs>
                <a:gs pos="57143">
                  <a:srgbClr val="000000">
                    <a:alpha val="2059"/>
                  </a:srgbClr>
                </a:gs>
                <a:gs pos="71429">
                  <a:srgbClr val="000000">
                    <a:alpha val="969"/>
                  </a:srgbClr>
                </a:gs>
                <a:gs pos="85714">
                  <a:srgbClr val="000000">
                    <a:alpha val="384"/>
                  </a:srgbClr>
                </a:gs>
                <a:gs pos="100000">
                  <a:srgbClr val="000000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6894423">
              <a:off x="1641561" y="1741711"/>
              <a:ext cx="306749" cy="301045"/>
            </a:xfrm>
            <a:prstGeom prst="ellipse">
              <a:avLst/>
            </a:prstGeom>
            <a:gradFill>
              <a:gsLst>
                <a:gs pos="0">
                  <a:srgbClr val="595A5A">
                    <a:alpha val="2332"/>
                  </a:srgbClr>
                </a:gs>
                <a:gs pos="14286">
                  <a:srgbClr val="595A5A">
                    <a:alpha val="2145"/>
                  </a:srgbClr>
                </a:gs>
                <a:gs pos="28571">
                  <a:srgbClr val="595A5A">
                    <a:alpha val="1670"/>
                  </a:srgbClr>
                </a:gs>
                <a:gs pos="42857">
                  <a:srgbClr val="595A5A">
                    <a:alpha val="1098"/>
                  </a:srgbClr>
                </a:gs>
                <a:gs pos="57143">
                  <a:srgbClr val="595A5A">
                    <a:alpha val="610"/>
                  </a:srgbClr>
                </a:gs>
                <a:gs pos="71429">
                  <a:srgbClr val="595A5A">
                    <a:alpha val="286"/>
                  </a:srgbClr>
                </a:gs>
                <a:gs pos="85714">
                  <a:srgbClr val="595A5A">
                    <a:alpha val="113"/>
                  </a:srgbClr>
                </a:gs>
                <a:gs pos="100000">
                  <a:srgbClr val="595A5A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-10478777">
              <a:off x="1973644" y="3342647"/>
              <a:ext cx="338183" cy="331799"/>
            </a:xfrm>
            <a:prstGeom prst="ellipse">
              <a:avLst/>
            </a:prstGeom>
            <a:gradFill>
              <a:gsLst>
                <a:gs pos="0">
                  <a:srgbClr val="868485">
                    <a:alpha val="5857"/>
                  </a:srgbClr>
                </a:gs>
                <a:gs pos="14286">
                  <a:srgbClr val="868485">
                    <a:alpha val="5396"/>
                  </a:srgbClr>
                </a:gs>
                <a:gs pos="28571">
                  <a:srgbClr val="868485">
                    <a:alpha val="4216"/>
                  </a:srgbClr>
                </a:gs>
                <a:gs pos="42857">
                  <a:srgbClr val="868485">
                    <a:alpha val="2786"/>
                  </a:srgbClr>
                </a:gs>
                <a:gs pos="57143">
                  <a:srgbClr val="868485">
                    <a:alpha val="1553"/>
                  </a:srgbClr>
                </a:gs>
                <a:gs pos="71429">
                  <a:srgbClr val="868485">
                    <a:alpha val="730"/>
                  </a:srgbClr>
                </a:gs>
                <a:gs pos="85714">
                  <a:srgbClr val="868485">
                    <a:alpha val="289"/>
                  </a:srgbClr>
                </a:gs>
                <a:gs pos="100000">
                  <a:srgbClr val="868485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7058395">
              <a:off x="762847" y="481270"/>
              <a:ext cx="301864" cy="89648"/>
            </a:xfrm>
            <a:prstGeom prst="ellipse">
              <a:avLst/>
            </a:prstGeom>
            <a:gradFill>
              <a:gsLst>
                <a:gs pos="0">
                  <a:srgbClr val="E0E0E0">
                    <a:alpha val="8575"/>
                  </a:srgbClr>
                </a:gs>
                <a:gs pos="14286">
                  <a:srgbClr val="E0E0E0">
                    <a:alpha val="7909"/>
                  </a:srgbClr>
                </a:gs>
                <a:gs pos="28571">
                  <a:srgbClr val="E0E0E0">
                    <a:alpha val="6197"/>
                  </a:srgbClr>
                </a:gs>
                <a:gs pos="42857">
                  <a:srgbClr val="E0E0E0">
                    <a:alpha val="4110"/>
                  </a:srgbClr>
                </a:gs>
                <a:gs pos="57143">
                  <a:srgbClr val="E0E0E0">
                    <a:alpha val="2298"/>
                  </a:srgbClr>
                </a:gs>
                <a:gs pos="71429">
                  <a:srgbClr val="E0E0E0">
                    <a:alpha val="1083"/>
                  </a:srgbClr>
                </a:gs>
                <a:gs pos="85714">
                  <a:srgbClr val="E0E0E0">
                    <a:alpha val="429"/>
                  </a:srgbClr>
                </a:gs>
                <a:gs pos="100000">
                  <a:srgbClr val="E0E0E0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-8107508">
              <a:off x="2048442" y="914834"/>
              <a:ext cx="325441" cy="28736"/>
            </a:xfrm>
            <a:prstGeom prst="ellipse">
              <a:avLst/>
            </a:prstGeom>
            <a:gradFill>
              <a:gsLst>
                <a:gs pos="0">
                  <a:srgbClr val="D5D6D5">
                    <a:alpha val="32968"/>
                  </a:srgbClr>
                </a:gs>
                <a:gs pos="14286">
                  <a:srgbClr val="D5D6D5">
                    <a:alpha val="30764"/>
                  </a:srgbClr>
                </a:gs>
                <a:gs pos="28571">
                  <a:srgbClr val="D5D6D5">
                    <a:alpha val="24833"/>
                  </a:srgbClr>
                </a:gs>
                <a:gs pos="42857">
                  <a:srgbClr val="D5D6D5">
                    <a:alpha val="17075"/>
                  </a:srgbClr>
                </a:gs>
                <a:gs pos="57143">
                  <a:srgbClr val="D5D6D5">
                    <a:alpha val="9855"/>
                  </a:srgbClr>
                </a:gs>
                <a:gs pos="71429">
                  <a:srgbClr val="D5D6D5">
                    <a:alpha val="4740"/>
                  </a:srgbClr>
                </a:gs>
                <a:gs pos="85714">
                  <a:srgbClr val="D5D6D5">
                    <a:alpha val="1902"/>
                  </a:srgbClr>
                </a:gs>
                <a:gs pos="100000">
                  <a:srgbClr val="D5D6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10427267">
              <a:off x="1534323" y="2995287"/>
              <a:ext cx="467617" cy="1649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3"/>
                  </a:srgbClr>
                </a:gs>
                <a:gs pos="14286">
                  <a:srgbClr val="000000">
                    <a:alpha val="30759"/>
                  </a:srgbClr>
                </a:gs>
                <a:gs pos="28571">
                  <a:srgbClr val="000000">
                    <a:alpha val="24829"/>
                  </a:srgbClr>
                </a:gs>
                <a:gs pos="42857">
                  <a:srgbClr val="000000">
                    <a:alpha val="17072"/>
                  </a:srgbClr>
                </a:gs>
                <a:gs pos="57143">
                  <a:srgbClr val="000000">
                    <a:alpha val="9853"/>
                  </a:srgbClr>
                </a:gs>
                <a:gs pos="71429">
                  <a:srgbClr val="000000">
                    <a:alpha val="4739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-10464317">
              <a:off x="779775" y="1316669"/>
              <a:ext cx="381378" cy="288988"/>
            </a:xfrm>
            <a:prstGeom prst="ellipse">
              <a:avLst/>
            </a:prstGeom>
            <a:gradFill>
              <a:gsLst>
                <a:gs pos="0">
                  <a:srgbClr val="020209">
                    <a:alpha val="3026"/>
                  </a:srgbClr>
                </a:gs>
                <a:gs pos="14286">
                  <a:srgbClr val="020209">
                    <a:alpha val="2785"/>
                  </a:srgbClr>
                </a:gs>
                <a:gs pos="28571">
                  <a:srgbClr val="020209">
                    <a:alpha val="2169"/>
                  </a:srgbClr>
                </a:gs>
                <a:gs pos="42857">
                  <a:srgbClr val="020209">
                    <a:alpha val="1428"/>
                  </a:srgbClr>
                </a:gs>
                <a:gs pos="57143">
                  <a:srgbClr val="020209">
                    <a:alpha val="794"/>
                  </a:srgbClr>
                </a:gs>
                <a:gs pos="71429">
                  <a:srgbClr val="020209">
                    <a:alpha val="372"/>
                  </a:srgbClr>
                </a:gs>
                <a:gs pos="85714">
                  <a:srgbClr val="020209">
                    <a:alpha val="147"/>
                  </a:srgbClr>
                </a:gs>
                <a:gs pos="100000">
                  <a:srgbClr val="020209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4984452">
              <a:off x="614230" y="577568"/>
              <a:ext cx="296240" cy="283836"/>
            </a:xfrm>
            <a:prstGeom prst="ellipse">
              <a:avLst/>
            </a:prstGeom>
            <a:gradFill>
              <a:gsLst>
                <a:gs pos="0">
                  <a:srgbClr val="040005">
                    <a:alpha val="6940"/>
                  </a:srgbClr>
                </a:gs>
                <a:gs pos="14286">
                  <a:srgbClr val="040005">
                    <a:alpha val="6397"/>
                  </a:srgbClr>
                </a:gs>
                <a:gs pos="28571">
                  <a:srgbClr val="040005">
                    <a:alpha val="5003"/>
                  </a:srgbClr>
                </a:gs>
                <a:gs pos="42857">
                  <a:srgbClr val="040005">
                    <a:alpha val="3311"/>
                  </a:srgbClr>
                </a:gs>
                <a:gs pos="57143">
                  <a:srgbClr val="040005">
                    <a:alpha val="1848"/>
                  </a:srgbClr>
                </a:gs>
                <a:gs pos="71429">
                  <a:srgbClr val="040005">
                    <a:alpha val="869"/>
                  </a:srgbClr>
                </a:gs>
                <a:gs pos="85714">
                  <a:srgbClr val="040005">
                    <a:alpha val="345"/>
                  </a:srgbClr>
                </a:gs>
                <a:gs pos="100000">
                  <a:srgbClr val="040005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-9816221">
              <a:off x="1498375" y="3092139"/>
              <a:ext cx="627731" cy="543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9189640">
              <a:off x="1501101" y="2989643"/>
              <a:ext cx="546274" cy="748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3145817">
              <a:off x="2148700" y="763404"/>
              <a:ext cx="324170" cy="267226"/>
            </a:xfrm>
            <a:prstGeom prst="ellipse">
              <a:avLst/>
            </a:prstGeom>
            <a:gradFill>
              <a:gsLst>
                <a:gs pos="0">
                  <a:srgbClr val="A7A6A7">
                    <a:alpha val="6898"/>
                  </a:srgbClr>
                </a:gs>
                <a:gs pos="14286">
                  <a:srgbClr val="A7A6A7">
                    <a:alpha val="6358"/>
                  </a:srgbClr>
                </a:gs>
                <a:gs pos="28571">
                  <a:srgbClr val="A7A6A7">
                    <a:alpha val="4973"/>
                  </a:srgbClr>
                </a:gs>
                <a:gs pos="42857">
                  <a:srgbClr val="A7A6A7">
                    <a:alpha val="3290"/>
                  </a:srgbClr>
                </a:gs>
                <a:gs pos="57143">
                  <a:srgbClr val="A7A6A7">
                    <a:alpha val="1837"/>
                  </a:srgbClr>
                </a:gs>
                <a:gs pos="71429">
                  <a:srgbClr val="A7A6A7">
                    <a:alpha val="864"/>
                  </a:srgbClr>
                </a:gs>
                <a:gs pos="85714">
                  <a:srgbClr val="A7A6A7">
                    <a:alpha val="343"/>
                  </a:srgbClr>
                </a:gs>
                <a:gs pos="100000">
                  <a:srgbClr val="A7A6A7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10640571">
              <a:off x="452807" y="338652"/>
              <a:ext cx="392016" cy="390624"/>
            </a:xfrm>
            <a:prstGeom prst="ellipse">
              <a:avLst/>
            </a:prstGeom>
            <a:gradFill>
              <a:gsLst>
                <a:gs pos="0">
                  <a:srgbClr val="535355">
                    <a:alpha val="1327"/>
                  </a:srgbClr>
                </a:gs>
                <a:gs pos="14286">
                  <a:srgbClr val="535355">
                    <a:alpha val="1220"/>
                  </a:srgbClr>
                </a:gs>
                <a:gs pos="28571">
                  <a:srgbClr val="535355">
                    <a:alpha val="949"/>
                  </a:srgbClr>
                </a:gs>
                <a:gs pos="42857">
                  <a:srgbClr val="535355">
                    <a:alpha val="623"/>
                  </a:srgbClr>
                </a:gs>
                <a:gs pos="57143">
                  <a:srgbClr val="535355">
                    <a:alpha val="346"/>
                  </a:srgbClr>
                </a:gs>
                <a:gs pos="71429">
                  <a:srgbClr val="535355">
                    <a:alpha val="162"/>
                  </a:srgbClr>
                </a:gs>
                <a:gs pos="85714">
                  <a:srgbClr val="535355">
                    <a:alpha val="64"/>
                  </a:srgbClr>
                </a:gs>
                <a:gs pos="100000">
                  <a:srgbClr val="535355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6002416">
              <a:off x="2009929" y="533352"/>
              <a:ext cx="387348" cy="381296"/>
            </a:xfrm>
            <a:prstGeom prst="ellipse">
              <a:avLst/>
            </a:prstGeom>
            <a:gradFill>
              <a:gsLst>
                <a:gs pos="0">
                  <a:srgbClr val="888989">
                    <a:alpha val="1404"/>
                  </a:srgbClr>
                </a:gs>
                <a:gs pos="14286">
                  <a:srgbClr val="888989">
                    <a:alpha val="1291"/>
                  </a:srgbClr>
                </a:gs>
                <a:gs pos="28571">
                  <a:srgbClr val="888989">
                    <a:alpha val="1004"/>
                  </a:srgbClr>
                </a:gs>
                <a:gs pos="42857">
                  <a:srgbClr val="888989">
                    <a:alpha val="660"/>
                  </a:srgbClr>
                </a:gs>
                <a:gs pos="57143">
                  <a:srgbClr val="888989">
                    <a:alpha val="366"/>
                  </a:srgbClr>
                </a:gs>
                <a:gs pos="71429">
                  <a:srgbClr val="888989">
                    <a:alpha val="172"/>
                  </a:srgbClr>
                </a:gs>
                <a:gs pos="85714">
                  <a:srgbClr val="888989">
                    <a:alpha val="68"/>
                  </a:srgbClr>
                </a:gs>
                <a:gs pos="100000">
                  <a:srgbClr val="888989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4597694">
              <a:off x="3453182" y="122079"/>
              <a:ext cx="184163" cy="689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6621322">
              <a:off x="1584901" y="2910301"/>
              <a:ext cx="420748" cy="303179"/>
            </a:xfrm>
            <a:prstGeom prst="ellipse">
              <a:avLst/>
            </a:prstGeom>
            <a:gradFill>
              <a:gsLst>
                <a:gs pos="0">
                  <a:srgbClr val="000000">
                    <a:alpha val="18158"/>
                  </a:srgbClr>
                </a:gs>
                <a:gs pos="14286">
                  <a:srgbClr val="000000">
                    <a:alpha val="16821"/>
                  </a:srgbClr>
                </a:gs>
                <a:gs pos="28571">
                  <a:srgbClr val="000000">
                    <a:alpha val="13325"/>
                  </a:srgbClr>
                </a:gs>
                <a:gs pos="42857">
                  <a:srgbClr val="000000">
                    <a:alpha val="8953"/>
                  </a:srgbClr>
                </a:gs>
                <a:gs pos="57143">
                  <a:srgbClr val="000000">
                    <a:alpha val="5065"/>
                  </a:srgbClr>
                </a:gs>
                <a:gs pos="71429">
                  <a:srgbClr val="000000">
                    <a:alpha val="2404"/>
                  </a:srgbClr>
                </a:gs>
                <a:gs pos="85714">
                  <a:srgbClr val="000000">
                    <a:alpha val="957"/>
                  </a:srgbClr>
                </a:gs>
                <a:gs pos="100000">
                  <a:srgbClr val="000000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8222575">
              <a:off x="1408277" y="2764418"/>
              <a:ext cx="311814" cy="283706"/>
            </a:xfrm>
            <a:prstGeom prst="ellipse">
              <a:avLst/>
            </a:prstGeom>
            <a:gradFill>
              <a:gsLst>
                <a:gs pos="0">
                  <a:srgbClr val="878787">
                    <a:alpha val="10206"/>
                  </a:srgbClr>
                </a:gs>
                <a:gs pos="14286">
                  <a:srgbClr val="878787">
                    <a:alpha val="9421"/>
                  </a:srgbClr>
                </a:gs>
                <a:gs pos="28571">
                  <a:srgbClr val="878787">
                    <a:alpha val="7395"/>
                  </a:srgbClr>
                </a:gs>
                <a:gs pos="42857">
                  <a:srgbClr val="878787">
                    <a:alpha val="4914"/>
                  </a:srgbClr>
                </a:gs>
                <a:gs pos="57143">
                  <a:srgbClr val="878787">
                    <a:alpha val="2754"/>
                  </a:srgbClr>
                </a:gs>
                <a:gs pos="71429">
                  <a:srgbClr val="878787">
                    <a:alpha val="1299"/>
                  </a:srgbClr>
                </a:gs>
                <a:gs pos="85714">
                  <a:srgbClr val="878787">
                    <a:alpha val="516"/>
                  </a:srgbClr>
                </a:gs>
                <a:gs pos="100000">
                  <a:srgbClr val="878787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4290929">
              <a:off x="511100" y="588357"/>
              <a:ext cx="357881" cy="124417"/>
            </a:xfrm>
            <a:prstGeom prst="ellipse">
              <a:avLst/>
            </a:prstGeom>
            <a:gradFill>
              <a:gsLst>
                <a:gs pos="0">
                  <a:srgbClr val="000002">
                    <a:alpha val="23804"/>
                  </a:srgbClr>
                </a:gs>
                <a:gs pos="14286">
                  <a:srgbClr val="000002">
                    <a:alpha val="22110"/>
                  </a:srgbClr>
                </a:gs>
                <a:gs pos="28571">
                  <a:srgbClr val="000002">
                    <a:alpha val="17636"/>
                  </a:srgbClr>
                </a:gs>
                <a:gs pos="42857">
                  <a:srgbClr val="000002">
                    <a:alpha val="11949"/>
                  </a:srgbClr>
                </a:gs>
                <a:gs pos="57143">
                  <a:srgbClr val="000002">
                    <a:alpha val="6809"/>
                  </a:srgbClr>
                </a:gs>
                <a:gs pos="71429">
                  <a:srgbClr val="000002">
                    <a:alpha val="3247"/>
                  </a:srgbClr>
                </a:gs>
                <a:gs pos="85714">
                  <a:srgbClr val="000002">
                    <a:alpha val="1297"/>
                  </a:srgbClr>
                </a:gs>
                <a:gs pos="100000">
                  <a:srgbClr val="000002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6553130">
              <a:off x="1639285" y="1743864"/>
              <a:ext cx="292329" cy="286351"/>
            </a:xfrm>
            <a:prstGeom prst="ellipse">
              <a:avLst/>
            </a:prstGeom>
            <a:gradFill>
              <a:gsLst>
                <a:gs pos="0">
                  <a:srgbClr val="545456">
                    <a:alpha val="2257"/>
                  </a:srgbClr>
                </a:gs>
                <a:gs pos="14286">
                  <a:srgbClr val="545456">
                    <a:alpha val="2077"/>
                  </a:srgbClr>
                </a:gs>
                <a:gs pos="28571">
                  <a:srgbClr val="545456">
                    <a:alpha val="1616"/>
                  </a:srgbClr>
                </a:gs>
                <a:gs pos="42857">
                  <a:srgbClr val="545456">
                    <a:alpha val="1063"/>
                  </a:srgbClr>
                </a:gs>
                <a:gs pos="57143">
                  <a:srgbClr val="545456">
                    <a:alpha val="590"/>
                  </a:srgbClr>
                </a:gs>
                <a:gs pos="71429">
                  <a:srgbClr val="545456">
                    <a:alpha val="277"/>
                  </a:srgbClr>
                </a:gs>
                <a:gs pos="85714">
                  <a:srgbClr val="545456">
                    <a:alpha val="110"/>
                  </a:srgbClr>
                </a:gs>
                <a:gs pos="100000">
                  <a:srgbClr val="545456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-8686434">
              <a:off x="1475611" y="2674293"/>
              <a:ext cx="359621" cy="284391"/>
            </a:xfrm>
            <a:prstGeom prst="ellipse">
              <a:avLst/>
            </a:prstGeom>
            <a:gradFill>
              <a:gsLst>
                <a:gs pos="0">
                  <a:srgbClr val="908F8F">
                    <a:alpha val="13348"/>
                  </a:srgbClr>
                </a:gs>
                <a:gs pos="14286">
                  <a:srgbClr val="908F8F">
                    <a:alpha val="12338"/>
                  </a:srgbClr>
                </a:gs>
                <a:gs pos="28571">
                  <a:srgbClr val="908F8F">
                    <a:alpha val="9719"/>
                  </a:srgbClr>
                </a:gs>
                <a:gs pos="42857">
                  <a:srgbClr val="908F8F">
                    <a:alpha val="6486"/>
                  </a:srgbClr>
                </a:gs>
                <a:gs pos="57143">
                  <a:srgbClr val="908F8F">
                    <a:alpha val="3648"/>
                  </a:srgbClr>
                </a:gs>
                <a:gs pos="71429">
                  <a:srgbClr val="908F8F">
                    <a:alpha val="1724"/>
                  </a:srgbClr>
                </a:gs>
                <a:gs pos="85714">
                  <a:srgbClr val="908F8F">
                    <a:alpha val="685"/>
                  </a:srgbClr>
                </a:gs>
                <a:gs pos="100000">
                  <a:srgbClr val="908F8F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5785730">
              <a:off x="627330" y="432458"/>
              <a:ext cx="309730" cy="308327"/>
            </a:xfrm>
            <a:prstGeom prst="ellipse">
              <a:avLst/>
            </a:prstGeom>
            <a:gradFill>
              <a:gsLst>
                <a:gs pos="0">
                  <a:srgbClr val="010101">
                    <a:alpha val="4217"/>
                  </a:srgbClr>
                </a:gs>
                <a:gs pos="14286">
                  <a:srgbClr val="010101">
                    <a:alpha val="3883"/>
                  </a:srgbClr>
                </a:gs>
                <a:gs pos="28571">
                  <a:srgbClr val="010101">
                    <a:alpha val="3028"/>
                  </a:srgbClr>
                </a:gs>
                <a:gs pos="42857">
                  <a:srgbClr val="010101">
                    <a:alpha val="1997"/>
                  </a:srgbClr>
                </a:gs>
                <a:gs pos="57143">
                  <a:srgbClr val="010101">
                    <a:alpha val="1111"/>
                  </a:srgbClr>
                </a:gs>
                <a:gs pos="71429">
                  <a:srgbClr val="010101">
                    <a:alpha val="522"/>
                  </a:srgbClr>
                </a:gs>
                <a:gs pos="85714">
                  <a:srgbClr val="010101">
                    <a:alpha val="207"/>
                  </a:srgbClr>
                </a:gs>
                <a:gs pos="100000">
                  <a:srgbClr val="010101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3669820">
              <a:off x="1391260" y="1747969"/>
              <a:ext cx="395398" cy="107813"/>
            </a:xfrm>
            <a:prstGeom prst="ellipse">
              <a:avLst/>
            </a:prstGeom>
            <a:gradFill>
              <a:gsLst>
                <a:gs pos="0">
                  <a:srgbClr val="000001">
                    <a:alpha val="30038"/>
                  </a:srgbClr>
                </a:gs>
                <a:gs pos="14286">
                  <a:srgbClr val="000001">
                    <a:alpha val="27987"/>
                  </a:srgbClr>
                </a:gs>
                <a:gs pos="28571">
                  <a:srgbClr val="000001">
                    <a:alpha val="22503"/>
                  </a:srgbClr>
                </a:gs>
                <a:gs pos="42857">
                  <a:srgbClr val="000001">
                    <a:alpha val="15398"/>
                  </a:srgbClr>
                </a:gs>
                <a:gs pos="57143">
                  <a:srgbClr val="000001">
                    <a:alpha val="8849"/>
                  </a:srgbClr>
                </a:gs>
                <a:gs pos="71429">
                  <a:srgbClr val="000001">
                    <a:alpha val="4244"/>
                  </a:srgbClr>
                </a:gs>
                <a:gs pos="85714">
                  <a:srgbClr val="000001">
                    <a:alpha val="1700"/>
                  </a:srgbClr>
                </a:gs>
                <a:gs pos="100000">
                  <a:srgbClr val="000001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-8758546">
              <a:off x="315217" y="1061531"/>
              <a:ext cx="205569" cy="140575"/>
            </a:xfrm>
            <a:prstGeom prst="ellipse">
              <a:avLst/>
            </a:prstGeom>
            <a:gradFill>
              <a:gsLst>
                <a:gs pos="0">
                  <a:srgbClr val="C4C4C4">
                    <a:alpha val="13880"/>
                  </a:srgbClr>
                </a:gs>
                <a:gs pos="14286">
                  <a:srgbClr val="C4C4C4">
                    <a:alpha val="12832"/>
                  </a:srgbClr>
                </a:gs>
                <a:gs pos="28571">
                  <a:srgbClr val="C4C4C4">
                    <a:alpha val="10115"/>
                  </a:srgbClr>
                </a:gs>
                <a:gs pos="42857">
                  <a:srgbClr val="C4C4C4">
                    <a:alpha val="6755"/>
                  </a:srgbClr>
                </a:gs>
                <a:gs pos="57143">
                  <a:srgbClr val="C4C4C4">
                    <a:alpha val="3801"/>
                  </a:srgbClr>
                </a:gs>
                <a:gs pos="71429">
                  <a:srgbClr val="C4C4C4">
                    <a:alpha val="1798"/>
                  </a:srgbClr>
                </a:gs>
                <a:gs pos="85714">
                  <a:srgbClr val="C4C4C4">
                    <a:alpha val="715"/>
                  </a:srgbClr>
                </a:gs>
                <a:gs pos="100000">
                  <a:srgbClr val="C4C4C4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5585075">
              <a:off x="1177789" y="3075415"/>
              <a:ext cx="468464" cy="92982"/>
            </a:xfrm>
            <a:prstGeom prst="ellipse">
              <a:avLst/>
            </a:prstGeom>
            <a:gradFill>
              <a:gsLst>
                <a:gs pos="0">
                  <a:srgbClr val="000000">
                    <a:alpha val="9104"/>
                  </a:srgbClr>
                </a:gs>
                <a:gs pos="14286">
                  <a:srgbClr val="000000">
                    <a:alpha val="8400"/>
                  </a:srgbClr>
                </a:gs>
                <a:gs pos="28571">
                  <a:srgbClr val="000000">
                    <a:alpha val="6586"/>
                  </a:srgbClr>
                </a:gs>
                <a:gs pos="42857">
                  <a:srgbClr val="000000">
                    <a:alpha val="4370"/>
                  </a:srgbClr>
                </a:gs>
                <a:gs pos="57143">
                  <a:srgbClr val="000000">
                    <a:alpha val="2446"/>
                  </a:srgbClr>
                </a:gs>
                <a:gs pos="71429">
                  <a:srgbClr val="000000">
                    <a:alpha val="1152"/>
                  </a:srgbClr>
                </a:gs>
                <a:gs pos="85714">
                  <a:srgbClr val="000000">
                    <a:alpha val="457"/>
                  </a:srgbClr>
                </a:gs>
                <a:gs pos="100000">
                  <a:srgbClr val="000000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6499272">
              <a:off x="995422" y="1473878"/>
              <a:ext cx="198105" cy="100498"/>
            </a:xfrm>
            <a:prstGeom prst="ellipse">
              <a:avLst/>
            </a:prstGeom>
            <a:gradFill>
              <a:gsLst>
                <a:gs pos="0">
                  <a:srgbClr val="120F17">
                    <a:alpha val="6041"/>
                  </a:srgbClr>
                </a:gs>
                <a:gs pos="14286">
                  <a:srgbClr val="120F17">
                    <a:alpha val="5566"/>
                  </a:srgbClr>
                </a:gs>
                <a:gs pos="28571">
                  <a:srgbClr val="120F17">
                    <a:alpha val="4349"/>
                  </a:srgbClr>
                </a:gs>
                <a:gs pos="42857">
                  <a:srgbClr val="120F17">
                    <a:alpha val="2875"/>
                  </a:srgbClr>
                </a:gs>
                <a:gs pos="57143">
                  <a:srgbClr val="120F17">
                    <a:alpha val="1603"/>
                  </a:srgbClr>
                </a:gs>
                <a:gs pos="71429">
                  <a:srgbClr val="120F17">
                    <a:alpha val="754"/>
                  </a:srgbClr>
                </a:gs>
                <a:gs pos="85714">
                  <a:srgbClr val="120F17">
                    <a:alpha val="299"/>
                  </a:srgbClr>
                </a:gs>
                <a:gs pos="100000">
                  <a:srgbClr val="120F17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8444190">
              <a:off x="3426844" y="75010"/>
              <a:ext cx="262745" cy="1147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5228608">
              <a:off x="1447795" y="2871529"/>
              <a:ext cx="296237" cy="295366"/>
            </a:xfrm>
            <a:prstGeom prst="ellipse">
              <a:avLst/>
            </a:prstGeom>
            <a:gradFill>
              <a:gsLst>
                <a:gs pos="0">
                  <a:srgbClr val="000000">
                    <a:alpha val="3559"/>
                  </a:srgbClr>
                </a:gs>
                <a:gs pos="14286">
                  <a:srgbClr val="000000">
                    <a:alpha val="3276"/>
                  </a:srgbClr>
                </a:gs>
                <a:gs pos="28571">
                  <a:srgbClr val="000000">
                    <a:alpha val="2553"/>
                  </a:srgbClr>
                </a:gs>
                <a:gs pos="42857">
                  <a:srgbClr val="000000">
                    <a:alpha val="1682"/>
                  </a:srgbClr>
                </a:gs>
                <a:gs pos="57143">
                  <a:srgbClr val="000000">
                    <a:alpha val="936"/>
                  </a:srgbClr>
                </a:gs>
                <a:gs pos="71429">
                  <a:srgbClr val="000000">
                    <a:alpha val="439"/>
                  </a:srgbClr>
                </a:gs>
                <a:gs pos="85714">
                  <a:srgbClr val="000000">
                    <a:alpha val="174"/>
                  </a:srgbClr>
                </a:gs>
                <a:gs pos="100000">
                  <a:srgbClr val="000000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5632710">
              <a:off x="1996083" y="3392402"/>
              <a:ext cx="308318" cy="304746"/>
            </a:xfrm>
            <a:prstGeom prst="ellipse">
              <a:avLst/>
            </a:prstGeom>
            <a:gradFill>
              <a:gsLst>
                <a:gs pos="0">
                  <a:srgbClr val="848280">
                    <a:alpha val="3447"/>
                  </a:srgbClr>
                </a:gs>
                <a:gs pos="14286">
                  <a:srgbClr val="848280">
                    <a:alpha val="3173"/>
                  </a:srgbClr>
                </a:gs>
                <a:gs pos="28571">
                  <a:srgbClr val="848280">
                    <a:alpha val="2472"/>
                  </a:srgbClr>
                </a:gs>
                <a:gs pos="42857">
                  <a:srgbClr val="848280">
                    <a:alpha val="1629"/>
                  </a:srgbClr>
                </a:gs>
                <a:gs pos="57143">
                  <a:srgbClr val="848280">
                    <a:alpha val="906"/>
                  </a:srgbClr>
                </a:gs>
                <a:gs pos="71429">
                  <a:srgbClr val="848280">
                    <a:alpha val="425"/>
                  </a:srgbClr>
                </a:gs>
                <a:gs pos="85714">
                  <a:srgbClr val="848280">
                    <a:alpha val="168"/>
                  </a:srgbClr>
                </a:gs>
                <a:gs pos="100000">
                  <a:srgbClr val="84828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-8241650">
              <a:off x="924470" y="1450140"/>
              <a:ext cx="261019" cy="56074"/>
            </a:xfrm>
            <a:prstGeom prst="ellipse">
              <a:avLst/>
            </a:prstGeom>
            <a:gradFill>
              <a:gsLst>
                <a:gs pos="0">
                  <a:srgbClr val="E9E9E9">
                    <a:alpha val="13710"/>
                  </a:srgbClr>
                </a:gs>
                <a:gs pos="14286">
                  <a:srgbClr val="E9E9E9">
                    <a:alpha val="12675"/>
                  </a:srgbClr>
                </a:gs>
                <a:gs pos="28571">
                  <a:srgbClr val="E9E9E9">
                    <a:alpha val="9988"/>
                  </a:srgbClr>
                </a:gs>
                <a:gs pos="42857">
                  <a:srgbClr val="E9E9E9">
                    <a:alpha val="6670"/>
                  </a:srgbClr>
                </a:gs>
                <a:gs pos="57143">
                  <a:srgbClr val="E9E9E9">
                    <a:alpha val="3752"/>
                  </a:srgbClr>
                </a:gs>
                <a:gs pos="71429">
                  <a:srgbClr val="E9E9E9">
                    <a:alpha val="1774"/>
                  </a:srgbClr>
                </a:gs>
                <a:gs pos="85714">
                  <a:srgbClr val="E9E9E9">
                    <a:alpha val="705"/>
                  </a:srgbClr>
                </a:gs>
                <a:gs pos="100000">
                  <a:srgbClr val="E9E9E9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10436180">
              <a:off x="497075" y="559532"/>
              <a:ext cx="296342" cy="294424"/>
            </a:xfrm>
            <a:prstGeom prst="ellipse">
              <a:avLst/>
            </a:prstGeom>
            <a:gradFill>
              <a:gsLst>
                <a:gs pos="0">
                  <a:srgbClr val="000002">
                    <a:alpha val="2851"/>
                  </a:srgbClr>
                </a:gs>
                <a:gs pos="14286">
                  <a:srgbClr val="000002">
                    <a:alpha val="2624"/>
                  </a:srgbClr>
                </a:gs>
                <a:gs pos="28571">
                  <a:srgbClr val="000002">
                    <a:alpha val="2043"/>
                  </a:srgbClr>
                </a:gs>
                <a:gs pos="42857">
                  <a:srgbClr val="000002">
                    <a:alpha val="1345"/>
                  </a:srgbClr>
                </a:gs>
                <a:gs pos="57143">
                  <a:srgbClr val="000002">
                    <a:alpha val="747"/>
                  </a:srgbClr>
                </a:gs>
                <a:gs pos="71429">
                  <a:srgbClr val="000002">
                    <a:alpha val="351"/>
                  </a:srgbClr>
                </a:gs>
                <a:gs pos="85714">
                  <a:srgbClr val="000002">
                    <a:alpha val="139"/>
                  </a:srgbClr>
                </a:gs>
                <a:gs pos="100000">
                  <a:srgbClr val="000002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5688162">
              <a:off x="572065" y="615656"/>
              <a:ext cx="297683" cy="292235"/>
            </a:xfrm>
            <a:prstGeom prst="ellipse">
              <a:avLst/>
            </a:prstGeom>
            <a:gradFill>
              <a:gsLst>
                <a:gs pos="0">
                  <a:srgbClr val="010004">
                    <a:alpha val="3420"/>
                  </a:srgbClr>
                </a:gs>
                <a:gs pos="14286">
                  <a:srgbClr val="010004">
                    <a:alpha val="3148"/>
                  </a:srgbClr>
                </a:gs>
                <a:gs pos="28571">
                  <a:srgbClr val="010004">
                    <a:alpha val="2453"/>
                  </a:srgbClr>
                </a:gs>
                <a:gs pos="42857">
                  <a:srgbClr val="010004">
                    <a:alpha val="1616"/>
                  </a:srgbClr>
                </a:gs>
                <a:gs pos="57143">
                  <a:srgbClr val="010004">
                    <a:alpha val="899"/>
                  </a:srgbClr>
                </a:gs>
                <a:gs pos="71429">
                  <a:srgbClr val="010004">
                    <a:alpha val="422"/>
                  </a:srgbClr>
                </a:gs>
                <a:gs pos="85714">
                  <a:srgbClr val="010004">
                    <a:alpha val="167"/>
                  </a:srgbClr>
                </a:gs>
                <a:gs pos="100000">
                  <a:srgbClr val="010004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-9858983">
              <a:off x="830011" y="1302054"/>
              <a:ext cx="305106" cy="280108"/>
            </a:xfrm>
            <a:prstGeom prst="ellipse">
              <a:avLst/>
            </a:prstGeom>
            <a:gradFill>
              <a:gsLst>
                <a:gs pos="0">
                  <a:srgbClr val="373839">
                    <a:alpha val="2188"/>
                  </a:srgbClr>
                </a:gs>
                <a:gs pos="14286">
                  <a:srgbClr val="373839">
                    <a:alpha val="2013"/>
                  </a:srgbClr>
                </a:gs>
                <a:gs pos="28571">
                  <a:srgbClr val="373839">
                    <a:alpha val="1566"/>
                  </a:srgbClr>
                </a:gs>
                <a:gs pos="42857">
                  <a:srgbClr val="373839">
                    <a:alpha val="1030"/>
                  </a:srgbClr>
                </a:gs>
                <a:gs pos="57143">
                  <a:srgbClr val="373839">
                    <a:alpha val="572"/>
                  </a:srgbClr>
                </a:gs>
                <a:gs pos="71429">
                  <a:srgbClr val="373839">
                    <a:alpha val="268"/>
                  </a:srgbClr>
                </a:gs>
                <a:gs pos="85714">
                  <a:srgbClr val="373839">
                    <a:alpha val="106"/>
                  </a:srgbClr>
                </a:gs>
                <a:gs pos="100000">
                  <a:srgbClr val="373839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4627287">
              <a:off x="2194721" y="1178666"/>
              <a:ext cx="376529" cy="115163"/>
            </a:xfrm>
            <a:prstGeom prst="ellipse">
              <a:avLst/>
            </a:prstGeom>
            <a:gradFill>
              <a:gsLst>
                <a:gs pos="0">
                  <a:srgbClr val="D2D2D1">
                    <a:alpha val="16037"/>
                  </a:srgbClr>
                </a:gs>
                <a:gs pos="14286">
                  <a:srgbClr val="D2D2D1">
                    <a:alpha val="14842"/>
                  </a:srgbClr>
                </a:gs>
                <a:gs pos="28571">
                  <a:srgbClr val="D2D2D1">
                    <a:alpha val="11727"/>
                  </a:srgbClr>
                </a:gs>
                <a:gs pos="42857">
                  <a:srgbClr val="D2D2D1">
                    <a:alpha val="7856"/>
                  </a:srgbClr>
                </a:gs>
                <a:gs pos="57143">
                  <a:srgbClr val="D2D2D1">
                    <a:alpha val="4432"/>
                  </a:srgbClr>
                </a:gs>
                <a:gs pos="71429">
                  <a:srgbClr val="D2D2D1">
                    <a:alpha val="2100"/>
                  </a:srgbClr>
                </a:gs>
                <a:gs pos="85714">
                  <a:srgbClr val="D2D2D1">
                    <a:alpha val="836"/>
                  </a:srgbClr>
                </a:gs>
                <a:gs pos="100000">
                  <a:srgbClr val="D2D2D1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8899139">
              <a:off x="1723046" y="2943799"/>
              <a:ext cx="219082" cy="100834"/>
            </a:xfrm>
            <a:prstGeom prst="ellipse">
              <a:avLst/>
            </a:prstGeom>
            <a:gradFill>
              <a:gsLst>
                <a:gs pos="0">
                  <a:srgbClr val="F0F0F1">
                    <a:alpha val="24792"/>
                  </a:srgbClr>
                </a:gs>
                <a:gs pos="14286">
                  <a:srgbClr val="F0F0F1">
                    <a:alpha val="23038"/>
                  </a:srgbClr>
                </a:gs>
                <a:gs pos="28571">
                  <a:srgbClr val="F0F0F1">
                    <a:alpha val="18399"/>
                  </a:srgbClr>
                </a:gs>
                <a:gs pos="42857">
                  <a:srgbClr val="F0F0F1">
                    <a:alpha val="12485"/>
                  </a:srgbClr>
                </a:gs>
                <a:gs pos="57143">
                  <a:srgbClr val="F0F0F1">
                    <a:alpha val="7123"/>
                  </a:srgbClr>
                </a:gs>
                <a:gs pos="71429">
                  <a:srgbClr val="F0F0F1">
                    <a:alpha val="3400"/>
                  </a:srgbClr>
                </a:gs>
                <a:gs pos="85714">
                  <a:srgbClr val="F0F0F1">
                    <a:alpha val="1359"/>
                  </a:srgbClr>
                </a:gs>
                <a:gs pos="100000">
                  <a:srgbClr val="F0F0F1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4164993">
              <a:off x="1479830" y="2948661"/>
              <a:ext cx="434119" cy="28357"/>
            </a:xfrm>
            <a:prstGeom prst="ellipse">
              <a:avLst/>
            </a:prstGeom>
            <a:gradFill>
              <a:gsLst>
                <a:gs pos="0">
                  <a:srgbClr val="414342">
                    <a:alpha val="32968"/>
                  </a:srgbClr>
                </a:gs>
                <a:gs pos="14286">
                  <a:srgbClr val="414342">
                    <a:alpha val="30764"/>
                  </a:srgbClr>
                </a:gs>
                <a:gs pos="28571">
                  <a:srgbClr val="414342">
                    <a:alpha val="24833"/>
                  </a:srgbClr>
                </a:gs>
                <a:gs pos="42857">
                  <a:srgbClr val="414342">
                    <a:alpha val="17075"/>
                  </a:srgbClr>
                </a:gs>
                <a:gs pos="57143">
                  <a:srgbClr val="414342">
                    <a:alpha val="9855"/>
                  </a:srgbClr>
                </a:gs>
                <a:gs pos="71429">
                  <a:srgbClr val="414342">
                    <a:alpha val="4740"/>
                  </a:srgbClr>
                </a:gs>
                <a:gs pos="85714">
                  <a:srgbClr val="414342">
                    <a:alpha val="1902"/>
                  </a:srgbClr>
                </a:gs>
                <a:gs pos="100000">
                  <a:srgbClr val="4143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3614508">
              <a:off x="3446872" y="122526"/>
              <a:ext cx="187603" cy="585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6326656">
              <a:off x="1638028" y="3183081"/>
              <a:ext cx="161633" cy="114326"/>
            </a:xfrm>
            <a:prstGeom prst="ellipse">
              <a:avLst/>
            </a:prstGeom>
            <a:gradFill>
              <a:gsLst>
                <a:gs pos="0">
                  <a:srgbClr val="B1B1B1">
                    <a:alpha val="32968"/>
                  </a:srgbClr>
                </a:gs>
                <a:gs pos="14286">
                  <a:srgbClr val="B1B1B1">
                    <a:alpha val="30764"/>
                  </a:srgbClr>
                </a:gs>
                <a:gs pos="28571">
                  <a:srgbClr val="B1B1B1">
                    <a:alpha val="24833"/>
                  </a:srgbClr>
                </a:gs>
                <a:gs pos="42857">
                  <a:srgbClr val="B1B1B1">
                    <a:alpha val="17075"/>
                  </a:srgbClr>
                </a:gs>
                <a:gs pos="57143">
                  <a:srgbClr val="B1B1B1">
                    <a:alpha val="9855"/>
                  </a:srgbClr>
                </a:gs>
                <a:gs pos="71429">
                  <a:srgbClr val="B1B1B1">
                    <a:alpha val="4740"/>
                  </a:srgbClr>
                </a:gs>
                <a:gs pos="85714">
                  <a:srgbClr val="B1B1B1">
                    <a:alpha val="1902"/>
                  </a:srgbClr>
                </a:gs>
                <a:gs pos="100000">
                  <a:srgbClr val="B1B1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4880070">
              <a:off x="1691149" y="3208078"/>
              <a:ext cx="327392" cy="165477"/>
            </a:xfrm>
            <a:prstGeom prst="ellipse">
              <a:avLst/>
            </a:prstGeom>
            <a:gradFill>
              <a:gsLst>
                <a:gs pos="0">
                  <a:srgbClr val="000000">
                    <a:alpha val="30759"/>
                  </a:srgbClr>
                </a:gs>
                <a:gs pos="14286">
                  <a:srgbClr val="000000">
                    <a:alpha val="28669"/>
                  </a:srgbClr>
                </a:gs>
                <a:gs pos="28571">
                  <a:srgbClr val="000000">
                    <a:alpha val="23073"/>
                  </a:srgbClr>
                </a:gs>
                <a:gs pos="42857">
                  <a:srgbClr val="000000">
                    <a:alpha val="15807"/>
                  </a:srgbClr>
                </a:gs>
                <a:gs pos="57143">
                  <a:srgbClr val="000000">
                    <a:alpha val="9093"/>
                  </a:srgbClr>
                </a:gs>
                <a:gs pos="71429">
                  <a:srgbClr val="000000">
                    <a:alpha val="4365"/>
                  </a:srgbClr>
                </a:gs>
                <a:gs pos="85714">
                  <a:srgbClr val="000000">
                    <a:alpha val="1749"/>
                  </a:srgbClr>
                </a:gs>
                <a:gs pos="100000">
                  <a:srgbClr val="000000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-9524135">
              <a:off x="1518885" y="1800192"/>
              <a:ext cx="194880" cy="935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4627926">
              <a:off x="659774" y="433609"/>
              <a:ext cx="290289" cy="288491"/>
            </a:xfrm>
            <a:prstGeom prst="ellipse">
              <a:avLst/>
            </a:prstGeom>
            <a:gradFill>
              <a:gsLst>
                <a:gs pos="0">
                  <a:srgbClr val="5E5E5E">
                    <a:alpha val="2941"/>
                  </a:srgbClr>
                </a:gs>
                <a:gs pos="14286">
                  <a:srgbClr val="5E5E5E">
                    <a:alpha val="2706"/>
                  </a:srgbClr>
                </a:gs>
                <a:gs pos="28571">
                  <a:srgbClr val="5E5E5E">
                    <a:alpha val="2107"/>
                  </a:srgbClr>
                </a:gs>
                <a:gs pos="42857">
                  <a:srgbClr val="5E5E5E">
                    <a:alpha val="1387"/>
                  </a:srgbClr>
                </a:gs>
                <a:gs pos="57143">
                  <a:srgbClr val="5E5E5E">
                    <a:alpha val="771"/>
                  </a:srgbClr>
                </a:gs>
                <a:gs pos="71429">
                  <a:srgbClr val="5E5E5E">
                    <a:alpha val="362"/>
                  </a:srgbClr>
                </a:gs>
                <a:gs pos="85714">
                  <a:srgbClr val="5E5E5E">
                    <a:alpha val="143"/>
                  </a:srgbClr>
                </a:gs>
                <a:gs pos="100000">
                  <a:srgbClr val="5E5E5E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6153930">
              <a:off x="1848815" y="2859276"/>
              <a:ext cx="383638" cy="352501"/>
            </a:xfrm>
            <a:prstGeom prst="ellipse">
              <a:avLst/>
            </a:prstGeom>
            <a:gradFill>
              <a:gsLst>
                <a:gs pos="0">
                  <a:srgbClr val="000000">
                    <a:alpha val="9384"/>
                  </a:srgbClr>
                </a:gs>
                <a:gs pos="14286">
                  <a:srgbClr val="000000">
                    <a:alpha val="8659"/>
                  </a:srgbClr>
                </a:gs>
                <a:gs pos="28571">
                  <a:srgbClr val="000000">
                    <a:alpha val="6791"/>
                  </a:srgbClr>
                </a:gs>
                <a:gs pos="42857">
                  <a:srgbClr val="000000">
                    <a:alpha val="4508"/>
                  </a:srgbClr>
                </a:gs>
                <a:gs pos="57143">
                  <a:srgbClr val="000000">
                    <a:alpha val="2524"/>
                  </a:srgbClr>
                </a:gs>
                <a:gs pos="71429">
                  <a:srgbClr val="000000">
                    <a:alpha val="1189"/>
                  </a:srgbClr>
                </a:gs>
                <a:gs pos="85714">
                  <a:srgbClr val="000000">
                    <a:alpha val="472"/>
                  </a:srgbClr>
                </a:gs>
                <a:gs pos="100000">
                  <a:srgbClr val="000000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-9962891">
              <a:off x="676601" y="576797"/>
              <a:ext cx="347822" cy="339263"/>
            </a:xfrm>
            <a:prstGeom prst="ellipse">
              <a:avLst/>
            </a:prstGeom>
            <a:gradFill>
              <a:gsLst>
                <a:gs pos="0">
                  <a:srgbClr val="2D2C2F">
                    <a:alpha val="9085"/>
                  </a:srgbClr>
                </a:gs>
                <a:gs pos="14286">
                  <a:srgbClr val="2D2C2F">
                    <a:alpha val="8382"/>
                  </a:srgbClr>
                </a:gs>
                <a:gs pos="28571">
                  <a:srgbClr val="2D2C2F">
                    <a:alpha val="6572"/>
                  </a:srgbClr>
                </a:gs>
                <a:gs pos="42857">
                  <a:srgbClr val="2D2C2F">
                    <a:alpha val="4361"/>
                  </a:srgbClr>
                </a:gs>
                <a:gs pos="57143">
                  <a:srgbClr val="2D2C2F">
                    <a:alpha val="2440"/>
                  </a:srgbClr>
                </a:gs>
                <a:gs pos="71429">
                  <a:srgbClr val="2D2C2F">
                    <a:alpha val="1150"/>
                  </a:srgbClr>
                </a:gs>
                <a:gs pos="85714">
                  <a:srgbClr val="2D2C2F">
                    <a:alpha val="456"/>
                  </a:srgbClr>
                </a:gs>
                <a:gs pos="100000">
                  <a:srgbClr val="2D2C2F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7441445">
              <a:off x="1442773" y="2804998"/>
              <a:ext cx="275240" cy="267483"/>
            </a:xfrm>
            <a:prstGeom prst="ellipse">
              <a:avLst/>
            </a:prstGeom>
            <a:gradFill>
              <a:gsLst>
                <a:gs pos="0">
                  <a:srgbClr val="636265">
                    <a:alpha val="1701"/>
                  </a:srgbClr>
                </a:gs>
                <a:gs pos="14286">
                  <a:srgbClr val="636265">
                    <a:alpha val="1564"/>
                  </a:srgbClr>
                </a:gs>
                <a:gs pos="28571">
                  <a:srgbClr val="636265">
                    <a:alpha val="1217"/>
                  </a:srgbClr>
                </a:gs>
                <a:gs pos="42857">
                  <a:srgbClr val="636265">
                    <a:alpha val="800"/>
                  </a:srgbClr>
                </a:gs>
                <a:gs pos="57143">
                  <a:srgbClr val="636265">
                    <a:alpha val="444"/>
                  </a:srgbClr>
                </a:gs>
                <a:gs pos="71429">
                  <a:srgbClr val="636265">
                    <a:alpha val="208"/>
                  </a:srgbClr>
                </a:gs>
                <a:gs pos="85714">
                  <a:srgbClr val="636265">
                    <a:alpha val="82"/>
                  </a:srgbClr>
                </a:gs>
                <a:gs pos="100000">
                  <a:srgbClr val="636265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5157364">
              <a:off x="2092723" y="672227"/>
              <a:ext cx="276871" cy="271928"/>
            </a:xfrm>
            <a:prstGeom prst="ellipse">
              <a:avLst/>
            </a:prstGeom>
            <a:gradFill>
              <a:gsLst>
                <a:gs pos="0">
                  <a:srgbClr val="A3A3A4">
                    <a:alpha val="2627"/>
                  </a:srgbClr>
                </a:gs>
                <a:gs pos="14286">
                  <a:srgbClr val="A3A3A4">
                    <a:alpha val="2417"/>
                  </a:srgbClr>
                </a:gs>
                <a:gs pos="28571">
                  <a:srgbClr val="A3A3A4">
                    <a:alpha val="1882"/>
                  </a:srgbClr>
                </a:gs>
                <a:gs pos="42857">
                  <a:srgbClr val="A3A3A4">
                    <a:alpha val="1238"/>
                  </a:srgbClr>
                </a:gs>
                <a:gs pos="57143">
                  <a:srgbClr val="A3A3A4">
                    <a:alpha val="688"/>
                  </a:srgbClr>
                </a:gs>
                <a:gs pos="71429">
                  <a:srgbClr val="A3A3A4">
                    <a:alpha val="323"/>
                  </a:srgbClr>
                </a:gs>
                <a:gs pos="85714">
                  <a:srgbClr val="A3A3A4">
                    <a:alpha val="128"/>
                  </a:srgbClr>
                </a:gs>
                <a:gs pos="100000">
                  <a:srgbClr val="A3A3A4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3011373">
              <a:off x="1355479" y="2190045"/>
              <a:ext cx="536281" cy="124151"/>
            </a:xfrm>
            <a:prstGeom prst="ellipse">
              <a:avLst/>
            </a:prstGeom>
            <a:gradFill>
              <a:gsLst>
                <a:gs pos="0">
                  <a:srgbClr val="000000">
                    <a:alpha val="30676"/>
                  </a:srgbClr>
                </a:gs>
                <a:gs pos="14286">
                  <a:srgbClr val="000000">
                    <a:alpha val="28591"/>
                  </a:srgbClr>
                </a:gs>
                <a:gs pos="28571">
                  <a:srgbClr val="000000">
                    <a:alpha val="23008"/>
                  </a:srgbClr>
                </a:gs>
                <a:gs pos="42857">
                  <a:srgbClr val="000000">
                    <a:alpha val="15760"/>
                  </a:srgbClr>
                </a:gs>
                <a:gs pos="57143">
                  <a:srgbClr val="000000">
                    <a:alpha val="9065"/>
                  </a:srgbClr>
                </a:gs>
                <a:gs pos="71429">
                  <a:srgbClr val="000000">
                    <a:alpha val="4351"/>
                  </a:srgbClr>
                </a:gs>
                <a:gs pos="85714">
                  <a:srgbClr val="000000">
                    <a:alpha val="1744"/>
                  </a:srgbClr>
                </a:gs>
                <a:gs pos="100000">
                  <a:srgbClr val="000000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5626886">
              <a:off x="1752882" y="3056987"/>
              <a:ext cx="114248" cy="50380"/>
            </a:xfrm>
            <a:prstGeom prst="ellipse">
              <a:avLst/>
            </a:prstGeom>
            <a:gradFill>
              <a:gsLst>
                <a:gs pos="0">
                  <a:srgbClr val="EFEFEF">
                    <a:alpha val="32968"/>
                  </a:srgbClr>
                </a:gs>
                <a:gs pos="14286">
                  <a:srgbClr val="EFEFEF">
                    <a:alpha val="30764"/>
                  </a:srgbClr>
                </a:gs>
                <a:gs pos="28571">
                  <a:srgbClr val="EFEFEF">
                    <a:alpha val="24833"/>
                  </a:srgbClr>
                </a:gs>
                <a:gs pos="42857">
                  <a:srgbClr val="EFEFEF">
                    <a:alpha val="17075"/>
                  </a:srgbClr>
                </a:gs>
                <a:gs pos="57143">
                  <a:srgbClr val="EFEFEF">
                    <a:alpha val="9855"/>
                  </a:srgbClr>
                </a:gs>
                <a:gs pos="71429">
                  <a:srgbClr val="EFEFEF">
                    <a:alpha val="4740"/>
                  </a:srgbClr>
                </a:gs>
                <a:gs pos="85714">
                  <a:srgbClr val="EFEFEF">
                    <a:alpha val="1902"/>
                  </a:srgbClr>
                </a:gs>
                <a:gs pos="100000">
                  <a:srgbClr val="EFE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6961415">
              <a:off x="1932893" y="3519217"/>
              <a:ext cx="491082" cy="103047"/>
            </a:xfrm>
            <a:prstGeom prst="ellipse">
              <a:avLst/>
            </a:prstGeom>
            <a:gradFill>
              <a:gsLst>
                <a:gs pos="0">
                  <a:srgbClr val="000007">
                    <a:alpha val="32923"/>
                  </a:srgbClr>
                </a:gs>
                <a:gs pos="14286">
                  <a:srgbClr val="000007">
                    <a:alpha val="30722"/>
                  </a:srgbClr>
                </a:gs>
                <a:gs pos="28571">
                  <a:srgbClr val="000007">
                    <a:alpha val="24797"/>
                  </a:srgbClr>
                </a:gs>
                <a:gs pos="42857">
                  <a:srgbClr val="000007">
                    <a:alpha val="17050"/>
                  </a:srgbClr>
                </a:gs>
                <a:gs pos="57143">
                  <a:srgbClr val="000007">
                    <a:alpha val="9839"/>
                  </a:srgbClr>
                </a:gs>
                <a:gs pos="71429">
                  <a:srgbClr val="000007">
                    <a:alpha val="4733"/>
                  </a:srgbClr>
                </a:gs>
                <a:gs pos="85714">
                  <a:srgbClr val="000007">
                    <a:alpha val="1899"/>
                  </a:srgbClr>
                </a:gs>
                <a:gs pos="100000">
                  <a:srgbClr val="000007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4364889">
              <a:off x="1470435" y="3129496"/>
              <a:ext cx="436999" cy="1201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10330673">
              <a:off x="2120865" y="756473"/>
              <a:ext cx="295450" cy="268861"/>
            </a:xfrm>
            <a:prstGeom prst="ellipse">
              <a:avLst/>
            </a:prstGeom>
            <a:gradFill>
              <a:gsLst>
                <a:gs pos="0">
                  <a:srgbClr val="858485">
                    <a:alpha val="11279"/>
                  </a:srgbClr>
                </a:gs>
                <a:gs pos="14286">
                  <a:srgbClr val="858485">
                    <a:alpha val="10416"/>
                  </a:srgbClr>
                </a:gs>
                <a:gs pos="28571">
                  <a:srgbClr val="858485">
                    <a:alpha val="8186"/>
                  </a:srgbClr>
                </a:gs>
                <a:gs pos="42857">
                  <a:srgbClr val="858485">
                    <a:alpha val="5448"/>
                  </a:srgbClr>
                </a:gs>
                <a:gs pos="57143">
                  <a:srgbClr val="858485">
                    <a:alpha val="3056"/>
                  </a:srgbClr>
                </a:gs>
                <a:gs pos="71429">
                  <a:srgbClr val="858485">
                    <a:alpha val="1442"/>
                  </a:srgbClr>
                </a:gs>
                <a:gs pos="85714">
                  <a:srgbClr val="858485">
                    <a:alpha val="573"/>
                  </a:srgbClr>
                </a:gs>
                <a:gs pos="100000">
                  <a:srgbClr val="858485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-10303275">
              <a:off x="1914833" y="2952980"/>
              <a:ext cx="276891" cy="273110"/>
            </a:xfrm>
            <a:prstGeom prst="ellipse">
              <a:avLst/>
            </a:prstGeom>
            <a:gradFill>
              <a:gsLst>
                <a:gs pos="0">
                  <a:srgbClr val="000000">
                    <a:alpha val="4498"/>
                  </a:srgbClr>
                </a:gs>
                <a:gs pos="14286">
                  <a:srgbClr val="000000">
                    <a:alpha val="4142"/>
                  </a:srgbClr>
                </a:gs>
                <a:gs pos="28571">
                  <a:srgbClr val="000000">
                    <a:alpha val="3231"/>
                  </a:srgbClr>
                </a:gs>
                <a:gs pos="42857">
                  <a:srgbClr val="000000">
                    <a:alpha val="2131"/>
                  </a:srgbClr>
                </a:gs>
                <a:gs pos="57143">
                  <a:srgbClr val="000000">
                    <a:alpha val="1187"/>
                  </a:srgbClr>
                </a:gs>
                <a:gs pos="71429">
                  <a:srgbClr val="000000">
                    <a:alpha val="557"/>
                  </a:srgbClr>
                </a:gs>
                <a:gs pos="85714">
                  <a:srgbClr val="000000">
                    <a:alpha val="221"/>
                  </a:srgbClr>
                </a:gs>
                <a:gs pos="100000">
                  <a:srgbClr val="000000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3191804">
              <a:off x="1981689" y="3531837"/>
              <a:ext cx="333420" cy="167460"/>
            </a:xfrm>
            <a:prstGeom prst="ellipse">
              <a:avLst/>
            </a:prstGeom>
            <a:gradFill>
              <a:gsLst>
                <a:gs pos="0">
                  <a:srgbClr val="2E2A2F">
                    <a:alpha val="30970"/>
                  </a:srgbClr>
                </a:gs>
                <a:gs pos="14286">
                  <a:srgbClr val="2E2A2F">
                    <a:alpha val="28869"/>
                  </a:srgbClr>
                </a:gs>
                <a:gs pos="28571">
                  <a:srgbClr val="2E2A2F">
                    <a:alpha val="23241"/>
                  </a:srgbClr>
                </a:gs>
                <a:gs pos="42857">
                  <a:srgbClr val="2E2A2F">
                    <a:alpha val="15927"/>
                  </a:srgbClr>
                </a:gs>
                <a:gs pos="57143">
                  <a:srgbClr val="2E2A2F">
                    <a:alpha val="9166"/>
                  </a:srgbClr>
                </a:gs>
                <a:gs pos="71429">
                  <a:srgbClr val="2E2A2F">
                    <a:alpha val="4400"/>
                  </a:srgbClr>
                </a:gs>
                <a:gs pos="85714">
                  <a:srgbClr val="2E2A2F">
                    <a:alpha val="1764"/>
                  </a:srgbClr>
                </a:gs>
                <a:gs pos="100000">
                  <a:srgbClr val="2E2A2F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5277817">
              <a:off x="1483812" y="1897217"/>
              <a:ext cx="591014" cy="118862"/>
            </a:xfrm>
            <a:prstGeom prst="ellipse">
              <a:avLst/>
            </a:prstGeom>
            <a:gradFill>
              <a:gsLst>
                <a:gs pos="0">
                  <a:srgbClr val="0C1210">
                    <a:alpha val="31426"/>
                  </a:srgbClr>
                </a:gs>
                <a:gs pos="14286">
                  <a:srgbClr val="0C1210">
                    <a:alpha val="29301"/>
                  </a:srgbClr>
                </a:gs>
                <a:gs pos="28571">
                  <a:srgbClr val="0C1210">
                    <a:alpha val="23603"/>
                  </a:srgbClr>
                </a:gs>
                <a:gs pos="42857">
                  <a:srgbClr val="0C1210">
                    <a:alpha val="16188"/>
                  </a:srgbClr>
                </a:gs>
                <a:gs pos="57143">
                  <a:srgbClr val="0C1210">
                    <a:alpha val="9321"/>
                  </a:srgbClr>
                </a:gs>
                <a:gs pos="71429">
                  <a:srgbClr val="0C1210">
                    <a:alpha val="4477"/>
                  </a:srgbClr>
                </a:gs>
                <a:gs pos="85714">
                  <a:srgbClr val="0C1210">
                    <a:alpha val="1795"/>
                  </a:srgbClr>
                </a:gs>
                <a:gs pos="100000">
                  <a:srgbClr val="0C1210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-8853782">
              <a:off x="2044148" y="3466271"/>
              <a:ext cx="222699" cy="217232"/>
            </a:xfrm>
            <a:prstGeom prst="ellipse">
              <a:avLst/>
            </a:prstGeom>
            <a:gradFill>
              <a:gsLst>
                <a:gs pos="0">
                  <a:srgbClr val="030917">
                    <a:alpha val="5045"/>
                  </a:srgbClr>
                </a:gs>
                <a:gs pos="14286">
                  <a:srgbClr val="030917">
                    <a:alpha val="4647"/>
                  </a:srgbClr>
                </a:gs>
                <a:gs pos="28571">
                  <a:srgbClr val="030917">
                    <a:alpha val="3627"/>
                  </a:srgbClr>
                </a:gs>
                <a:gs pos="42857">
                  <a:srgbClr val="030917">
                    <a:alpha val="2394"/>
                  </a:srgbClr>
                </a:gs>
                <a:gs pos="57143">
                  <a:srgbClr val="030917">
                    <a:alpha val="1334"/>
                  </a:srgbClr>
                </a:gs>
                <a:gs pos="71429">
                  <a:srgbClr val="030917">
                    <a:alpha val="627"/>
                  </a:srgbClr>
                </a:gs>
                <a:gs pos="85714">
                  <a:srgbClr val="030917">
                    <a:alpha val="248"/>
                  </a:srgbClr>
                </a:gs>
                <a:gs pos="100000">
                  <a:srgbClr val="030917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3174362">
              <a:off x="2350562" y="807813"/>
              <a:ext cx="310396" cy="910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7201600">
              <a:off x="2488923" y="725801"/>
              <a:ext cx="275321" cy="261004"/>
            </a:xfrm>
            <a:prstGeom prst="ellipse">
              <a:avLst/>
            </a:prstGeom>
            <a:gradFill>
              <a:gsLst>
                <a:gs pos="0">
                  <a:srgbClr val="000000">
                    <a:alpha val="6242"/>
                  </a:srgbClr>
                </a:gs>
                <a:gs pos="14286">
                  <a:srgbClr val="000000">
                    <a:alpha val="5752"/>
                  </a:srgbClr>
                </a:gs>
                <a:gs pos="28571">
                  <a:srgbClr val="000000">
                    <a:alpha val="4496"/>
                  </a:srgbClr>
                </a:gs>
                <a:gs pos="42857">
                  <a:srgbClr val="000000">
                    <a:alpha val="2972"/>
                  </a:srgbClr>
                </a:gs>
                <a:gs pos="57143">
                  <a:srgbClr val="000000">
                    <a:alpha val="1658"/>
                  </a:srgbClr>
                </a:gs>
                <a:gs pos="71429">
                  <a:srgbClr val="000000">
                    <a:alpha val="780"/>
                  </a:srgbClr>
                </a:gs>
                <a:gs pos="85714">
                  <a:srgbClr val="000000">
                    <a:alpha val="309"/>
                  </a:srgbClr>
                </a:gs>
                <a:gs pos="100000">
                  <a:srgbClr val="000000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5797595">
              <a:off x="1680851" y="3081419"/>
              <a:ext cx="632023" cy="971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-8633535">
              <a:off x="2189095" y="1140084"/>
              <a:ext cx="309738" cy="110696"/>
            </a:xfrm>
            <a:prstGeom prst="ellipse">
              <a:avLst/>
            </a:prstGeom>
            <a:gradFill>
              <a:gsLst>
                <a:gs pos="0">
                  <a:srgbClr val="DADAD9">
                    <a:alpha val="15344"/>
                  </a:srgbClr>
                </a:gs>
                <a:gs pos="14286">
                  <a:srgbClr val="DADAD9">
                    <a:alpha val="14196"/>
                  </a:srgbClr>
                </a:gs>
                <a:gs pos="28571">
                  <a:srgbClr val="DADAD9">
                    <a:alpha val="11208"/>
                  </a:srgbClr>
                </a:gs>
                <a:gs pos="42857">
                  <a:srgbClr val="DADAD9">
                    <a:alpha val="7501"/>
                  </a:srgbClr>
                </a:gs>
                <a:gs pos="57143">
                  <a:srgbClr val="DADAD9">
                    <a:alpha val="4229"/>
                  </a:srgbClr>
                </a:gs>
                <a:gs pos="71429">
                  <a:srgbClr val="DADAD9">
                    <a:alpha val="2002"/>
                  </a:srgbClr>
                </a:gs>
                <a:gs pos="85714">
                  <a:srgbClr val="DADAD9">
                    <a:alpha val="797"/>
                  </a:srgbClr>
                </a:gs>
                <a:gs pos="100000">
                  <a:srgbClr val="DADAD9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5391911">
              <a:off x="600075" y="627024"/>
              <a:ext cx="384030" cy="150185"/>
            </a:xfrm>
            <a:prstGeom prst="ellipse">
              <a:avLst/>
            </a:prstGeom>
            <a:gradFill>
              <a:gsLst>
                <a:gs pos="0">
                  <a:srgbClr val="040006">
                    <a:alpha val="31469"/>
                  </a:srgbClr>
                </a:gs>
                <a:gs pos="14286">
                  <a:srgbClr val="040006">
                    <a:alpha val="29342"/>
                  </a:srgbClr>
                </a:gs>
                <a:gs pos="28571">
                  <a:srgbClr val="040006">
                    <a:alpha val="23637"/>
                  </a:srgbClr>
                </a:gs>
                <a:gs pos="42857">
                  <a:srgbClr val="040006">
                    <a:alpha val="16212"/>
                  </a:srgbClr>
                </a:gs>
                <a:gs pos="57143">
                  <a:srgbClr val="040006">
                    <a:alpha val="9336"/>
                  </a:srgbClr>
                </a:gs>
                <a:gs pos="71429">
                  <a:srgbClr val="040006">
                    <a:alpha val="4484"/>
                  </a:srgbClr>
                </a:gs>
                <a:gs pos="85714">
                  <a:srgbClr val="040006">
                    <a:alpha val="1798"/>
                  </a:srgbClr>
                </a:gs>
                <a:gs pos="100000">
                  <a:srgbClr val="040006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6909099">
              <a:off x="503759" y="554506"/>
              <a:ext cx="401061" cy="76638"/>
            </a:xfrm>
            <a:prstGeom prst="ellipse">
              <a:avLst/>
            </a:prstGeom>
            <a:gradFill>
              <a:gsLst>
                <a:gs pos="0">
                  <a:srgbClr val="000000">
                    <a:alpha val="26118"/>
                  </a:srgbClr>
                </a:gs>
                <a:gs pos="14286">
                  <a:srgbClr val="000000">
                    <a:alpha val="24287"/>
                  </a:srgbClr>
                </a:gs>
                <a:gs pos="28571">
                  <a:srgbClr val="000000">
                    <a:alpha val="19428"/>
                  </a:srgbClr>
                </a:gs>
                <a:gs pos="42857">
                  <a:srgbClr val="000000">
                    <a:alpha val="13211"/>
                  </a:srgbClr>
                </a:gs>
                <a:gs pos="57143">
                  <a:srgbClr val="000000">
                    <a:alpha val="7551"/>
                  </a:srgbClr>
                </a:gs>
                <a:gs pos="71429">
                  <a:srgbClr val="000000">
                    <a:alpha val="3608"/>
                  </a:srgbClr>
                </a:gs>
                <a:gs pos="85714">
                  <a:srgbClr val="000000">
                    <a:alpha val="1443"/>
                  </a:srgbClr>
                </a:gs>
                <a:gs pos="100000">
                  <a:srgbClr val="000000">
                    <a:alpha val="4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7607403">
              <a:off x="1659737" y="3297641"/>
              <a:ext cx="392590" cy="645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6144865">
              <a:off x="1618151" y="2838712"/>
              <a:ext cx="485174" cy="112974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3887089">
              <a:off x="2270177" y="818194"/>
              <a:ext cx="351542" cy="70171"/>
            </a:xfrm>
            <a:prstGeom prst="ellipse">
              <a:avLst/>
            </a:prstGeom>
            <a:gradFill>
              <a:gsLst>
                <a:gs pos="0">
                  <a:srgbClr val="B2B2B2">
                    <a:alpha val="16216"/>
                  </a:srgbClr>
                </a:gs>
                <a:gs pos="14286">
                  <a:srgbClr val="B2B2B2">
                    <a:alpha val="15009"/>
                  </a:srgbClr>
                </a:gs>
                <a:gs pos="28571">
                  <a:srgbClr val="B2B2B2">
                    <a:alpha val="11862"/>
                  </a:srgbClr>
                </a:gs>
                <a:gs pos="42857">
                  <a:srgbClr val="B2B2B2">
                    <a:alpha val="7948"/>
                  </a:srgbClr>
                </a:gs>
                <a:gs pos="57143">
                  <a:srgbClr val="B2B2B2">
                    <a:alpha val="4485"/>
                  </a:srgbClr>
                </a:gs>
                <a:gs pos="71429">
                  <a:srgbClr val="B2B2B2">
                    <a:alpha val="2125"/>
                  </a:srgbClr>
                </a:gs>
                <a:gs pos="85714">
                  <a:srgbClr val="B2B2B2">
                    <a:alpha val="846"/>
                  </a:srgbClr>
                </a:gs>
                <a:gs pos="100000">
                  <a:srgbClr val="B2B2B2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9354569">
              <a:off x="1737678" y="3251066"/>
              <a:ext cx="231074" cy="189034"/>
            </a:xfrm>
            <a:prstGeom prst="ellipse">
              <a:avLst/>
            </a:prstGeom>
            <a:gradFill>
              <a:gsLst>
                <a:gs pos="0">
                  <a:srgbClr val="000000">
                    <a:alpha val="12385"/>
                  </a:srgbClr>
                </a:gs>
                <a:gs pos="14286">
                  <a:srgbClr val="000000">
                    <a:alpha val="11443"/>
                  </a:srgbClr>
                </a:gs>
                <a:gs pos="28571">
                  <a:srgbClr val="000000">
                    <a:alpha val="9004"/>
                  </a:srgbClr>
                </a:gs>
                <a:gs pos="42857">
                  <a:srgbClr val="000000">
                    <a:alpha val="6001"/>
                  </a:srgbClr>
                </a:gs>
                <a:gs pos="57143">
                  <a:srgbClr val="000000">
                    <a:alpha val="3371"/>
                  </a:srgbClr>
                </a:gs>
                <a:gs pos="71429">
                  <a:srgbClr val="000000">
                    <a:alpha val="1592"/>
                  </a:srgbClr>
                </a:gs>
                <a:gs pos="85714">
                  <a:srgbClr val="000000">
                    <a:alpha val="633"/>
                  </a:srgbClr>
                </a:gs>
                <a:gs pos="100000">
                  <a:srgbClr val="000000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3411366">
              <a:off x="1371856" y="2932138"/>
              <a:ext cx="568078" cy="1125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8063762">
              <a:off x="1484406" y="2708847"/>
              <a:ext cx="311528" cy="247393"/>
            </a:xfrm>
            <a:prstGeom prst="ellipse">
              <a:avLst/>
            </a:prstGeom>
            <a:gradFill>
              <a:gsLst>
                <a:gs pos="0">
                  <a:srgbClr val="818181">
                    <a:alpha val="10560"/>
                  </a:srgbClr>
                </a:gs>
                <a:gs pos="14286">
                  <a:srgbClr val="818181">
                    <a:alpha val="9749"/>
                  </a:srgbClr>
                </a:gs>
                <a:gs pos="28571">
                  <a:srgbClr val="818181">
                    <a:alpha val="7655"/>
                  </a:srgbClr>
                </a:gs>
                <a:gs pos="42857">
                  <a:srgbClr val="818181">
                    <a:alpha val="5090"/>
                  </a:srgbClr>
                </a:gs>
                <a:gs pos="57143">
                  <a:srgbClr val="818181">
                    <a:alpha val="2853"/>
                  </a:srgbClr>
                </a:gs>
                <a:gs pos="71429">
                  <a:srgbClr val="818181">
                    <a:alpha val="1346"/>
                  </a:srgbClr>
                </a:gs>
                <a:gs pos="85714">
                  <a:srgbClr val="818181">
                    <a:alpha val="534"/>
                  </a:srgbClr>
                </a:gs>
                <a:gs pos="100000">
                  <a:srgbClr val="818181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-8933839">
              <a:off x="1778302" y="2970359"/>
              <a:ext cx="338061" cy="96395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5326526">
              <a:off x="2429229" y="1049548"/>
              <a:ext cx="276897" cy="273276"/>
            </a:xfrm>
            <a:prstGeom prst="ellipse">
              <a:avLst/>
            </a:prstGeom>
            <a:gradFill>
              <a:gsLst>
                <a:gs pos="0">
                  <a:srgbClr val="6B6968">
                    <a:alpha val="4020"/>
                  </a:srgbClr>
                </a:gs>
                <a:gs pos="14286">
                  <a:srgbClr val="6B6968">
                    <a:alpha val="3701"/>
                  </a:srgbClr>
                </a:gs>
                <a:gs pos="28571">
                  <a:srgbClr val="6B6968">
                    <a:alpha val="2885"/>
                  </a:srgbClr>
                </a:gs>
                <a:gs pos="42857">
                  <a:srgbClr val="6B6968">
                    <a:alpha val="1902"/>
                  </a:srgbClr>
                </a:gs>
                <a:gs pos="57143">
                  <a:srgbClr val="6B6968">
                    <a:alpha val="1059"/>
                  </a:srgbClr>
                </a:gs>
                <a:gs pos="71429">
                  <a:srgbClr val="6B6968">
                    <a:alpha val="497"/>
                  </a:srgbClr>
                </a:gs>
                <a:gs pos="85714">
                  <a:srgbClr val="6B6968">
                    <a:alpha val="197"/>
                  </a:srgbClr>
                </a:gs>
                <a:gs pos="100000">
                  <a:srgbClr val="6B6968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6580724">
              <a:off x="626280" y="433829"/>
              <a:ext cx="283557" cy="271898"/>
            </a:xfrm>
            <a:prstGeom prst="ellipse">
              <a:avLst/>
            </a:prstGeom>
            <a:gradFill>
              <a:gsLst>
                <a:gs pos="0">
                  <a:srgbClr val="000200">
                    <a:alpha val="4563"/>
                  </a:srgbClr>
                </a:gs>
                <a:gs pos="14286">
                  <a:srgbClr val="000200">
                    <a:alpha val="4202"/>
                  </a:srgbClr>
                </a:gs>
                <a:gs pos="28571">
                  <a:srgbClr val="000200">
                    <a:alpha val="3278"/>
                  </a:srgbClr>
                </a:gs>
                <a:gs pos="42857">
                  <a:srgbClr val="000200">
                    <a:alpha val="2162"/>
                  </a:srgbClr>
                </a:gs>
                <a:gs pos="57143">
                  <a:srgbClr val="000200">
                    <a:alpha val="1204"/>
                  </a:srgbClr>
                </a:gs>
                <a:gs pos="71429">
                  <a:srgbClr val="000200">
                    <a:alpha val="565"/>
                  </a:srgbClr>
                </a:gs>
                <a:gs pos="85714">
                  <a:srgbClr val="000200">
                    <a:alpha val="224"/>
                  </a:srgbClr>
                </a:gs>
                <a:gs pos="100000">
                  <a:srgbClr val="000200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2858270">
              <a:off x="1936059" y="3329595"/>
              <a:ext cx="277360" cy="151293"/>
            </a:xfrm>
            <a:prstGeom prst="ellipse">
              <a:avLst/>
            </a:prstGeom>
            <a:gradFill>
              <a:gsLst>
                <a:gs pos="0">
                  <a:srgbClr val="919292">
                    <a:alpha val="22102"/>
                  </a:srgbClr>
                </a:gs>
                <a:gs pos="14286">
                  <a:srgbClr val="919292">
                    <a:alpha val="20512"/>
                  </a:srgbClr>
                </a:gs>
                <a:gs pos="28571">
                  <a:srgbClr val="919292">
                    <a:alpha val="16326"/>
                  </a:srgbClr>
                </a:gs>
                <a:gs pos="42857">
                  <a:srgbClr val="919292">
                    <a:alpha val="11034"/>
                  </a:srgbClr>
                </a:gs>
                <a:gs pos="57143">
                  <a:srgbClr val="919292">
                    <a:alpha val="6273"/>
                  </a:srgbClr>
                </a:gs>
                <a:gs pos="71429">
                  <a:srgbClr val="919292">
                    <a:alpha val="2987"/>
                  </a:srgbClr>
                </a:gs>
                <a:gs pos="85714">
                  <a:srgbClr val="919292">
                    <a:alpha val="1192"/>
                  </a:srgbClr>
                </a:gs>
                <a:gs pos="100000">
                  <a:srgbClr val="919292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4213504">
              <a:off x="2108646" y="910062"/>
              <a:ext cx="311675" cy="83809"/>
            </a:xfrm>
            <a:prstGeom prst="ellipse">
              <a:avLst/>
            </a:prstGeom>
            <a:gradFill>
              <a:gsLst>
                <a:gs pos="0">
                  <a:srgbClr val="E8E7E7">
                    <a:alpha val="15905"/>
                  </a:srgbClr>
                </a:gs>
                <a:gs pos="14286">
                  <a:srgbClr val="E8E7E7">
                    <a:alpha val="14718"/>
                  </a:srgbClr>
                </a:gs>
                <a:gs pos="28571">
                  <a:srgbClr val="E8E7E7">
                    <a:alpha val="11628"/>
                  </a:srgbClr>
                </a:gs>
                <a:gs pos="42857">
                  <a:srgbClr val="E8E7E7">
                    <a:alpha val="7788"/>
                  </a:srgbClr>
                </a:gs>
                <a:gs pos="57143">
                  <a:srgbClr val="E8E7E7">
                    <a:alpha val="4393"/>
                  </a:srgbClr>
                </a:gs>
                <a:gs pos="71429">
                  <a:srgbClr val="E8E7E7">
                    <a:alpha val="2081"/>
                  </a:srgbClr>
                </a:gs>
                <a:gs pos="85714">
                  <a:srgbClr val="E8E7E7">
                    <a:alpha val="828"/>
                  </a:srgbClr>
                </a:gs>
                <a:gs pos="100000">
                  <a:srgbClr val="E8E7E7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3740590">
              <a:off x="2058469" y="1009895"/>
              <a:ext cx="267007" cy="64109"/>
            </a:xfrm>
            <a:prstGeom prst="ellipse">
              <a:avLst/>
            </a:prstGeom>
            <a:gradFill>
              <a:gsLst>
                <a:gs pos="0">
                  <a:srgbClr val="AAABAB">
                    <a:alpha val="1902"/>
                  </a:srgbClr>
                </a:gs>
                <a:gs pos="14286">
                  <a:srgbClr val="AAABAB">
                    <a:alpha val="1750"/>
                  </a:srgbClr>
                </a:gs>
                <a:gs pos="28571">
                  <a:srgbClr val="AAABAB">
                    <a:alpha val="1361"/>
                  </a:srgbClr>
                </a:gs>
                <a:gs pos="42857">
                  <a:srgbClr val="AAABAB">
                    <a:alpha val="895"/>
                  </a:srgbClr>
                </a:gs>
                <a:gs pos="57143">
                  <a:srgbClr val="AAABAB">
                    <a:alpha val="497"/>
                  </a:srgbClr>
                </a:gs>
                <a:gs pos="71429">
                  <a:srgbClr val="AAABAB">
                    <a:alpha val="233"/>
                  </a:srgbClr>
                </a:gs>
                <a:gs pos="85714">
                  <a:srgbClr val="AAABAB">
                    <a:alpha val="92"/>
                  </a:srgbClr>
                </a:gs>
                <a:gs pos="100000">
                  <a:srgbClr val="AAABAB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-8989984">
              <a:off x="3327976" y="141780"/>
              <a:ext cx="318872" cy="65151"/>
            </a:xfrm>
            <a:prstGeom prst="ellipse">
              <a:avLst/>
            </a:prstGeom>
            <a:gradFill>
              <a:gsLst>
                <a:gs pos="0">
                  <a:srgbClr val="D2D2D1">
                    <a:alpha val="1937"/>
                  </a:srgbClr>
                </a:gs>
                <a:gs pos="14286">
                  <a:srgbClr val="D2D2D1">
                    <a:alpha val="1782"/>
                  </a:srgbClr>
                </a:gs>
                <a:gs pos="28571">
                  <a:srgbClr val="D2D2D1">
                    <a:alpha val="1386"/>
                  </a:srgbClr>
                </a:gs>
                <a:gs pos="42857">
                  <a:srgbClr val="D2D2D1">
                    <a:alpha val="912"/>
                  </a:srgbClr>
                </a:gs>
                <a:gs pos="57143">
                  <a:srgbClr val="D2D2D1">
                    <a:alpha val="506"/>
                  </a:srgbClr>
                </a:gs>
                <a:gs pos="71429">
                  <a:srgbClr val="D2D2D1">
                    <a:alpha val="237"/>
                  </a:srgbClr>
                </a:gs>
                <a:gs pos="85714">
                  <a:srgbClr val="D2D2D1">
                    <a:alpha val="94"/>
                  </a:srgbClr>
                </a:gs>
                <a:gs pos="100000">
                  <a:srgbClr val="D2D2D1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4999125">
              <a:off x="2399682" y="1048337"/>
              <a:ext cx="306557" cy="227739"/>
            </a:xfrm>
            <a:prstGeom prst="ellipse">
              <a:avLst/>
            </a:prstGeom>
            <a:gradFill>
              <a:gsLst>
                <a:gs pos="0">
                  <a:srgbClr val="565757">
                    <a:alpha val="3858"/>
                  </a:srgbClr>
                </a:gs>
                <a:gs pos="14286">
                  <a:srgbClr val="565757">
                    <a:alpha val="3552"/>
                  </a:srgbClr>
                </a:gs>
                <a:gs pos="28571">
                  <a:srgbClr val="565757">
                    <a:alpha val="2769"/>
                  </a:srgbClr>
                </a:gs>
                <a:gs pos="42857">
                  <a:srgbClr val="565757">
                    <a:alpha val="1825"/>
                  </a:srgbClr>
                </a:gs>
                <a:gs pos="57143">
                  <a:srgbClr val="565757">
                    <a:alpha val="1015"/>
                  </a:srgbClr>
                </a:gs>
                <a:gs pos="71429">
                  <a:srgbClr val="565757">
                    <a:alpha val="477"/>
                  </a:srgbClr>
                </a:gs>
                <a:gs pos="85714">
                  <a:srgbClr val="565757">
                    <a:alpha val="189"/>
                  </a:srgbClr>
                </a:gs>
                <a:gs pos="100000">
                  <a:srgbClr val="565757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4405190">
              <a:off x="2009168" y="3443073"/>
              <a:ext cx="258047" cy="250357"/>
            </a:xfrm>
            <a:prstGeom prst="ellipse">
              <a:avLst/>
            </a:prstGeom>
            <a:gradFill>
              <a:gsLst>
                <a:gs pos="0">
                  <a:srgbClr val="515253">
                    <a:alpha val="1434"/>
                  </a:srgbClr>
                </a:gs>
                <a:gs pos="14286">
                  <a:srgbClr val="515253">
                    <a:alpha val="1319"/>
                  </a:srgbClr>
                </a:gs>
                <a:gs pos="28571">
                  <a:srgbClr val="515253">
                    <a:alpha val="1026"/>
                  </a:srgbClr>
                </a:gs>
                <a:gs pos="42857">
                  <a:srgbClr val="515253">
                    <a:alpha val="674"/>
                  </a:srgbClr>
                </a:gs>
                <a:gs pos="57143">
                  <a:srgbClr val="515253">
                    <a:alpha val="374"/>
                  </a:srgbClr>
                </a:gs>
                <a:gs pos="71429">
                  <a:srgbClr val="515253">
                    <a:alpha val="175"/>
                  </a:srgbClr>
                </a:gs>
                <a:gs pos="85714">
                  <a:srgbClr val="515253">
                    <a:alpha val="69"/>
                  </a:srgbClr>
                </a:gs>
                <a:gs pos="100000">
                  <a:srgbClr val="515253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6178714">
              <a:off x="258879" y="1074193"/>
              <a:ext cx="288345" cy="93201"/>
            </a:xfrm>
            <a:prstGeom prst="ellipse">
              <a:avLst/>
            </a:prstGeom>
            <a:gradFill>
              <a:gsLst>
                <a:gs pos="0">
                  <a:srgbClr val="0D0007">
                    <a:alpha val="22142"/>
                  </a:srgbClr>
                </a:gs>
                <a:gs pos="14286">
                  <a:srgbClr val="0D0007">
                    <a:alpha val="20549"/>
                  </a:srgbClr>
                </a:gs>
                <a:gs pos="28571">
                  <a:srgbClr val="0D0007">
                    <a:alpha val="16357"/>
                  </a:srgbClr>
                </a:gs>
                <a:gs pos="42857">
                  <a:srgbClr val="0D0007">
                    <a:alpha val="11055"/>
                  </a:srgbClr>
                </a:gs>
                <a:gs pos="57143">
                  <a:srgbClr val="0D0007">
                    <a:alpha val="6285"/>
                  </a:srgbClr>
                </a:gs>
                <a:gs pos="71429">
                  <a:srgbClr val="0D0007">
                    <a:alpha val="2993"/>
                  </a:srgbClr>
                </a:gs>
                <a:gs pos="85714">
                  <a:srgbClr val="0D0007">
                    <a:alpha val="1194"/>
                  </a:srgbClr>
                </a:gs>
                <a:gs pos="100000">
                  <a:srgbClr val="0D0007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6808164">
              <a:off x="1419315" y="3038503"/>
              <a:ext cx="488050" cy="1050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9111426">
              <a:off x="2177742" y="805373"/>
              <a:ext cx="268271" cy="259598"/>
            </a:xfrm>
            <a:prstGeom prst="ellipse">
              <a:avLst/>
            </a:prstGeom>
            <a:gradFill>
              <a:gsLst>
                <a:gs pos="0">
                  <a:srgbClr val="B5B6B6">
                    <a:alpha val="9633"/>
                  </a:srgbClr>
                </a:gs>
                <a:gs pos="14286">
                  <a:srgbClr val="B5B6B6">
                    <a:alpha val="8889"/>
                  </a:srgbClr>
                </a:gs>
                <a:gs pos="28571">
                  <a:srgbClr val="B5B6B6">
                    <a:alpha val="6973"/>
                  </a:srgbClr>
                </a:gs>
                <a:gs pos="42857">
                  <a:srgbClr val="B5B6B6">
                    <a:alpha val="4631"/>
                  </a:srgbClr>
                </a:gs>
                <a:gs pos="57143">
                  <a:srgbClr val="B5B6B6">
                    <a:alpha val="2593"/>
                  </a:srgbClr>
                </a:gs>
                <a:gs pos="71429">
                  <a:srgbClr val="B5B6B6">
                    <a:alpha val="1222"/>
                  </a:srgbClr>
                </a:gs>
                <a:gs pos="85714">
                  <a:srgbClr val="B5B6B6">
                    <a:alpha val="485"/>
                  </a:srgbClr>
                </a:gs>
                <a:gs pos="100000">
                  <a:srgbClr val="B5B6B6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4484330">
              <a:off x="1624270" y="2001070"/>
              <a:ext cx="319559" cy="625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-8326722">
              <a:off x="341713" y="1026324"/>
              <a:ext cx="100850" cy="89361"/>
            </a:xfrm>
            <a:prstGeom prst="ellipse">
              <a:avLst/>
            </a:prstGeom>
            <a:gradFill>
              <a:gsLst>
                <a:gs pos="0">
                  <a:srgbClr val="F5F5F6">
                    <a:alpha val="31277"/>
                  </a:srgbClr>
                </a:gs>
                <a:gs pos="14286">
                  <a:srgbClr val="F5F5F6">
                    <a:alpha val="29160"/>
                  </a:srgbClr>
                </a:gs>
                <a:gs pos="28571">
                  <a:srgbClr val="F5F5F6">
                    <a:alpha val="23485"/>
                  </a:srgbClr>
                </a:gs>
                <a:gs pos="42857">
                  <a:srgbClr val="F5F5F6">
                    <a:alpha val="16103"/>
                  </a:srgbClr>
                </a:gs>
                <a:gs pos="57143">
                  <a:srgbClr val="F5F5F6">
                    <a:alpha val="9271"/>
                  </a:srgbClr>
                </a:gs>
                <a:gs pos="71429">
                  <a:srgbClr val="F5F5F6">
                    <a:alpha val="4452"/>
                  </a:srgbClr>
                </a:gs>
                <a:gs pos="85714">
                  <a:srgbClr val="F5F5F6">
                    <a:alpha val="1785"/>
                  </a:srgbClr>
                </a:gs>
                <a:gs pos="100000">
                  <a:srgbClr val="F5F5F6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5054764">
              <a:off x="2341375" y="793958"/>
              <a:ext cx="472597" cy="877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5915605">
              <a:off x="768323" y="3274068"/>
              <a:ext cx="115176" cy="649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4488229">
              <a:off x="2058833" y="3542255"/>
              <a:ext cx="226464" cy="162096"/>
            </a:xfrm>
            <a:prstGeom prst="ellipse">
              <a:avLst/>
            </a:prstGeom>
            <a:gradFill>
              <a:gsLst>
                <a:gs pos="0">
                  <a:srgbClr val="626364">
                    <a:alpha val="23247"/>
                  </a:srgbClr>
                </a:gs>
                <a:gs pos="14286">
                  <a:srgbClr val="626364">
                    <a:alpha val="21587"/>
                  </a:srgbClr>
                </a:gs>
                <a:gs pos="28571">
                  <a:srgbClr val="626364">
                    <a:alpha val="17206"/>
                  </a:srgbClr>
                </a:gs>
                <a:gs pos="42857">
                  <a:srgbClr val="626364">
                    <a:alpha val="11648"/>
                  </a:srgbClr>
                </a:gs>
                <a:gs pos="57143">
                  <a:srgbClr val="626364">
                    <a:alpha val="6632"/>
                  </a:srgbClr>
                </a:gs>
                <a:gs pos="71429">
                  <a:srgbClr val="626364">
                    <a:alpha val="3161"/>
                  </a:srgbClr>
                </a:gs>
                <a:gs pos="85714">
                  <a:srgbClr val="626364">
                    <a:alpha val="1262"/>
                  </a:srgbClr>
                </a:gs>
                <a:gs pos="100000">
                  <a:srgbClr val="626364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7836794">
              <a:off x="1489265" y="2884009"/>
              <a:ext cx="325621" cy="81584"/>
            </a:xfrm>
            <a:prstGeom prst="ellipse">
              <a:avLst/>
            </a:prstGeom>
            <a:gradFill>
              <a:gsLst>
                <a:gs pos="0">
                  <a:srgbClr val="B0B0B0">
                    <a:alpha val="11653"/>
                  </a:srgbClr>
                </a:gs>
                <a:gs pos="14286">
                  <a:srgbClr val="B0B0B0">
                    <a:alpha val="10763"/>
                  </a:srgbClr>
                </a:gs>
                <a:gs pos="28571">
                  <a:srgbClr val="B0B0B0">
                    <a:alpha val="8462"/>
                  </a:srgbClr>
                </a:gs>
                <a:gs pos="42857">
                  <a:srgbClr val="B0B0B0">
                    <a:alpha val="5635"/>
                  </a:srgbClr>
                </a:gs>
                <a:gs pos="57143">
                  <a:srgbClr val="B0B0B0">
                    <a:alpha val="3162"/>
                  </a:srgbClr>
                </a:gs>
                <a:gs pos="71429">
                  <a:srgbClr val="B0B0B0">
                    <a:alpha val="1493"/>
                  </a:srgbClr>
                </a:gs>
                <a:gs pos="85714">
                  <a:srgbClr val="B0B0B0">
                    <a:alpha val="593"/>
                  </a:srgbClr>
                </a:gs>
                <a:gs pos="100000">
                  <a:srgbClr val="B0B0B0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10194295">
              <a:off x="2055890" y="1070035"/>
              <a:ext cx="370093" cy="87412"/>
            </a:xfrm>
            <a:prstGeom prst="ellipse">
              <a:avLst/>
            </a:prstGeom>
            <a:gradFill>
              <a:gsLst>
                <a:gs pos="0">
                  <a:srgbClr val="A3A2A3">
                    <a:alpha val="12865"/>
                  </a:srgbClr>
                </a:gs>
                <a:gs pos="14286">
                  <a:srgbClr val="A3A2A3">
                    <a:alpha val="11889"/>
                  </a:srgbClr>
                </a:gs>
                <a:gs pos="28571">
                  <a:srgbClr val="A3A2A3">
                    <a:alpha val="9360"/>
                  </a:srgbClr>
                </a:gs>
                <a:gs pos="42857">
                  <a:srgbClr val="A3A2A3">
                    <a:alpha val="6243"/>
                  </a:srgbClr>
                </a:gs>
                <a:gs pos="57143">
                  <a:srgbClr val="A3A2A3">
                    <a:alpha val="3509"/>
                  </a:srgbClr>
                </a:gs>
                <a:gs pos="71429">
                  <a:srgbClr val="A3A2A3">
                    <a:alpha val="1658"/>
                  </a:srgbClr>
                </a:gs>
                <a:gs pos="85714">
                  <a:srgbClr val="A3A2A3">
                    <a:alpha val="659"/>
                  </a:srgbClr>
                </a:gs>
                <a:gs pos="100000">
                  <a:srgbClr val="A3A2A3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6886884">
              <a:off x="1931091" y="3256976"/>
              <a:ext cx="376203" cy="536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2979330">
              <a:off x="1501292" y="2849393"/>
              <a:ext cx="304978" cy="70506"/>
            </a:xfrm>
            <a:prstGeom prst="ellipse">
              <a:avLst/>
            </a:prstGeom>
            <a:gradFill>
              <a:gsLst>
                <a:gs pos="0">
                  <a:srgbClr val="000300">
                    <a:alpha val="18860"/>
                  </a:srgbClr>
                </a:gs>
                <a:gs pos="14286">
                  <a:srgbClr val="000300">
                    <a:alpha val="17477"/>
                  </a:srgbClr>
                </a:gs>
                <a:gs pos="28571">
                  <a:srgbClr val="000300">
                    <a:alpha val="13856"/>
                  </a:srgbClr>
                </a:gs>
                <a:gs pos="42857">
                  <a:srgbClr val="000300">
                    <a:alpha val="9320"/>
                  </a:srgbClr>
                </a:gs>
                <a:gs pos="57143">
                  <a:srgbClr val="000300">
                    <a:alpha val="5276"/>
                  </a:srgbClr>
                </a:gs>
                <a:gs pos="71429">
                  <a:srgbClr val="000300">
                    <a:alpha val="2506"/>
                  </a:srgbClr>
                </a:gs>
                <a:gs pos="85714">
                  <a:srgbClr val="000300">
                    <a:alpha val="998"/>
                  </a:srgbClr>
                </a:gs>
                <a:gs pos="100000">
                  <a:srgbClr val="000300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-9186446">
              <a:off x="2318688" y="1001361"/>
              <a:ext cx="407305" cy="1243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5191019">
              <a:off x="-198444" y="170785"/>
              <a:ext cx="578572" cy="574447"/>
            </a:xfrm>
            <a:prstGeom prst="ellipse">
              <a:avLst/>
            </a:prstGeom>
            <a:gradFill>
              <a:gsLst>
                <a:gs pos="0">
                  <a:srgbClr val="7C7C7D">
                    <a:alpha val="1387"/>
                  </a:srgbClr>
                </a:gs>
                <a:gs pos="14286">
                  <a:srgbClr val="7C7C7D">
                    <a:alpha val="1275"/>
                  </a:srgbClr>
                </a:gs>
                <a:gs pos="28571">
                  <a:srgbClr val="7C7C7D">
                    <a:alpha val="992"/>
                  </a:srgbClr>
                </a:gs>
                <a:gs pos="42857">
                  <a:srgbClr val="7C7C7D">
                    <a:alpha val="652"/>
                  </a:srgbClr>
                </a:gs>
                <a:gs pos="57143">
                  <a:srgbClr val="7C7C7D">
                    <a:alpha val="362"/>
                  </a:srgbClr>
                </a:gs>
                <a:gs pos="71429">
                  <a:srgbClr val="7C7C7D">
                    <a:alpha val="169"/>
                  </a:srgbClr>
                </a:gs>
                <a:gs pos="85714">
                  <a:srgbClr val="7C7C7D">
                    <a:alpha val="67"/>
                  </a:srgbClr>
                </a:gs>
                <a:gs pos="100000">
                  <a:srgbClr val="7C7C7D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7818798">
              <a:off x="1758229" y="2960413"/>
              <a:ext cx="255371" cy="42441"/>
            </a:xfrm>
            <a:prstGeom prst="ellipse">
              <a:avLst/>
            </a:prstGeom>
            <a:gradFill>
              <a:gsLst>
                <a:gs pos="0">
                  <a:srgbClr val="A8A9A8">
                    <a:alpha val="23267"/>
                  </a:srgbClr>
                </a:gs>
                <a:gs pos="14286">
                  <a:srgbClr val="A8A9A8">
                    <a:alpha val="21605"/>
                  </a:srgbClr>
                </a:gs>
                <a:gs pos="28571">
                  <a:srgbClr val="A8A9A8">
                    <a:alpha val="17221"/>
                  </a:srgbClr>
                </a:gs>
                <a:gs pos="42857">
                  <a:srgbClr val="A8A9A8">
                    <a:alpha val="11659"/>
                  </a:srgbClr>
                </a:gs>
                <a:gs pos="57143">
                  <a:srgbClr val="A8A9A8">
                    <a:alpha val="6639"/>
                  </a:srgbClr>
                </a:gs>
                <a:gs pos="71429">
                  <a:srgbClr val="A8A9A8">
                    <a:alpha val="3164"/>
                  </a:srgbClr>
                </a:gs>
                <a:gs pos="85714">
                  <a:srgbClr val="A8A9A8">
                    <a:alpha val="1263"/>
                  </a:srgbClr>
                </a:gs>
                <a:gs pos="100000">
                  <a:srgbClr val="A8A9A8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4533039">
              <a:off x="1739490" y="2925388"/>
              <a:ext cx="271779" cy="44690"/>
            </a:xfrm>
            <a:prstGeom prst="ellipse">
              <a:avLst/>
            </a:prstGeom>
            <a:gradFill>
              <a:gsLst>
                <a:gs pos="0">
                  <a:srgbClr val="ADAEAE">
                    <a:alpha val="32968"/>
                  </a:srgbClr>
                </a:gs>
                <a:gs pos="14286">
                  <a:srgbClr val="ADAEAE">
                    <a:alpha val="30764"/>
                  </a:srgbClr>
                </a:gs>
                <a:gs pos="28571">
                  <a:srgbClr val="ADAEAE">
                    <a:alpha val="24833"/>
                  </a:srgbClr>
                </a:gs>
                <a:gs pos="42857">
                  <a:srgbClr val="ADAEAE">
                    <a:alpha val="17075"/>
                  </a:srgbClr>
                </a:gs>
                <a:gs pos="57143">
                  <a:srgbClr val="ADAEAE">
                    <a:alpha val="9855"/>
                  </a:srgbClr>
                </a:gs>
                <a:gs pos="71429">
                  <a:srgbClr val="ADAEAE">
                    <a:alpha val="4740"/>
                  </a:srgbClr>
                </a:gs>
                <a:gs pos="85714">
                  <a:srgbClr val="ADAEAE">
                    <a:alpha val="1902"/>
                  </a:srgbClr>
                </a:gs>
                <a:gs pos="100000">
                  <a:srgbClr val="ADAE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-10763379">
              <a:off x="465683" y="2260531"/>
              <a:ext cx="553034" cy="551650"/>
            </a:xfrm>
            <a:prstGeom prst="ellipse">
              <a:avLst/>
            </a:prstGeom>
            <a:gradFill>
              <a:gsLst>
                <a:gs pos="0">
                  <a:srgbClr val="6E6C6D">
                    <a:alpha val="2688"/>
                  </a:srgbClr>
                </a:gs>
                <a:gs pos="14286">
                  <a:srgbClr val="6E6C6D">
                    <a:alpha val="2473"/>
                  </a:srgbClr>
                </a:gs>
                <a:gs pos="28571">
                  <a:srgbClr val="6E6C6D">
                    <a:alpha val="1926"/>
                  </a:srgbClr>
                </a:gs>
                <a:gs pos="42857">
                  <a:srgbClr val="6E6C6D">
                    <a:alpha val="1267"/>
                  </a:srgbClr>
                </a:gs>
                <a:gs pos="57143">
                  <a:srgbClr val="6E6C6D">
                    <a:alpha val="704"/>
                  </a:srgbClr>
                </a:gs>
                <a:gs pos="71429">
                  <a:srgbClr val="6E6C6D">
                    <a:alpha val="330"/>
                  </a:srgbClr>
                </a:gs>
                <a:gs pos="85714">
                  <a:srgbClr val="6E6C6D">
                    <a:alpha val="131"/>
                  </a:srgbClr>
                </a:gs>
                <a:gs pos="100000">
                  <a:srgbClr val="6E6C6D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9318759">
              <a:off x="466993" y="588401"/>
              <a:ext cx="308787" cy="271875"/>
            </a:xfrm>
            <a:prstGeom prst="ellipse">
              <a:avLst/>
            </a:prstGeom>
            <a:gradFill>
              <a:gsLst>
                <a:gs pos="0">
                  <a:srgbClr val="000003">
                    <a:alpha val="3352"/>
                  </a:srgbClr>
                </a:gs>
                <a:gs pos="14286">
                  <a:srgbClr val="000003">
                    <a:alpha val="3086"/>
                  </a:srgbClr>
                </a:gs>
                <a:gs pos="28571">
                  <a:srgbClr val="000003">
                    <a:alpha val="2404"/>
                  </a:srgbClr>
                </a:gs>
                <a:gs pos="42857">
                  <a:srgbClr val="000003">
                    <a:alpha val="1583"/>
                  </a:srgbClr>
                </a:gs>
                <a:gs pos="57143">
                  <a:srgbClr val="000003">
                    <a:alpha val="881"/>
                  </a:srgbClr>
                </a:gs>
                <a:gs pos="71429">
                  <a:srgbClr val="000003">
                    <a:alpha val="413"/>
                  </a:srgbClr>
                </a:gs>
                <a:gs pos="85714">
                  <a:srgbClr val="000003">
                    <a:alpha val="164"/>
                  </a:srgbClr>
                </a:gs>
                <a:gs pos="100000">
                  <a:srgbClr val="000003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-9449228">
              <a:off x="1773237" y="2993781"/>
              <a:ext cx="357690" cy="86469"/>
            </a:xfrm>
            <a:prstGeom prst="ellipse">
              <a:avLst/>
            </a:prstGeom>
            <a:gradFill>
              <a:gsLst>
                <a:gs pos="0">
                  <a:srgbClr val="060604">
                    <a:alpha val="32831"/>
                  </a:srgbClr>
                </a:gs>
                <a:gs pos="14286">
                  <a:srgbClr val="060604">
                    <a:alpha val="30633"/>
                  </a:srgbClr>
                </a:gs>
                <a:gs pos="28571">
                  <a:srgbClr val="060604">
                    <a:alpha val="24723"/>
                  </a:srgbClr>
                </a:gs>
                <a:gs pos="42857">
                  <a:srgbClr val="060604">
                    <a:alpha val="16996"/>
                  </a:srgbClr>
                </a:gs>
                <a:gs pos="57143">
                  <a:srgbClr val="060604">
                    <a:alpha val="9807"/>
                  </a:srgbClr>
                </a:gs>
                <a:gs pos="71429">
                  <a:srgbClr val="060604">
                    <a:alpha val="4717"/>
                  </a:srgbClr>
                </a:gs>
                <a:gs pos="85714">
                  <a:srgbClr val="060604">
                    <a:alpha val="1892"/>
                  </a:srgbClr>
                </a:gs>
                <a:gs pos="100000">
                  <a:srgbClr val="060604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5040261">
              <a:off x="1990406" y="1001084"/>
              <a:ext cx="538587" cy="536434"/>
            </a:xfrm>
            <a:prstGeom prst="ellipse">
              <a:avLst/>
            </a:prstGeom>
            <a:gradFill>
              <a:gsLst>
                <a:gs pos="0">
                  <a:srgbClr val="737573">
                    <a:alpha val="9667"/>
                  </a:srgbClr>
                </a:gs>
                <a:gs pos="14286">
                  <a:srgbClr val="737573">
                    <a:alpha val="8921"/>
                  </a:srgbClr>
                </a:gs>
                <a:gs pos="28571">
                  <a:srgbClr val="737573">
                    <a:alpha val="6999"/>
                  </a:srgbClr>
                </a:gs>
                <a:gs pos="42857">
                  <a:srgbClr val="737573">
                    <a:alpha val="4648"/>
                  </a:srgbClr>
                </a:gs>
                <a:gs pos="57143">
                  <a:srgbClr val="737573">
                    <a:alpha val="2603"/>
                  </a:srgbClr>
                </a:gs>
                <a:gs pos="71429">
                  <a:srgbClr val="737573">
                    <a:alpha val="1227"/>
                  </a:srgbClr>
                </a:gs>
                <a:gs pos="85714">
                  <a:srgbClr val="737573">
                    <a:alpha val="487"/>
                  </a:srgbClr>
                </a:gs>
                <a:gs pos="100000">
                  <a:srgbClr val="737573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10672400">
              <a:off x="616927" y="1105412"/>
              <a:ext cx="554674" cy="550336"/>
            </a:xfrm>
            <a:prstGeom prst="ellipse">
              <a:avLst/>
            </a:prstGeom>
            <a:gradFill>
              <a:gsLst>
                <a:gs pos="0">
                  <a:srgbClr val="676668">
                    <a:alpha val="2071"/>
                  </a:srgbClr>
                </a:gs>
                <a:gs pos="14286">
                  <a:srgbClr val="676668">
                    <a:alpha val="1905"/>
                  </a:srgbClr>
                </a:gs>
                <a:gs pos="28571">
                  <a:srgbClr val="676668">
                    <a:alpha val="1482"/>
                  </a:srgbClr>
                </a:gs>
                <a:gs pos="42857">
                  <a:srgbClr val="676668">
                    <a:alpha val="975"/>
                  </a:srgbClr>
                </a:gs>
                <a:gs pos="57143">
                  <a:srgbClr val="676668">
                    <a:alpha val="541"/>
                  </a:srgbClr>
                </a:gs>
                <a:gs pos="71429">
                  <a:srgbClr val="676668">
                    <a:alpha val="254"/>
                  </a:srgbClr>
                </a:gs>
                <a:gs pos="85714">
                  <a:srgbClr val="676668">
                    <a:alpha val="100"/>
                  </a:srgbClr>
                </a:gs>
                <a:gs pos="100000">
                  <a:srgbClr val="676668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6346492">
              <a:off x="1184284" y="1582515"/>
              <a:ext cx="562501" cy="554114"/>
            </a:xfrm>
            <a:prstGeom prst="ellipse">
              <a:avLst/>
            </a:prstGeom>
            <a:gradFill>
              <a:gsLst>
                <a:gs pos="0">
                  <a:srgbClr val="030005">
                    <a:alpha val="4924"/>
                  </a:srgbClr>
                </a:gs>
                <a:gs pos="14286">
                  <a:srgbClr val="030005">
                    <a:alpha val="4535"/>
                  </a:srgbClr>
                </a:gs>
                <a:gs pos="28571">
                  <a:srgbClr val="030005">
                    <a:alpha val="3539"/>
                  </a:srgbClr>
                </a:gs>
                <a:gs pos="42857">
                  <a:srgbClr val="030005">
                    <a:alpha val="2336"/>
                  </a:srgbClr>
                </a:gs>
                <a:gs pos="57143">
                  <a:srgbClr val="030005">
                    <a:alpha val="1301"/>
                  </a:srgbClr>
                </a:gs>
                <a:gs pos="71429">
                  <a:srgbClr val="030005">
                    <a:alpha val="611"/>
                  </a:srgbClr>
                </a:gs>
                <a:gs pos="85714">
                  <a:srgbClr val="030005">
                    <a:alpha val="242"/>
                  </a:srgbClr>
                </a:gs>
                <a:gs pos="100000">
                  <a:srgbClr val="030005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5516953">
              <a:off x="2040709" y="913757"/>
              <a:ext cx="290938" cy="31009"/>
            </a:xfrm>
            <a:prstGeom prst="ellipse">
              <a:avLst/>
            </a:prstGeom>
            <a:gradFill>
              <a:gsLst>
                <a:gs pos="0">
                  <a:srgbClr val="AAAAA9">
                    <a:alpha val="32968"/>
                  </a:srgbClr>
                </a:gs>
                <a:gs pos="14286">
                  <a:srgbClr val="AAAAA9">
                    <a:alpha val="30764"/>
                  </a:srgbClr>
                </a:gs>
                <a:gs pos="28571">
                  <a:srgbClr val="AAAAA9">
                    <a:alpha val="24833"/>
                  </a:srgbClr>
                </a:gs>
                <a:gs pos="42857">
                  <a:srgbClr val="AAAAA9">
                    <a:alpha val="17075"/>
                  </a:srgbClr>
                </a:gs>
                <a:gs pos="57143">
                  <a:srgbClr val="AAAAA9">
                    <a:alpha val="9855"/>
                  </a:srgbClr>
                </a:gs>
                <a:gs pos="71429">
                  <a:srgbClr val="AAAAA9">
                    <a:alpha val="4740"/>
                  </a:srgbClr>
                </a:gs>
                <a:gs pos="85714">
                  <a:srgbClr val="AAAAA9">
                    <a:alpha val="1902"/>
                  </a:srgbClr>
                </a:gs>
                <a:gs pos="100000">
                  <a:srgbClr val="AAAAA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5214899">
              <a:off x="1993895" y="1011109"/>
              <a:ext cx="540286" cy="539215"/>
            </a:xfrm>
            <a:prstGeom prst="ellipse">
              <a:avLst/>
            </a:prstGeom>
            <a:gradFill>
              <a:gsLst>
                <a:gs pos="0">
                  <a:srgbClr val="737474">
                    <a:alpha val="9327"/>
                  </a:srgbClr>
                </a:gs>
                <a:gs pos="14286">
                  <a:srgbClr val="737474">
                    <a:alpha val="8606"/>
                  </a:srgbClr>
                </a:gs>
                <a:gs pos="28571">
                  <a:srgbClr val="737474">
                    <a:alpha val="6749"/>
                  </a:srgbClr>
                </a:gs>
                <a:gs pos="42857">
                  <a:srgbClr val="737474">
                    <a:alpha val="4480"/>
                  </a:srgbClr>
                </a:gs>
                <a:gs pos="57143">
                  <a:srgbClr val="737474">
                    <a:alpha val="2508"/>
                  </a:srgbClr>
                </a:gs>
                <a:gs pos="71429">
                  <a:srgbClr val="737474">
                    <a:alpha val="1182"/>
                  </a:srgbClr>
                </a:gs>
                <a:gs pos="85714">
                  <a:srgbClr val="737474">
                    <a:alpha val="469"/>
                  </a:srgbClr>
                </a:gs>
                <a:gs pos="100000">
                  <a:srgbClr val="737474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5451062">
              <a:off x="1417907" y="1643867"/>
              <a:ext cx="519544" cy="512639"/>
            </a:xfrm>
            <a:prstGeom prst="ellipse">
              <a:avLst/>
            </a:prstGeom>
            <a:gradFill>
              <a:gsLst>
                <a:gs pos="0">
                  <a:srgbClr val="000003">
                    <a:alpha val="6759"/>
                  </a:srgbClr>
                </a:gs>
                <a:gs pos="14286">
                  <a:srgbClr val="000003">
                    <a:alpha val="6230"/>
                  </a:srgbClr>
                </a:gs>
                <a:gs pos="28571">
                  <a:srgbClr val="000003">
                    <a:alpha val="4872"/>
                  </a:srgbClr>
                </a:gs>
                <a:gs pos="42857">
                  <a:srgbClr val="000003">
                    <a:alpha val="3223"/>
                  </a:srgbClr>
                </a:gs>
                <a:gs pos="57143">
                  <a:srgbClr val="000003">
                    <a:alpha val="1799"/>
                  </a:srgbClr>
                </a:gs>
                <a:gs pos="71429">
                  <a:srgbClr val="000003">
                    <a:alpha val="846"/>
                  </a:srgbClr>
                </a:gs>
                <a:gs pos="85714">
                  <a:srgbClr val="000003">
                    <a:alpha val="335"/>
                  </a:srgbClr>
                </a:gs>
                <a:gs pos="100000">
                  <a:srgbClr val="000003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-10040411">
              <a:off x="1388663" y="1718814"/>
              <a:ext cx="544311" cy="534526"/>
            </a:xfrm>
            <a:prstGeom prst="ellipse">
              <a:avLst/>
            </a:prstGeom>
            <a:gradFill>
              <a:gsLst>
                <a:gs pos="0">
                  <a:srgbClr val="000004">
                    <a:alpha val="4737"/>
                  </a:srgbClr>
                </a:gs>
                <a:gs pos="14286">
                  <a:srgbClr val="000004">
                    <a:alpha val="4362"/>
                  </a:srgbClr>
                </a:gs>
                <a:gs pos="28571">
                  <a:srgbClr val="000004">
                    <a:alpha val="3404"/>
                  </a:srgbClr>
                </a:gs>
                <a:gs pos="42857">
                  <a:srgbClr val="000004">
                    <a:alpha val="2246"/>
                  </a:srgbClr>
                </a:gs>
                <a:gs pos="57143">
                  <a:srgbClr val="000004">
                    <a:alpha val="1251"/>
                  </a:srgbClr>
                </a:gs>
                <a:gs pos="71429">
                  <a:srgbClr val="000004">
                    <a:alpha val="587"/>
                  </a:srgbClr>
                </a:gs>
                <a:gs pos="85714">
                  <a:srgbClr val="000004">
                    <a:alpha val="233"/>
                  </a:srgbClr>
                </a:gs>
                <a:gs pos="100000">
                  <a:srgbClr val="000004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5404256">
              <a:off x="1346656" y="423724"/>
              <a:ext cx="567898" cy="566019"/>
            </a:xfrm>
            <a:prstGeom prst="ellipse">
              <a:avLst/>
            </a:prstGeom>
            <a:gradFill>
              <a:gsLst>
                <a:gs pos="0">
                  <a:srgbClr val="7B7979">
                    <a:alpha val="1788"/>
                  </a:srgbClr>
                </a:gs>
                <a:gs pos="14286">
                  <a:srgbClr val="7B7979">
                    <a:alpha val="1645"/>
                  </a:srgbClr>
                </a:gs>
                <a:gs pos="28571">
                  <a:srgbClr val="7B7979">
                    <a:alpha val="1280"/>
                  </a:srgbClr>
                </a:gs>
                <a:gs pos="42857">
                  <a:srgbClr val="7B7979">
                    <a:alpha val="841"/>
                  </a:srgbClr>
                </a:gs>
                <a:gs pos="57143">
                  <a:srgbClr val="7B7979">
                    <a:alpha val="467"/>
                  </a:srgbClr>
                </a:gs>
                <a:gs pos="71429">
                  <a:srgbClr val="7B7979">
                    <a:alpha val="219"/>
                  </a:srgbClr>
                </a:gs>
                <a:gs pos="85714">
                  <a:srgbClr val="7B7979">
                    <a:alpha val="87"/>
                  </a:srgbClr>
                </a:gs>
                <a:gs pos="100000">
                  <a:srgbClr val="7B7979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7925414">
              <a:off x="880833" y="3279709"/>
              <a:ext cx="116967" cy="485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-10789716">
              <a:off x="80894" y="998044"/>
              <a:ext cx="570152" cy="568339"/>
            </a:xfrm>
            <a:prstGeom prst="ellipse">
              <a:avLst/>
            </a:prstGeom>
            <a:gradFill>
              <a:gsLst>
                <a:gs pos="0">
                  <a:srgbClr val="7B7A7B">
                    <a:alpha val="1582"/>
                  </a:srgbClr>
                </a:gs>
                <a:gs pos="14286">
                  <a:srgbClr val="7B7A7B">
                    <a:alpha val="1455"/>
                  </a:srgbClr>
                </a:gs>
                <a:gs pos="28571">
                  <a:srgbClr val="7B7A7B">
                    <a:alpha val="1131"/>
                  </a:srgbClr>
                </a:gs>
                <a:gs pos="42857">
                  <a:srgbClr val="7B7A7B">
                    <a:alpha val="744"/>
                  </a:srgbClr>
                </a:gs>
                <a:gs pos="57143">
                  <a:srgbClr val="7B7A7B">
                    <a:alpha val="413"/>
                  </a:srgbClr>
                </a:gs>
                <a:gs pos="71429">
                  <a:srgbClr val="7B7A7B">
                    <a:alpha val="193"/>
                  </a:srgbClr>
                </a:gs>
                <a:gs pos="85714">
                  <a:srgbClr val="7B7A7B">
                    <a:alpha val="77"/>
                  </a:srgbClr>
                </a:gs>
                <a:gs pos="100000">
                  <a:srgbClr val="7B7A7B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9711830">
              <a:off x="220727" y="223522"/>
              <a:ext cx="569880" cy="566205"/>
            </a:xfrm>
            <a:prstGeom prst="ellipse">
              <a:avLst/>
            </a:prstGeom>
            <a:gradFill>
              <a:gsLst>
                <a:gs pos="0">
                  <a:srgbClr val="6E6E6F">
                    <a:alpha val="1591"/>
                  </a:srgbClr>
                </a:gs>
                <a:gs pos="14286">
                  <a:srgbClr val="6E6E6F">
                    <a:alpha val="1463"/>
                  </a:srgbClr>
                </a:gs>
                <a:gs pos="28571">
                  <a:srgbClr val="6E6E6F">
                    <a:alpha val="1138"/>
                  </a:srgbClr>
                </a:gs>
                <a:gs pos="42857">
                  <a:srgbClr val="6E6E6F">
                    <a:alpha val="748"/>
                  </a:srgbClr>
                </a:gs>
                <a:gs pos="57143">
                  <a:srgbClr val="6E6E6F">
                    <a:alpha val="415"/>
                  </a:srgbClr>
                </a:gs>
                <a:gs pos="71429">
                  <a:srgbClr val="6E6E6F">
                    <a:alpha val="194"/>
                  </a:srgbClr>
                </a:gs>
                <a:gs pos="85714">
                  <a:srgbClr val="6E6E6F">
                    <a:alpha val="77"/>
                  </a:srgbClr>
                </a:gs>
                <a:gs pos="100000">
                  <a:srgbClr val="6E6E6F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4706716">
              <a:off x="1792568" y="2344410"/>
              <a:ext cx="519047" cy="460528"/>
            </a:xfrm>
            <a:prstGeom prst="ellipse">
              <a:avLst/>
            </a:prstGeom>
            <a:gradFill>
              <a:gsLst>
                <a:gs pos="0">
                  <a:srgbClr val="4C4A4C">
                    <a:alpha val="2460"/>
                  </a:srgbClr>
                </a:gs>
                <a:gs pos="14286">
                  <a:srgbClr val="4C4A4C">
                    <a:alpha val="2263"/>
                  </a:srgbClr>
                </a:gs>
                <a:gs pos="28571">
                  <a:srgbClr val="4C4A4C">
                    <a:alpha val="1762"/>
                  </a:srgbClr>
                </a:gs>
                <a:gs pos="42857">
                  <a:srgbClr val="4C4A4C">
                    <a:alpha val="1159"/>
                  </a:srgbClr>
                </a:gs>
                <a:gs pos="57143">
                  <a:srgbClr val="4C4A4C">
                    <a:alpha val="644"/>
                  </a:srgbClr>
                </a:gs>
                <a:gs pos="71429">
                  <a:srgbClr val="4C4A4C">
                    <a:alpha val="302"/>
                  </a:srgbClr>
                </a:gs>
                <a:gs pos="85714">
                  <a:srgbClr val="4C4A4C">
                    <a:alpha val="120"/>
                  </a:srgbClr>
                </a:gs>
                <a:gs pos="100000">
                  <a:srgbClr val="4C4A4C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5638129">
              <a:off x="3330896" y="218709"/>
              <a:ext cx="511533" cy="502621"/>
            </a:xfrm>
            <a:prstGeom prst="ellipse">
              <a:avLst/>
            </a:prstGeom>
            <a:gradFill>
              <a:gsLst>
                <a:gs pos="0">
                  <a:srgbClr val="434446">
                    <a:alpha val="6476"/>
                  </a:srgbClr>
                </a:gs>
                <a:gs pos="14286">
                  <a:srgbClr val="434446">
                    <a:alpha val="5968"/>
                  </a:srgbClr>
                </a:gs>
                <a:gs pos="28571">
                  <a:srgbClr val="434446">
                    <a:alpha val="4666"/>
                  </a:srgbClr>
                </a:gs>
                <a:gs pos="42857">
                  <a:srgbClr val="434446">
                    <a:alpha val="3085"/>
                  </a:srgbClr>
                </a:gs>
                <a:gs pos="57143">
                  <a:srgbClr val="434446">
                    <a:alpha val="1722"/>
                  </a:srgbClr>
                </a:gs>
                <a:gs pos="71429">
                  <a:srgbClr val="434446">
                    <a:alpha val="810"/>
                  </a:srgbClr>
                </a:gs>
                <a:gs pos="85714">
                  <a:srgbClr val="434446">
                    <a:alpha val="321"/>
                  </a:srgbClr>
                </a:gs>
                <a:gs pos="100000">
                  <a:srgbClr val="434446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10761779">
              <a:off x="-56331" y="1586110"/>
              <a:ext cx="571985" cy="570777"/>
            </a:xfrm>
            <a:prstGeom prst="ellipse">
              <a:avLst/>
            </a:prstGeom>
            <a:gradFill>
              <a:gsLst>
                <a:gs pos="0">
                  <a:srgbClr val="6B6A6B">
                    <a:alpha val="1333"/>
                  </a:srgbClr>
                </a:gs>
                <a:gs pos="14286">
                  <a:srgbClr val="6B6A6B">
                    <a:alpha val="1226"/>
                  </a:srgbClr>
                </a:gs>
                <a:gs pos="28571">
                  <a:srgbClr val="6B6A6B">
                    <a:alpha val="953"/>
                  </a:srgbClr>
                </a:gs>
                <a:gs pos="42857">
                  <a:srgbClr val="6B6A6B">
                    <a:alpha val="626"/>
                  </a:srgbClr>
                </a:gs>
                <a:gs pos="57143">
                  <a:srgbClr val="6B6A6B">
                    <a:alpha val="347"/>
                  </a:srgbClr>
                </a:gs>
                <a:gs pos="71429">
                  <a:srgbClr val="6B6A6B">
                    <a:alpha val="163"/>
                  </a:srgbClr>
                </a:gs>
                <a:gs pos="85714">
                  <a:srgbClr val="6B6A6B">
                    <a:alpha val="64"/>
                  </a:srgbClr>
                </a:gs>
                <a:gs pos="100000">
                  <a:srgbClr val="6B6A6B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2786400">
              <a:off x="1617829" y="2919530"/>
              <a:ext cx="254283" cy="65442"/>
            </a:xfrm>
            <a:prstGeom prst="ellipse">
              <a:avLst/>
            </a:prstGeom>
            <a:gradFill>
              <a:gsLst>
                <a:gs pos="0">
                  <a:srgbClr val="CCCBCC">
                    <a:alpha val="14035"/>
                  </a:srgbClr>
                </a:gs>
                <a:gs pos="14286">
                  <a:srgbClr val="CCCBCC">
                    <a:alpha val="12977"/>
                  </a:srgbClr>
                </a:gs>
                <a:gs pos="28571">
                  <a:srgbClr val="CCCBCC">
                    <a:alpha val="10230"/>
                  </a:srgbClr>
                </a:gs>
                <a:gs pos="42857">
                  <a:srgbClr val="CCCBCC">
                    <a:alpha val="6834"/>
                  </a:srgbClr>
                </a:gs>
                <a:gs pos="57143">
                  <a:srgbClr val="CCCBCC">
                    <a:alpha val="3847"/>
                  </a:srgbClr>
                </a:gs>
                <a:gs pos="71429">
                  <a:srgbClr val="CCCBCC">
                    <a:alpha val="1819"/>
                  </a:srgbClr>
                </a:gs>
                <a:gs pos="85714">
                  <a:srgbClr val="CCCBCC">
                    <a:alpha val="723"/>
                  </a:srgbClr>
                </a:gs>
                <a:gs pos="100000">
                  <a:srgbClr val="CCCBCC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-10720076">
              <a:off x="617199" y="2502907"/>
              <a:ext cx="561005" cy="557763"/>
            </a:xfrm>
            <a:prstGeom prst="ellipse">
              <a:avLst/>
            </a:prstGeom>
            <a:gradFill>
              <a:gsLst>
                <a:gs pos="0">
                  <a:srgbClr val="676868">
                    <a:alpha val="1516"/>
                  </a:srgbClr>
                </a:gs>
                <a:gs pos="14286">
                  <a:srgbClr val="676868">
                    <a:alpha val="1394"/>
                  </a:srgbClr>
                </a:gs>
                <a:gs pos="28571">
                  <a:srgbClr val="676868">
                    <a:alpha val="1084"/>
                  </a:srgbClr>
                </a:gs>
                <a:gs pos="42857">
                  <a:srgbClr val="676868">
                    <a:alpha val="712"/>
                  </a:srgbClr>
                </a:gs>
                <a:gs pos="57143">
                  <a:srgbClr val="676868">
                    <a:alpha val="395"/>
                  </a:srgbClr>
                </a:gs>
                <a:gs pos="71429">
                  <a:srgbClr val="676868">
                    <a:alpha val="185"/>
                  </a:srgbClr>
                </a:gs>
                <a:gs pos="85714">
                  <a:srgbClr val="676868">
                    <a:alpha val="73"/>
                  </a:srgbClr>
                </a:gs>
                <a:gs pos="100000">
                  <a:srgbClr val="676868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5583111">
              <a:off x="861705" y="184732"/>
              <a:ext cx="534616" cy="534341"/>
            </a:xfrm>
            <a:prstGeom prst="ellipse">
              <a:avLst/>
            </a:prstGeom>
            <a:gradFill>
              <a:gsLst>
                <a:gs pos="0">
                  <a:srgbClr val="595959">
                    <a:alpha val="1262"/>
                  </a:srgbClr>
                </a:gs>
                <a:gs pos="14286">
                  <a:srgbClr val="595959">
                    <a:alpha val="1161"/>
                  </a:srgbClr>
                </a:gs>
                <a:gs pos="28571">
                  <a:srgbClr val="595959">
                    <a:alpha val="902"/>
                  </a:srgbClr>
                </a:gs>
                <a:gs pos="42857">
                  <a:srgbClr val="595959">
                    <a:alpha val="593"/>
                  </a:srgbClr>
                </a:gs>
                <a:gs pos="57143">
                  <a:srgbClr val="595959">
                    <a:alpha val="329"/>
                  </a:srgbClr>
                </a:gs>
                <a:gs pos="71429">
                  <a:srgbClr val="595959">
                    <a:alpha val="154"/>
                  </a:srgbClr>
                </a:gs>
                <a:gs pos="85714">
                  <a:srgbClr val="595959">
                    <a:alpha val="61"/>
                  </a:srgbClr>
                </a:gs>
                <a:gs pos="100000">
                  <a:srgbClr val="595959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3064724">
              <a:off x="1703062" y="2928815"/>
              <a:ext cx="389810" cy="119520"/>
            </a:xfrm>
            <a:prstGeom prst="ellipse">
              <a:avLst/>
            </a:prstGeom>
            <a:gradFill>
              <a:gsLst>
                <a:gs pos="0">
                  <a:srgbClr val="000000">
                    <a:alpha val="31865"/>
                  </a:srgbClr>
                </a:gs>
                <a:gs pos="14286">
                  <a:srgbClr val="000000">
                    <a:alpha val="29717"/>
                  </a:srgbClr>
                </a:gs>
                <a:gs pos="28571">
                  <a:srgbClr val="000000">
                    <a:alpha val="23952"/>
                  </a:srgbClr>
                </a:gs>
                <a:gs pos="42857">
                  <a:srgbClr val="000000">
                    <a:alpha val="16439"/>
                  </a:srgbClr>
                </a:gs>
                <a:gs pos="57143">
                  <a:srgbClr val="000000">
                    <a:alpha val="9472"/>
                  </a:srgbClr>
                </a:gs>
                <a:gs pos="71429">
                  <a:srgbClr val="000000">
                    <a:alpha val="4551"/>
                  </a:srgbClr>
                </a:gs>
                <a:gs pos="85714">
                  <a:srgbClr val="000000">
                    <a:alpha val="1825"/>
                  </a:srgbClr>
                </a:gs>
                <a:gs pos="100000">
                  <a:srgbClr val="000000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5202347">
              <a:off x="1820182" y="3150519"/>
              <a:ext cx="435734" cy="2860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5412815">
              <a:off x="2474584" y="1722900"/>
              <a:ext cx="562842" cy="559376"/>
            </a:xfrm>
            <a:prstGeom prst="ellipse">
              <a:avLst/>
            </a:prstGeom>
            <a:gradFill>
              <a:gsLst>
                <a:gs pos="0">
                  <a:srgbClr val="696A6A">
                    <a:alpha val="2178"/>
                  </a:srgbClr>
                </a:gs>
                <a:gs pos="14286">
                  <a:srgbClr val="696A6A">
                    <a:alpha val="2004"/>
                  </a:srgbClr>
                </a:gs>
                <a:gs pos="28571">
                  <a:srgbClr val="696A6A">
                    <a:alpha val="1559"/>
                  </a:srgbClr>
                </a:gs>
                <a:gs pos="42857">
                  <a:srgbClr val="696A6A">
                    <a:alpha val="1025"/>
                  </a:srgbClr>
                </a:gs>
                <a:gs pos="57143">
                  <a:srgbClr val="696A6A">
                    <a:alpha val="570"/>
                  </a:srgbClr>
                </a:gs>
                <a:gs pos="71429">
                  <a:srgbClr val="696A6A">
                    <a:alpha val="267"/>
                  </a:srgbClr>
                </a:gs>
                <a:gs pos="85714">
                  <a:srgbClr val="696A6A">
                    <a:alpha val="106"/>
                  </a:srgbClr>
                </a:gs>
                <a:gs pos="100000">
                  <a:srgbClr val="696A6A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5999183">
              <a:off x="108247" y="343349"/>
              <a:ext cx="572063" cy="561605"/>
            </a:xfrm>
            <a:prstGeom prst="ellipse">
              <a:avLst/>
            </a:prstGeom>
            <a:gradFill>
              <a:gsLst>
                <a:gs pos="0">
                  <a:srgbClr val="7F7E7E">
                    <a:alpha val="1920"/>
                  </a:srgbClr>
                </a:gs>
                <a:gs pos="14286">
                  <a:srgbClr val="7F7E7E">
                    <a:alpha val="1766"/>
                  </a:srgbClr>
                </a:gs>
                <a:gs pos="28571">
                  <a:srgbClr val="7F7E7E">
                    <a:alpha val="1374"/>
                  </a:srgbClr>
                </a:gs>
                <a:gs pos="42857">
                  <a:srgbClr val="7F7E7E">
                    <a:alpha val="903"/>
                  </a:srgbClr>
                </a:gs>
                <a:gs pos="57143">
                  <a:srgbClr val="7F7E7E">
                    <a:alpha val="502"/>
                  </a:srgbClr>
                </a:gs>
                <a:gs pos="71429">
                  <a:srgbClr val="7F7E7E">
                    <a:alpha val="235"/>
                  </a:srgbClr>
                </a:gs>
                <a:gs pos="85714">
                  <a:srgbClr val="7F7E7E">
                    <a:alpha val="93"/>
                  </a:srgbClr>
                </a:gs>
                <a:gs pos="100000">
                  <a:srgbClr val="7F7E7E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5342822">
              <a:off x="2972760" y="2359124"/>
              <a:ext cx="549285" cy="546449"/>
            </a:xfrm>
            <a:prstGeom prst="ellipse">
              <a:avLst/>
            </a:prstGeom>
            <a:gradFill>
              <a:gsLst>
                <a:gs pos="0">
                  <a:srgbClr val="757676">
                    <a:alpha val="1966"/>
                  </a:srgbClr>
                </a:gs>
                <a:gs pos="14286">
                  <a:srgbClr val="757676">
                    <a:alpha val="1808"/>
                  </a:srgbClr>
                </a:gs>
                <a:gs pos="28571">
                  <a:srgbClr val="757676">
                    <a:alpha val="1407"/>
                  </a:srgbClr>
                </a:gs>
                <a:gs pos="42857">
                  <a:srgbClr val="757676">
                    <a:alpha val="925"/>
                  </a:srgbClr>
                </a:gs>
                <a:gs pos="57143">
                  <a:srgbClr val="757676">
                    <a:alpha val="514"/>
                  </a:srgbClr>
                </a:gs>
                <a:gs pos="71429">
                  <a:srgbClr val="757676">
                    <a:alpha val="241"/>
                  </a:srgbClr>
                </a:gs>
                <a:gs pos="85714">
                  <a:srgbClr val="757676">
                    <a:alpha val="95"/>
                  </a:srgbClr>
                </a:gs>
                <a:gs pos="100000">
                  <a:srgbClr val="757676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-10795027">
              <a:off x="197679" y="2216177"/>
              <a:ext cx="556013" cy="554820"/>
            </a:xfrm>
            <a:prstGeom prst="ellipse">
              <a:avLst/>
            </a:prstGeom>
            <a:gradFill>
              <a:gsLst>
                <a:gs pos="0">
                  <a:srgbClr val="727374">
                    <a:alpha val="3363"/>
                  </a:srgbClr>
                </a:gs>
                <a:gs pos="14286">
                  <a:srgbClr val="727374">
                    <a:alpha val="3096"/>
                  </a:srgbClr>
                </a:gs>
                <a:gs pos="28571">
                  <a:srgbClr val="727374">
                    <a:alpha val="2412"/>
                  </a:srgbClr>
                </a:gs>
                <a:gs pos="42857">
                  <a:srgbClr val="727374">
                    <a:alpha val="1589"/>
                  </a:srgbClr>
                </a:gs>
                <a:gs pos="57143">
                  <a:srgbClr val="727374">
                    <a:alpha val="883"/>
                  </a:srgbClr>
                </a:gs>
                <a:gs pos="71429">
                  <a:srgbClr val="727374">
                    <a:alpha val="415"/>
                  </a:srgbClr>
                </a:gs>
                <a:gs pos="85714">
                  <a:srgbClr val="727374">
                    <a:alpha val="164"/>
                  </a:srgbClr>
                </a:gs>
                <a:gs pos="100000">
                  <a:srgbClr val="727374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10791450">
              <a:off x="417777" y="1421206"/>
              <a:ext cx="565349" cy="562200"/>
            </a:xfrm>
            <a:prstGeom prst="ellipse">
              <a:avLst/>
            </a:prstGeom>
            <a:gradFill>
              <a:gsLst>
                <a:gs pos="0">
                  <a:srgbClr val="6D6E6E">
                    <a:alpha val="2354"/>
                  </a:srgbClr>
                </a:gs>
                <a:gs pos="14286">
                  <a:srgbClr val="6D6E6E">
                    <a:alpha val="2165"/>
                  </a:srgbClr>
                </a:gs>
                <a:gs pos="28571">
                  <a:srgbClr val="6D6E6E">
                    <a:alpha val="1685"/>
                  </a:srgbClr>
                </a:gs>
                <a:gs pos="42857">
                  <a:srgbClr val="6D6E6E">
                    <a:alpha val="1109"/>
                  </a:srgbClr>
                </a:gs>
                <a:gs pos="57143">
                  <a:srgbClr val="6D6E6E">
                    <a:alpha val="616"/>
                  </a:srgbClr>
                </a:gs>
                <a:gs pos="71429">
                  <a:srgbClr val="6D6E6E">
                    <a:alpha val="289"/>
                  </a:srgbClr>
                </a:gs>
                <a:gs pos="85714">
                  <a:srgbClr val="6D6E6E">
                    <a:alpha val="114"/>
                  </a:srgbClr>
                </a:gs>
                <a:gs pos="100000">
                  <a:srgbClr val="6D6E6E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-8508096">
              <a:off x="1960622" y="3167063"/>
              <a:ext cx="237558" cy="49294"/>
            </a:xfrm>
            <a:prstGeom prst="ellipse">
              <a:avLst/>
            </a:prstGeom>
            <a:gradFill>
              <a:gsLst>
                <a:gs pos="0">
                  <a:srgbClr val="A9AAA9">
                    <a:alpha val="6995"/>
                  </a:srgbClr>
                </a:gs>
                <a:gs pos="14286">
                  <a:srgbClr val="A9AAA9">
                    <a:alpha val="6447"/>
                  </a:srgbClr>
                </a:gs>
                <a:gs pos="28571">
                  <a:srgbClr val="A9AAA9">
                    <a:alpha val="5043"/>
                  </a:srgbClr>
                </a:gs>
                <a:gs pos="42857">
                  <a:srgbClr val="A9AAA9">
                    <a:alpha val="3337"/>
                  </a:srgbClr>
                </a:gs>
                <a:gs pos="57143">
                  <a:srgbClr val="A9AAA9">
                    <a:alpha val="1863"/>
                  </a:srgbClr>
                </a:gs>
                <a:gs pos="71429">
                  <a:srgbClr val="A9AAA9">
                    <a:alpha val="877"/>
                  </a:srgbClr>
                </a:gs>
                <a:gs pos="85714">
                  <a:srgbClr val="A9AAA9">
                    <a:alpha val="348"/>
                  </a:srgbClr>
                </a:gs>
                <a:gs pos="100000">
                  <a:srgbClr val="A9AAA9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5042520">
              <a:off x="1197406" y="1351981"/>
              <a:ext cx="505899" cy="504737"/>
            </a:xfrm>
            <a:prstGeom prst="ellipse">
              <a:avLst/>
            </a:prstGeom>
            <a:gradFill>
              <a:gsLst>
                <a:gs pos="0">
                  <a:srgbClr val="666767">
                    <a:alpha val="3522"/>
                  </a:srgbClr>
                </a:gs>
                <a:gs pos="14286">
                  <a:srgbClr val="666767">
                    <a:alpha val="3242"/>
                  </a:srgbClr>
                </a:gs>
                <a:gs pos="28571">
                  <a:srgbClr val="666767">
                    <a:alpha val="2526"/>
                  </a:srgbClr>
                </a:gs>
                <a:gs pos="42857">
                  <a:srgbClr val="666767">
                    <a:alpha val="1664"/>
                  </a:srgbClr>
                </a:gs>
                <a:gs pos="57143">
                  <a:srgbClr val="666767">
                    <a:alpha val="926"/>
                  </a:srgbClr>
                </a:gs>
                <a:gs pos="71429">
                  <a:srgbClr val="666767">
                    <a:alpha val="434"/>
                  </a:srgbClr>
                </a:gs>
                <a:gs pos="85714">
                  <a:srgbClr val="666767">
                    <a:alpha val="172"/>
                  </a:srgbClr>
                </a:gs>
                <a:gs pos="100000">
                  <a:srgbClr val="666767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5394737">
              <a:off x="363365" y="2042221"/>
              <a:ext cx="565868" cy="565326"/>
            </a:xfrm>
            <a:prstGeom prst="ellipse">
              <a:avLst/>
            </a:prstGeom>
            <a:gradFill>
              <a:gsLst>
                <a:gs pos="0">
                  <a:srgbClr val="6C6C6C">
                    <a:alpha val="1924"/>
                  </a:srgbClr>
                </a:gs>
                <a:gs pos="14286">
                  <a:srgbClr val="6C6C6C">
                    <a:alpha val="1770"/>
                  </a:srgbClr>
                </a:gs>
                <a:gs pos="28571">
                  <a:srgbClr val="6C6C6C">
                    <a:alpha val="1377"/>
                  </a:srgbClr>
                </a:gs>
                <a:gs pos="42857">
                  <a:srgbClr val="6C6C6C">
                    <a:alpha val="905"/>
                  </a:srgbClr>
                </a:gs>
                <a:gs pos="57143">
                  <a:srgbClr val="6C6C6C">
                    <a:alpha val="503"/>
                  </a:srgbClr>
                </a:gs>
                <a:gs pos="71429">
                  <a:srgbClr val="6C6C6C">
                    <a:alpha val="236"/>
                  </a:srgbClr>
                </a:gs>
                <a:gs pos="85714">
                  <a:srgbClr val="6C6C6C">
                    <a:alpha val="93"/>
                  </a:srgbClr>
                </a:gs>
                <a:gs pos="100000">
                  <a:srgbClr val="6C6C6C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-10763103">
              <a:off x="-26988" y="3027724"/>
              <a:ext cx="561538" cy="558686"/>
            </a:xfrm>
            <a:prstGeom prst="ellipse">
              <a:avLst/>
            </a:prstGeom>
            <a:gradFill>
              <a:gsLst>
                <a:gs pos="0">
                  <a:srgbClr val="6B6B6B">
                    <a:alpha val="1815"/>
                  </a:srgbClr>
                </a:gs>
                <a:gs pos="14286">
                  <a:srgbClr val="6B6B6B">
                    <a:alpha val="1670"/>
                  </a:srgbClr>
                </a:gs>
                <a:gs pos="28571">
                  <a:srgbClr val="6B6B6B">
                    <a:alpha val="1299"/>
                  </a:srgbClr>
                </a:gs>
                <a:gs pos="42857">
                  <a:srgbClr val="6B6B6B">
                    <a:alpha val="854"/>
                  </a:srgbClr>
                </a:gs>
                <a:gs pos="57143">
                  <a:srgbClr val="6B6B6B">
                    <a:alpha val="474"/>
                  </a:srgbClr>
                </a:gs>
                <a:gs pos="71429">
                  <a:srgbClr val="6B6B6B">
                    <a:alpha val="222"/>
                  </a:srgbClr>
                </a:gs>
                <a:gs pos="85714">
                  <a:srgbClr val="6B6B6B">
                    <a:alpha val="88"/>
                  </a:srgbClr>
                </a:gs>
                <a:gs pos="100000">
                  <a:srgbClr val="6B6B6B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10675559">
              <a:off x="371676" y="1142833"/>
              <a:ext cx="554157" cy="547557"/>
            </a:xfrm>
            <a:prstGeom prst="ellipse">
              <a:avLst/>
            </a:prstGeom>
            <a:gradFill>
              <a:gsLst>
                <a:gs pos="0">
                  <a:srgbClr val="6B6B6B">
                    <a:alpha val="2330"/>
                  </a:srgbClr>
                </a:gs>
                <a:gs pos="14286">
                  <a:srgbClr val="6B6B6B">
                    <a:alpha val="2144"/>
                  </a:srgbClr>
                </a:gs>
                <a:gs pos="28571">
                  <a:srgbClr val="6B6B6B">
                    <a:alpha val="1669"/>
                  </a:srgbClr>
                </a:gs>
                <a:gs pos="42857">
                  <a:srgbClr val="6B6B6B">
                    <a:alpha val="1098"/>
                  </a:srgbClr>
                </a:gs>
                <a:gs pos="57143">
                  <a:srgbClr val="6B6B6B">
                    <a:alpha val="610"/>
                  </a:srgbClr>
                </a:gs>
                <a:gs pos="71429">
                  <a:srgbClr val="6B6B6B">
                    <a:alpha val="286"/>
                  </a:srgbClr>
                </a:gs>
                <a:gs pos="85714">
                  <a:srgbClr val="6B6B6B">
                    <a:alpha val="113"/>
                  </a:srgbClr>
                </a:gs>
                <a:gs pos="100000">
                  <a:srgbClr val="6B6B6B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5364071">
              <a:off x="2293583" y="3266171"/>
              <a:ext cx="561141" cy="557284"/>
            </a:xfrm>
            <a:prstGeom prst="ellipse">
              <a:avLst/>
            </a:prstGeom>
            <a:gradFill>
              <a:gsLst>
                <a:gs pos="0">
                  <a:srgbClr val="6D6D6C">
                    <a:alpha val="1316"/>
                  </a:srgbClr>
                </a:gs>
                <a:gs pos="14286">
                  <a:srgbClr val="6D6D6C">
                    <a:alpha val="1210"/>
                  </a:srgbClr>
                </a:gs>
                <a:gs pos="28571">
                  <a:srgbClr val="6D6D6C">
                    <a:alpha val="941"/>
                  </a:srgbClr>
                </a:gs>
                <a:gs pos="42857">
                  <a:srgbClr val="6D6D6C">
                    <a:alpha val="618"/>
                  </a:srgbClr>
                </a:gs>
                <a:gs pos="57143">
                  <a:srgbClr val="6D6D6C">
                    <a:alpha val="343"/>
                  </a:srgbClr>
                </a:gs>
                <a:gs pos="71429">
                  <a:srgbClr val="6D6D6C">
                    <a:alpha val="161"/>
                  </a:srgbClr>
                </a:gs>
                <a:gs pos="85714">
                  <a:srgbClr val="6D6D6C">
                    <a:alpha val="64"/>
                  </a:srgbClr>
                </a:gs>
                <a:gs pos="100000">
                  <a:srgbClr val="6D6D6C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7278683">
              <a:off x="3336849" y="18017"/>
              <a:ext cx="589086" cy="574531"/>
            </a:xfrm>
            <a:prstGeom prst="ellipse">
              <a:avLst/>
            </a:prstGeom>
            <a:gradFill>
              <a:gsLst>
                <a:gs pos="0">
                  <a:srgbClr val="000000">
                    <a:alpha val="2584"/>
                  </a:srgbClr>
                </a:gs>
                <a:gs pos="14286">
                  <a:srgbClr val="000000">
                    <a:alpha val="2377"/>
                  </a:srgbClr>
                </a:gs>
                <a:gs pos="28571">
                  <a:srgbClr val="000000">
                    <a:alpha val="1851"/>
                  </a:srgbClr>
                </a:gs>
                <a:gs pos="42857">
                  <a:srgbClr val="000000">
                    <a:alpha val="1218"/>
                  </a:srgbClr>
                </a:gs>
                <a:gs pos="57143">
                  <a:srgbClr val="000000">
                    <a:alpha val="677"/>
                  </a:srgbClr>
                </a:gs>
                <a:gs pos="71429">
                  <a:srgbClr val="000000">
                    <a:alpha val="317"/>
                  </a:srgbClr>
                </a:gs>
                <a:gs pos="85714">
                  <a:srgbClr val="000000">
                    <a:alpha val="126"/>
                  </a:srgbClr>
                </a:gs>
                <a:gs pos="100000">
                  <a:srgbClr val="00000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10769432">
              <a:off x="2839234" y="3021898"/>
              <a:ext cx="554190" cy="550627"/>
            </a:xfrm>
            <a:prstGeom prst="ellipse">
              <a:avLst/>
            </a:prstGeom>
            <a:gradFill>
              <a:gsLst>
                <a:gs pos="0">
                  <a:srgbClr val="6C6D6D">
                    <a:alpha val="1285"/>
                  </a:srgbClr>
                </a:gs>
                <a:gs pos="14286">
                  <a:srgbClr val="6C6D6D">
                    <a:alpha val="1182"/>
                  </a:srgbClr>
                </a:gs>
                <a:gs pos="28571">
                  <a:srgbClr val="6C6D6D">
                    <a:alpha val="919"/>
                  </a:srgbClr>
                </a:gs>
                <a:gs pos="42857">
                  <a:srgbClr val="6C6D6D">
                    <a:alpha val="604"/>
                  </a:srgbClr>
                </a:gs>
                <a:gs pos="57143">
                  <a:srgbClr val="6C6D6D">
                    <a:alpha val="335"/>
                  </a:srgbClr>
                </a:gs>
                <a:gs pos="71429">
                  <a:srgbClr val="6C6D6D">
                    <a:alpha val="157"/>
                  </a:srgbClr>
                </a:gs>
                <a:gs pos="85714">
                  <a:srgbClr val="6C6D6D">
                    <a:alpha val="62"/>
                  </a:srgbClr>
                </a:gs>
                <a:gs pos="100000">
                  <a:srgbClr val="6C6D6D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5381943">
              <a:off x="1476651" y="350724"/>
              <a:ext cx="568212" cy="566250"/>
            </a:xfrm>
            <a:prstGeom prst="ellipse">
              <a:avLst/>
            </a:prstGeom>
            <a:gradFill>
              <a:gsLst>
                <a:gs pos="0">
                  <a:srgbClr val="6F706F">
                    <a:alpha val="2102"/>
                  </a:srgbClr>
                </a:gs>
                <a:gs pos="14286">
                  <a:srgbClr val="6F706F">
                    <a:alpha val="1934"/>
                  </a:srgbClr>
                </a:gs>
                <a:gs pos="28571">
                  <a:srgbClr val="6F706F">
                    <a:alpha val="1505"/>
                  </a:srgbClr>
                </a:gs>
                <a:gs pos="42857">
                  <a:srgbClr val="6F706F">
                    <a:alpha val="990"/>
                  </a:srgbClr>
                </a:gs>
                <a:gs pos="57143">
                  <a:srgbClr val="6F706F">
                    <a:alpha val="550"/>
                  </a:srgbClr>
                </a:gs>
                <a:gs pos="71429">
                  <a:srgbClr val="6F706F">
                    <a:alpha val="258"/>
                  </a:srgbClr>
                </a:gs>
                <a:gs pos="85714">
                  <a:srgbClr val="6F706F">
                    <a:alpha val="102"/>
                  </a:srgbClr>
                </a:gs>
                <a:gs pos="100000">
                  <a:srgbClr val="6F706F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-10793036">
              <a:off x="2943839" y="3369173"/>
              <a:ext cx="558557" cy="557805"/>
            </a:xfrm>
            <a:prstGeom prst="ellipse">
              <a:avLst/>
            </a:prstGeom>
            <a:gradFill>
              <a:gsLst>
                <a:gs pos="0">
                  <a:srgbClr val="7C7B7D">
                    <a:alpha val="1786"/>
                  </a:srgbClr>
                </a:gs>
                <a:gs pos="14286">
                  <a:srgbClr val="7C7B7D">
                    <a:alpha val="1643"/>
                  </a:srgbClr>
                </a:gs>
                <a:gs pos="28571">
                  <a:srgbClr val="7C7B7D">
                    <a:alpha val="1278"/>
                  </a:srgbClr>
                </a:gs>
                <a:gs pos="42857">
                  <a:srgbClr val="7C7B7D">
                    <a:alpha val="840"/>
                  </a:srgbClr>
                </a:gs>
                <a:gs pos="57143">
                  <a:srgbClr val="7C7B7D">
                    <a:alpha val="466"/>
                  </a:srgbClr>
                </a:gs>
                <a:gs pos="71429">
                  <a:srgbClr val="7C7B7D">
                    <a:alpha val="219"/>
                  </a:srgbClr>
                </a:gs>
                <a:gs pos="85714">
                  <a:srgbClr val="7C7B7D">
                    <a:alpha val="86"/>
                  </a:srgbClr>
                </a:gs>
                <a:gs pos="100000">
                  <a:srgbClr val="7C7B7D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5392234">
              <a:off x="2007665" y="1844002"/>
              <a:ext cx="531548" cy="531271"/>
            </a:xfrm>
            <a:prstGeom prst="ellipse">
              <a:avLst/>
            </a:prstGeom>
            <a:gradFill>
              <a:gsLst>
                <a:gs pos="0">
                  <a:srgbClr val="737373">
                    <a:alpha val="9002"/>
                  </a:srgbClr>
                </a:gs>
                <a:gs pos="14286">
                  <a:srgbClr val="737373">
                    <a:alpha val="8305"/>
                  </a:srgbClr>
                </a:gs>
                <a:gs pos="28571">
                  <a:srgbClr val="737373">
                    <a:alpha val="6510"/>
                  </a:srgbClr>
                </a:gs>
                <a:gs pos="42857">
                  <a:srgbClr val="737373">
                    <a:alpha val="4319"/>
                  </a:srgbClr>
                </a:gs>
                <a:gs pos="57143">
                  <a:srgbClr val="737373">
                    <a:alpha val="2417"/>
                  </a:srgbClr>
                </a:gs>
                <a:gs pos="71429">
                  <a:srgbClr val="737373">
                    <a:alpha val="1139"/>
                  </a:srgbClr>
                </a:gs>
                <a:gs pos="85714">
                  <a:srgbClr val="737373">
                    <a:alpha val="452"/>
                  </a:srgbClr>
                </a:gs>
                <a:gs pos="100000">
                  <a:srgbClr val="737373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5484666">
              <a:off x="519184" y="2583299"/>
              <a:ext cx="555460" cy="548625"/>
            </a:xfrm>
            <a:prstGeom prst="ellipse">
              <a:avLst/>
            </a:prstGeom>
            <a:gradFill>
              <a:gsLst>
                <a:gs pos="0">
                  <a:srgbClr val="7C7B7A">
                    <a:alpha val="2050"/>
                  </a:srgbClr>
                </a:gs>
                <a:gs pos="14286">
                  <a:srgbClr val="7C7B7A">
                    <a:alpha val="1886"/>
                  </a:srgbClr>
                </a:gs>
                <a:gs pos="28571">
                  <a:srgbClr val="7C7B7A">
                    <a:alpha val="1467"/>
                  </a:srgbClr>
                </a:gs>
                <a:gs pos="42857">
                  <a:srgbClr val="7C7B7A">
                    <a:alpha val="965"/>
                  </a:srgbClr>
                </a:gs>
                <a:gs pos="57143">
                  <a:srgbClr val="7C7B7A">
                    <a:alpha val="536"/>
                  </a:srgbClr>
                </a:gs>
                <a:gs pos="71429">
                  <a:srgbClr val="7C7B7A">
                    <a:alpha val="251"/>
                  </a:srgbClr>
                </a:gs>
                <a:gs pos="85714">
                  <a:srgbClr val="7C7B7A">
                    <a:alpha val="99"/>
                  </a:srgbClr>
                </a:gs>
                <a:gs pos="100000">
                  <a:srgbClr val="7C7B7A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-10793526">
              <a:off x="1420161" y="286236"/>
              <a:ext cx="565046" cy="564193"/>
            </a:xfrm>
            <a:prstGeom prst="ellipse">
              <a:avLst/>
            </a:prstGeom>
            <a:gradFill>
              <a:gsLst>
                <a:gs pos="0">
                  <a:srgbClr val="717171">
                    <a:alpha val="1301"/>
                  </a:srgbClr>
                </a:gs>
                <a:gs pos="14286">
                  <a:srgbClr val="717171">
                    <a:alpha val="1196"/>
                  </a:srgbClr>
                </a:gs>
                <a:gs pos="28571">
                  <a:srgbClr val="717171">
                    <a:alpha val="930"/>
                  </a:srgbClr>
                </a:gs>
                <a:gs pos="42857">
                  <a:srgbClr val="717171">
                    <a:alpha val="611"/>
                  </a:srgbClr>
                </a:gs>
                <a:gs pos="57143">
                  <a:srgbClr val="717171">
                    <a:alpha val="339"/>
                  </a:srgbClr>
                </a:gs>
                <a:gs pos="71429">
                  <a:srgbClr val="717171">
                    <a:alpha val="159"/>
                  </a:srgbClr>
                </a:gs>
                <a:gs pos="85714">
                  <a:srgbClr val="717171">
                    <a:alpha val="63"/>
                  </a:srgbClr>
                </a:gs>
                <a:gs pos="100000">
                  <a:srgbClr val="717171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4969927">
              <a:off x="672812" y="1025562"/>
              <a:ext cx="537361" cy="528108"/>
            </a:xfrm>
            <a:prstGeom prst="ellipse">
              <a:avLst/>
            </a:prstGeom>
            <a:gradFill>
              <a:gsLst>
                <a:gs pos="0">
                  <a:srgbClr val="797878">
                    <a:alpha val="7090"/>
                  </a:srgbClr>
                </a:gs>
                <a:gs pos="14286">
                  <a:srgbClr val="797878">
                    <a:alpha val="6536"/>
                  </a:srgbClr>
                </a:gs>
                <a:gs pos="28571">
                  <a:srgbClr val="797878">
                    <a:alpha val="5113"/>
                  </a:srgbClr>
                </a:gs>
                <a:gs pos="42857">
                  <a:srgbClr val="797878">
                    <a:alpha val="3384"/>
                  </a:srgbClr>
                </a:gs>
                <a:gs pos="57143">
                  <a:srgbClr val="797878">
                    <a:alpha val="1889"/>
                  </a:srgbClr>
                </a:gs>
                <a:gs pos="71429">
                  <a:srgbClr val="797878">
                    <a:alpha val="889"/>
                  </a:srgbClr>
                </a:gs>
                <a:gs pos="85714">
                  <a:srgbClr val="797878">
                    <a:alpha val="352"/>
                  </a:srgbClr>
                </a:gs>
                <a:gs pos="100000">
                  <a:srgbClr val="797878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5409813">
              <a:off x="3129910" y="2608019"/>
              <a:ext cx="551849" cy="551361"/>
            </a:xfrm>
            <a:prstGeom prst="ellipse">
              <a:avLst/>
            </a:prstGeom>
            <a:gradFill>
              <a:gsLst>
                <a:gs pos="0">
                  <a:srgbClr val="757575">
                    <a:alpha val="2127"/>
                  </a:srgbClr>
                </a:gs>
                <a:gs pos="14286">
                  <a:srgbClr val="757575">
                    <a:alpha val="1957"/>
                  </a:srgbClr>
                </a:gs>
                <a:gs pos="28571">
                  <a:srgbClr val="757575">
                    <a:alpha val="1523"/>
                  </a:srgbClr>
                </a:gs>
                <a:gs pos="42857">
                  <a:srgbClr val="757575">
                    <a:alpha val="1001"/>
                  </a:srgbClr>
                </a:gs>
                <a:gs pos="57143">
                  <a:srgbClr val="757575">
                    <a:alpha val="556"/>
                  </a:srgbClr>
                </a:gs>
                <a:gs pos="71429">
                  <a:srgbClr val="757575">
                    <a:alpha val="261"/>
                  </a:srgbClr>
                </a:gs>
                <a:gs pos="85714">
                  <a:srgbClr val="757575">
                    <a:alpha val="103"/>
                  </a:srgbClr>
                </a:gs>
                <a:gs pos="100000">
                  <a:srgbClr val="757575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5423599">
              <a:off x="251401" y="2157278"/>
              <a:ext cx="549100" cy="547062"/>
            </a:xfrm>
            <a:prstGeom prst="ellipse">
              <a:avLst/>
            </a:prstGeom>
            <a:gradFill>
              <a:gsLst>
                <a:gs pos="0">
                  <a:srgbClr val="6F6E6E">
                    <a:alpha val="4852"/>
                  </a:srgbClr>
                </a:gs>
                <a:gs pos="14286">
                  <a:srgbClr val="6F6E6E">
                    <a:alpha val="4469"/>
                  </a:srgbClr>
                </a:gs>
                <a:gs pos="28571">
                  <a:srgbClr val="6F6E6E">
                    <a:alpha val="3487"/>
                  </a:srgbClr>
                </a:gs>
                <a:gs pos="42857">
                  <a:srgbClr val="6F6E6E">
                    <a:alpha val="2301"/>
                  </a:srgbClr>
                </a:gs>
                <a:gs pos="57143">
                  <a:srgbClr val="6F6E6E">
                    <a:alpha val="1282"/>
                  </a:srgbClr>
                </a:gs>
                <a:gs pos="71429">
                  <a:srgbClr val="6F6E6E">
                    <a:alpha val="602"/>
                  </a:srgbClr>
                </a:gs>
                <a:gs pos="85714">
                  <a:srgbClr val="6F6E6E">
                    <a:alpha val="239"/>
                  </a:srgbClr>
                </a:gs>
                <a:gs pos="100000">
                  <a:srgbClr val="6F6E6E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10798050">
              <a:off x="429386" y="621357"/>
              <a:ext cx="551678" cy="543942"/>
            </a:xfrm>
            <a:prstGeom prst="ellipse">
              <a:avLst/>
            </a:prstGeom>
            <a:gradFill>
              <a:gsLst>
                <a:gs pos="0">
                  <a:srgbClr val="6F6F6E">
                    <a:alpha val="3773"/>
                  </a:srgbClr>
                </a:gs>
                <a:gs pos="14286">
                  <a:srgbClr val="6F6F6E">
                    <a:alpha val="3473"/>
                  </a:srgbClr>
                </a:gs>
                <a:gs pos="28571">
                  <a:srgbClr val="6F6F6E">
                    <a:alpha val="2707"/>
                  </a:srgbClr>
                </a:gs>
                <a:gs pos="42857">
                  <a:srgbClr val="6F6F6E">
                    <a:alpha val="1784"/>
                  </a:srgbClr>
                </a:gs>
                <a:gs pos="57143">
                  <a:srgbClr val="6F6F6E">
                    <a:alpha val="993"/>
                  </a:srgbClr>
                </a:gs>
                <a:gs pos="71429">
                  <a:srgbClr val="6F6F6E">
                    <a:alpha val="466"/>
                  </a:srgbClr>
                </a:gs>
                <a:gs pos="85714">
                  <a:srgbClr val="6F6F6E">
                    <a:alpha val="184"/>
                  </a:srgbClr>
                </a:gs>
                <a:gs pos="100000">
                  <a:srgbClr val="6F6F6E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5486015">
              <a:off x="2669356" y="3346032"/>
              <a:ext cx="562423" cy="557687"/>
            </a:xfrm>
            <a:prstGeom prst="ellipse">
              <a:avLst/>
            </a:prstGeom>
            <a:gradFill>
              <a:gsLst>
                <a:gs pos="0">
                  <a:srgbClr val="6B6C6C">
                    <a:alpha val="1435"/>
                  </a:srgbClr>
                </a:gs>
                <a:gs pos="14286">
                  <a:srgbClr val="6B6C6C">
                    <a:alpha val="1320"/>
                  </a:srgbClr>
                </a:gs>
                <a:gs pos="28571">
                  <a:srgbClr val="6B6C6C">
                    <a:alpha val="1026"/>
                  </a:srgbClr>
                </a:gs>
                <a:gs pos="42857">
                  <a:srgbClr val="6B6C6C">
                    <a:alpha val="674"/>
                  </a:srgbClr>
                </a:gs>
                <a:gs pos="57143">
                  <a:srgbClr val="6B6C6C">
                    <a:alpha val="374"/>
                  </a:srgbClr>
                </a:gs>
                <a:gs pos="71429">
                  <a:srgbClr val="6B6C6C">
                    <a:alpha val="175"/>
                  </a:srgbClr>
                </a:gs>
                <a:gs pos="85714">
                  <a:srgbClr val="6B6C6C">
                    <a:alpha val="69"/>
                  </a:srgbClr>
                </a:gs>
                <a:gs pos="100000">
                  <a:srgbClr val="6B6C6C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7210837">
              <a:off x="2136027" y="985485"/>
              <a:ext cx="368221" cy="88491"/>
            </a:xfrm>
            <a:prstGeom prst="ellipse">
              <a:avLst/>
            </a:prstGeom>
            <a:gradFill>
              <a:gsLst>
                <a:gs pos="0">
                  <a:srgbClr val="B7B7B7">
                    <a:alpha val="16144"/>
                  </a:srgbClr>
                </a:gs>
                <a:gs pos="14286">
                  <a:srgbClr val="B7B7B7">
                    <a:alpha val="14941"/>
                  </a:srgbClr>
                </a:gs>
                <a:gs pos="28571">
                  <a:srgbClr val="B7B7B7">
                    <a:alpha val="11807"/>
                  </a:srgbClr>
                </a:gs>
                <a:gs pos="42857">
                  <a:srgbClr val="B7B7B7">
                    <a:alpha val="7911"/>
                  </a:srgbClr>
                </a:gs>
                <a:gs pos="57143">
                  <a:srgbClr val="B7B7B7">
                    <a:alpha val="4464"/>
                  </a:srgbClr>
                </a:gs>
                <a:gs pos="71429">
                  <a:srgbClr val="B7B7B7">
                    <a:alpha val="2115"/>
                  </a:srgbClr>
                </a:gs>
                <a:gs pos="85714">
                  <a:srgbClr val="B7B7B7">
                    <a:alpha val="842"/>
                  </a:srgbClr>
                </a:gs>
                <a:gs pos="100000">
                  <a:srgbClr val="B7B7B7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5403634">
              <a:off x="1419273" y="263047"/>
              <a:ext cx="553331" cy="551628"/>
            </a:xfrm>
            <a:prstGeom prst="ellipse">
              <a:avLst/>
            </a:prstGeom>
            <a:gradFill>
              <a:gsLst>
                <a:gs pos="0">
                  <a:srgbClr val="777777">
                    <a:alpha val="3809"/>
                  </a:srgbClr>
                </a:gs>
                <a:gs pos="14286">
                  <a:srgbClr val="777777">
                    <a:alpha val="3506"/>
                  </a:srgbClr>
                </a:gs>
                <a:gs pos="28571">
                  <a:srgbClr val="777777">
                    <a:alpha val="2733"/>
                  </a:srgbClr>
                </a:gs>
                <a:gs pos="42857">
                  <a:srgbClr val="777777">
                    <a:alpha val="1801"/>
                  </a:srgbClr>
                </a:gs>
                <a:gs pos="57143">
                  <a:srgbClr val="777777">
                    <a:alpha val="1002"/>
                  </a:srgbClr>
                </a:gs>
                <a:gs pos="71429">
                  <a:srgbClr val="777777">
                    <a:alpha val="470"/>
                  </a:srgbClr>
                </a:gs>
                <a:gs pos="85714">
                  <a:srgbClr val="777777">
                    <a:alpha val="186"/>
                  </a:srgbClr>
                </a:gs>
                <a:gs pos="100000">
                  <a:srgbClr val="777777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10559857">
              <a:off x="165579" y="1109502"/>
              <a:ext cx="565187" cy="552296"/>
            </a:xfrm>
            <a:prstGeom prst="ellipse">
              <a:avLst/>
            </a:prstGeom>
            <a:gradFill>
              <a:gsLst>
                <a:gs pos="0">
                  <a:srgbClr val="696869">
                    <a:alpha val="3338"/>
                  </a:srgbClr>
                </a:gs>
                <a:gs pos="14286">
                  <a:srgbClr val="696869">
                    <a:alpha val="3072"/>
                  </a:srgbClr>
                </a:gs>
                <a:gs pos="28571">
                  <a:srgbClr val="696869">
                    <a:alpha val="2394"/>
                  </a:srgbClr>
                </a:gs>
                <a:gs pos="42857">
                  <a:srgbClr val="696869">
                    <a:alpha val="1577"/>
                  </a:srgbClr>
                </a:gs>
                <a:gs pos="57143">
                  <a:srgbClr val="696869">
                    <a:alpha val="877"/>
                  </a:srgbClr>
                </a:gs>
                <a:gs pos="71429">
                  <a:srgbClr val="696869">
                    <a:alpha val="411"/>
                  </a:srgbClr>
                </a:gs>
                <a:gs pos="85714">
                  <a:srgbClr val="696869">
                    <a:alpha val="163"/>
                  </a:srgbClr>
                </a:gs>
                <a:gs pos="100000">
                  <a:srgbClr val="696869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5394717">
              <a:off x="629053" y="2328025"/>
              <a:ext cx="558286" cy="556796"/>
            </a:xfrm>
            <a:prstGeom prst="ellipse">
              <a:avLst/>
            </a:prstGeom>
            <a:gradFill>
              <a:gsLst>
                <a:gs pos="0">
                  <a:srgbClr val="6F6F6F">
                    <a:alpha val="1295"/>
                  </a:srgbClr>
                </a:gs>
                <a:gs pos="14286">
                  <a:srgbClr val="6F6F6F">
                    <a:alpha val="1191"/>
                  </a:srgbClr>
                </a:gs>
                <a:gs pos="28571">
                  <a:srgbClr val="6F6F6F">
                    <a:alpha val="926"/>
                  </a:srgbClr>
                </a:gs>
                <a:gs pos="42857">
                  <a:srgbClr val="6F6F6F">
                    <a:alpha val="608"/>
                  </a:srgbClr>
                </a:gs>
                <a:gs pos="57143">
                  <a:srgbClr val="6F6F6F">
                    <a:alpha val="337"/>
                  </a:srgbClr>
                </a:gs>
                <a:gs pos="71429">
                  <a:srgbClr val="6F6F6F">
                    <a:alpha val="158"/>
                  </a:srgbClr>
                </a:gs>
                <a:gs pos="85714">
                  <a:srgbClr val="6F6F6F">
                    <a:alpha val="63"/>
                  </a:srgbClr>
                </a:gs>
                <a:gs pos="100000">
                  <a:srgbClr val="6F6F6F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10603043">
              <a:off x="626238" y="2686078"/>
              <a:ext cx="553379" cy="541961"/>
            </a:xfrm>
            <a:prstGeom prst="ellipse">
              <a:avLst/>
            </a:prstGeom>
            <a:gradFill>
              <a:gsLst>
                <a:gs pos="0">
                  <a:srgbClr val="767676">
                    <a:alpha val="7858"/>
                  </a:srgbClr>
                </a:gs>
                <a:gs pos="14286">
                  <a:srgbClr val="767676">
                    <a:alpha val="7246"/>
                  </a:srgbClr>
                </a:gs>
                <a:gs pos="28571">
                  <a:srgbClr val="767676">
                    <a:alpha val="5673"/>
                  </a:srgbClr>
                </a:gs>
                <a:gs pos="42857">
                  <a:srgbClr val="767676">
                    <a:alpha val="3758"/>
                  </a:srgbClr>
                </a:gs>
                <a:gs pos="57143">
                  <a:srgbClr val="767676">
                    <a:alpha val="2100"/>
                  </a:srgbClr>
                </a:gs>
                <a:gs pos="71429">
                  <a:srgbClr val="767676">
                    <a:alpha val="989"/>
                  </a:srgbClr>
                </a:gs>
                <a:gs pos="85714">
                  <a:srgbClr val="767676">
                    <a:alpha val="392"/>
                  </a:srgbClr>
                </a:gs>
                <a:gs pos="100000">
                  <a:srgbClr val="767676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5351670">
              <a:off x="351156" y="2257245"/>
              <a:ext cx="563901" cy="562603"/>
            </a:xfrm>
            <a:prstGeom prst="ellipse">
              <a:avLst/>
            </a:prstGeom>
            <a:gradFill>
              <a:gsLst>
                <a:gs pos="0">
                  <a:srgbClr val="787777">
                    <a:alpha val="5385"/>
                  </a:srgbClr>
                </a:gs>
                <a:gs pos="14286">
                  <a:srgbClr val="787777">
                    <a:alpha val="4960"/>
                  </a:srgbClr>
                </a:gs>
                <a:gs pos="28571">
                  <a:srgbClr val="787777">
                    <a:alpha val="3873"/>
                  </a:srgbClr>
                </a:gs>
                <a:gs pos="42857">
                  <a:srgbClr val="787777">
                    <a:alpha val="2558"/>
                  </a:srgbClr>
                </a:gs>
                <a:gs pos="57143">
                  <a:srgbClr val="787777">
                    <a:alpha val="1425"/>
                  </a:srgbClr>
                </a:gs>
                <a:gs pos="71429">
                  <a:srgbClr val="787777">
                    <a:alpha val="670"/>
                  </a:srgbClr>
                </a:gs>
                <a:gs pos="85714">
                  <a:srgbClr val="787777">
                    <a:alpha val="265"/>
                  </a:srgbClr>
                </a:gs>
                <a:gs pos="100000">
                  <a:srgbClr val="787777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-10779262">
              <a:off x="-17206" y="547885"/>
              <a:ext cx="538159" cy="534116"/>
            </a:xfrm>
            <a:prstGeom prst="ellipse">
              <a:avLst/>
            </a:prstGeom>
            <a:gradFill>
              <a:gsLst>
                <a:gs pos="0">
                  <a:srgbClr val="7C7C7B">
                    <a:alpha val="9244"/>
                  </a:srgbClr>
                </a:gs>
                <a:gs pos="14286">
                  <a:srgbClr val="7C7C7B">
                    <a:alpha val="8529"/>
                  </a:srgbClr>
                </a:gs>
                <a:gs pos="28571">
                  <a:srgbClr val="7C7C7B">
                    <a:alpha val="6688"/>
                  </a:srgbClr>
                </a:gs>
                <a:gs pos="42857">
                  <a:srgbClr val="7C7C7B">
                    <a:alpha val="4439"/>
                  </a:srgbClr>
                </a:gs>
                <a:gs pos="57143">
                  <a:srgbClr val="7C7C7B">
                    <a:alpha val="2484"/>
                  </a:srgbClr>
                </a:gs>
                <a:gs pos="71429">
                  <a:srgbClr val="7C7C7B">
                    <a:alpha val="1171"/>
                  </a:srgbClr>
                </a:gs>
                <a:gs pos="85714">
                  <a:srgbClr val="7C7C7B">
                    <a:alpha val="465"/>
                  </a:srgbClr>
                </a:gs>
                <a:gs pos="100000">
                  <a:srgbClr val="7C7C7B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10574874">
              <a:off x="660445" y="2695079"/>
              <a:ext cx="549825" cy="540753"/>
            </a:xfrm>
            <a:prstGeom prst="ellipse">
              <a:avLst/>
            </a:prstGeom>
            <a:gradFill>
              <a:gsLst>
                <a:gs pos="0">
                  <a:srgbClr val="6D6E6E">
                    <a:alpha val="4608"/>
                  </a:srgbClr>
                </a:gs>
                <a:gs pos="14286">
                  <a:srgbClr val="6D6E6E">
                    <a:alpha val="4243"/>
                  </a:srgbClr>
                </a:gs>
                <a:gs pos="28571">
                  <a:srgbClr val="6D6E6E">
                    <a:alpha val="3310"/>
                  </a:srgbClr>
                </a:gs>
                <a:gs pos="42857">
                  <a:srgbClr val="6D6E6E">
                    <a:alpha val="2184"/>
                  </a:srgbClr>
                </a:gs>
                <a:gs pos="57143">
                  <a:srgbClr val="6D6E6E">
                    <a:alpha val="1216"/>
                  </a:srgbClr>
                </a:gs>
                <a:gs pos="71429">
                  <a:srgbClr val="6D6E6E">
                    <a:alpha val="571"/>
                  </a:srgbClr>
                </a:gs>
                <a:gs pos="85714">
                  <a:srgbClr val="6D6E6E">
                    <a:alpha val="226"/>
                  </a:srgbClr>
                </a:gs>
                <a:gs pos="100000">
                  <a:srgbClr val="6D6E6E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-10797462">
              <a:off x="141626" y="1345311"/>
              <a:ext cx="563509" cy="563265"/>
            </a:xfrm>
            <a:prstGeom prst="ellipse">
              <a:avLst/>
            </a:prstGeom>
            <a:gradFill>
              <a:gsLst>
                <a:gs pos="0">
                  <a:srgbClr val="777777">
                    <a:alpha val="2226"/>
                  </a:srgbClr>
                </a:gs>
                <a:gs pos="14286">
                  <a:srgbClr val="777777">
                    <a:alpha val="2048"/>
                  </a:srgbClr>
                </a:gs>
                <a:gs pos="28571">
                  <a:srgbClr val="777777">
                    <a:alpha val="1594"/>
                  </a:srgbClr>
                </a:gs>
                <a:gs pos="42857">
                  <a:srgbClr val="777777">
                    <a:alpha val="1048"/>
                  </a:srgbClr>
                </a:gs>
                <a:gs pos="57143">
                  <a:srgbClr val="777777">
                    <a:alpha val="582"/>
                  </a:srgbClr>
                </a:gs>
                <a:gs pos="71429">
                  <a:srgbClr val="777777">
                    <a:alpha val="273"/>
                  </a:srgbClr>
                </a:gs>
                <a:gs pos="85714">
                  <a:srgbClr val="777777">
                    <a:alpha val="108"/>
                  </a:srgbClr>
                </a:gs>
                <a:gs pos="100000">
                  <a:srgbClr val="777777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-9978609">
              <a:off x="1678475" y="2047598"/>
              <a:ext cx="523563" cy="514288"/>
            </a:xfrm>
            <a:prstGeom prst="ellipse">
              <a:avLst/>
            </a:prstGeom>
            <a:gradFill>
              <a:gsLst>
                <a:gs pos="0">
                  <a:srgbClr val="5C5C5C">
                    <a:alpha val="9706"/>
                  </a:srgbClr>
                </a:gs>
                <a:gs pos="14286">
                  <a:srgbClr val="5C5C5C">
                    <a:alpha val="8957"/>
                  </a:srgbClr>
                </a:gs>
                <a:gs pos="28571">
                  <a:srgbClr val="5C5C5C">
                    <a:alpha val="7027"/>
                  </a:srgbClr>
                </a:gs>
                <a:gs pos="42857">
                  <a:srgbClr val="5C5C5C">
                    <a:alpha val="4667"/>
                  </a:srgbClr>
                </a:gs>
                <a:gs pos="57143">
                  <a:srgbClr val="5C5C5C">
                    <a:alpha val="2613"/>
                  </a:srgbClr>
                </a:gs>
                <a:gs pos="71429">
                  <a:srgbClr val="5C5C5C">
                    <a:alpha val="1232"/>
                  </a:srgbClr>
                </a:gs>
                <a:gs pos="85714">
                  <a:srgbClr val="5C5C5C">
                    <a:alpha val="489"/>
                  </a:srgbClr>
                </a:gs>
                <a:gs pos="100000">
                  <a:srgbClr val="5C5C5C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5547047">
              <a:off x="344487" y="1868127"/>
              <a:ext cx="554522" cy="552182"/>
            </a:xfrm>
            <a:prstGeom prst="ellipse">
              <a:avLst/>
            </a:prstGeom>
            <a:gradFill>
              <a:gsLst>
                <a:gs pos="0">
                  <a:srgbClr val="6D6C6C">
                    <a:alpha val="1491"/>
                  </a:srgbClr>
                </a:gs>
                <a:gs pos="14286">
                  <a:srgbClr val="6D6C6C">
                    <a:alpha val="1371"/>
                  </a:srgbClr>
                </a:gs>
                <a:gs pos="28571">
                  <a:srgbClr val="6D6C6C">
                    <a:alpha val="1066"/>
                  </a:srgbClr>
                </a:gs>
                <a:gs pos="42857">
                  <a:srgbClr val="6D6C6C">
                    <a:alpha val="701"/>
                  </a:srgbClr>
                </a:gs>
                <a:gs pos="57143">
                  <a:srgbClr val="6D6C6C">
                    <a:alpha val="389"/>
                  </a:srgbClr>
                </a:gs>
                <a:gs pos="71429">
                  <a:srgbClr val="6D6C6C">
                    <a:alpha val="182"/>
                  </a:srgbClr>
                </a:gs>
                <a:gs pos="85714">
                  <a:srgbClr val="6D6C6C">
                    <a:alpha val="72"/>
                  </a:srgbClr>
                </a:gs>
                <a:gs pos="100000">
                  <a:srgbClr val="6D6C6C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10460890">
              <a:off x="-156269" y="1005416"/>
              <a:ext cx="549075" cy="541377"/>
            </a:xfrm>
            <a:prstGeom prst="ellipse">
              <a:avLst/>
            </a:prstGeom>
            <a:gradFill>
              <a:gsLst>
                <a:gs pos="0">
                  <a:srgbClr val="787979">
                    <a:alpha val="1457"/>
                  </a:srgbClr>
                </a:gs>
                <a:gs pos="14286">
                  <a:srgbClr val="787979">
                    <a:alpha val="1340"/>
                  </a:srgbClr>
                </a:gs>
                <a:gs pos="28571">
                  <a:srgbClr val="787979">
                    <a:alpha val="1042"/>
                  </a:srgbClr>
                </a:gs>
                <a:gs pos="42857">
                  <a:srgbClr val="787979">
                    <a:alpha val="685"/>
                  </a:srgbClr>
                </a:gs>
                <a:gs pos="57143">
                  <a:srgbClr val="787979">
                    <a:alpha val="380"/>
                  </a:srgbClr>
                </a:gs>
                <a:gs pos="71429">
                  <a:srgbClr val="787979">
                    <a:alpha val="178"/>
                  </a:srgbClr>
                </a:gs>
                <a:gs pos="85714">
                  <a:srgbClr val="787979">
                    <a:alpha val="70"/>
                  </a:srgbClr>
                </a:gs>
                <a:gs pos="100000">
                  <a:srgbClr val="787979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5505030">
              <a:off x="-20188" y="332862"/>
              <a:ext cx="558971" cy="553643"/>
            </a:xfrm>
            <a:prstGeom prst="ellipse">
              <a:avLst/>
            </a:prstGeom>
            <a:gradFill>
              <a:gsLst>
                <a:gs pos="0">
                  <a:srgbClr val="6E6E6D">
                    <a:alpha val="3282"/>
                  </a:srgbClr>
                </a:gs>
                <a:gs pos="14286">
                  <a:srgbClr val="6E6E6D">
                    <a:alpha val="3021"/>
                  </a:srgbClr>
                </a:gs>
                <a:gs pos="28571">
                  <a:srgbClr val="6E6E6D">
                    <a:alpha val="2354"/>
                  </a:srgbClr>
                </a:gs>
                <a:gs pos="42857">
                  <a:srgbClr val="6E6E6D">
                    <a:alpha val="1550"/>
                  </a:srgbClr>
                </a:gs>
                <a:gs pos="57143">
                  <a:srgbClr val="6E6E6D">
                    <a:alpha val="862"/>
                  </a:srgbClr>
                </a:gs>
                <a:gs pos="71429">
                  <a:srgbClr val="6E6E6D">
                    <a:alpha val="404"/>
                  </a:srgbClr>
                </a:gs>
                <a:gs pos="85714">
                  <a:srgbClr val="6E6E6D">
                    <a:alpha val="160"/>
                  </a:srgbClr>
                </a:gs>
                <a:gs pos="100000">
                  <a:srgbClr val="6E6E6D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5396091">
              <a:off x="-166559" y="385282"/>
              <a:ext cx="550068" cy="549912"/>
            </a:xfrm>
            <a:prstGeom prst="ellipse">
              <a:avLst/>
            </a:prstGeom>
            <a:gradFill>
              <a:gsLst>
                <a:gs pos="0">
                  <a:srgbClr val="717272">
                    <a:alpha val="4931"/>
                  </a:srgbClr>
                </a:gs>
                <a:gs pos="14286">
                  <a:srgbClr val="717272">
                    <a:alpha val="4541"/>
                  </a:srgbClr>
                </a:gs>
                <a:gs pos="28571">
                  <a:srgbClr val="717272">
                    <a:alpha val="3544"/>
                  </a:srgbClr>
                </a:gs>
                <a:gs pos="42857">
                  <a:srgbClr val="717272">
                    <a:alpha val="2339"/>
                  </a:srgbClr>
                </a:gs>
                <a:gs pos="57143">
                  <a:srgbClr val="717272">
                    <a:alpha val="1303"/>
                  </a:srgbClr>
                </a:gs>
                <a:gs pos="71429">
                  <a:srgbClr val="717272">
                    <a:alpha val="612"/>
                  </a:srgbClr>
                </a:gs>
                <a:gs pos="85714">
                  <a:srgbClr val="717272">
                    <a:alpha val="242"/>
                  </a:srgbClr>
                </a:gs>
                <a:gs pos="100000">
                  <a:srgbClr val="717272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5391267">
              <a:off x="2597104" y="2148891"/>
              <a:ext cx="555939" cy="554819"/>
            </a:xfrm>
            <a:prstGeom prst="ellipse">
              <a:avLst/>
            </a:prstGeom>
            <a:gradFill>
              <a:gsLst>
                <a:gs pos="0">
                  <a:srgbClr val="6F6F6E">
                    <a:alpha val="1536"/>
                  </a:srgbClr>
                </a:gs>
                <a:gs pos="14286">
                  <a:srgbClr val="6F6F6E">
                    <a:alpha val="1412"/>
                  </a:srgbClr>
                </a:gs>
                <a:gs pos="28571">
                  <a:srgbClr val="6F6F6E">
                    <a:alpha val="1098"/>
                  </a:srgbClr>
                </a:gs>
                <a:gs pos="42857">
                  <a:srgbClr val="6F6F6E">
                    <a:alpha val="722"/>
                  </a:srgbClr>
                </a:gs>
                <a:gs pos="57143">
                  <a:srgbClr val="6F6F6E">
                    <a:alpha val="401"/>
                  </a:srgbClr>
                </a:gs>
                <a:gs pos="71429">
                  <a:srgbClr val="6F6F6E">
                    <a:alpha val="188"/>
                  </a:srgbClr>
                </a:gs>
                <a:gs pos="85714">
                  <a:srgbClr val="6F6F6E">
                    <a:alpha val="74"/>
                  </a:srgbClr>
                </a:gs>
                <a:gs pos="100000">
                  <a:srgbClr val="6F6F6E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-10691481">
              <a:off x="-55909" y="273799"/>
              <a:ext cx="559517" cy="552575"/>
            </a:xfrm>
            <a:prstGeom prst="ellipse">
              <a:avLst/>
            </a:prstGeom>
            <a:gradFill>
              <a:gsLst>
                <a:gs pos="0">
                  <a:srgbClr val="737373">
                    <a:alpha val="4439"/>
                  </a:srgbClr>
                </a:gs>
                <a:gs pos="14286">
                  <a:srgbClr val="737373">
                    <a:alpha val="4087"/>
                  </a:srgbClr>
                </a:gs>
                <a:gs pos="28571">
                  <a:srgbClr val="737373">
                    <a:alpha val="3188"/>
                  </a:srgbClr>
                </a:gs>
                <a:gs pos="42857">
                  <a:srgbClr val="737373">
                    <a:alpha val="2103"/>
                  </a:srgbClr>
                </a:gs>
                <a:gs pos="57143">
                  <a:srgbClr val="737373">
                    <a:alpha val="1171"/>
                  </a:srgbClr>
                </a:gs>
                <a:gs pos="71429">
                  <a:srgbClr val="737373">
                    <a:alpha val="550"/>
                  </a:srgbClr>
                </a:gs>
                <a:gs pos="85714">
                  <a:srgbClr val="737373">
                    <a:alpha val="218"/>
                  </a:srgbClr>
                </a:gs>
                <a:gs pos="100000">
                  <a:srgbClr val="737373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5395022">
              <a:off x="400593" y="2237039"/>
              <a:ext cx="561176" cy="560959"/>
            </a:xfrm>
            <a:prstGeom prst="ellipse">
              <a:avLst/>
            </a:prstGeom>
            <a:gradFill>
              <a:gsLst>
                <a:gs pos="0">
                  <a:srgbClr val="757575">
                    <a:alpha val="2062"/>
                  </a:srgbClr>
                </a:gs>
                <a:gs pos="14286">
                  <a:srgbClr val="757575">
                    <a:alpha val="1896"/>
                  </a:srgbClr>
                </a:gs>
                <a:gs pos="28571">
                  <a:srgbClr val="757575">
                    <a:alpha val="1476"/>
                  </a:srgbClr>
                </a:gs>
                <a:gs pos="42857">
                  <a:srgbClr val="757575">
                    <a:alpha val="970"/>
                  </a:srgbClr>
                </a:gs>
                <a:gs pos="57143">
                  <a:srgbClr val="757575">
                    <a:alpha val="539"/>
                  </a:srgbClr>
                </a:gs>
                <a:gs pos="71429">
                  <a:srgbClr val="757575">
                    <a:alpha val="253"/>
                  </a:srgbClr>
                </a:gs>
                <a:gs pos="85714">
                  <a:srgbClr val="757575">
                    <a:alpha val="100"/>
                  </a:srgbClr>
                </a:gs>
                <a:gs pos="100000">
                  <a:srgbClr val="757575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10791393">
              <a:off x="-20257" y="537179"/>
              <a:ext cx="539394" cy="537961"/>
            </a:xfrm>
            <a:prstGeom prst="ellipse">
              <a:avLst/>
            </a:prstGeom>
            <a:gradFill>
              <a:gsLst>
                <a:gs pos="0">
                  <a:srgbClr val="787878">
                    <a:alpha val="8092"/>
                  </a:srgbClr>
                </a:gs>
                <a:gs pos="14286">
                  <a:srgbClr val="787878">
                    <a:alpha val="7462"/>
                  </a:srgbClr>
                </a:gs>
                <a:gs pos="28571">
                  <a:srgbClr val="787878">
                    <a:alpha val="5844"/>
                  </a:srgbClr>
                </a:gs>
                <a:gs pos="42857">
                  <a:srgbClr val="787878">
                    <a:alpha val="3873"/>
                  </a:srgbClr>
                </a:gs>
                <a:gs pos="57143">
                  <a:srgbClr val="787878">
                    <a:alpha val="2165"/>
                  </a:srgbClr>
                </a:gs>
                <a:gs pos="71429">
                  <a:srgbClr val="787878">
                    <a:alpha val="1019"/>
                  </a:srgbClr>
                </a:gs>
                <a:gs pos="85714">
                  <a:srgbClr val="787878">
                    <a:alpha val="404"/>
                  </a:srgbClr>
                </a:gs>
                <a:gs pos="100000">
                  <a:srgbClr val="787878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-10605984">
              <a:off x="312973" y="1207818"/>
              <a:ext cx="565153" cy="557816"/>
            </a:xfrm>
            <a:prstGeom prst="ellipse">
              <a:avLst/>
            </a:prstGeom>
            <a:gradFill>
              <a:gsLst>
                <a:gs pos="0">
                  <a:srgbClr val="737473">
                    <a:alpha val="1805"/>
                  </a:srgbClr>
                </a:gs>
                <a:gs pos="14286">
                  <a:srgbClr val="737473">
                    <a:alpha val="1660"/>
                  </a:srgbClr>
                </a:gs>
                <a:gs pos="28571">
                  <a:srgbClr val="737473">
                    <a:alpha val="1291"/>
                  </a:srgbClr>
                </a:gs>
                <a:gs pos="42857">
                  <a:srgbClr val="737473">
                    <a:alpha val="849"/>
                  </a:srgbClr>
                </a:gs>
                <a:gs pos="57143">
                  <a:srgbClr val="737473">
                    <a:alpha val="471"/>
                  </a:srgbClr>
                </a:gs>
                <a:gs pos="71429">
                  <a:srgbClr val="737473">
                    <a:alpha val="221"/>
                  </a:srgbClr>
                </a:gs>
                <a:gs pos="85714">
                  <a:srgbClr val="737473">
                    <a:alpha val="87"/>
                  </a:srgbClr>
                </a:gs>
                <a:gs pos="100000">
                  <a:srgbClr val="737473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10664513">
              <a:off x="2868037" y="2997030"/>
              <a:ext cx="559958" cy="552388"/>
            </a:xfrm>
            <a:prstGeom prst="ellipse">
              <a:avLst/>
            </a:prstGeom>
            <a:gradFill>
              <a:gsLst>
                <a:gs pos="0">
                  <a:srgbClr val="6C6B6B">
                    <a:alpha val="1501"/>
                  </a:srgbClr>
                </a:gs>
                <a:gs pos="14286">
                  <a:srgbClr val="6C6B6B">
                    <a:alpha val="1380"/>
                  </a:srgbClr>
                </a:gs>
                <a:gs pos="28571">
                  <a:srgbClr val="6C6B6B">
                    <a:alpha val="1073"/>
                  </a:srgbClr>
                </a:gs>
                <a:gs pos="42857">
                  <a:srgbClr val="6C6B6B">
                    <a:alpha val="705"/>
                  </a:srgbClr>
                </a:gs>
                <a:gs pos="57143">
                  <a:srgbClr val="6C6B6B">
                    <a:alpha val="391"/>
                  </a:srgbClr>
                </a:gs>
                <a:gs pos="71429">
                  <a:srgbClr val="6C6B6B">
                    <a:alpha val="183"/>
                  </a:srgbClr>
                </a:gs>
                <a:gs pos="85714">
                  <a:srgbClr val="6C6B6B">
                    <a:alpha val="73"/>
                  </a:srgbClr>
                </a:gs>
                <a:gs pos="100000">
                  <a:srgbClr val="6C6B6B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-10718276">
              <a:off x="916859" y="2036897"/>
              <a:ext cx="548965" cy="546122"/>
            </a:xfrm>
            <a:prstGeom prst="ellipse">
              <a:avLst/>
            </a:prstGeom>
            <a:gradFill>
              <a:gsLst>
                <a:gs pos="0">
                  <a:srgbClr val="6B6B6C">
                    <a:alpha val="3505"/>
                  </a:srgbClr>
                </a:gs>
                <a:gs pos="14286">
                  <a:srgbClr val="6B6B6C">
                    <a:alpha val="3226"/>
                  </a:srgbClr>
                </a:gs>
                <a:gs pos="28571">
                  <a:srgbClr val="6B6B6C">
                    <a:alpha val="2514"/>
                  </a:srgbClr>
                </a:gs>
                <a:gs pos="42857">
                  <a:srgbClr val="6B6B6C">
                    <a:alpha val="1656"/>
                  </a:srgbClr>
                </a:gs>
                <a:gs pos="57143">
                  <a:srgbClr val="6B6B6C">
                    <a:alpha val="921"/>
                  </a:srgbClr>
                </a:gs>
                <a:gs pos="71429">
                  <a:srgbClr val="6B6B6C">
                    <a:alpha val="432"/>
                  </a:srgbClr>
                </a:gs>
                <a:gs pos="85714">
                  <a:srgbClr val="6B6B6C">
                    <a:alpha val="171"/>
                  </a:srgbClr>
                </a:gs>
                <a:gs pos="100000">
                  <a:srgbClr val="6B6B6C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5421544">
              <a:off x="-86393" y="434817"/>
              <a:ext cx="555846" cy="551718"/>
            </a:xfrm>
            <a:prstGeom prst="ellipse">
              <a:avLst/>
            </a:prstGeom>
            <a:gradFill>
              <a:gsLst>
                <a:gs pos="0">
                  <a:srgbClr val="717170">
                    <a:alpha val="4071"/>
                  </a:srgbClr>
                </a:gs>
                <a:gs pos="14286">
                  <a:srgbClr val="717170">
                    <a:alpha val="3748"/>
                  </a:srgbClr>
                </a:gs>
                <a:gs pos="28571">
                  <a:srgbClr val="717170">
                    <a:alpha val="2922"/>
                  </a:srgbClr>
                </a:gs>
                <a:gs pos="42857">
                  <a:srgbClr val="717170">
                    <a:alpha val="1927"/>
                  </a:srgbClr>
                </a:gs>
                <a:gs pos="57143">
                  <a:srgbClr val="717170">
                    <a:alpha val="1072"/>
                  </a:srgbClr>
                </a:gs>
                <a:gs pos="71429">
                  <a:srgbClr val="717170">
                    <a:alpha val="503"/>
                  </a:srgbClr>
                </a:gs>
                <a:gs pos="85714">
                  <a:srgbClr val="717170">
                    <a:alpha val="199"/>
                  </a:srgbClr>
                </a:gs>
                <a:gs pos="100000">
                  <a:srgbClr val="717170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5143319">
              <a:off x="598642" y="2657511"/>
              <a:ext cx="544015" cy="537902"/>
            </a:xfrm>
            <a:prstGeom prst="ellipse">
              <a:avLst/>
            </a:prstGeom>
            <a:gradFill>
              <a:gsLst>
                <a:gs pos="0">
                  <a:srgbClr val="6C6C6D">
                    <a:alpha val="8602"/>
                  </a:srgbClr>
                </a:gs>
                <a:gs pos="14286">
                  <a:srgbClr val="6C6C6D">
                    <a:alpha val="7935"/>
                  </a:srgbClr>
                </a:gs>
                <a:gs pos="28571">
                  <a:srgbClr val="6C6C6D">
                    <a:alpha val="6217"/>
                  </a:srgbClr>
                </a:gs>
                <a:gs pos="42857">
                  <a:srgbClr val="6C6C6D">
                    <a:alpha val="4123"/>
                  </a:srgbClr>
                </a:gs>
                <a:gs pos="57143">
                  <a:srgbClr val="6C6C6D">
                    <a:alpha val="2306"/>
                  </a:srgbClr>
                </a:gs>
                <a:gs pos="71429">
                  <a:srgbClr val="6C6C6D">
                    <a:alpha val="1086"/>
                  </a:srgbClr>
                </a:gs>
                <a:gs pos="85714">
                  <a:srgbClr val="6C6C6D">
                    <a:alpha val="431"/>
                  </a:srgbClr>
                </a:gs>
                <a:gs pos="100000">
                  <a:srgbClr val="6C6C6D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5400476">
              <a:off x="2353592" y="3036499"/>
              <a:ext cx="548650" cy="548626"/>
            </a:xfrm>
            <a:prstGeom prst="ellipse">
              <a:avLst/>
            </a:prstGeom>
            <a:gradFill>
              <a:gsLst>
                <a:gs pos="0">
                  <a:srgbClr val="707171">
                    <a:alpha val="3367"/>
                  </a:srgbClr>
                </a:gs>
                <a:gs pos="14286">
                  <a:srgbClr val="707171">
                    <a:alpha val="3098"/>
                  </a:srgbClr>
                </a:gs>
                <a:gs pos="28571">
                  <a:srgbClr val="707171">
                    <a:alpha val="2414"/>
                  </a:srgbClr>
                </a:gs>
                <a:gs pos="42857">
                  <a:srgbClr val="707171">
                    <a:alpha val="1590"/>
                  </a:srgbClr>
                </a:gs>
                <a:gs pos="57143">
                  <a:srgbClr val="707171">
                    <a:alpha val="884"/>
                  </a:srgbClr>
                </a:gs>
                <a:gs pos="71429">
                  <a:srgbClr val="707171">
                    <a:alpha val="415"/>
                  </a:srgbClr>
                </a:gs>
                <a:gs pos="85714">
                  <a:srgbClr val="707171">
                    <a:alpha val="164"/>
                  </a:srgbClr>
                </a:gs>
                <a:gs pos="100000">
                  <a:srgbClr val="707171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10606570">
              <a:off x="2000637" y="1074904"/>
              <a:ext cx="544029" cy="540655"/>
            </a:xfrm>
            <a:prstGeom prst="ellipse">
              <a:avLst/>
            </a:prstGeom>
            <a:gradFill>
              <a:gsLst>
                <a:gs pos="0">
                  <a:srgbClr val="6B6B6B">
                    <a:alpha val="9417"/>
                  </a:srgbClr>
                </a:gs>
                <a:gs pos="14286">
                  <a:srgbClr val="6B6B6B">
                    <a:alpha val="8690"/>
                  </a:srgbClr>
                </a:gs>
                <a:gs pos="28571">
                  <a:srgbClr val="6B6B6B">
                    <a:alpha val="6815"/>
                  </a:srgbClr>
                </a:gs>
                <a:gs pos="42857">
                  <a:srgbClr val="6B6B6B">
                    <a:alpha val="4524"/>
                  </a:srgbClr>
                </a:gs>
                <a:gs pos="57143">
                  <a:srgbClr val="6B6B6B">
                    <a:alpha val="2533"/>
                  </a:srgbClr>
                </a:gs>
                <a:gs pos="71429">
                  <a:srgbClr val="6B6B6B">
                    <a:alpha val="1194"/>
                  </a:srgbClr>
                </a:gs>
                <a:gs pos="85714">
                  <a:srgbClr val="6B6B6B">
                    <a:alpha val="474"/>
                  </a:srgbClr>
                </a:gs>
                <a:gs pos="100000">
                  <a:srgbClr val="6B6B6B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5736074">
              <a:off x="1164537" y="1408858"/>
              <a:ext cx="543488" cy="540509"/>
            </a:xfrm>
            <a:prstGeom prst="ellipse">
              <a:avLst/>
            </a:prstGeom>
            <a:gradFill>
              <a:gsLst>
                <a:gs pos="0">
                  <a:srgbClr val="5D5D5B">
                    <a:alpha val="1509"/>
                  </a:srgbClr>
                </a:gs>
                <a:gs pos="14286">
                  <a:srgbClr val="5D5D5B">
                    <a:alpha val="1388"/>
                  </a:srgbClr>
                </a:gs>
                <a:gs pos="28571">
                  <a:srgbClr val="5D5D5B">
                    <a:alpha val="1079"/>
                  </a:srgbClr>
                </a:gs>
                <a:gs pos="42857">
                  <a:srgbClr val="5D5D5B">
                    <a:alpha val="709"/>
                  </a:srgbClr>
                </a:gs>
                <a:gs pos="57143">
                  <a:srgbClr val="5D5D5B">
                    <a:alpha val="394"/>
                  </a:srgbClr>
                </a:gs>
                <a:gs pos="71429">
                  <a:srgbClr val="5D5D5B">
                    <a:alpha val="184"/>
                  </a:srgbClr>
                </a:gs>
                <a:gs pos="85714">
                  <a:srgbClr val="5D5D5B">
                    <a:alpha val="73"/>
                  </a:srgbClr>
                </a:gs>
                <a:gs pos="100000">
                  <a:srgbClr val="5D5D5B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5412431">
              <a:off x="2465858" y="1860793"/>
              <a:ext cx="565217" cy="563167"/>
            </a:xfrm>
            <a:prstGeom prst="ellipse">
              <a:avLst/>
            </a:prstGeom>
            <a:gradFill>
              <a:gsLst>
                <a:gs pos="0">
                  <a:srgbClr val="757575">
                    <a:alpha val="2967"/>
                  </a:srgbClr>
                </a:gs>
                <a:gs pos="14286">
                  <a:srgbClr val="757575">
                    <a:alpha val="2730"/>
                  </a:srgbClr>
                </a:gs>
                <a:gs pos="28571">
                  <a:srgbClr val="757575">
                    <a:alpha val="2127"/>
                  </a:srgbClr>
                </a:gs>
                <a:gs pos="42857">
                  <a:srgbClr val="757575">
                    <a:alpha val="1400"/>
                  </a:srgbClr>
                </a:gs>
                <a:gs pos="57143">
                  <a:srgbClr val="757575">
                    <a:alpha val="778"/>
                  </a:srgbClr>
                </a:gs>
                <a:gs pos="71429">
                  <a:srgbClr val="757575">
                    <a:alpha val="365"/>
                  </a:srgbClr>
                </a:gs>
                <a:gs pos="85714">
                  <a:srgbClr val="757575">
                    <a:alpha val="145"/>
                  </a:srgbClr>
                </a:gs>
                <a:gs pos="100000">
                  <a:srgbClr val="757575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-10612221">
              <a:off x="2238281" y="2945420"/>
              <a:ext cx="553221" cy="548008"/>
            </a:xfrm>
            <a:prstGeom prst="ellipse">
              <a:avLst/>
            </a:prstGeom>
            <a:gradFill>
              <a:gsLst>
                <a:gs pos="0">
                  <a:srgbClr val="7C7C7C">
                    <a:alpha val="4620"/>
                  </a:srgbClr>
                </a:gs>
                <a:gs pos="14286">
                  <a:srgbClr val="7C7C7C">
                    <a:alpha val="4255"/>
                  </a:srgbClr>
                </a:gs>
                <a:gs pos="28571">
                  <a:srgbClr val="7C7C7C">
                    <a:alpha val="3319"/>
                  </a:srgbClr>
                </a:gs>
                <a:gs pos="42857">
                  <a:srgbClr val="7C7C7C">
                    <a:alpha val="2190"/>
                  </a:srgbClr>
                </a:gs>
                <a:gs pos="57143">
                  <a:srgbClr val="7C7C7C">
                    <a:alpha val="1219"/>
                  </a:srgbClr>
                </a:gs>
                <a:gs pos="71429">
                  <a:srgbClr val="7C7C7C">
                    <a:alpha val="573"/>
                  </a:srgbClr>
                </a:gs>
                <a:gs pos="85714">
                  <a:srgbClr val="7C7C7C">
                    <a:alpha val="227"/>
                  </a:srgbClr>
                </a:gs>
                <a:gs pos="100000">
                  <a:srgbClr val="7C7C7C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6059234">
              <a:off x="1315660" y="1676804"/>
              <a:ext cx="554593" cy="143013"/>
            </a:xfrm>
            <a:prstGeom prst="ellipse">
              <a:avLst/>
            </a:prstGeom>
            <a:gradFill>
              <a:gsLst>
                <a:gs pos="0">
                  <a:srgbClr val="050005">
                    <a:alpha val="32968"/>
                  </a:srgbClr>
                </a:gs>
                <a:gs pos="14286">
                  <a:srgbClr val="050005">
                    <a:alpha val="30764"/>
                  </a:srgbClr>
                </a:gs>
                <a:gs pos="28571">
                  <a:srgbClr val="050005">
                    <a:alpha val="24833"/>
                  </a:srgbClr>
                </a:gs>
                <a:gs pos="42857">
                  <a:srgbClr val="050005">
                    <a:alpha val="17075"/>
                  </a:srgbClr>
                </a:gs>
                <a:gs pos="57143">
                  <a:srgbClr val="050005">
                    <a:alpha val="9855"/>
                  </a:srgbClr>
                </a:gs>
                <a:gs pos="71429">
                  <a:srgbClr val="050005">
                    <a:alpha val="4740"/>
                  </a:srgbClr>
                </a:gs>
                <a:gs pos="85714">
                  <a:srgbClr val="050005">
                    <a:alpha val="1902"/>
                  </a:srgbClr>
                </a:gs>
                <a:gs pos="100000">
                  <a:srgbClr val="05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5446831">
              <a:off x="2463290" y="1883257"/>
              <a:ext cx="563848" cy="560737"/>
            </a:xfrm>
            <a:prstGeom prst="ellipse">
              <a:avLst/>
            </a:prstGeom>
            <a:gradFill>
              <a:gsLst>
                <a:gs pos="0">
                  <a:srgbClr val="747474">
                    <a:alpha val="3913"/>
                  </a:srgbClr>
                </a:gs>
                <a:gs pos="14286">
                  <a:srgbClr val="747474">
                    <a:alpha val="3603"/>
                  </a:srgbClr>
                </a:gs>
                <a:gs pos="28571">
                  <a:srgbClr val="747474">
                    <a:alpha val="2809"/>
                  </a:srgbClr>
                </a:gs>
                <a:gs pos="42857">
                  <a:srgbClr val="747474">
                    <a:alpha val="1851"/>
                  </a:srgbClr>
                </a:gs>
                <a:gs pos="57143">
                  <a:srgbClr val="747474">
                    <a:alpha val="1030"/>
                  </a:srgbClr>
                </a:gs>
                <a:gs pos="71429">
                  <a:srgbClr val="747474">
                    <a:alpha val="483"/>
                  </a:srgbClr>
                </a:gs>
                <a:gs pos="85714">
                  <a:srgbClr val="747474">
                    <a:alpha val="191"/>
                  </a:srgbClr>
                </a:gs>
                <a:gs pos="100000">
                  <a:srgbClr val="747474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5533509">
              <a:off x="1020077" y="2032074"/>
              <a:ext cx="549580" cy="546716"/>
            </a:xfrm>
            <a:prstGeom prst="ellipse">
              <a:avLst/>
            </a:prstGeom>
            <a:gradFill>
              <a:gsLst>
                <a:gs pos="0">
                  <a:srgbClr val="787877">
                    <a:alpha val="2506"/>
                  </a:srgbClr>
                </a:gs>
                <a:gs pos="14286">
                  <a:srgbClr val="787877">
                    <a:alpha val="2305"/>
                  </a:srgbClr>
                </a:gs>
                <a:gs pos="28571">
                  <a:srgbClr val="787877">
                    <a:alpha val="1795"/>
                  </a:srgbClr>
                </a:gs>
                <a:gs pos="42857">
                  <a:srgbClr val="787877">
                    <a:alpha val="1181"/>
                  </a:srgbClr>
                </a:gs>
                <a:gs pos="57143">
                  <a:srgbClr val="787877">
                    <a:alpha val="656"/>
                  </a:srgbClr>
                </a:gs>
                <a:gs pos="71429">
                  <a:srgbClr val="787877">
                    <a:alpha val="308"/>
                  </a:srgbClr>
                </a:gs>
                <a:gs pos="85714">
                  <a:srgbClr val="787877">
                    <a:alpha val="122"/>
                  </a:srgbClr>
                </a:gs>
                <a:gs pos="100000">
                  <a:srgbClr val="787877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-10487097">
              <a:off x="2310618" y="51363"/>
              <a:ext cx="557291" cy="542006"/>
            </a:xfrm>
            <a:prstGeom prst="ellipse">
              <a:avLst/>
            </a:prstGeom>
            <a:gradFill>
              <a:gsLst>
                <a:gs pos="0">
                  <a:srgbClr val="646765">
                    <a:alpha val="5006"/>
                  </a:srgbClr>
                </a:gs>
                <a:gs pos="14286">
                  <a:srgbClr val="646765">
                    <a:alpha val="4611"/>
                  </a:srgbClr>
                </a:gs>
                <a:gs pos="28571">
                  <a:srgbClr val="646765">
                    <a:alpha val="3599"/>
                  </a:srgbClr>
                </a:gs>
                <a:gs pos="42857">
                  <a:srgbClr val="646765">
                    <a:alpha val="2375"/>
                  </a:srgbClr>
                </a:gs>
                <a:gs pos="57143">
                  <a:srgbClr val="646765">
                    <a:alpha val="1323"/>
                  </a:srgbClr>
                </a:gs>
                <a:gs pos="71429">
                  <a:srgbClr val="646765">
                    <a:alpha val="622"/>
                  </a:srgbClr>
                </a:gs>
                <a:gs pos="85714">
                  <a:srgbClr val="646765">
                    <a:alpha val="246"/>
                  </a:srgbClr>
                </a:gs>
                <a:gs pos="100000">
                  <a:srgbClr val="646765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-10615884">
              <a:off x="662016" y="2680812"/>
              <a:ext cx="549949" cy="537228"/>
            </a:xfrm>
            <a:prstGeom prst="ellipse">
              <a:avLst/>
            </a:prstGeom>
            <a:gradFill>
              <a:gsLst>
                <a:gs pos="0">
                  <a:srgbClr val="737373">
                    <a:alpha val="2470"/>
                  </a:srgbClr>
                </a:gs>
                <a:gs pos="14286">
                  <a:srgbClr val="737373">
                    <a:alpha val="2272"/>
                  </a:srgbClr>
                </a:gs>
                <a:gs pos="28571">
                  <a:srgbClr val="737373">
                    <a:alpha val="1769"/>
                  </a:srgbClr>
                </a:gs>
                <a:gs pos="42857">
                  <a:srgbClr val="737373">
                    <a:alpha val="1164"/>
                  </a:srgbClr>
                </a:gs>
                <a:gs pos="57143">
                  <a:srgbClr val="737373">
                    <a:alpha val="646"/>
                  </a:srgbClr>
                </a:gs>
                <a:gs pos="71429">
                  <a:srgbClr val="737373">
                    <a:alpha val="303"/>
                  </a:srgbClr>
                </a:gs>
                <a:gs pos="85714">
                  <a:srgbClr val="737373">
                    <a:alpha val="120"/>
                  </a:srgbClr>
                </a:gs>
                <a:gs pos="100000">
                  <a:srgbClr val="737373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10796284">
              <a:off x="146088" y="3374846"/>
              <a:ext cx="547283" cy="546458"/>
            </a:xfrm>
            <a:prstGeom prst="ellipse">
              <a:avLst/>
            </a:prstGeom>
            <a:gradFill>
              <a:gsLst>
                <a:gs pos="0">
                  <a:srgbClr val="686969">
                    <a:alpha val="2152"/>
                  </a:srgbClr>
                </a:gs>
                <a:gs pos="14286">
                  <a:srgbClr val="686969">
                    <a:alpha val="1979"/>
                  </a:srgbClr>
                </a:gs>
                <a:gs pos="28571">
                  <a:srgbClr val="686969">
                    <a:alpha val="1540"/>
                  </a:srgbClr>
                </a:gs>
                <a:gs pos="42857">
                  <a:srgbClr val="686969">
                    <a:alpha val="1013"/>
                  </a:srgbClr>
                </a:gs>
                <a:gs pos="57143">
                  <a:srgbClr val="686969">
                    <a:alpha val="563"/>
                  </a:srgbClr>
                </a:gs>
                <a:gs pos="71429">
                  <a:srgbClr val="686969">
                    <a:alpha val="264"/>
                  </a:srgbClr>
                </a:gs>
                <a:gs pos="85714">
                  <a:srgbClr val="686969">
                    <a:alpha val="104"/>
                  </a:srgbClr>
                </a:gs>
                <a:gs pos="100000">
                  <a:srgbClr val="686969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5374325">
              <a:off x="3370346" y="1980278"/>
              <a:ext cx="555458" cy="550349"/>
            </a:xfrm>
            <a:prstGeom prst="ellipse">
              <a:avLst/>
            </a:prstGeom>
            <a:gradFill>
              <a:gsLst>
                <a:gs pos="0">
                  <a:srgbClr val="6D6C6D">
                    <a:alpha val="1335"/>
                  </a:srgbClr>
                </a:gs>
                <a:gs pos="14286">
                  <a:srgbClr val="6D6C6D">
                    <a:alpha val="1228"/>
                  </a:srgbClr>
                </a:gs>
                <a:gs pos="28571">
                  <a:srgbClr val="6D6C6D">
                    <a:alpha val="954"/>
                  </a:srgbClr>
                </a:gs>
                <a:gs pos="42857">
                  <a:srgbClr val="6D6C6D">
                    <a:alpha val="627"/>
                  </a:srgbClr>
                </a:gs>
                <a:gs pos="57143">
                  <a:srgbClr val="6D6C6D">
                    <a:alpha val="348"/>
                  </a:srgbClr>
                </a:gs>
                <a:gs pos="71429">
                  <a:srgbClr val="6D6C6D">
                    <a:alpha val="163"/>
                  </a:srgbClr>
                </a:gs>
                <a:gs pos="85714">
                  <a:srgbClr val="6D6C6D">
                    <a:alpha val="64"/>
                  </a:srgbClr>
                </a:gs>
                <a:gs pos="100000">
                  <a:srgbClr val="6D6C6D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5403542">
              <a:off x="343800" y="2307638"/>
              <a:ext cx="561060" cy="560980"/>
            </a:xfrm>
            <a:prstGeom prst="ellipse">
              <a:avLst/>
            </a:prstGeom>
            <a:gradFill>
              <a:gsLst>
                <a:gs pos="0">
                  <a:srgbClr val="767575">
                    <a:alpha val="4647"/>
                  </a:srgbClr>
                </a:gs>
                <a:gs pos="14286">
                  <a:srgbClr val="767575">
                    <a:alpha val="4280"/>
                  </a:srgbClr>
                </a:gs>
                <a:gs pos="28571">
                  <a:srgbClr val="767575">
                    <a:alpha val="3339"/>
                  </a:srgbClr>
                </a:gs>
                <a:gs pos="42857">
                  <a:srgbClr val="767575">
                    <a:alpha val="2203"/>
                  </a:srgbClr>
                </a:gs>
                <a:gs pos="57143">
                  <a:srgbClr val="767575">
                    <a:alpha val="1227"/>
                  </a:srgbClr>
                </a:gs>
                <a:gs pos="71429">
                  <a:srgbClr val="767575">
                    <a:alpha val="576"/>
                  </a:srgbClr>
                </a:gs>
                <a:gs pos="85714">
                  <a:srgbClr val="767575">
                    <a:alpha val="228"/>
                  </a:srgbClr>
                </a:gs>
                <a:gs pos="100000">
                  <a:srgbClr val="767575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5819267">
              <a:off x="10498" y="1084445"/>
              <a:ext cx="67297" cy="27180"/>
            </a:xfrm>
            <a:prstGeom prst="ellipse">
              <a:avLst/>
            </a:prstGeom>
            <a:gradFill>
              <a:gsLst>
                <a:gs pos="0">
                  <a:srgbClr val="D6D6D6">
                    <a:alpha val="13598"/>
                  </a:srgbClr>
                </a:gs>
                <a:gs pos="14286">
                  <a:srgbClr val="D6D6D6">
                    <a:alpha val="12571"/>
                  </a:srgbClr>
                </a:gs>
                <a:gs pos="28571">
                  <a:srgbClr val="D6D6D6">
                    <a:alpha val="9905"/>
                  </a:srgbClr>
                </a:gs>
                <a:gs pos="42857">
                  <a:srgbClr val="D6D6D6">
                    <a:alpha val="6613"/>
                  </a:srgbClr>
                </a:gs>
                <a:gs pos="57143">
                  <a:srgbClr val="D6D6D6">
                    <a:alpha val="3720"/>
                  </a:srgbClr>
                </a:gs>
                <a:gs pos="71429">
                  <a:srgbClr val="D6D6D6">
                    <a:alpha val="1759"/>
                  </a:srgbClr>
                </a:gs>
                <a:gs pos="85714">
                  <a:srgbClr val="D6D6D6">
                    <a:alpha val="699"/>
                  </a:srgbClr>
                </a:gs>
                <a:gs pos="100000">
                  <a:srgbClr val="D6D6D6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5247452">
              <a:off x="403168" y="1814730"/>
              <a:ext cx="553122" cy="549515"/>
            </a:xfrm>
            <a:prstGeom prst="ellipse">
              <a:avLst/>
            </a:prstGeom>
            <a:gradFill>
              <a:gsLst>
                <a:gs pos="0">
                  <a:srgbClr val="737273">
                    <a:alpha val="1197"/>
                  </a:srgbClr>
                </a:gs>
                <a:gs pos="14286">
                  <a:srgbClr val="737273">
                    <a:alpha val="1101"/>
                  </a:srgbClr>
                </a:gs>
                <a:gs pos="28571">
                  <a:srgbClr val="737273">
                    <a:alpha val="856"/>
                  </a:srgbClr>
                </a:gs>
                <a:gs pos="42857">
                  <a:srgbClr val="737273">
                    <a:alpha val="562"/>
                  </a:srgbClr>
                </a:gs>
                <a:gs pos="57143">
                  <a:srgbClr val="737273">
                    <a:alpha val="312"/>
                  </a:srgbClr>
                </a:gs>
                <a:gs pos="71429">
                  <a:srgbClr val="737273">
                    <a:alpha val="146"/>
                  </a:srgbClr>
                </a:gs>
                <a:gs pos="85714">
                  <a:srgbClr val="737273">
                    <a:alpha val="58"/>
                  </a:srgbClr>
                </a:gs>
                <a:gs pos="100000">
                  <a:srgbClr val="737273">
                    <a:alpha val="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-10785118">
              <a:off x="407413" y="2288698"/>
              <a:ext cx="554709" cy="553833"/>
            </a:xfrm>
            <a:prstGeom prst="ellipse">
              <a:avLst/>
            </a:prstGeom>
            <a:gradFill>
              <a:gsLst>
                <a:gs pos="0">
                  <a:srgbClr val="747575">
                    <a:alpha val="1611"/>
                  </a:srgbClr>
                </a:gs>
                <a:gs pos="14286">
                  <a:srgbClr val="747575">
                    <a:alpha val="1482"/>
                  </a:srgbClr>
                </a:gs>
                <a:gs pos="28571">
                  <a:srgbClr val="747575">
                    <a:alpha val="1152"/>
                  </a:srgbClr>
                </a:gs>
                <a:gs pos="42857">
                  <a:srgbClr val="747575">
                    <a:alpha val="757"/>
                  </a:srgbClr>
                </a:gs>
                <a:gs pos="57143">
                  <a:srgbClr val="747575">
                    <a:alpha val="420"/>
                  </a:srgbClr>
                </a:gs>
                <a:gs pos="71429">
                  <a:srgbClr val="747575">
                    <a:alpha val="197"/>
                  </a:srgbClr>
                </a:gs>
                <a:gs pos="85714">
                  <a:srgbClr val="747575">
                    <a:alpha val="78"/>
                  </a:srgbClr>
                </a:gs>
                <a:gs pos="100000">
                  <a:srgbClr val="747575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5374514">
              <a:off x="442573" y="2557267"/>
              <a:ext cx="554404" cy="553405"/>
            </a:xfrm>
            <a:prstGeom prst="ellipse">
              <a:avLst/>
            </a:prstGeom>
            <a:gradFill>
              <a:gsLst>
                <a:gs pos="0">
                  <a:srgbClr val="707171">
                    <a:alpha val="1400"/>
                  </a:srgbClr>
                </a:gs>
                <a:gs pos="14286">
                  <a:srgbClr val="707171">
                    <a:alpha val="1288"/>
                  </a:srgbClr>
                </a:gs>
                <a:gs pos="28571">
                  <a:srgbClr val="707171">
                    <a:alpha val="1001"/>
                  </a:srgbClr>
                </a:gs>
                <a:gs pos="42857">
                  <a:srgbClr val="707171">
                    <a:alpha val="658"/>
                  </a:srgbClr>
                </a:gs>
                <a:gs pos="57143">
                  <a:srgbClr val="707171">
                    <a:alpha val="365"/>
                  </a:srgbClr>
                </a:gs>
                <a:gs pos="71429">
                  <a:srgbClr val="707171">
                    <a:alpha val="171"/>
                  </a:srgbClr>
                </a:gs>
                <a:gs pos="85714">
                  <a:srgbClr val="707171">
                    <a:alpha val="68"/>
                  </a:srgbClr>
                </a:gs>
                <a:gs pos="100000">
                  <a:srgbClr val="707171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5422445">
              <a:off x="9583" y="1170053"/>
              <a:ext cx="551966" cy="546984"/>
            </a:xfrm>
            <a:prstGeom prst="ellipse">
              <a:avLst/>
            </a:prstGeom>
            <a:gradFill>
              <a:gsLst>
                <a:gs pos="0">
                  <a:srgbClr val="7A7979">
                    <a:alpha val="2231"/>
                  </a:srgbClr>
                </a:gs>
                <a:gs pos="14286">
                  <a:srgbClr val="7A7979">
                    <a:alpha val="2053"/>
                  </a:srgbClr>
                </a:gs>
                <a:gs pos="28571">
                  <a:srgbClr val="7A7979">
                    <a:alpha val="1597"/>
                  </a:srgbClr>
                </a:gs>
                <a:gs pos="42857">
                  <a:srgbClr val="7A7979">
                    <a:alpha val="1051"/>
                  </a:srgbClr>
                </a:gs>
                <a:gs pos="57143">
                  <a:srgbClr val="7A7979">
                    <a:alpha val="584"/>
                  </a:srgbClr>
                </a:gs>
                <a:gs pos="71429">
                  <a:srgbClr val="7A7979">
                    <a:alpha val="274"/>
                  </a:srgbClr>
                </a:gs>
                <a:gs pos="85714">
                  <a:srgbClr val="7A7979">
                    <a:alpha val="108"/>
                  </a:srgbClr>
                </a:gs>
                <a:gs pos="100000">
                  <a:srgbClr val="7A7979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5404372">
              <a:off x="-28079" y="458923"/>
              <a:ext cx="553562" cy="548271"/>
            </a:xfrm>
            <a:prstGeom prst="ellipse">
              <a:avLst/>
            </a:prstGeom>
            <a:gradFill>
              <a:gsLst>
                <a:gs pos="0">
                  <a:srgbClr val="737373">
                    <a:alpha val="4775"/>
                  </a:srgbClr>
                </a:gs>
                <a:gs pos="14286">
                  <a:srgbClr val="737373">
                    <a:alpha val="4398"/>
                  </a:srgbClr>
                </a:gs>
                <a:gs pos="28571">
                  <a:srgbClr val="737373">
                    <a:alpha val="3432"/>
                  </a:srgbClr>
                </a:gs>
                <a:gs pos="42857">
                  <a:srgbClr val="737373">
                    <a:alpha val="2264"/>
                  </a:srgbClr>
                </a:gs>
                <a:gs pos="57143">
                  <a:srgbClr val="737373">
                    <a:alpha val="1261"/>
                  </a:srgbClr>
                </a:gs>
                <a:gs pos="71429">
                  <a:srgbClr val="737373">
                    <a:alpha val="592"/>
                  </a:srgbClr>
                </a:gs>
                <a:gs pos="85714">
                  <a:srgbClr val="737373">
                    <a:alpha val="235"/>
                  </a:srgbClr>
                </a:gs>
                <a:gs pos="100000">
                  <a:srgbClr val="737373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6244296">
              <a:off x="614199" y="1212649"/>
              <a:ext cx="534867" cy="517911"/>
            </a:xfrm>
            <a:prstGeom prst="ellipse">
              <a:avLst/>
            </a:prstGeom>
            <a:gradFill>
              <a:gsLst>
                <a:gs pos="0">
                  <a:srgbClr val="797878">
                    <a:alpha val="1790"/>
                  </a:srgbClr>
                </a:gs>
                <a:gs pos="14286">
                  <a:srgbClr val="797878">
                    <a:alpha val="1646"/>
                  </a:srgbClr>
                </a:gs>
                <a:gs pos="28571">
                  <a:srgbClr val="797878">
                    <a:alpha val="1280"/>
                  </a:srgbClr>
                </a:gs>
                <a:gs pos="42857">
                  <a:srgbClr val="797878">
                    <a:alpha val="842"/>
                  </a:srgbClr>
                </a:gs>
                <a:gs pos="57143">
                  <a:srgbClr val="797878">
                    <a:alpha val="467"/>
                  </a:srgbClr>
                </a:gs>
                <a:gs pos="71429">
                  <a:srgbClr val="797878">
                    <a:alpha val="219"/>
                  </a:srgbClr>
                </a:gs>
                <a:gs pos="85714">
                  <a:srgbClr val="797878">
                    <a:alpha val="87"/>
                  </a:srgbClr>
                </a:gs>
                <a:gs pos="100000">
                  <a:srgbClr val="797878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5313774">
              <a:off x="544535" y="2602966"/>
              <a:ext cx="553178" cy="551032"/>
            </a:xfrm>
            <a:prstGeom prst="ellipse">
              <a:avLst/>
            </a:prstGeom>
            <a:gradFill>
              <a:gsLst>
                <a:gs pos="0">
                  <a:srgbClr val="727272">
                    <a:alpha val="1956"/>
                  </a:srgbClr>
                </a:gs>
                <a:gs pos="14286">
                  <a:srgbClr val="727272">
                    <a:alpha val="1799"/>
                  </a:srgbClr>
                </a:gs>
                <a:gs pos="28571">
                  <a:srgbClr val="727272">
                    <a:alpha val="1400"/>
                  </a:srgbClr>
                </a:gs>
                <a:gs pos="42857">
                  <a:srgbClr val="727272">
                    <a:alpha val="921"/>
                  </a:srgbClr>
                </a:gs>
                <a:gs pos="57143">
                  <a:srgbClr val="727272">
                    <a:alpha val="511"/>
                  </a:srgbClr>
                </a:gs>
                <a:gs pos="71429">
                  <a:srgbClr val="727272">
                    <a:alpha val="240"/>
                  </a:srgbClr>
                </a:gs>
                <a:gs pos="85714">
                  <a:srgbClr val="727272">
                    <a:alpha val="95"/>
                  </a:srgbClr>
                </a:gs>
                <a:gs pos="100000">
                  <a:srgbClr val="727272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9885617">
              <a:off x="1546233" y="-1193"/>
              <a:ext cx="481527" cy="469601"/>
            </a:xfrm>
            <a:prstGeom prst="ellipse">
              <a:avLst/>
            </a:prstGeom>
            <a:gradFill>
              <a:gsLst>
                <a:gs pos="0">
                  <a:srgbClr val="89898A">
                    <a:alpha val="3996"/>
                  </a:srgbClr>
                </a:gs>
                <a:gs pos="14286">
                  <a:srgbClr val="89898A">
                    <a:alpha val="3679"/>
                  </a:srgbClr>
                </a:gs>
                <a:gs pos="28571">
                  <a:srgbClr val="89898A">
                    <a:alpha val="2868"/>
                  </a:srgbClr>
                </a:gs>
                <a:gs pos="42857">
                  <a:srgbClr val="89898A">
                    <a:alpha val="1891"/>
                  </a:srgbClr>
                </a:gs>
                <a:gs pos="57143">
                  <a:srgbClr val="89898A">
                    <a:alpha val="1052"/>
                  </a:srgbClr>
                </a:gs>
                <a:gs pos="71429">
                  <a:srgbClr val="89898A">
                    <a:alpha val="494"/>
                  </a:srgbClr>
                </a:gs>
                <a:gs pos="85714">
                  <a:srgbClr val="89898A">
                    <a:alpha val="196"/>
                  </a:srgbClr>
                </a:gs>
                <a:gs pos="100000">
                  <a:srgbClr val="89898A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5365230">
              <a:off x="-50116" y="1008948"/>
              <a:ext cx="557511" cy="557005"/>
            </a:xfrm>
            <a:prstGeom prst="ellipse">
              <a:avLst/>
            </a:prstGeom>
            <a:gradFill>
              <a:gsLst>
                <a:gs pos="0">
                  <a:srgbClr val="6E6D6D">
                    <a:alpha val="4347"/>
                  </a:srgbClr>
                </a:gs>
                <a:gs pos="14286">
                  <a:srgbClr val="6E6D6D">
                    <a:alpha val="4002"/>
                  </a:srgbClr>
                </a:gs>
                <a:gs pos="28571">
                  <a:srgbClr val="6E6D6D">
                    <a:alpha val="3122"/>
                  </a:srgbClr>
                </a:gs>
                <a:gs pos="42857">
                  <a:srgbClr val="6E6D6D">
                    <a:alpha val="2059"/>
                  </a:srgbClr>
                </a:gs>
                <a:gs pos="57143">
                  <a:srgbClr val="6E6D6D">
                    <a:alpha val="1146"/>
                  </a:srgbClr>
                </a:gs>
                <a:gs pos="71429">
                  <a:srgbClr val="6E6D6D">
                    <a:alpha val="538"/>
                  </a:srgbClr>
                </a:gs>
                <a:gs pos="85714">
                  <a:srgbClr val="6E6D6D">
                    <a:alpha val="213"/>
                  </a:srgbClr>
                </a:gs>
                <a:gs pos="100000">
                  <a:srgbClr val="6E6D6D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10448885">
              <a:off x="3144946" y="3354995"/>
              <a:ext cx="633313" cy="586159"/>
            </a:xfrm>
            <a:prstGeom prst="ellipse">
              <a:avLst/>
            </a:prstGeom>
            <a:gradFill>
              <a:gsLst>
                <a:gs pos="0">
                  <a:srgbClr val="888787">
                    <a:alpha val="1527"/>
                  </a:srgbClr>
                </a:gs>
                <a:gs pos="14286">
                  <a:srgbClr val="888787">
                    <a:alpha val="1405"/>
                  </a:srgbClr>
                </a:gs>
                <a:gs pos="28571">
                  <a:srgbClr val="888787">
                    <a:alpha val="1092"/>
                  </a:srgbClr>
                </a:gs>
                <a:gs pos="42857">
                  <a:srgbClr val="888787">
                    <a:alpha val="718"/>
                  </a:srgbClr>
                </a:gs>
                <a:gs pos="57143">
                  <a:srgbClr val="888787">
                    <a:alpha val="398"/>
                  </a:srgbClr>
                </a:gs>
                <a:gs pos="71429">
                  <a:srgbClr val="888787">
                    <a:alpha val="187"/>
                  </a:srgbClr>
                </a:gs>
                <a:gs pos="85714">
                  <a:srgbClr val="888787">
                    <a:alpha val="74"/>
                  </a:srgbClr>
                </a:gs>
                <a:gs pos="100000">
                  <a:srgbClr val="888787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-10763826">
              <a:off x="2393209" y="-23835"/>
              <a:ext cx="554362" cy="549347"/>
            </a:xfrm>
            <a:prstGeom prst="ellipse">
              <a:avLst/>
            </a:prstGeom>
            <a:gradFill>
              <a:gsLst>
                <a:gs pos="0">
                  <a:srgbClr val="787777">
                    <a:alpha val="2529"/>
                  </a:srgbClr>
                </a:gs>
                <a:gs pos="14286">
                  <a:srgbClr val="787777">
                    <a:alpha val="2327"/>
                  </a:srgbClr>
                </a:gs>
                <a:gs pos="28571">
                  <a:srgbClr val="787777">
                    <a:alpha val="1811"/>
                  </a:srgbClr>
                </a:gs>
                <a:gs pos="42857">
                  <a:srgbClr val="787777">
                    <a:alpha val="1192"/>
                  </a:srgbClr>
                </a:gs>
                <a:gs pos="57143">
                  <a:srgbClr val="787777">
                    <a:alpha val="662"/>
                  </a:srgbClr>
                </a:gs>
                <a:gs pos="71429">
                  <a:srgbClr val="787777">
                    <a:alpha val="311"/>
                  </a:srgbClr>
                </a:gs>
                <a:gs pos="85714">
                  <a:srgbClr val="787777">
                    <a:alpha val="123"/>
                  </a:srgbClr>
                </a:gs>
                <a:gs pos="100000">
                  <a:srgbClr val="787777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10629005">
              <a:off x="95744" y="969569"/>
              <a:ext cx="550255" cy="549631"/>
            </a:xfrm>
            <a:prstGeom prst="ellipse">
              <a:avLst/>
            </a:prstGeom>
            <a:gradFill>
              <a:gsLst>
                <a:gs pos="0">
                  <a:srgbClr val="7D7C7D">
                    <a:alpha val="3362"/>
                  </a:srgbClr>
                </a:gs>
                <a:gs pos="14286">
                  <a:srgbClr val="7D7C7D">
                    <a:alpha val="3095"/>
                  </a:srgbClr>
                </a:gs>
                <a:gs pos="28571">
                  <a:srgbClr val="7D7C7D">
                    <a:alpha val="2411"/>
                  </a:srgbClr>
                </a:gs>
                <a:gs pos="42857">
                  <a:srgbClr val="7D7C7D">
                    <a:alpha val="1588"/>
                  </a:srgbClr>
                </a:gs>
                <a:gs pos="57143">
                  <a:srgbClr val="7D7C7D">
                    <a:alpha val="883"/>
                  </a:srgbClr>
                </a:gs>
                <a:gs pos="71429">
                  <a:srgbClr val="7D7C7D">
                    <a:alpha val="414"/>
                  </a:srgbClr>
                </a:gs>
                <a:gs pos="85714">
                  <a:srgbClr val="7D7C7D">
                    <a:alpha val="164"/>
                  </a:srgbClr>
                </a:gs>
                <a:gs pos="100000">
                  <a:srgbClr val="7D7C7D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5404116">
              <a:off x="273306" y="2126256"/>
              <a:ext cx="546345" cy="545981"/>
            </a:xfrm>
            <a:prstGeom prst="ellipse">
              <a:avLst/>
            </a:prstGeom>
            <a:gradFill>
              <a:gsLst>
                <a:gs pos="0">
                  <a:srgbClr val="727172">
                    <a:alpha val="8441"/>
                  </a:srgbClr>
                </a:gs>
                <a:gs pos="14286">
                  <a:srgbClr val="727172">
                    <a:alpha val="7785"/>
                  </a:srgbClr>
                </a:gs>
                <a:gs pos="28571">
                  <a:srgbClr val="727172">
                    <a:alpha val="6099"/>
                  </a:srgbClr>
                </a:gs>
                <a:gs pos="42857">
                  <a:srgbClr val="727172">
                    <a:alpha val="4044"/>
                  </a:srgbClr>
                </a:gs>
                <a:gs pos="57143">
                  <a:srgbClr val="727172">
                    <a:alpha val="2261"/>
                  </a:srgbClr>
                </a:gs>
                <a:gs pos="71429">
                  <a:srgbClr val="727172">
                    <a:alpha val="1065"/>
                  </a:srgbClr>
                </a:gs>
                <a:gs pos="85714">
                  <a:srgbClr val="727172">
                    <a:alpha val="422"/>
                  </a:srgbClr>
                </a:gs>
                <a:gs pos="100000">
                  <a:srgbClr val="727172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-10526139">
              <a:off x="307766" y="1174457"/>
              <a:ext cx="554638" cy="552867"/>
            </a:xfrm>
            <a:prstGeom prst="ellipse">
              <a:avLst/>
            </a:prstGeom>
            <a:gradFill>
              <a:gsLst>
                <a:gs pos="0">
                  <a:srgbClr val="6D6D6D">
                    <a:alpha val="3955"/>
                  </a:srgbClr>
                </a:gs>
                <a:gs pos="14286">
                  <a:srgbClr val="6D6D6D">
                    <a:alpha val="3641"/>
                  </a:srgbClr>
                </a:gs>
                <a:gs pos="28571">
                  <a:srgbClr val="6D6D6D">
                    <a:alpha val="2839"/>
                  </a:srgbClr>
                </a:gs>
                <a:gs pos="42857">
                  <a:srgbClr val="6D6D6D">
                    <a:alpha val="1871"/>
                  </a:srgbClr>
                </a:gs>
                <a:gs pos="57143">
                  <a:srgbClr val="6D6D6D">
                    <a:alpha val="1041"/>
                  </a:srgbClr>
                </a:gs>
                <a:gs pos="71429">
                  <a:srgbClr val="6D6D6D">
                    <a:alpha val="489"/>
                  </a:srgbClr>
                </a:gs>
                <a:gs pos="85714">
                  <a:srgbClr val="6D6D6D">
                    <a:alpha val="194"/>
                  </a:srgbClr>
                </a:gs>
                <a:gs pos="100000">
                  <a:srgbClr val="6D6D6D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-10780251">
              <a:off x="2952421" y="2890010"/>
              <a:ext cx="558729" cy="556189"/>
            </a:xfrm>
            <a:prstGeom prst="ellipse">
              <a:avLst/>
            </a:prstGeom>
            <a:gradFill>
              <a:gsLst>
                <a:gs pos="0">
                  <a:srgbClr val="79797A">
                    <a:alpha val="3140"/>
                  </a:srgbClr>
                </a:gs>
                <a:gs pos="14286">
                  <a:srgbClr val="79797A">
                    <a:alpha val="2889"/>
                  </a:srgbClr>
                </a:gs>
                <a:gs pos="28571">
                  <a:srgbClr val="79797A">
                    <a:alpha val="2251"/>
                  </a:srgbClr>
                </a:gs>
                <a:gs pos="42857">
                  <a:srgbClr val="79797A">
                    <a:alpha val="1482"/>
                  </a:srgbClr>
                </a:gs>
                <a:gs pos="57143">
                  <a:srgbClr val="79797A">
                    <a:alpha val="824"/>
                  </a:srgbClr>
                </a:gs>
                <a:gs pos="71429">
                  <a:srgbClr val="79797A">
                    <a:alpha val="387"/>
                  </a:srgbClr>
                </a:gs>
                <a:gs pos="85714">
                  <a:srgbClr val="79797A">
                    <a:alpha val="153"/>
                  </a:srgbClr>
                </a:gs>
                <a:gs pos="100000">
                  <a:srgbClr val="79797A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5208651">
              <a:off x="367059" y="2527785"/>
              <a:ext cx="553417" cy="542844"/>
            </a:xfrm>
            <a:prstGeom prst="ellipse">
              <a:avLst/>
            </a:prstGeom>
            <a:gradFill>
              <a:gsLst>
                <a:gs pos="0">
                  <a:srgbClr val="6C6C6B">
                    <a:alpha val="2878"/>
                  </a:srgbClr>
                </a:gs>
                <a:gs pos="14286">
                  <a:srgbClr val="6C6C6B">
                    <a:alpha val="2648"/>
                  </a:srgbClr>
                </a:gs>
                <a:gs pos="28571">
                  <a:srgbClr val="6C6C6B">
                    <a:alpha val="2062"/>
                  </a:srgbClr>
                </a:gs>
                <a:gs pos="42857">
                  <a:srgbClr val="6C6C6B">
                    <a:alpha val="1357"/>
                  </a:srgbClr>
                </a:gs>
                <a:gs pos="57143">
                  <a:srgbClr val="6C6C6B">
                    <a:alpha val="754"/>
                  </a:srgbClr>
                </a:gs>
                <a:gs pos="71429">
                  <a:srgbClr val="6C6C6B">
                    <a:alpha val="354"/>
                  </a:srgbClr>
                </a:gs>
                <a:gs pos="85714">
                  <a:srgbClr val="6C6C6B">
                    <a:alpha val="140"/>
                  </a:srgbClr>
                </a:gs>
                <a:gs pos="100000">
                  <a:srgbClr val="6C6C6B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10463305">
              <a:off x="2208467" y="3017705"/>
              <a:ext cx="535066" cy="530120"/>
            </a:xfrm>
            <a:prstGeom prst="ellipse">
              <a:avLst/>
            </a:prstGeom>
            <a:gradFill>
              <a:gsLst>
                <a:gs pos="0">
                  <a:srgbClr val="69696A">
                    <a:alpha val="8557"/>
                  </a:srgbClr>
                </a:gs>
                <a:gs pos="14286">
                  <a:srgbClr val="69696A">
                    <a:alpha val="7893"/>
                  </a:srgbClr>
                </a:gs>
                <a:gs pos="28571">
                  <a:srgbClr val="69696A">
                    <a:alpha val="6184"/>
                  </a:srgbClr>
                </a:gs>
                <a:gs pos="42857">
                  <a:srgbClr val="69696A">
                    <a:alpha val="4101"/>
                  </a:srgbClr>
                </a:gs>
                <a:gs pos="57143">
                  <a:srgbClr val="69696A">
                    <a:alpha val="2293"/>
                  </a:srgbClr>
                </a:gs>
                <a:gs pos="71429">
                  <a:srgbClr val="69696A">
                    <a:alpha val="1080"/>
                  </a:srgbClr>
                </a:gs>
                <a:gs pos="85714">
                  <a:srgbClr val="69696A">
                    <a:alpha val="429"/>
                  </a:srgbClr>
                </a:gs>
                <a:gs pos="100000">
                  <a:srgbClr val="69696A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4835826">
              <a:off x="-1072" y="968113"/>
              <a:ext cx="559065" cy="552111"/>
            </a:xfrm>
            <a:prstGeom prst="ellipse">
              <a:avLst/>
            </a:prstGeom>
            <a:gradFill>
              <a:gsLst>
                <a:gs pos="0">
                  <a:srgbClr val="6E6E6F">
                    <a:alpha val="5103"/>
                  </a:srgbClr>
                </a:gs>
                <a:gs pos="14286">
                  <a:srgbClr val="6E6E6F">
                    <a:alpha val="4700"/>
                  </a:srgbClr>
                </a:gs>
                <a:gs pos="28571">
                  <a:srgbClr val="6E6E6F">
                    <a:alpha val="3669"/>
                  </a:srgbClr>
                </a:gs>
                <a:gs pos="42857">
                  <a:srgbClr val="6E6E6F">
                    <a:alpha val="2422"/>
                  </a:srgbClr>
                </a:gs>
                <a:gs pos="57143">
                  <a:srgbClr val="6E6E6F">
                    <a:alpha val="1349"/>
                  </a:srgbClr>
                </a:gs>
                <a:gs pos="71429">
                  <a:srgbClr val="6E6E6F">
                    <a:alpha val="634"/>
                  </a:srgbClr>
                </a:gs>
                <a:gs pos="85714">
                  <a:srgbClr val="6E6E6F">
                    <a:alpha val="251"/>
                  </a:srgbClr>
                </a:gs>
                <a:gs pos="100000">
                  <a:srgbClr val="6E6E6F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-10796437">
              <a:off x="1112624" y="795"/>
              <a:ext cx="555080" cy="554981"/>
            </a:xfrm>
            <a:prstGeom prst="ellipse">
              <a:avLst/>
            </a:prstGeom>
            <a:gradFill>
              <a:gsLst>
                <a:gs pos="0">
                  <a:srgbClr val="707070">
                    <a:alpha val="1665"/>
                  </a:srgbClr>
                </a:gs>
                <a:gs pos="14286">
                  <a:srgbClr val="707070">
                    <a:alpha val="1531"/>
                  </a:srgbClr>
                </a:gs>
                <a:gs pos="28571">
                  <a:srgbClr val="707070">
                    <a:alpha val="1191"/>
                  </a:srgbClr>
                </a:gs>
                <a:gs pos="42857">
                  <a:srgbClr val="707070">
                    <a:alpha val="783"/>
                  </a:srgbClr>
                </a:gs>
                <a:gs pos="57143">
                  <a:srgbClr val="707070">
                    <a:alpha val="435"/>
                  </a:srgbClr>
                </a:gs>
                <a:gs pos="71429">
                  <a:srgbClr val="707070">
                    <a:alpha val="204"/>
                  </a:srgbClr>
                </a:gs>
                <a:gs pos="85714">
                  <a:srgbClr val="707070">
                    <a:alpha val="81"/>
                  </a:srgbClr>
                </a:gs>
                <a:gs pos="100000">
                  <a:srgbClr val="707070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5533451">
              <a:off x="3880" y="903954"/>
              <a:ext cx="542283" cy="529364"/>
            </a:xfrm>
            <a:prstGeom prst="ellipse">
              <a:avLst/>
            </a:prstGeom>
            <a:gradFill>
              <a:gsLst>
                <a:gs pos="0">
                  <a:srgbClr val="717172">
                    <a:alpha val="5382"/>
                  </a:srgbClr>
                </a:gs>
                <a:gs pos="14286">
                  <a:srgbClr val="717172">
                    <a:alpha val="4957"/>
                  </a:srgbClr>
                </a:gs>
                <a:gs pos="28571">
                  <a:srgbClr val="717172">
                    <a:alpha val="3871"/>
                  </a:srgbClr>
                </a:gs>
                <a:gs pos="42857">
                  <a:srgbClr val="717172">
                    <a:alpha val="2556"/>
                  </a:srgbClr>
                </a:gs>
                <a:gs pos="57143">
                  <a:srgbClr val="717172">
                    <a:alpha val="1425"/>
                  </a:srgbClr>
                </a:gs>
                <a:gs pos="71429">
                  <a:srgbClr val="717172">
                    <a:alpha val="669"/>
                  </a:srgbClr>
                </a:gs>
                <a:gs pos="85714">
                  <a:srgbClr val="717172">
                    <a:alpha val="265"/>
                  </a:srgbClr>
                </a:gs>
                <a:gs pos="100000">
                  <a:srgbClr val="717172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10793801">
              <a:off x="680525" y="2274633"/>
              <a:ext cx="549134" cy="549027"/>
            </a:xfrm>
            <a:prstGeom prst="ellipse">
              <a:avLst/>
            </a:prstGeom>
            <a:gradFill>
              <a:gsLst>
                <a:gs pos="0">
                  <a:srgbClr val="717070">
                    <a:alpha val="3573"/>
                  </a:srgbClr>
                </a:gs>
                <a:gs pos="14286">
                  <a:srgbClr val="717070">
                    <a:alpha val="3289"/>
                  </a:srgbClr>
                </a:gs>
                <a:gs pos="28571">
                  <a:srgbClr val="717070">
                    <a:alpha val="2563"/>
                  </a:srgbClr>
                </a:gs>
                <a:gs pos="42857">
                  <a:srgbClr val="717070">
                    <a:alpha val="1689"/>
                  </a:srgbClr>
                </a:gs>
                <a:gs pos="57143">
                  <a:srgbClr val="717070">
                    <a:alpha val="939"/>
                  </a:srgbClr>
                </a:gs>
                <a:gs pos="71429">
                  <a:srgbClr val="717070">
                    <a:alpha val="441"/>
                  </a:srgbClr>
                </a:gs>
                <a:gs pos="85714">
                  <a:srgbClr val="717070">
                    <a:alpha val="175"/>
                  </a:srgbClr>
                </a:gs>
                <a:gs pos="100000">
                  <a:srgbClr val="717070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8776223">
              <a:off x="1701309" y="2032333"/>
              <a:ext cx="539313" cy="527461"/>
            </a:xfrm>
            <a:prstGeom prst="ellipse">
              <a:avLst/>
            </a:prstGeom>
            <a:gradFill>
              <a:gsLst>
                <a:gs pos="0">
                  <a:srgbClr val="737373">
                    <a:alpha val="9840"/>
                  </a:srgbClr>
                </a:gs>
                <a:gs pos="14286">
                  <a:srgbClr val="737373">
                    <a:alpha val="9081"/>
                  </a:srgbClr>
                </a:gs>
                <a:gs pos="28571">
                  <a:srgbClr val="737373">
                    <a:alpha val="7126"/>
                  </a:srgbClr>
                </a:gs>
                <a:gs pos="42857">
                  <a:srgbClr val="737373">
                    <a:alpha val="4733"/>
                  </a:srgbClr>
                </a:gs>
                <a:gs pos="57143">
                  <a:srgbClr val="737373">
                    <a:alpha val="2651"/>
                  </a:srgbClr>
                </a:gs>
                <a:gs pos="71429">
                  <a:srgbClr val="737373">
                    <a:alpha val="1250"/>
                  </a:srgbClr>
                </a:gs>
                <a:gs pos="85714">
                  <a:srgbClr val="737373">
                    <a:alpha val="496"/>
                  </a:srgbClr>
                </a:gs>
                <a:gs pos="100000">
                  <a:srgbClr val="737373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9058968">
              <a:off x="-196990" y="2587557"/>
              <a:ext cx="558823" cy="502254"/>
            </a:xfrm>
            <a:prstGeom prst="ellipse">
              <a:avLst/>
            </a:prstGeom>
            <a:gradFill>
              <a:gsLst>
                <a:gs pos="0">
                  <a:srgbClr val="39393A">
                    <a:alpha val="3698"/>
                  </a:srgbClr>
                </a:gs>
                <a:gs pos="14286">
                  <a:srgbClr val="39393A">
                    <a:alpha val="3404"/>
                  </a:srgbClr>
                </a:gs>
                <a:gs pos="28571">
                  <a:srgbClr val="39393A">
                    <a:alpha val="2653"/>
                  </a:srgbClr>
                </a:gs>
                <a:gs pos="42857">
                  <a:srgbClr val="39393A">
                    <a:alpha val="1748"/>
                  </a:srgbClr>
                </a:gs>
                <a:gs pos="57143">
                  <a:srgbClr val="39393A">
                    <a:alpha val="973"/>
                  </a:srgbClr>
                </a:gs>
                <a:gs pos="71429">
                  <a:srgbClr val="39393A">
                    <a:alpha val="456"/>
                  </a:srgbClr>
                </a:gs>
                <a:gs pos="85714">
                  <a:srgbClr val="39393A">
                    <a:alpha val="181"/>
                  </a:srgbClr>
                </a:gs>
                <a:gs pos="100000">
                  <a:srgbClr val="39393A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-10793993">
              <a:off x="-124813" y="3294505"/>
              <a:ext cx="535705" cy="533994"/>
            </a:xfrm>
            <a:prstGeom prst="ellipse">
              <a:avLst/>
            </a:prstGeom>
            <a:gradFill>
              <a:gsLst>
                <a:gs pos="0">
                  <a:srgbClr val="6E6F6F">
                    <a:alpha val="2221"/>
                  </a:srgbClr>
                </a:gs>
                <a:gs pos="14286">
                  <a:srgbClr val="6E6F6F">
                    <a:alpha val="2043"/>
                  </a:srgbClr>
                </a:gs>
                <a:gs pos="28571">
                  <a:srgbClr val="6E6F6F">
                    <a:alpha val="1590"/>
                  </a:srgbClr>
                </a:gs>
                <a:gs pos="42857">
                  <a:srgbClr val="6E6F6F">
                    <a:alpha val="1046"/>
                  </a:srgbClr>
                </a:gs>
                <a:gs pos="57143">
                  <a:srgbClr val="6E6F6F">
                    <a:alpha val="581"/>
                  </a:srgbClr>
                </a:gs>
                <a:gs pos="71429">
                  <a:srgbClr val="6E6F6F">
                    <a:alpha val="272"/>
                  </a:srgbClr>
                </a:gs>
                <a:gs pos="85714">
                  <a:srgbClr val="6E6F6F">
                    <a:alpha val="108"/>
                  </a:srgbClr>
                </a:gs>
                <a:gs pos="100000">
                  <a:srgbClr val="6E6F6F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10796187">
              <a:off x="2277511" y="3045098"/>
              <a:ext cx="546353" cy="544807"/>
            </a:xfrm>
            <a:prstGeom prst="ellipse">
              <a:avLst/>
            </a:prstGeom>
            <a:gradFill>
              <a:gsLst>
                <a:gs pos="0">
                  <a:srgbClr val="727272">
                    <a:alpha val="2834"/>
                  </a:srgbClr>
                </a:gs>
                <a:gs pos="14286">
                  <a:srgbClr val="727272">
                    <a:alpha val="2608"/>
                  </a:srgbClr>
                </a:gs>
                <a:gs pos="28571">
                  <a:srgbClr val="727272">
                    <a:alpha val="2031"/>
                  </a:srgbClr>
                </a:gs>
                <a:gs pos="42857">
                  <a:srgbClr val="727272">
                    <a:alpha val="1337"/>
                  </a:srgbClr>
                </a:gs>
                <a:gs pos="57143">
                  <a:srgbClr val="727272">
                    <a:alpha val="743"/>
                  </a:srgbClr>
                </a:gs>
                <a:gs pos="71429">
                  <a:srgbClr val="727272">
                    <a:alpha val="348"/>
                  </a:srgbClr>
                </a:gs>
                <a:gs pos="85714">
                  <a:srgbClr val="727272">
                    <a:alpha val="138"/>
                  </a:srgbClr>
                </a:gs>
                <a:gs pos="100000">
                  <a:srgbClr val="727272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5414497">
              <a:off x="-95220" y="348217"/>
              <a:ext cx="549499" cy="546076"/>
            </a:xfrm>
            <a:prstGeom prst="ellipse">
              <a:avLst/>
            </a:prstGeom>
            <a:gradFill>
              <a:gsLst>
                <a:gs pos="0">
                  <a:srgbClr val="747473">
                    <a:alpha val="3584"/>
                  </a:srgbClr>
                </a:gs>
                <a:gs pos="14286">
                  <a:srgbClr val="747473">
                    <a:alpha val="3299"/>
                  </a:srgbClr>
                </a:gs>
                <a:gs pos="28571">
                  <a:srgbClr val="747473">
                    <a:alpha val="2571"/>
                  </a:srgbClr>
                </a:gs>
                <a:gs pos="42857">
                  <a:srgbClr val="747473">
                    <a:alpha val="1694"/>
                  </a:srgbClr>
                </a:gs>
                <a:gs pos="57143">
                  <a:srgbClr val="747473">
                    <a:alpha val="942"/>
                  </a:srgbClr>
                </a:gs>
                <a:gs pos="71429">
                  <a:srgbClr val="747473">
                    <a:alpha val="442"/>
                  </a:srgbClr>
                </a:gs>
                <a:gs pos="85714">
                  <a:srgbClr val="747473">
                    <a:alpha val="175"/>
                  </a:srgbClr>
                </a:gs>
                <a:gs pos="100000">
                  <a:srgbClr val="747473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5063706">
              <a:off x="1018742" y="1619975"/>
              <a:ext cx="551452" cy="539424"/>
            </a:xfrm>
            <a:prstGeom prst="ellipse">
              <a:avLst/>
            </a:prstGeom>
            <a:gradFill>
              <a:gsLst>
                <a:gs pos="0">
                  <a:srgbClr val="757474">
                    <a:alpha val="1265"/>
                  </a:srgbClr>
                </a:gs>
                <a:gs pos="14286">
                  <a:srgbClr val="757474">
                    <a:alpha val="1164"/>
                  </a:srgbClr>
                </a:gs>
                <a:gs pos="28571">
                  <a:srgbClr val="757474">
                    <a:alpha val="905"/>
                  </a:srgbClr>
                </a:gs>
                <a:gs pos="42857">
                  <a:srgbClr val="757474">
                    <a:alpha val="594"/>
                  </a:srgbClr>
                </a:gs>
                <a:gs pos="57143">
                  <a:srgbClr val="757474">
                    <a:alpha val="330"/>
                  </a:srgbClr>
                </a:gs>
                <a:gs pos="71429">
                  <a:srgbClr val="757474">
                    <a:alpha val="155"/>
                  </a:srgbClr>
                </a:gs>
                <a:gs pos="85714">
                  <a:srgbClr val="757474">
                    <a:alpha val="61"/>
                  </a:srgbClr>
                </a:gs>
                <a:gs pos="100000">
                  <a:srgbClr val="757474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-10764835">
              <a:off x="3324569" y="1510371"/>
              <a:ext cx="534214" cy="532805"/>
            </a:xfrm>
            <a:prstGeom prst="ellipse">
              <a:avLst/>
            </a:prstGeom>
            <a:gradFill>
              <a:gsLst>
                <a:gs pos="0">
                  <a:srgbClr val="797978">
                    <a:alpha val="3083"/>
                  </a:srgbClr>
                </a:gs>
                <a:gs pos="14286">
                  <a:srgbClr val="797978">
                    <a:alpha val="2837"/>
                  </a:srgbClr>
                </a:gs>
                <a:gs pos="28571">
                  <a:srgbClr val="797978">
                    <a:alpha val="2210"/>
                  </a:srgbClr>
                </a:gs>
                <a:gs pos="42857">
                  <a:srgbClr val="797978">
                    <a:alpha val="1455"/>
                  </a:srgbClr>
                </a:gs>
                <a:gs pos="57143">
                  <a:srgbClr val="797978">
                    <a:alpha val="809"/>
                  </a:srgbClr>
                </a:gs>
                <a:gs pos="71429">
                  <a:srgbClr val="797978">
                    <a:alpha val="380"/>
                  </a:srgbClr>
                </a:gs>
                <a:gs pos="85714">
                  <a:srgbClr val="797978">
                    <a:alpha val="150"/>
                  </a:srgbClr>
                </a:gs>
                <a:gs pos="100000">
                  <a:srgbClr val="797978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5348131">
              <a:off x="-35326" y="485569"/>
              <a:ext cx="550838" cy="549463"/>
            </a:xfrm>
            <a:prstGeom prst="ellipse">
              <a:avLst/>
            </a:prstGeom>
            <a:gradFill>
              <a:gsLst>
                <a:gs pos="0">
                  <a:srgbClr val="747473">
                    <a:alpha val="10111"/>
                  </a:srgbClr>
                </a:gs>
                <a:gs pos="14286">
                  <a:srgbClr val="747473">
                    <a:alpha val="9332"/>
                  </a:srgbClr>
                </a:gs>
                <a:gs pos="28571">
                  <a:srgbClr val="747473">
                    <a:alpha val="7325"/>
                  </a:srgbClr>
                </a:gs>
                <a:gs pos="42857">
                  <a:srgbClr val="747473">
                    <a:alpha val="4867"/>
                  </a:srgbClr>
                </a:gs>
                <a:gs pos="57143">
                  <a:srgbClr val="747473">
                    <a:alpha val="2727"/>
                  </a:srgbClr>
                </a:gs>
                <a:gs pos="71429">
                  <a:srgbClr val="747473">
                    <a:alpha val="1286"/>
                  </a:srgbClr>
                </a:gs>
                <a:gs pos="85714">
                  <a:srgbClr val="747473">
                    <a:alpha val="510"/>
                  </a:srgbClr>
                </a:gs>
                <a:gs pos="100000">
                  <a:srgbClr val="747473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5453135">
              <a:off x="3044549" y="3047510"/>
              <a:ext cx="550317" cy="548738"/>
            </a:xfrm>
            <a:prstGeom prst="ellipse">
              <a:avLst/>
            </a:prstGeom>
            <a:gradFill>
              <a:gsLst>
                <a:gs pos="0">
                  <a:srgbClr val="767675">
                    <a:alpha val="1468"/>
                  </a:srgbClr>
                </a:gs>
                <a:gs pos="14286">
                  <a:srgbClr val="767675">
                    <a:alpha val="1350"/>
                  </a:srgbClr>
                </a:gs>
                <a:gs pos="28571">
                  <a:srgbClr val="767675">
                    <a:alpha val="1050"/>
                  </a:srgbClr>
                </a:gs>
                <a:gs pos="42857">
                  <a:srgbClr val="767675">
                    <a:alpha val="690"/>
                  </a:srgbClr>
                </a:gs>
                <a:gs pos="57143">
                  <a:srgbClr val="767675">
                    <a:alpha val="383"/>
                  </a:srgbClr>
                </a:gs>
                <a:gs pos="71429">
                  <a:srgbClr val="767675">
                    <a:alpha val="179"/>
                  </a:srgbClr>
                </a:gs>
                <a:gs pos="85714">
                  <a:srgbClr val="767675">
                    <a:alpha val="71"/>
                  </a:srgbClr>
                </a:gs>
                <a:gs pos="100000">
                  <a:srgbClr val="767675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5008629">
              <a:off x="1064222" y="1960192"/>
              <a:ext cx="547752" cy="536830"/>
            </a:xfrm>
            <a:prstGeom prst="ellipse">
              <a:avLst/>
            </a:prstGeom>
            <a:gradFill>
              <a:gsLst>
                <a:gs pos="0">
                  <a:srgbClr val="6A6A6B">
                    <a:alpha val="5036"/>
                  </a:srgbClr>
                </a:gs>
                <a:gs pos="14286">
                  <a:srgbClr val="6A6A6B">
                    <a:alpha val="4639"/>
                  </a:srgbClr>
                </a:gs>
                <a:gs pos="28571">
                  <a:srgbClr val="6A6A6B">
                    <a:alpha val="3621"/>
                  </a:srgbClr>
                </a:gs>
                <a:gs pos="42857">
                  <a:srgbClr val="6A6A6B">
                    <a:alpha val="2390"/>
                  </a:srgbClr>
                </a:gs>
                <a:gs pos="57143">
                  <a:srgbClr val="6A6A6B">
                    <a:alpha val="1331"/>
                  </a:srgbClr>
                </a:gs>
                <a:gs pos="71429">
                  <a:srgbClr val="6A6A6B">
                    <a:alpha val="625"/>
                  </a:srgbClr>
                </a:gs>
                <a:gs pos="85714">
                  <a:srgbClr val="6A6A6B">
                    <a:alpha val="248"/>
                  </a:srgbClr>
                </a:gs>
                <a:gs pos="100000">
                  <a:srgbClr val="6A6A6B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-10753584">
              <a:off x="51955" y="2316419"/>
              <a:ext cx="556775" cy="553259"/>
            </a:xfrm>
            <a:prstGeom prst="ellipse">
              <a:avLst/>
            </a:prstGeom>
            <a:gradFill>
              <a:gsLst>
                <a:gs pos="0">
                  <a:srgbClr val="787878">
                    <a:alpha val="4987"/>
                  </a:srgbClr>
                </a:gs>
                <a:gs pos="14286">
                  <a:srgbClr val="787878">
                    <a:alpha val="4593"/>
                  </a:srgbClr>
                </a:gs>
                <a:gs pos="28571">
                  <a:srgbClr val="787878">
                    <a:alpha val="3585"/>
                  </a:srgbClr>
                </a:gs>
                <a:gs pos="42857">
                  <a:srgbClr val="787878">
                    <a:alpha val="2366"/>
                  </a:srgbClr>
                </a:gs>
                <a:gs pos="57143">
                  <a:srgbClr val="787878">
                    <a:alpha val="1318"/>
                  </a:srgbClr>
                </a:gs>
                <a:gs pos="71429">
                  <a:srgbClr val="787878">
                    <a:alpha val="619"/>
                  </a:srgbClr>
                </a:gs>
                <a:gs pos="85714">
                  <a:srgbClr val="787878">
                    <a:alpha val="245"/>
                  </a:srgbClr>
                </a:gs>
                <a:gs pos="100000">
                  <a:srgbClr val="787878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3020457">
              <a:off x="719945" y="723109"/>
              <a:ext cx="195378" cy="51494"/>
            </a:xfrm>
            <a:prstGeom prst="ellipse">
              <a:avLst/>
            </a:prstGeom>
            <a:gradFill>
              <a:gsLst>
                <a:gs pos="0">
                  <a:srgbClr val="6C6C6B">
                    <a:alpha val="28126"/>
                  </a:srgbClr>
                </a:gs>
                <a:gs pos="14286">
                  <a:srgbClr val="6C6C6B">
                    <a:alpha val="26180"/>
                  </a:srgbClr>
                </a:gs>
                <a:gs pos="28571">
                  <a:srgbClr val="6C6C6B">
                    <a:alpha val="20997"/>
                  </a:srgbClr>
                </a:gs>
                <a:gs pos="42857">
                  <a:srgbClr val="6C6C6B">
                    <a:alpha val="14323"/>
                  </a:srgbClr>
                </a:gs>
                <a:gs pos="57143">
                  <a:srgbClr val="6C6C6B">
                    <a:alpha val="8209"/>
                  </a:srgbClr>
                </a:gs>
                <a:gs pos="71429">
                  <a:srgbClr val="6C6C6B">
                    <a:alpha val="3930"/>
                  </a:srgbClr>
                </a:gs>
                <a:gs pos="85714">
                  <a:srgbClr val="6C6C6B">
                    <a:alpha val="1573"/>
                  </a:srgbClr>
                </a:gs>
                <a:gs pos="100000">
                  <a:srgbClr val="6C6C6B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8111694">
              <a:off x="-268823" y="1775409"/>
              <a:ext cx="600969" cy="583060"/>
            </a:xfrm>
            <a:prstGeom prst="ellipse">
              <a:avLst/>
            </a:prstGeom>
            <a:gradFill>
              <a:gsLst>
                <a:gs pos="0">
                  <a:srgbClr val="8A8B8A">
                    <a:alpha val="10402"/>
                  </a:srgbClr>
                </a:gs>
                <a:gs pos="14286">
                  <a:srgbClr val="8A8B8A">
                    <a:alpha val="9603"/>
                  </a:srgbClr>
                </a:gs>
                <a:gs pos="28571">
                  <a:srgbClr val="8A8B8A">
                    <a:alpha val="7539"/>
                  </a:srgbClr>
                </a:gs>
                <a:gs pos="42857">
                  <a:srgbClr val="8A8B8A">
                    <a:alpha val="5012"/>
                  </a:srgbClr>
                </a:gs>
                <a:gs pos="57143">
                  <a:srgbClr val="8A8B8A">
                    <a:alpha val="2809"/>
                  </a:srgbClr>
                </a:gs>
                <a:gs pos="71429">
                  <a:srgbClr val="8A8B8A">
                    <a:alpha val="1325"/>
                  </a:srgbClr>
                </a:gs>
                <a:gs pos="85714">
                  <a:srgbClr val="8A8B8A">
                    <a:alpha val="526"/>
                  </a:srgbClr>
                </a:gs>
                <a:gs pos="100000">
                  <a:srgbClr val="8A8B8A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-10714767">
              <a:off x="998117" y="1994539"/>
              <a:ext cx="544536" cy="544070"/>
            </a:xfrm>
            <a:prstGeom prst="ellipse">
              <a:avLst/>
            </a:prstGeom>
            <a:gradFill>
              <a:gsLst>
                <a:gs pos="0">
                  <a:srgbClr val="767676">
                    <a:alpha val="3470"/>
                  </a:srgbClr>
                </a:gs>
                <a:gs pos="14286">
                  <a:srgbClr val="767676">
                    <a:alpha val="3194"/>
                  </a:srgbClr>
                </a:gs>
                <a:gs pos="28571">
                  <a:srgbClr val="767676">
                    <a:alpha val="2489"/>
                  </a:srgbClr>
                </a:gs>
                <a:gs pos="42857">
                  <a:srgbClr val="767676">
                    <a:alpha val="1640"/>
                  </a:srgbClr>
                </a:gs>
                <a:gs pos="57143">
                  <a:srgbClr val="767676">
                    <a:alpha val="912"/>
                  </a:srgbClr>
                </a:gs>
                <a:gs pos="71429">
                  <a:srgbClr val="767676">
                    <a:alpha val="428"/>
                  </a:srgbClr>
                </a:gs>
                <a:gs pos="85714">
                  <a:srgbClr val="767676">
                    <a:alpha val="169"/>
                  </a:srgbClr>
                </a:gs>
                <a:gs pos="100000">
                  <a:srgbClr val="767676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5412955">
              <a:off x="663301" y="2458018"/>
              <a:ext cx="551038" cy="544659"/>
            </a:xfrm>
            <a:prstGeom prst="ellipse">
              <a:avLst/>
            </a:prstGeom>
            <a:gradFill>
              <a:gsLst>
                <a:gs pos="0">
                  <a:srgbClr val="727171">
                    <a:alpha val="3267"/>
                  </a:srgbClr>
                </a:gs>
                <a:gs pos="14286">
                  <a:srgbClr val="727171">
                    <a:alpha val="3007"/>
                  </a:srgbClr>
                </a:gs>
                <a:gs pos="28571">
                  <a:srgbClr val="727171">
                    <a:alpha val="2343"/>
                  </a:srgbClr>
                </a:gs>
                <a:gs pos="42857">
                  <a:srgbClr val="727171">
                    <a:alpha val="1543"/>
                  </a:srgbClr>
                </a:gs>
                <a:gs pos="57143">
                  <a:srgbClr val="727171">
                    <a:alpha val="858"/>
                  </a:srgbClr>
                </a:gs>
                <a:gs pos="71429">
                  <a:srgbClr val="727171">
                    <a:alpha val="403"/>
                  </a:srgbClr>
                </a:gs>
                <a:gs pos="85714">
                  <a:srgbClr val="727171">
                    <a:alpha val="159"/>
                  </a:srgbClr>
                </a:gs>
                <a:gs pos="100000">
                  <a:srgbClr val="727171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10638113">
              <a:off x="3149185" y="2651397"/>
              <a:ext cx="552921" cy="549409"/>
            </a:xfrm>
            <a:prstGeom prst="ellipse">
              <a:avLst/>
            </a:prstGeom>
            <a:gradFill>
              <a:gsLst>
                <a:gs pos="0">
                  <a:srgbClr val="757574">
                    <a:alpha val="3591"/>
                  </a:srgbClr>
                </a:gs>
                <a:gs pos="14286">
                  <a:srgbClr val="757574">
                    <a:alpha val="3305"/>
                  </a:srgbClr>
                </a:gs>
                <a:gs pos="28571">
                  <a:srgbClr val="757574">
                    <a:alpha val="2576"/>
                  </a:srgbClr>
                </a:gs>
                <a:gs pos="42857">
                  <a:srgbClr val="757574">
                    <a:alpha val="1697"/>
                  </a:srgbClr>
                </a:gs>
                <a:gs pos="57143">
                  <a:srgbClr val="757574">
                    <a:alpha val="944"/>
                  </a:srgbClr>
                </a:gs>
                <a:gs pos="71429">
                  <a:srgbClr val="757574">
                    <a:alpha val="443"/>
                  </a:srgbClr>
                </a:gs>
                <a:gs pos="85714">
                  <a:srgbClr val="757574">
                    <a:alpha val="175"/>
                  </a:srgbClr>
                </a:gs>
                <a:gs pos="100000">
                  <a:srgbClr val="757574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-10780338">
              <a:off x="106192" y="2239227"/>
              <a:ext cx="549826" cy="548737"/>
            </a:xfrm>
            <a:prstGeom prst="ellipse">
              <a:avLst/>
            </a:prstGeom>
            <a:gradFill>
              <a:gsLst>
                <a:gs pos="0">
                  <a:srgbClr val="717171">
                    <a:alpha val="5775"/>
                  </a:srgbClr>
                </a:gs>
                <a:gs pos="14286">
                  <a:srgbClr val="717171">
                    <a:alpha val="5321"/>
                  </a:srgbClr>
                </a:gs>
                <a:gs pos="28571">
                  <a:srgbClr val="717171">
                    <a:alpha val="4156"/>
                  </a:srgbClr>
                </a:gs>
                <a:gs pos="42857">
                  <a:srgbClr val="717171">
                    <a:alpha val="2746"/>
                  </a:srgbClr>
                </a:gs>
                <a:gs pos="57143">
                  <a:srgbClr val="717171">
                    <a:alpha val="1531"/>
                  </a:srgbClr>
                </a:gs>
                <a:gs pos="71429">
                  <a:srgbClr val="717171">
                    <a:alpha val="720"/>
                  </a:srgbClr>
                </a:gs>
                <a:gs pos="85714">
                  <a:srgbClr val="717171">
                    <a:alpha val="285"/>
                  </a:srgbClr>
                </a:gs>
                <a:gs pos="100000">
                  <a:srgbClr val="717171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5482541">
              <a:off x="-270242" y="1805605"/>
              <a:ext cx="578364" cy="563465"/>
            </a:xfrm>
            <a:prstGeom prst="ellipse">
              <a:avLst/>
            </a:prstGeom>
            <a:gradFill>
              <a:gsLst>
                <a:gs pos="0">
                  <a:srgbClr val="6C6C6D">
                    <a:alpha val="6902"/>
                  </a:srgbClr>
                </a:gs>
                <a:gs pos="14286">
                  <a:srgbClr val="6C6C6D">
                    <a:alpha val="6362"/>
                  </a:srgbClr>
                </a:gs>
                <a:gs pos="28571">
                  <a:srgbClr val="6C6C6D">
                    <a:alpha val="4976"/>
                  </a:srgbClr>
                </a:gs>
                <a:gs pos="42857">
                  <a:srgbClr val="6C6C6D">
                    <a:alpha val="3292"/>
                  </a:srgbClr>
                </a:gs>
                <a:gs pos="57143">
                  <a:srgbClr val="6C6C6D">
                    <a:alpha val="1838"/>
                  </a:srgbClr>
                </a:gs>
                <a:gs pos="71429">
                  <a:srgbClr val="6C6C6D">
                    <a:alpha val="865"/>
                  </a:srgbClr>
                </a:gs>
                <a:gs pos="85714">
                  <a:srgbClr val="6C6C6D">
                    <a:alpha val="343"/>
                  </a:srgbClr>
                </a:gs>
                <a:gs pos="100000">
                  <a:srgbClr val="6C6C6D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9701509">
              <a:off x="-54654" y="2428504"/>
              <a:ext cx="562456" cy="514853"/>
            </a:xfrm>
            <a:prstGeom prst="ellipse">
              <a:avLst/>
            </a:prstGeom>
            <a:gradFill>
              <a:gsLst>
                <a:gs pos="0">
                  <a:srgbClr val="494A48">
                    <a:alpha val="1623"/>
                  </a:srgbClr>
                </a:gs>
                <a:gs pos="14286">
                  <a:srgbClr val="494A48">
                    <a:alpha val="1493"/>
                  </a:srgbClr>
                </a:gs>
                <a:gs pos="28571">
                  <a:srgbClr val="494A48">
                    <a:alpha val="1161"/>
                  </a:srgbClr>
                </a:gs>
                <a:gs pos="42857">
                  <a:srgbClr val="494A48">
                    <a:alpha val="763"/>
                  </a:srgbClr>
                </a:gs>
                <a:gs pos="57143">
                  <a:srgbClr val="494A48">
                    <a:alpha val="424"/>
                  </a:srgbClr>
                </a:gs>
                <a:gs pos="71429">
                  <a:srgbClr val="494A48">
                    <a:alpha val="198"/>
                  </a:srgbClr>
                </a:gs>
                <a:gs pos="85714">
                  <a:srgbClr val="494A48">
                    <a:alpha val="79"/>
                  </a:srgbClr>
                </a:gs>
                <a:gs pos="100000">
                  <a:srgbClr val="494A48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6519350">
              <a:off x="1624518" y="2872115"/>
              <a:ext cx="446667" cy="186795"/>
            </a:xfrm>
            <a:prstGeom prst="ellipse">
              <a:avLst/>
            </a:prstGeom>
            <a:gradFill>
              <a:gsLst>
                <a:gs pos="0">
                  <a:srgbClr val="000000">
                    <a:alpha val="16730"/>
                  </a:srgbClr>
                </a:gs>
                <a:gs pos="14286">
                  <a:srgbClr val="000000">
                    <a:alpha val="15487"/>
                  </a:srgbClr>
                </a:gs>
                <a:gs pos="28571">
                  <a:srgbClr val="000000">
                    <a:alpha val="12248"/>
                  </a:srgbClr>
                </a:gs>
                <a:gs pos="42857">
                  <a:srgbClr val="000000">
                    <a:alpha val="8213"/>
                  </a:srgbClr>
                </a:gs>
                <a:gs pos="57143">
                  <a:srgbClr val="000000">
                    <a:alpha val="4638"/>
                  </a:srgbClr>
                </a:gs>
                <a:gs pos="71429">
                  <a:srgbClr val="000000">
                    <a:alpha val="2198"/>
                  </a:srgbClr>
                </a:gs>
                <a:gs pos="85714">
                  <a:srgbClr val="000000">
                    <a:alpha val="875"/>
                  </a:srgbClr>
                </a:gs>
                <a:gs pos="100000">
                  <a:srgbClr val="000000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6108705">
              <a:off x="893666" y="541486"/>
              <a:ext cx="582997" cy="581417"/>
            </a:xfrm>
            <a:prstGeom prst="ellipse">
              <a:avLst/>
            </a:prstGeom>
            <a:gradFill>
              <a:gsLst>
                <a:gs pos="0">
                  <a:srgbClr val="393E3D">
                    <a:alpha val="1445"/>
                  </a:srgbClr>
                </a:gs>
                <a:gs pos="14286">
                  <a:srgbClr val="393E3D">
                    <a:alpha val="1329"/>
                  </a:srgbClr>
                </a:gs>
                <a:gs pos="28571">
                  <a:srgbClr val="393E3D">
                    <a:alpha val="1033"/>
                  </a:srgbClr>
                </a:gs>
                <a:gs pos="42857">
                  <a:srgbClr val="393E3D">
                    <a:alpha val="679"/>
                  </a:srgbClr>
                </a:gs>
                <a:gs pos="57143">
                  <a:srgbClr val="393E3D">
                    <a:alpha val="377"/>
                  </a:srgbClr>
                </a:gs>
                <a:gs pos="71429">
                  <a:srgbClr val="393E3D">
                    <a:alpha val="177"/>
                  </a:srgbClr>
                </a:gs>
                <a:gs pos="85714">
                  <a:srgbClr val="393E3D">
                    <a:alpha val="70"/>
                  </a:srgbClr>
                </a:gs>
                <a:gs pos="100000">
                  <a:srgbClr val="393E3D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7106158">
              <a:off x="904413" y="628797"/>
              <a:ext cx="589066" cy="572180"/>
            </a:xfrm>
            <a:prstGeom prst="ellipse">
              <a:avLst/>
            </a:prstGeom>
            <a:gradFill>
              <a:gsLst>
                <a:gs pos="0">
                  <a:srgbClr val="8F8F90">
                    <a:alpha val="10635"/>
                  </a:srgbClr>
                </a:gs>
                <a:gs pos="14286">
                  <a:srgbClr val="8F8F90">
                    <a:alpha val="9818"/>
                  </a:srgbClr>
                </a:gs>
                <a:gs pos="28571">
                  <a:srgbClr val="8F8F90">
                    <a:alpha val="7711"/>
                  </a:srgbClr>
                </a:gs>
                <a:gs pos="42857">
                  <a:srgbClr val="8F8F90">
                    <a:alpha val="5127"/>
                  </a:srgbClr>
                </a:gs>
                <a:gs pos="57143">
                  <a:srgbClr val="8F8F90">
                    <a:alpha val="2874"/>
                  </a:srgbClr>
                </a:gs>
                <a:gs pos="71429">
                  <a:srgbClr val="8F8F90">
                    <a:alpha val="1356"/>
                  </a:srgbClr>
                </a:gs>
                <a:gs pos="85714">
                  <a:srgbClr val="8F8F90">
                    <a:alpha val="538"/>
                  </a:srgbClr>
                </a:gs>
                <a:gs pos="100000">
                  <a:srgbClr val="8F8F90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3424611">
              <a:off x="1203704" y="205480"/>
              <a:ext cx="576861" cy="545429"/>
            </a:xfrm>
            <a:prstGeom prst="ellipse">
              <a:avLst/>
            </a:prstGeom>
            <a:gradFill>
              <a:gsLst>
                <a:gs pos="0">
                  <a:srgbClr val="545755">
                    <a:alpha val="1401"/>
                  </a:srgbClr>
                </a:gs>
                <a:gs pos="14286">
                  <a:srgbClr val="545755">
                    <a:alpha val="1289"/>
                  </a:srgbClr>
                </a:gs>
                <a:gs pos="28571">
                  <a:srgbClr val="545755">
                    <a:alpha val="1002"/>
                  </a:srgbClr>
                </a:gs>
                <a:gs pos="42857">
                  <a:srgbClr val="545755">
                    <a:alpha val="658"/>
                  </a:srgbClr>
                </a:gs>
                <a:gs pos="57143">
                  <a:srgbClr val="545755">
                    <a:alpha val="365"/>
                  </a:srgbClr>
                </a:gs>
                <a:gs pos="71429">
                  <a:srgbClr val="545755">
                    <a:alpha val="171"/>
                  </a:srgbClr>
                </a:gs>
                <a:gs pos="85714">
                  <a:srgbClr val="545755">
                    <a:alpha val="68"/>
                  </a:srgbClr>
                </a:gs>
                <a:gs pos="100000">
                  <a:srgbClr val="545755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-9494023">
              <a:off x="577799" y="534945"/>
              <a:ext cx="318386" cy="68794"/>
            </a:xfrm>
            <a:prstGeom prst="ellipse">
              <a:avLst/>
            </a:prstGeom>
            <a:gradFill>
              <a:gsLst>
                <a:gs pos="0">
                  <a:srgbClr val="535252">
                    <a:alpha val="22963"/>
                  </a:srgbClr>
                </a:gs>
                <a:gs pos="14286">
                  <a:srgbClr val="535252">
                    <a:alpha val="21320"/>
                  </a:srgbClr>
                </a:gs>
                <a:gs pos="28571">
                  <a:srgbClr val="535252">
                    <a:alpha val="16987"/>
                  </a:srgbClr>
                </a:gs>
                <a:gs pos="42857">
                  <a:srgbClr val="535252">
                    <a:alpha val="11495"/>
                  </a:srgbClr>
                </a:gs>
                <a:gs pos="57143">
                  <a:srgbClr val="535252">
                    <a:alpha val="6543"/>
                  </a:srgbClr>
                </a:gs>
                <a:gs pos="71429">
                  <a:srgbClr val="535252">
                    <a:alpha val="3118"/>
                  </a:srgbClr>
                </a:gs>
                <a:gs pos="85714">
                  <a:srgbClr val="535252">
                    <a:alpha val="1245"/>
                  </a:srgbClr>
                </a:gs>
                <a:gs pos="100000">
                  <a:srgbClr val="535252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3046976">
              <a:off x="343431" y="-247565"/>
              <a:ext cx="619585" cy="519476"/>
            </a:xfrm>
            <a:prstGeom prst="ellipse">
              <a:avLst/>
            </a:prstGeom>
            <a:gradFill>
              <a:gsLst>
                <a:gs pos="0">
                  <a:srgbClr val="959495">
                    <a:alpha val="2244"/>
                  </a:srgbClr>
                </a:gs>
                <a:gs pos="14286">
                  <a:srgbClr val="959495">
                    <a:alpha val="2064"/>
                  </a:srgbClr>
                </a:gs>
                <a:gs pos="28571">
                  <a:srgbClr val="959495">
                    <a:alpha val="1607"/>
                  </a:srgbClr>
                </a:gs>
                <a:gs pos="42857">
                  <a:srgbClr val="959495">
                    <a:alpha val="1057"/>
                  </a:srgbClr>
                </a:gs>
                <a:gs pos="57143">
                  <a:srgbClr val="959495">
                    <a:alpha val="587"/>
                  </a:srgbClr>
                </a:gs>
                <a:gs pos="71429">
                  <a:srgbClr val="959495">
                    <a:alpha val="275"/>
                  </a:srgbClr>
                </a:gs>
                <a:gs pos="85714">
                  <a:srgbClr val="959495">
                    <a:alpha val="109"/>
                  </a:srgbClr>
                </a:gs>
                <a:gs pos="100000">
                  <a:srgbClr val="959495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3160011">
              <a:off x="1582212" y="3201539"/>
              <a:ext cx="260107" cy="190002"/>
            </a:xfrm>
            <a:prstGeom prst="ellipse">
              <a:avLst/>
            </a:prstGeom>
            <a:gradFill>
              <a:gsLst>
                <a:gs pos="0">
                  <a:srgbClr val="A5A5A5">
                    <a:alpha val="17512"/>
                  </a:srgbClr>
                </a:gs>
                <a:gs pos="14286">
                  <a:srgbClr val="A5A5A5">
                    <a:alpha val="16218"/>
                  </a:srgbClr>
                </a:gs>
                <a:gs pos="28571">
                  <a:srgbClr val="A5A5A5">
                    <a:alpha val="12837"/>
                  </a:srgbClr>
                </a:gs>
                <a:gs pos="42857">
                  <a:srgbClr val="A5A5A5">
                    <a:alpha val="8618"/>
                  </a:srgbClr>
                </a:gs>
                <a:gs pos="57143">
                  <a:srgbClr val="A5A5A5">
                    <a:alpha val="4871"/>
                  </a:srgbClr>
                </a:gs>
                <a:gs pos="71429">
                  <a:srgbClr val="A5A5A5">
                    <a:alpha val="2310"/>
                  </a:srgbClr>
                </a:gs>
                <a:gs pos="85714">
                  <a:srgbClr val="A5A5A5">
                    <a:alpha val="920"/>
                  </a:srgbClr>
                </a:gs>
                <a:gs pos="100000">
                  <a:srgbClr val="A5A5A5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6149728">
              <a:off x="1436159" y="3081834"/>
              <a:ext cx="451752" cy="644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4677606">
              <a:off x="1359235" y="133698"/>
              <a:ext cx="575600" cy="564189"/>
            </a:xfrm>
            <a:prstGeom prst="ellipse">
              <a:avLst/>
            </a:prstGeom>
            <a:gradFill>
              <a:gsLst>
                <a:gs pos="0">
                  <a:srgbClr val="828282">
                    <a:alpha val="1377"/>
                  </a:srgbClr>
                </a:gs>
                <a:gs pos="14286">
                  <a:srgbClr val="828282">
                    <a:alpha val="1266"/>
                  </a:srgbClr>
                </a:gs>
                <a:gs pos="28571">
                  <a:srgbClr val="828282">
                    <a:alpha val="985"/>
                  </a:srgbClr>
                </a:gs>
                <a:gs pos="42857">
                  <a:srgbClr val="828282">
                    <a:alpha val="647"/>
                  </a:srgbClr>
                </a:gs>
                <a:gs pos="57143">
                  <a:srgbClr val="828282">
                    <a:alpha val="359"/>
                  </a:srgbClr>
                </a:gs>
                <a:gs pos="71429">
                  <a:srgbClr val="828282">
                    <a:alpha val="168"/>
                  </a:srgbClr>
                </a:gs>
                <a:gs pos="85714">
                  <a:srgbClr val="828282">
                    <a:alpha val="67"/>
                  </a:srgbClr>
                </a:gs>
                <a:gs pos="100000">
                  <a:srgbClr val="828282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-9986435">
              <a:off x="-269616" y="1229978"/>
              <a:ext cx="546820" cy="542145"/>
            </a:xfrm>
            <a:prstGeom prst="ellipse">
              <a:avLst/>
            </a:prstGeom>
            <a:gradFill>
              <a:gsLst>
                <a:gs pos="0">
                  <a:srgbClr val="949494">
                    <a:alpha val="2246"/>
                  </a:srgbClr>
                </a:gs>
                <a:gs pos="14286">
                  <a:srgbClr val="949494">
                    <a:alpha val="2066"/>
                  </a:srgbClr>
                </a:gs>
                <a:gs pos="28571">
                  <a:srgbClr val="949494">
                    <a:alpha val="1608"/>
                  </a:srgbClr>
                </a:gs>
                <a:gs pos="42857">
                  <a:srgbClr val="949494">
                    <a:alpha val="1058"/>
                  </a:srgbClr>
                </a:gs>
                <a:gs pos="57143">
                  <a:srgbClr val="949494">
                    <a:alpha val="587"/>
                  </a:srgbClr>
                </a:gs>
                <a:gs pos="71429">
                  <a:srgbClr val="949494">
                    <a:alpha val="275"/>
                  </a:srgbClr>
                </a:gs>
                <a:gs pos="85714">
                  <a:srgbClr val="949494">
                    <a:alpha val="109"/>
                  </a:srgbClr>
                </a:gs>
                <a:gs pos="100000">
                  <a:srgbClr val="949494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-8451789">
              <a:off x="3392819" y="214317"/>
              <a:ext cx="510512" cy="460112"/>
            </a:xfrm>
            <a:prstGeom prst="ellipse">
              <a:avLst/>
            </a:prstGeom>
            <a:gradFill>
              <a:gsLst>
                <a:gs pos="0">
                  <a:srgbClr val="B6B5B5">
                    <a:alpha val="4407"/>
                  </a:srgbClr>
                </a:gs>
                <a:gs pos="14286">
                  <a:srgbClr val="B6B5B5">
                    <a:alpha val="4058"/>
                  </a:srgbClr>
                </a:gs>
                <a:gs pos="28571">
                  <a:srgbClr val="B6B5B5">
                    <a:alpha val="3165"/>
                  </a:srgbClr>
                </a:gs>
                <a:gs pos="42857">
                  <a:srgbClr val="B6B5B5">
                    <a:alpha val="2087"/>
                  </a:srgbClr>
                </a:gs>
                <a:gs pos="57143">
                  <a:srgbClr val="B6B5B5">
                    <a:alpha val="1162"/>
                  </a:srgbClr>
                </a:gs>
                <a:gs pos="71429">
                  <a:srgbClr val="B6B5B5">
                    <a:alpha val="546"/>
                  </a:srgbClr>
                </a:gs>
                <a:gs pos="85714">
                  <a:srgbClr val="B6B5B5">
                    <a:alpha val="216"/>
                  </a:srgbClr>
                </a:gs>
                <a:gs pos="100000">
                  <a:srgbClr val="B6B5B5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-10254409">
              <a:off x="-173386" y="3368006"/>
              <a:ext cx="571540" cy="560137"/>
            </a:xfrm>
            <a:prstGeom prst="ellipse">
              <a:avLst/>
            </a:prstGeom>
            <a:gradFill>
              <a:gsLst>
                <a:gs pos="0">
                  <a:srgbClr val="8A8B8A">
                    <a:alpha val="1285"/>
                  </a:srgbClr>
                </a:gs>
                <a:gs pos="14286">
                  <a:srgbClr val="8A8B8A">
                    <a:alpha val="1182"/>
                  </a:srgbClr>
                </a:gs>
                <a:gs pos="28571">
                  <a:srgbClr val="8A8B8A">
                    <a:alpha val="919"/>
                  </a:srgbClr>
                </a:gs>
                <a:gs pos="42857">
                  <a:srgbClr val="8A8B8A">
                    <a:alpha val="604"/>
                  </a:srgbClr>
                </a:gs>
                <a:gs pos="57143">
                  <a:srgbClr val="8A8B8A">
                    <a:alpha val="335"/>
                  </a:srgbClr>
                </a:gs>
                <a:gs pos="71429">
                  <a:srgbClr val="8A8B8A">
                    <a:alpha val="157"/>
                  </a:srgbClr>
                </a:gs>
                <a:gs pos="85714">
                  <a:srgbClr val="8A8B8A">
                    <a:alpha val="62"/>
                  </a:srgbClr>
                </a:gs>
                <a:gs pos="100000">
                  <a:srgbClr val="8A8B8A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4413571">
              <a:off x="168949" y="2622185"/>
              <a:ext cx="531886" cy="509624"/>
            </a:xfrm>
            <a:prstGeom prst="ellipse">
              <a:avLst/>
            </a:prstGeom>
            <a:gradFill>
              <a:gsLst>
                <a:gs pos="0">
                  <a:srgbClr val="4D4A4C">
                    <a:alpha val="2590"/>
                  </a:srgbClr>
                </a:gs>
                <a:gs pos="14286">
                  <a:srgbClr val="4D4A4C">
                    <a:alpha val="2383"/>
                  </a:srgbClr>
                </a:gs>
                <a:gs pos="28571">
                  <a:srgbClr val="4D4A4C">
                    <a:alpha val="1855"/>
                  </a:srgbClr>
                </a:gs>
                <a:gs pos="42857">
                  <a:srgbClr val="4D4A4C">
                    <a:alpha val="1221"/>
                  </a:srgbClr>
                </a:gs>
                <a:gs pos="57143">
                  <a:srgbClr val="4D4A4C">
                    <a:alpha val="678"/>
                  </a:srgbClr>
                </a:gs>
                <a:gs pos="71429">
                  <a:srgbClr val="4D4A4C">
                    <a:alpha val="318"/>
                  </a:srgbClr>
                </a:gs>
                <a:gs pos="85714">
                  <a:srgbClr val="4D4A4C">
                    <a:alpha val="126"/>
                  </a:srgbClr>
                </a:gs>
                <a:gs pos="100000">
                  <a:srgbClr val="4D4A4C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10785386">
              <a:off x="-254887" y="1375733"/>
              <a:ext cx="560631" cy="548516"/>
            </a:xfrm>
            <a:prstGeom prst="ellipse">
              <a:avLst/>
            </a:prstGeom>
            <a:gradFill>
              <a:gsLst>
                <a:gs pos="0">
                  <a:srgbClr val="424143">
                    <a:alpha val="1459"/>
                  </a:srgbClr>
                </a:gs>
                <a:gs pos="14286">
                  <a:srgbClr val="424143">
                    <a:alpha val="1342"/>
                  </a:srgbClr>
                </a:gs>
                <a:gs pos="28571">
                  <a:srgbClr val="424143">
                    <a:alpha val="1043"/>
                  </a:srgbClr>
                </a:gs>
                <a:gs pos="42857">
                  <a:srgbClr val="424143">
                    <a:alpha val="686"/>
                  </a:srgbClr>
                </a:gs>
                <a:gs pos="57143">
                  <a:srgbClr val="424143">
                    <a:alpha val="380"/>
                  </a:srgbClr>
                </a:gs>
                <a:gs pos="71429">
                  <a:srgbClr val="424143">
                    <a:alpha val="178"/>
                  </a:srgbClr>
                </a:gs>
                <a:gs pos="85714">
                  <a:srgbClr val="424143">
                    <a:alpha val="71"/>
                  </a:srgbClr>
                </a:gs>
                <a:gs pos="100000">
                  <a:srgbClr val="424143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-9795735">
              <a:off x="843295" y="633388"/>
              <a:ext cx="590711" cy="547572"/>
            </a:xfrm>
            <a:prstGeom prst="ellipse">
              <a:avLst/>
            </a:prstGeom>
            <a:gradFill>
              <a:gsLst>
                <a:gs pos="0">
                  <a:srgbClr val="525353">
                    <a:alpha val="13279"/>
                  </a:srgbClr>
                </a:gs>
                <a:gs pos="14286">
                  <a:srgbClr val="525353">
                    <a:alpha val="12274"/>
                  </a:srgbClr>
                </a:gs>
                <a:gs pos="28571">
                  <a:srgbClr val="525353">
                    <a:alpha val="9668"/>
                  </a:srgbClr>
                </a:gs>
                <a:gs pos="42857">
                  <a:srgbClr val="525353">
                    <a:alpha val="6452"/>
                  </a:srgbClr>
                </a:gs>
                <a:gs pos="57143">
                  <a:srgbClr val="525353">
                    <a:alpha val="3628"/>
                  </a:srgbClr>
                </a:gs>
                <a:gs pos="71429">
                  <a:srgbClr val="525353">
                    <a:alpha val="1715"/>
                  </a:srgbClr>
                </a:gs>
                <a:gs pos="85714">
                  <a:srgbClr val="525353">
                    <a:alpha val="682"/>
                  </a:srgbClr>
                </a:gs>
                <a:gs pos="100000">
                  <a:srgbClr val="525353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4688559">
              <a:off x="-274811" y="-28925"/>
              <a:ext cx="577113" cy="575426"/>
            </a:xfrm>
            <a:prstGeom prst="ellipse">
              <a:avLst/>
            </a:prstGeom>
            <a:gradFill>
              <a:gsLst>
                <a:gs pos="0">
                  <a:srgbClr val="8F8F8F">
                    <a:alpha val="1492"/>
                  </a:srgbClr>
                </a:gs>
                <a:gs pos="14286">
                  <a:srgbClr val="8F8F8F">
                    <a:alpha val="1372"/>
                  </a:srgbClr>
                </a:gs>
                <a:gs pos="28571">
                  <a:srgbClr val="8F8F8F">
                    <a:alpha val="1067"/>
                  </a:srgbClr>
                </a:gs>
                <a:gs pos="42857">
                  <a:srgbClr val="8F8F8F">
                    <a:alpha val="701"/>
                  </a:srgbClr>
                </a:gs>
                <a:gs pos="57143">
                  <a:srgbClr val="8F8F8F">
                    <a:alpha val="389"/>
                  </a:srgbClr>
                </a:gs>
                <a:gs pos="71429">
                  <a:srgbClr val="8F8F8F">
                    <a:alpha val="182"/>
                  </a:srgbClr>
                </a:gs>
                <a:gs pos="85714">
                  <a:srgbClr val="8F8F8F">
                    <a:alpha val="72"/>
                  </a:srgbClr>
                </a:gs>
                <a:gs pos="100000">
                  <a:srgbClr val="8F8F8F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10192196">
              <a:off x="-255663" y="2739202"/>
              <a:ext cx="596807" cy="507017"/>
            </a:xfrm>
            <a:prstGeom prst="ellipse">
              <a:avLst/>
            </a:prstGeom>
            <a:gradFill>
              <a:gsLst>
                <a:gs pos="0">
                  <a:srgbClr val="8F9090">
                    <a:alpha val="2037"/>
                  </a:srgbClr>
                </a:gs>
                <a:gs pos="14286">
                  <a:srgbClr val="8F9090">
                    <a:alpha val="1874"/>
                  </a:srgbClr>
                </a:gs>
                <a:gs pos="28571">
                  <a:srgbClr val="8F9090">
                    <a:alpha val="1458"/>
                  </a:srgbClr>
                </a:gs>
                <a:gs pos="42857">
                  <a:srgbClr val="8F9090">
                    <a:alpha val="959"/>
                  </a:srgbClr>
                </a:gs>
                <a:gs pos="57143">
                  <a:srgbClr val="8F9090">
                    <a:alpha val="532"/>
                  </a:srgbClr>
                </a:gs>
                <a:gs pos="71429">
                  <a:srgbClr val="8F9090">
                    <a:alpha val="250"/>
                  </a:srgbClr>
                </a:gs>
                <a:gs pos="85714">
                  <a:srgbClr val="8F9090">
                    <a:alpha val="99"/>
                  </a:srgbClr>
                </a:gs>
                <a:gs pos="100000">
                  <a:srgbClr val="8F909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-8297675">
              <a:off x="221416" y="2539254"/>
              <a:ext cx="566258" cy="515774"/>
            </a:xfrm>
            <a:prstGeom prst="ellipse">
              <a:avLst/>
            </a:prstGeom>
            <a:gradFill>
              <a:gsLst>
                <a:gs pos="0">
                  <a:srgbClr val="89898A">
                    <a:alpha val="2376"/>
                  </a:srgbClr>
                </a:gs>
                <a:gs pos="14286">
                  <a:srgbClr val="89898A">
                    <a:alpha val="2186"/>
                  </a:srgbClr>
                </a:gs>
                <a:gs pos="28571">
                  <a:srgbClr val="89898A">
                    <a:alpha val="1701"/>
                  </a:srgbClr>
                </a:gs>
                <a:gs pos="42857">
                  <a:srgbClr val="89898A">
                    <a:alpha val="1119"/>
                  </a:srgbClr>
                </a:gs>
                <a:gs pos="57143">
                  <a:srgbClr val="89898A">
                    <a:alpha val="622"/>
                  </a:srgbClr>
                </a:gs>
                <a:gs pos="71429">
                  <a:srgbClr val="89898A">
                    <a:alpha val="291"/>
                  </a:srgbClr>
                </a:gs>
                <a:gs pos="85714">
                  <a:srgbClr val="89898A">
                    <a:alpha val="115"/>
                  </a:srgbClr>
                </a:gs>
                <a:gs pos="100000">
                  <a:srgbClr val="89898A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-10386867">
              <a:off x="-180573" y="2858423"/>
              <a:ext cx="570552" cy="519061"/>
            </a:xfrm>
            <a:prstGeom prst="ellipse">
              <a:avLst/>
            </a:prstGeom>
            <a:gradFill>
              <a:gsLst>
                <a:gs pos="0">
                  <a:srgbClr val="4F504F">
                    <a:alpha val="2340"/>
                  </a:srgbClr>
                </a:gs>
                <a:gs pos="14286">
                  <a:srgbClr val="4F504F">
                    <a:alpha val="2153"/>
                  </a:srgbClr>
                </a:gs>
                <a:gs pos="28571">
                  <a:srgbClr val="4F504F">
                    <a:alpha val="1676"/>
                  </a:srgbClr>
                </a:gs>
                <a:gs pos="42857">
                  <a:srgbClr val="4F504F">
                    <a:alpha val="1102"/>
                  </a:srgbClr>
                </a:gs>
                <a:gs pos="57143">
                  <a:srgbClr val="4F504F">
                    <a:alpha val="612"/>
                  </a:srgbClr>
                </a:gs>
                <a:gs pos="71429">
                  <a:srgbClr val="4F504F">
                    <a:alpha val="287"/>
                  </a:srgbClr>
                </a:gs>
                <a:gs pos="85714">
                  <a:srgbClr val="4F504F">
                    <a:alpha val="114"/>
                  </a:srgbClr>
                </a:gs>
                <a:gs pos="100000">
                  <a:srgbClr val="4F504F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2906194">
              <a:off x="1987929" y="3463978"/>
              <a:ext cx="278953" cy="208581"/>
            </a:xfrm>
            <a:prstGeom prst="ellipse">
              <a:avLst/>
            </a:prstGeom>
            <a:gradFill>
              <a:gsLst>
                <a:gs pos="0">
                  <a:srgbClr val="41403D">
                    <a:alpha val="1808"/>
                  </a:srgbClr>
                </a:gs>
                <a:gs pos="14286">
                  <a:srgbClr val="41403D">
                    <a:alpha val="1663"/>
                  </a:srgbClr>
                </a:gs>
                <a:gs pos="28571">
                  <a:srgbClr val="41403D">
                    <a:alpha val="1294"/>
                  </a:srgbClr>
                </a:gs>
                <a:gs pos="42857">
                  <a:srgbClr val="41403D">
                    <a:alpha val="851"/>
                  </a:srgbClr>
                </a:gs>
                <a:gs pos="57143">
                  <a:srgbClr val="41403D">
                    <a:alpha val="472"/>
                  </a:srgbClr>
                </a:gs>
                <a:gs pos="71429">
                  <a:srgbClr val="41403D">
                    <a:alpha val="221"/>
                  </a:srgbClr>
                </a:gs>
                <a:gs pos="85714">
                  <a:srgbClr val="41403D">
                    <a:alpha val="88"/>
                  </a:srgbClr>
                </a:gs>
                <a:gs pos="100000">
                  <a:srgbClr val="41403D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-9894711">
              <a:off x="594569" y="-252771"/>
              <a:ext cx="593476" cy="551952"/>
            </a:xfrm>
            <a:prstGeom prst="ellipse">
              <a:avLst/>
            </a:prstGeom>
            <a:gradFill>
              <a:gsLst>
                <a:gs pos="0">
                  <a:srgbClr val="41444B">
                    <a:alpha val="4925"/>
                  </a:srgbClr>
                </a:gs>
                <a:gs pos="14286">
                  <a:srgbClr val="41444B">
                    <a:alpha val="4536"/>
                  </a:srgbClr>
                </a:gs>
                <a:gs pos="28571">
                  <a:srgbClr val="41444B">
                    <a:alpha val="3540"/>
                  </a:srgbClr>
                </a:gs>
                <a:gs pos="42857">
                  <a:srgbClr val="41444B">
                    <a:alpha val="2336"/>
                  </a:srgbClr>
                </a:gs>
                <a:gs pos="57143">
                  <a:srgbClr val="41444B">
                    <a:alpha val="1301"/>
                  </a:srgbClr>
                </a:gs>
                <a:gs pos="71429">
                  <a:srgbClr val="41444B">
                    <a:alpha val="611"/>
                  </a:srgbClr>
                </a:gs>
                <a:gs pos="85714">
                  <a:srgbClr val="41444B">
                    <a:alpha val="242"/>
                  </a:srgbClr>
                </a:gs>
                <a:gs pos="100000">
                  <a:srgbClr val="41444B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9564920">
              <a:off x="2284503" y="2654520"/>
              <a:ext cx="576445" cy="526192"/>
            </a:xfrm>
            <a:prstGeom prst="ellipse">
              <a:avLst/>
            </a:prstGeom>
            <a:gradFill>
              <a:gsLst>
                <a:gs pos="0">
                  <a:srgbClr val="4E4E4E">
                    <a:alpha val="4080"/>
                  </a:srgbClr>
                </a:gs>
                <a:gs pos="14286">
                  <a:srgbClr val="4E4E4E">
                    <a:alpha val="3756"/>
                  </a:srgbClr>
                </a:gs>
                <a:gs pos="28571">
                  <a:srgbClr val="4E4E4E">
                    <a:alpha val="2929"/>
                  </a:srgbClr>
                </a:gs>
                <a:gs pos="42857">
                  <a:srgbClr val="4E4E4E">
                    <a:alpha val="1931"/>
                  </a:srgbClr>
                </a:gs>
                <a:gs pos="57143">
                  <a:srgbClr val="4E4E4E">
                    <a:alpha val="1075"/>
                  </a:srgbClr>
                </a:gs>
                <a:gs pos="71429">
                  <a:srgbClr val="4E4E4E">
                    <a:alpha val="504"/>
                  </a:srgbClr>
                </a:gs>
                <a:gs pos="85714">
                  <a:srgbClr val="4E4E4E">
                    <a:alpha val="200"/>
                  </a:srgbClr>
                </a:gs>
                <a:gs pos="100000">
                  <a:srgbClr val="4E4E4E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-10315993">
              <a:off x="673052" y="-32711"/>
              <a:ext cx="583019" cy="558475"/>
            </a:xfrm>
            <a:prstGeom prst="ellipse">
              <a:avLst/>
            </a:prstGeom>
            <a:gradFill>
              <a:gsLst>
                <a:gs pos="0">
                  <a:srgbClr val="222530">
                    <a:alpha val="3358"/>
                  </a:srgbClr>
                </a:gs>
                <a:gs pos="14286">
                  <a:srgbClr val="222530">
                    <a:alpha val="3090"/>
                  </a:srgbClr>
                </a:gs>
                <a:gs pos="28571">
                  <a:srgbClr val="222530">
                    <a:alpha val="2408"/>
                  </a:srgbClr>
                </a:gs>
                <a:gs pos="42857">
                  <a:srgbClr val="222530">
                    <a:alpha val="1586"/>
                  </a:srgbClr>
                </a:gs>
                <a:gs pos="57143">
                  <a:srgbClr val="222530">
                    <a:alpha val="882"/>
                  </a:srgbClr>
                </a:gs>
                <a:gs pos="71429">
                  <a:srgbClr val="222530">
                    <a:alpha val="414"/>
                  </a:srgbClr>
                </a:gs>
                <a:gs pos="85714">
                  <a:srgbClr val="222530">
                    <a:alpha val="164"/>
                  </a:srgbClr>
                </a:gs>
                <a:gs pos="100000">
                  <a:srgbClr val="222530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5358337">
              <a:off x="-257996" y="1766450"/>
              <a:ext cx="547619" cy="541255"/>
            </a:xfrm>
            <a:prstGeom prst="ellipse">
              <a:avLst/>
            </a:prstGeom>
            <a:gradFill>
              <a:gsLst>
                <a:gs pos="0">
                  <a:srgbClr val="606262">
                    <a:alpha val="8571"/>
                  </a:srgbClr>
                </a:gs>
                <a:gs pos="14286">
                  <a:srgbClr val="606262">
                    <a:alpha val="7906"/>
                  </a:srgbClr>
                </a:gs>
                <a:gs pos="28571">
                  <a:srgbClr val="606262">
                    <a:alpha val="6195"/>
                  </a:srgbClr>
                </a:gs>
                <a:gs pos="42857">
                  <a:srgbClr val="606262">
                    <a:alpha val="4108"/>
                  </a:srgbClr>
                </a:gs>
                <a:gs pos="57143">
                  <a:srgbClr val="606262">
                    <a:alpha val="2298"/>
                  </a:srgbClr>
                </a:gs>
                <a:gs pos="71429">
                  <a:srgbClr val="606262">
                    <a:alpha val="1082"/>
                  </a:srgbClr>
                </a:gs>
                <a:gs pos="85714">
                  <a:srgbClr val="606262">
                    <a:alpha val="429"/>
                  </a:srgbClr>
                </a:gs>
                <a:gs pos="100000">
                  <a:srgbClr val="606262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2704698">
              <a:off x="2352910" y="1106085"/>
              <a:ext cx="318078" cy="75124"/>
            </a:xfrm>
            <a:prstGeom prst="ellipse">
              <a:avLst/>
            </a:prstGeom>
            <a:gradFill>
              <a:gsLst>
                <a:gs pos="0">
                  <a:srgbClr val="000501">
                    <a:alpha val="27694"/>
                  </a:srgbClr>
                </a:gs>
                <a:gs pos="14286">
                  <a:srgbClr val="000501">
                    <a:alpha val="25772"/>
                  </a:srgbClr>
                </a:gs>
                <a:gs pos="28571">
                  <a:srgbClr val="000501">
                    <a:alpha val="20658"/>
                  </a:srgbClr>
                </a:gs>
                <a:gs pos="42857">
                  <a:srgbClr val="000501">
                    <a:alpha val="14083"/>
                  </a:srgbClr>
                </a:gs>
                <a:gs pos="57143">
                  <a:srgbClr val="000501">
                    <a:alpha val="8067"/>
                  </a:srgbClr>
                </a:gs>
                <a:gs pos="71429">
                  <a:srgbClr val="000501">
                    <a:alpha val="3860"/>
                  </a:srgbClr>
                </a:gs>
                <a:gs pos="85714">
                  <a:srgbClr val="000501">
                    <a:alpha val="1545"/>
                  </a:srgbClr>
                </a:gs>
                <a:gs pos="100000">
                  <a:srgbClr val="000501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6967908">
              <a:off x="-183790" y="1282770"/>
              <a:ext cx="583225" cy="524044"/>
            </a:xfrm>
            <a:prstGeom prst="ellipse">
              <a:avLst/>
            </a:prstGeom>
            <a:gradFill>
              <a:gsLst>
                <a:gs pos="0">
                  <a:srgbClr val="59595C">
                    <a:alpha val="1971"/>
                  </a:srgbClr>
                </a:gs>
                <a:gs pos="14286">
                  <a:srgbClr val="59595C">
                    <a:alpha val="1813"/>
                  </a:srgbClr>
                </a:gs>
                <a:gs pos="28571">
                  <a:srgbClr val="59595C">
                    <a:alpha val="1410"/>
                  </a:srgbClr>
                </a:gs>
                <a:gs pos="42857">
                  <a:srgbClr val="59595C">
                    <a:alpha val="927"/>
                  </a:srgbClr>
                </a:gs>
                <a:gs pos="57143">
                  <a:srgbClr val="59595C">
                    <a:alpha val="515"/>
                  </a:srgbClr>
                </a:gs>
                <a:gs pos="71429">
                  <a:srgbClr val="59595C">
                    <a:alpha val="241"/>
                  </a:srgbClr>
                </a:gs>
                <a:gs pos="85714">
                  <a:srgbClr val="59595C">
                    <a:alpha val="96"/>
                  </a:srgbClr>
                </a:gs>
                <a:gs pos="100000">
                  <a:srgbClr val="59595C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7573225">
              <a:off x="1190924" y="-136786"/>
              <a:ext cx="555856" cy="525240"/>
            </a:xfrm>
            <a:prstGeom prst="ellipse">
              <a:avLst/>
            </a:prstGeom>
            <a:gradFill>
              <a:gsLst>
                <a:gs pos="0">
                  <a:srgbClr val="8A8A89">
                    <a:alpha val="1970"/>
                  </a:srgbClr>
                </a:gs>
                <a:gs pos="14286">
                  <a:srgbClr val="8A8A89">
                    <a:alpha val="1812"/>
                  </a:srgbClr>
                </a:gs>
                <a:gs pos="28571">
                  <a:srgbClr val="8A8A89">
                    <a:alpha val="1410"/>
                  </a:srgbClr>
                </a:gs>
                <a:gs pos="42857">
                  <a:srgbClr val="8A8A89">
                    <a:alpha val="927"/>
                  </a:srgbClr>
                </a:gs>
                <a:gs pos="57143">
                  <a:srgbClr val="8A8A89">
                    <a:alpha val="515"/>
                  </a:srgbClr>
                </a:gs>
                <a:gs pos="71429">
                  <a:srgbClr val="8A8A89">
                    <a:alpha val="241"/>
                  </a:srgbClr>
                </a:gs>
                <a:gs pos="85714">
                  <a:srgbClr val="8A8A89">
                    <a:alpha val="95"/>
                  </a:srgbClr>
                </a:gs>
                <a:gs pos="100000">
                  <a:srgbClr val="8A8A89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-9616311">
              <a:off x="2258496" y="1659520"/>
              <a:ext cx="557709" cy="547582"/>
            </a:xfrm>
            <a:prstGeom prst="ellipse">
              <a:avLst/>
            </a:prstGeom>
            <a:gradFill>
              <a:gsLst>
                <a:gs pos="0">
                  <a:srgbClr val="8F8F90">
                    <a:alpha val="1390"/>
                  </a:srgbClr>
                </a:gs>
                <a:gs pos="14286">
                  <a:srgbClr val="8F8F90">
                    <a:alpha val="1279"/>
                  </a:srgbClr>
                </a:gs>
                <a:gs pos="28571">
                  <a:srgbClr val="8F8F90">
                    <a:alpha val="994"/>
                  </a:srgbClr>
                </a:gs>
                <a:gs pos="42857">
                  <a:srgbClr val="8F8F90">
                    <a:alpha val="653"/>
                  </a:srgbClr>
                </a:gs>
                <a:gs pos="57143">
                  <a:srgbClr val="8F8F90">
                    <a:alpha val="363"/>
                  </a:srgbClr>
                </a:gs>
                <a:gs pos="71429">
                  <a:srgbClr val="8F8F90">
                    <a:alpha val="170"/>
                  </a:srgbClr>
                </a:gs>
                <a:gs pos="85714">
                  <a:srgbClr val="8F8F90">
                    <a:alpha val="67"/>
                  </a:srgbClr>
                </a:gs>
                <a:gs pos="100000">
                  <a:srgbClr val="8F8F90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-8805449">
              <a:off x="915762" y="722428"/>
              <a:ext cx="567720" cy="526280"/>
            </a:xfrm>
            <a:prstGeom prst="ellipse">
              <a:avLst/>
            </a:prstGeom>
            <a:gradFill>
              <a:gsLst>
                <a:gs pos="0">
                  <a:srgbClr val="636463">
                    <a:alpha val="16965"/>
                  </a:srgbClr>
                </a:gs>
                <a:gs pos="14286">
                  <a:srgbClr val="636463">
                    <a:alpha val="15707"/>
                  </a:srgbClr>
                </a:gs>
                <a:gs pos="28571">
                  <a:srgbClr val="636463">
                    <a:alpha val="12424"/>
                  </a:srgbClr>
                </a:gs>
                <a:gs pos="42857">
                  <a:srgbClr val="636463">
                    <a:alpha val="8334"/>
                  </a:srgbClr>
                </a:gs>
                <a:gs pos="57143">
                  <a:srgbClr val="636463">
                    <a:alpha val="4707"/>
                  </a:srgbClr>
                </a:gs>
                <a:gs pos="71429">
                  <a:srgbClr val="636463">
                    <a:alpha val="2232"/>
                  </a:srgbClr>
                </a:gs>
                <a:gs pos="85714">
                  <a:srgbClr val="636463">
                    <a:alpha val="889"/>
                  </a:srgbClr>
                </a:gs>
                <a:gs pos="100000">
                  <a:srgbClr val="636463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-10445286">
              <a:off x="2325117" y="2355520"/>
              <a:ext cx="548599" cy="527545"/>
            </a:xfrm>
            <a:prstGeom prst="ellipse">
              <a:avLst/>
            </a:prstGeom>
            <a:gradFill>
              <a:gsLst>
                <a:gs pos="0">
                  <a:srgbClr val="494B4B">
                    <a:alpha val="2065"/>
                  </a:srgbClr>
                </a:gs>
                <a:gs pos="14286">
                  <a:srgbClr val="494B4B">
                    <a:alpha val="1900"/>
                  </a:srgbClr>
                </a:gs>
                <a:gs pos="28571">
                  <a:srgbClr val="494B4B">
                    <a:alpha val="1478"/>
                  </a:srgbClr>
                </a:gs>
                <a:gs pos="42857">
                  <a:srgbClr val="494B4B">
                    <a:alpha val="972"/>
                  </a:srgbClr>
                </a:gs>
                <a:gs pos="57143">
                  <a:srgbClr val="494B4B">
                    <a:alpha val="540"/>
                  </a:srgbClr>
                </a:gs>
                <a:gs pos="71429">
                  <a:srgbClr val="494B4B">
                    <a:alpha val="253"/>
                  </a:srgbClr>
                </a:gs>
                <a:gs pos="85714">
                  <a:srgbClr val="494B4B">
                    <a:alpha val="100"/>
                  </a:srgbClr>
                </a:gs>
                <a:gs pos="100000">
                  <a:srgbClr val="494B4B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5293593">
              <a:off x="2482478" y="2503969"/>
              <a:ext cx="463699" cy="456713"/>
            </a:xfrm>
            <a:prstGeom prst="ellipse">
              <a:avLst/>
            </a:prstGeom>
            <a:gradFill>
              <a:gsLst>
                <a:gs pos="0">
                  <a:srgbClr val="949493">
                    <a:alpha val="6021"/>
                  </a:srgbClr>
                </a:gs>
                <a:gs pos="14286">
                  <a:srgbClr val="949493">
                    <a:alpha val="5547"/>
                  </a:srgbClr>
                </a:gs>
                <a:gs pos="28571">
                  <a:srgbClr val="949493">
                    <a:alpha val="4335"/>
                  </a:srgbClr>
                </a:gs>
                <a:gs pos="42857">
                  <a:srgbClr val="949493">
                    <a:alpha val="2865"/>
                  </a:srgbClr>
                </a:gs>
                <a:gs pos="57143">
                  <a:srgbClr val="949493">
                    <a:alpha val="1598"/>
                  </a:srgbClr>
                </a:gs>
                <a:gs pos="71429">
                  <a:srgbClr val="949493">
                    <a:alpha val="751"/>
                  </a:srgbClr>
                </a:gs>
                <a:gs pos="85714">
                  <a:srgbClr val="949493">
                    <a:alpha val="298"/>
                  </a:srgbClr>
                </a:gs>
                <a:gs pos="100000">
                  <a:srgbClr val="949493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7014647">
              <a:off x="1063772" y="745617"/>
              <a:ext cx="580496" cy="481304"/>
            </a:xfrm>
            <a:prstGeom prst="ellipse">
              <a:avLst/>
            </a:prstGeom>
            <a:gradFill>
              <a:gsLst>
                <a:gs pos="0">
                  <a:srgbClr val="949493">
                    <a:alpha val="7539"/>
                  </a:srgbClr>
                </a:gs>
                <a:gs pos="14286">
                  <a:srgbClr val="949493">
                    <a:alpha val="6951"/>
                  </a:srgbClr>
                </a:gs>
                <a:gs pos="28571">
                  <a:srgbClr val="949493">
                    <a:alpha val="5440"/>
                  </a:srgbClr>
                </a:gs>
                <a:gs pos="42857">
                  <a:srgbClr val="949493">
                    <a:alpha val="3603"/>
                  </a:srgbClr>
                </a:gs>
                <a:gs pos="57143">
                  <a:srgbClr val="949493">
                    <a:alpha val="2013"/>
                  </a:srgbClr>
                </a:gs>
                <a:gs pos="71429">
                  <a:srgbClr val="949493">
                    <a:alpha val="947"/>
                  </a:srgbClr>
                </a:gs>
                <a:gs pos="85714">
                  <a:srgbClr val="949493">
                    <a:alpha val="376"/>
                  </a:srgbClr>
                </a:gs>
                <a:gs pos="100000">
                  <a:srgbClr val="949493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9152391">
              <a:off x="642033" y="-50735"/>
              <a:ext cx="575341" cy="540524"/>
            </a:xfrm>
            <a:prstGeom prst="ellipse">
              <a:avLst/>
            </a:prstGeom>
            <a:gradFill>
              <a:gsLst>
                <a:gs pos="0">
                  <a:srgbClr val="888685">
                    <a:alpha val="10754"/>
                  </a:srgbClr>
                </a:gs>
                <a:gs pos="14286">
                  <a:srgbClr val="888685">
                    <a:alpha val="9929"/>
                  </a:srgbClr>
                </a:gs>
                <a:gs pos="28571">
                  <a:srgbClr val="888685">
                    <a:alpha val="7798"/>
                  </a:srgbClr>
                </a:gs>
                <a:gs pos="42857">
                  <a:srgbClr val="888685">
                    <a:alpha val="5186"/>
                  </a:srgbClr>
                </a:gs>
                <a:gs pos="57143">
                  <a:srgbClr val="888685">
                    <a:alpha val="2908"/>
                  </a:srgbClr>
                </a:gs>
                <a:gs pos="71429">
                  <a:srgbClr val="888685">
                    <a:alpha val="1372"/>
                  </a:srgbClr>
                </a:gs>
                <a:gs pos="85714">
                  <a:srgbClr val="888685">
                    <a:alpha val="545"/>
                  </a:srgbClr>
                </a:gs>
                <a:gs pos="100000">
                  <a:srgbClr val="888685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4600068">
              <a:off x="3387167" y="2830584"/>
              <a:ext cx="521816" cy="496420"/>
            </a:xfrm>
            <a:prstGeom prst="ellipse">
              <a:avLst/>
            </a:prstGeom>
            <a:gradFill>
              <a:gsLst>
                <a:gs pos="0">
                  <a:srgbClr val="909090">
                    <a:alpha val="1745"/>
                  </a:srgbClr>
                </a:gs>
                <a:gs pos="14286">
                  <a:srgbClr val="909090">
                    <a:alpha val="1605"/>
                  </a:srgbClr>
                </a:gs>
                <a:gs pos="28571">
                  <a:srgbClr val="909090">
                    <a:alpha val="1249"/>
                  </a:srgbClr>
                </a:gs>
                <a:gs pos="42857">
                  <a:srgbClr val="909090">
                    <a:alpha val="821"/>
                  </a:srgbClr>
                </a:gs>
                <a:gs pos="57143">
                  <a:srgbClr val="909090">
                    <a:alpha val="456"/>
                  </a:srgbClr>
                </a:gs>
                <a:gs pos="71429">
                  <a:srgbClr val="909090">
                    <a:alpha val="214"/>
                  </a:srgbClr>
                </a:gs>
                <a:gs pos="85714">
                  <a:srgbClr val="909090">
                    <a:alpha val="84"/>
                  </a:srgbClr>
                </a:gs>
                <a:gs pos="100000">
                  <a:srgbClr val="909090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4870716">
              <a:off x="1024195" y="-238467"/>
              <a:ext cx="557677" cy="538291"/>
            </a:xfrm>
            <a:prstGeom prst="ellipse">
              <a:avLst/>
            </a:prstGeom>
            <a:gradFill>
              <a:gsLst>
                <a:gs pos="0">
                  <a:srgbClr val="4C4C4D">
                    <a:alpha val="6574"/>
                  </a:srgbClr>
                </a:gs>
                <a:gs pos="14286">
                  <a:srgbClr val="4C4C4D">
                    <a:alpha val="6059"/>
                  </a:srgbClr>
                </a:gs>
                <a:gs pos="28571">
                  <a:srgbClr val="4C4C4D">
                    <a:alpha val="4737"/>
                  </a:srgbClr>
                </a:gs>
                <a:gs pos="42857">
                  <a:srgbClr val="4C4C4D">
                    <a:alpha val="3133"/>
                  </a:srgbClr>
                </a:gs>
                <a:gs pos="57143">
                  <a:srgbClr val="4C4C4D">
                    <a:alpha val="1748"/>
                  </a:srgbClr>
                </a:gs>
                <a:gs pos="71429">
                  <a:srgbClr val="4C4C4D">
                    <a:alpha val="822"/>
                  </a:srgbClr>
                </a:gs>
                <a:gs pos="85714">
                  <a:srgbClr val="4C4C4D">
                    <a:alpha val="326"/>
                  </a:srgbClr>
                </a:gs>
                <a:gs pos="100000">
                  <a:srgbClr val="4C4C4D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7260539">
              <a:off x="-111209" y="1357156"/>
              <a:ext cx="552120" cy="523689"/>
            </a:xfrm>
            <a:prstGeom prst="ellipse">
              <a:avLst/>
            </a:prstGeom>
            <a:gradFill>
              <a:gsLst>
                <a:gs pos="0">
                  <a:srgbClr val="868586">
                    <a:alpha val="1691"/>
                  </a:srgbClr>
                </a:gs>
                <a:gs pos="14286">
                  <a:srgbClr val="868586">
                    <a:alpha val="1556"/>
                  </a:srgbClr>
                </a:gs>
                <a:gs pos="28571">
                  <a:srgbClr val="868586">
                    <a:alpha val="1210"/>
                  </a:srgbClr>
                </a:gs>
                <a:gs pos="42857">
                  <a:srgbClr val="868586">
                    <a:alpha val="795"/>
                  </a:srgbClr>
                </a:gs>
                <a:gs pos="57143">
                  <a:srgbClr val="868586">
                    <a:alpha val="442"/>
                  </a:srgbClr>
                </a:gs>
                <a:gs pos="71429">
                  <a:srgbClr val="868586">
                    <a:alpha val="207"/>
                  </a:srgbClr>
                </a:gs>
                <a:gs pos="85714">
                  <a:srgbClr val="868586">
                    <a:alpha val="82"/>
                  </a:srgbClr>
                </a:gs>
                <a:gs pos="100000">
                  <a:srgbClr val="868586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5521631">
              <a:off x="2044967" y="909637"/>
              <a:ext cx="538970" cy="98853"/>
            </a:xfrm>
            <a:prstGeom prst="ellipse">
              <a:avLst/>
            </a:prstGeom>
            <a:gradFill>
              <a:gsLst>
                <a:gs pos="0">
                  <a:srgbClr val="AAAAAA">
                    <a:alpha val="17348"/>
                  </a:srgbClr>
                </a:gs>
                <a:gs pos="14286">
                  <a:srgbClr val="AAAAAA">
                    <a:alpha val="16064"/>
                  </a:srgbClr>
                </a:gs>
                <a:gs pos="28571">
                  <a:srgbClr val="AAAAAA">
                    <a:alpha val="12713"/>
                  </a:srgbClr>
                </a:gs>
                <a:gs pos="42857">
                  <a:srgbClr val="AAAAAA">
                    <a:alpha val="8532"/>
                  </a:srgbClr>
                </a:gs>
                <a:gs pos="57143">
                  <a:srgbClr val="AAAAAA">
                    <a:alpha val="4822"/>
                  </a:srgbClr>
                </a:gs>
                <a:gs pos="71429">
                  <a:srgbClr val="AAAAAA">
                    <a:alpha val="2287"/>
                  </a:srgbClr>
                </a:gs>
                <a:gs pos="85714">
                  <a:srgbClr val="AAAAAA">
                    <a:alpha val="911"/>
                  </a:srgbClr>
                </a:gs>
                <a:gs pos="100000">
                  <a:srgbClr val="AAAAAA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8649700">
              <a:off x="1122682" y="292619"/>
              <a:ext cx="559806" cy="514801"/>
            </a:xfrm>
            <a:prstGeom prst="ellipse">
              <a:avLst/>
            </a:prstGeom>
            <a:gradFill>
              <a:gsLst>
                <a:gs pos="0">
                  <a:srgbClr val="898A88">
                    <a:alpha val="3442"/>
                  </a:srgbClr>
                </a:gs>
                <a:gs pos="14286">
                  <a:srgbClr val="898A88">
                    <a:alpha val="3168"/>
                  </a:srgbClr>
                </a:gs>
                <a:gs pos="28571">
                  <a:srgbClr val="898A88">
                    <a:alpha val="2469"/>
                  </a:srgbClr>
                </a:gs>
                <a:gs pos="42857">
                  <a:srgbClr val="898A88">
                    <a:alpha val="1626"/>
                  </a:srgbClr>
                </a:gs>
                <a:gs pos="57143">
                  <a:srgbClr val="898A88">
                    <a:alpha val="904"/>
                  </a:srgbClr>
                </a:gs>
                <a:gs pos="71429">
                  <a:srgbClr val="898A88">
                    <a:alpha val="424"/>
                  </a:srgbClr>
                </a:gs>
                <a:gs pos="85714">
                  <a:srgbClr val="898A88">
                    <a:alpha val="168"/>
                  </a:srgbClr>
                </a:gs>
                <a:gs pos="100000">
                  <a:srgbClr val="898A88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8239631">
              <a:off x="1031794" y="489811"/>
              <a:ext cx="561905" cy="559901"/>
            </a:xfrm>
            <a:prstGeom prst="ellipse">
              <a:avLst/>
            </a:prstGeom>
            <a:gradFill>
              <a:gsLst>
                <a:gs pos="0">
                  <a:srgbClr val="7F7E7E">
                    <a:alpha val="11649"/>
                  </a:srgbClr>
                </a:gs>
                <a:gs pos="14286">
                  <a:srgbClr val="7F7E7E">
                    <a:alpha val="10760"/>
                  </a:srgbClr>
                </a:gs>
                <a:gs pos="28571">
                  <a:srgbClr val="7F7E7E">
                    <a:alpha val="8459"/>
                  </a:srgbClr>
                </a:gs>
                <a:gs pos="42857">
                  <a:srgbClr val="7F7E7E">
                    <a:alpha val="5633"/>
                  </a:srgbClr>
                </a:gs>
                <a:gs pos="57143">
                  <a:srgbClr val="7F7E7E">
                    <a:alpha val="3161"/>
                  </a:srgbClr>
                </a:gs>
                <a:gs pos="71429">
                  <a:srgbClr val="7F7E7E">
                    <a:alpha val="1492"/>
                  </a:srgbClr>
                </a:gs>
                <a:gs pos="85714">
                  <a:srgbClr val="7F7E7E">
                    <a:alpha val="593"/>
                  </a:srgbClr>
                </a:gs>
                <a:gs pos="100000">
                  <a:srgbClr val="7F7E7E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8544973">
              <a:off x="3348020" y="3047608"/>
              <a:ext cx="587068" cy="565712"/>
            </a:xfrm>
            <a:prstGeom prst="ellipse">
              <a:avLst/>
            </a:prstGeom>
            <a:gradFill>
              <a:gsLst>
                <a:gs pos="0">
                  <a:srgbClr val="939292">
                    <a:alpha val="2918"/>
                  </a:srgbClr>
                </a:gs>
                <a:gs pos="14286">
                  <a:srgbClr val="939292">
                    <a:alpha val="2685"/>
                  </a:srgbClr>
                </a:gs>
                <a:gs pos="28571">
                  <a:srgbClr val="939292">
                    <a:alpha val="2091"/>
                  </a:srgbClr>
                </a:gs>
                <a:gs pos="42857">
                  <a:srgbClr val="939292">
                    <a:alpha val="1377"/>
                  </a:srgbClr>
                </a:gs>
                <a:gs pos="57143">
                  <a:srgbClr val="939292">
                    <a:alpha val="765"/>
                  </a:srgbClr>
                </a:gs>
                <a:gs pos="71429">
                  <a:srgbClr val="939292">
                    <a:alpha val="359"/>
                  </a:srgbClr>
                </a:gs>
                <a:gs pos="85714">
                  <a:srgbClr val="939292">
                    <a:alpha val="142"/>
                  </a:srgbClr>
                </a:gs>
                <a:gs pos="100000">
                  <a:srgbClr val="939292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5205902">
              <a:off x="1702238" y="-158588"/>
              <a:ext cx="501006" cy="438593"/>
            </a:xfrm>
            <a:prstGeom prst="ellipse">
              <a:avLst/>
            </a:prstGeom>
            <a:gradFill>
              <a:gsLst>
                <a:gs pos="0">
                  <a:srgbClr val="969696">
                    <a:alpha val="5450"/>
                  </a:srgbClr>
                </a:gs>
                <a:gs pos="14286">
                  <a:srgbClr val="969696">
                    <a:alpha val="5020"/>
                  </a:srgbClr>
                </a:gs>
                <a:gs pos="28571">
                  <a:srgbClr val="969696">
                    <a:alpha val="3920"/>
                  </a:srgbClr>
                </a:gs>
                <a:gs pos="42857">
                  <a:srgbClr val="969696">
                    <a:alpha val="2589"/>
                  </a:srgbClr>
                </a:gs>
                <a:gs pos="57143">
                  <a:srgbClr val="969696">
                    <a:alpha val="1443"/>
                  </a:srgbClr>
                </a:gs>
                <a:gs pos="71429">
                  <a:srgbClr val="969696">
                    <a:alpha val="678"/>
                  </a:srgbClr>
                </a:gs>
                <a:gs pos="85714">
                  <a:srgbClr val="969696">
                    <a:alpha val="269"/>
                  </a:srgbClr>
                </a:gs>
                <a:gs pos="100000">
                  <a:srgbClr val="969696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-9947840">
              <a:off x="2416009" y="1088138"/>
              <a:ext cx="539985" cy="419157"/>
            </a:xfrm>
            <a:prstGeom prst="ellipse">
              <a:avLst/>
            </a:prstGeom>
            <a:gradFill>
              <a:gsLst>
                <a:gs pos="0">
                  <a:srgbClr val="373A38">
                    <a:alpha val="3165"/>
                  </a:srgbClr>
                </a:gs>
                <a:gs pos="14286">
                  <a:srgbClr val="373A38">
                    <a:alpha val="2913"/>
                  </a:srgbClr>
                </a:gs>
                <a:gs pos="28571">
                  <a:srgbClr val="373A38">
                    <a:alpha val="2269"/>
                  </a:srgbClr>
                </a:gs>
                <a:gs pos="42857">
                  <a:srgbClr val="373A38">
                    <a:alpha val="1494"/>
                  </a:srgbClr>
                </a:gs>
                <a:gs pos="57143">
                  <a:srgbClr val="373A38">
                    <a:alpha val="831"/>
                  </a:srgbClr>
                </a:gs>
                <a:gs pos="71429">
                  <a:srgbClr val="373A38">
                    <a:alpha val="390"/>
                  </a:srgbClr>
                </a:gs>
                <a:gs pos="85714">
                  <a:srgbClr val="373A38">
                    <a:alpha val="154"/>
                  </a:srgbClr>
                </a:gs>
                <a:gs pos="100000">
                  <a:srgbClr val="373A38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6538279">
              <a:off x="687294" y="-109511"/>
              <a:ext cx="584691" cy="525387"/>
            </a:xfrm>
            <a:prstGeom prst="ellipse">
              <a:avLst/>
            </a:prstGeom>
            <a:gradFill>
              <a:gsLst>
                <a:gs pos="0">
                  <a:srgbClr val="656566">
                    <a:alpha val="10686"/>
                  </a:srgbClr>
                </a:gs>
                <a:gs pos="14286">
                  <a:srgbClr val="656566">
                    <a:alpha val="9866"/>
                  </a:srgbClr>
                </a:gs>
                <a:gs pos="28571">
                  <a:srgbClr val="656566">
                    <a:alpha val="7748"/>
                  </a:srgbClr>
                </a:gs>
                <a:gs pos="42857">
                  <a:srgbClr val="656566">
                    <a:alpha val="5153"/>
                  </a:srgbClr>
                </a:gs>
                <a:gs pos="57143">
                  <a:srgbClr val="656566">
                    <a:alpha val="2889"/>
                  </a:srgbClr>
                </a:gs>
                <a:gs pos="71429">
                  <a:srgbClr val="656566">
                    <a:alpha val="1363"/>
                  </a:srgbClr>
                </a:gs>
                <a:gs pos="85714">
                  <a:srgbClr val="656566">
                    <a:alpha val="541"/>
                  </a:srgbClr>
                </a:gs>
                <a:gs pos="100000">
                  <a:srgbClr val="656566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-10367817">
              <a:off x="-109876" y="2125202"/>
              <a:ext cx="571959" cy="524162"/>
            </a:xfrm>
            <a:prstGeom prst="ellipse">
              <a:avLst/>
            </a:prstGeom>
            <a:gradFill>
              <a:gsLst>
                <a:gs pos="0">
                  <a:srgbClr val="595859">
                    <a:alpha val="5480"/>
                  </a:srgbClr>
                </a:gs>
                <a:gs pos="14286">
                  <a:srgbClr val="595859">
                    <a:alpha val="5048"/>
                  </a:srgbClr>
                </a:gs>
                <a:gs pos="28571">
                  <a:srgbClr val="595859">
                    <a:alpha val="3942"/>
                  </a:srgbClr>
                </a:gs>
                <a:gs pos="42857">
                  <a:srgbClr val="595859">
                    <a:alpha val="2603"/>
                  </a:srgbClr>
                </a:gs>
                <a:gs pos="57143">
                  <a:srgbClr val="595859">
                    <a:alpha val="1451"/>
                  </a:srgbClr>
                </a:gs>
                <a:gs pos="71429">
                  <a:srgbClr val="595859">
                    <a:alpha val="682"/>
                  </a:srgbClr>
                </a:gs>
                <a:gs pos="85714">
                  <a:srgbClr val="595859">
                    <a:alpha val="270"/>
                  </a:srgbClr>
                </a:gs>
                <a:gs pos="100000">
                  <a:srgbClr val="595859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6007929">
              <a:off x="2274081" y="1760727"/>
              <a:ext cx="560224" cy="516527"/>
            </a:xfrm>
            <a:prstGeom prst="ellipse">
              <a:avLst/>
            </a:prstGeom>
            <a:gradFill>
              <a:gsLst>
                <a:gs pos="0">
                  <a:srgbClr val="8E8E8E">
                    <a:alpha val="2197"/>
                  </a:srgbClr>
                </a:gs>
                <a:gs pos="14286">
                  <a:srgbClr val="8E8E8E">
                    <a:alpha val="2021"/>
                  </a:srgbClr>
                </a:gs>
                <a:gs pos="28571">
                  <a:srgbClr val="8E8E8E">
                    <a:alpha val="1572"/>
                  </a:srgbClr>
                </a:gs>
                <a:gs pos="42857">
                  <a:srgbClr val="8E8E8E">
                    <a:alpha val="1034"/>
                  </a:srgbClr>
                </a:gs>
                <a:gs pos="57143">
                  <a:srgbClr val="8E8E8E">
                    <a:alpha val="574"/>
                  </a:srgbClr>
                </a:gs>
                <a:gs pos="71429">
                  <a:srgbClr val="8E8E8E">
                    <a:alpha val="269"/>
                  </a:srgbClr>
                </a:gs>
                <a:gs pos="85714">
                  <a:srgbClr val="8E8E8E">
                    <a:alpha val="107"/>
                  </a:srgbClr>
                </a:gs>
                <a:gs pos="100000">
                  <a:srgbClr val="8E8E8E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7187169">
              <a:off x="823698" y="702888"/>
              <a:ext cx="579179" cy="504955"/>
            </a:xfrm>
            <a:prstGeom prst="ellipse">
              <a:avLst/>
            </a:prstGeom>
            <a:gradFill>
              <a:gsLst>
                <a:gs pos="0">
                  <a:srgbClr val="868585">
                    <a:alpha val="22826"/>
                  </a:srgbClr>
                </a:gs>
                <a:gs pos="14286">
                  <a:srgbClr val="868585">
                    <a:alpha val="21192"/>
                  </a:srgbClr>
                </a:gs>
                <a:gs pos="28571">
                  <a:srgbClr val="868585">
                    <a:alpha val="16882"/>
                  </a:srgbClr>
                </a:gs>
                <a:gs pos="42857">
                  <a:srgbClr val="868585">
                    <a:alpha val="11422"/>
                  </a:srgbClr>
                </a:gs>
                <a:gs pos="57143">
                  <a:srgbClr val="868585">
                    <a:alpha val="6500"/>
                  </a:srgbClr>
                </a:gs>
                <a:gs pos="71429">
                  <a:srgbClr val="868585">
                    <a:alpha val="3097"/>
                  </a:srgbClr>
                </a:gs>
                <a:gs pos="85714">
                  <a:srgbClr val="868585">
                    <a:alpha val="1236"/>
                  </a:srgbClr>
                </a:gs>
                <a:gs pos="100000">
                  <a:srgbClr val="868585">
                    <a:alpha val="4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7697365">
              <a:off x="830177" y="736231"/>
              <a:ext cx="551628" cy="531895"/>
            </a:xfrm>
            <a:prstGeom prst="ellipse">
              <a:avLst/>
            </a:prstGeom>
            <a:gradFill>
              <a:gsLst>
                <a:gs pos="0">
                  <a:srgbClr val="717171">
                    <a:alpha val="12405"/>
                  </a:srgbClr>
                </a:gs>
                <a:gs pos="14286">
                  <a:srgbClr val="717171">
                    <a:alpha val="11461"/>
                  </a:srgbClr>
                </a:gs>
                <a:gs pos="28571">
                  <a:srgbClr val="717171">
                    <a:alpha val="9019"/>
                  </a:srgbClr>
                </a:gs>
                <a:gs pos="42857">
                  <a:srgbClr val="717171">
                    <a:alpha val="6011"/>
                  </a:srgbClr>
                </a:gs>
                <a:gs pos="57143">
                  <a:srgbClr val="717171">
                    <a:alpha val="3377"/>
                  </a:srgbClr>
                </a:gs>
                <a:gs pos="71429">
                  <a:srgbClr val="717171">
                    <a:alpha val="1595"/>
                  </a:srgbClr>
                </a:gs>
                <a:gs pos="85714">
                  <a:srgbClr val="717171">
                    <a:alpha val="634"/>
                  </a:srgbClr>
                </a:gs>
                <a:gs pos="100000">
                  <a:srgbClr val="717171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9382628">
              <a:off x="386216" y="119764"/>
              <a:ext cx="554185" cy="519210"/>
            </a:xfrm>
            <a:prstGeom prst="ellipse">
              <a:avLst/>
            </a:prstGeom>
            <a:gradFill>
              <a:gsLst>
                <a:gs pos="0">
                  <a:srgbClr val="838486">
                    <a:alpha val="2861"/>
                  </a:srgbClr>
                </a:gs>
                <a:gs pos="14286">
                  <a:srgbClr val="838486">
                    <a:alpha val="2633"/>
                  </a:srgbClr>
                </a:gs>
                <a:gs pos="28571">
                  <a:srgbClr val="838486">
                    <a:alpha val="2051"/>
                  </a:srgbClr>
                </a:gs>
                <a:gs pos="42857">
                  <a:srgbClr val="838486">
                    <a:alpha val="1350"/>
                  </a:srgbClr>
                </a:gs>
                <a:gs pos="57143">
                  <a:srgbClr val="838486">
                    <a:alpha val="750"/>
                  </a:srgbClr>
                </a:gs>
                <a:gs pos="71429">
                  <a:srgbClr val="838486">
                    <a:alpha val="352"/>
                  </a:srgbClr>
                </a:gs>
                <a:gs pos="85714">
                  <a:srgbClr val="838486">
                    <a:alpha val="139"/>
                  </a:srgbClr>
                </a:gs>
                <a:gs pos="100000">
                  <a:srgbClr val="838486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5635635">
              <a:off x="1759305" y="3268726"/>
              <a:ext cx="427107" cy="959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6614863">
              <a:off x="526125" y="-64078"/>
              <a:ext cx="575540" cy="538934"/>
            </a:xfrm>
            <a:prstGeom prst="ellipse">
              <a:avLst/>
            </a:prstGeom>
            <a:gradFill>
              <a:gsLst>
                <a:gs pos="0">
                  <a:srgbClr val="7A7979">
                    <a:alpha val="16127"/>
                  </a:srgbClr>
                </a:gs>
                <a:gs pos="14286">
                  <a:srgbClr val="7A7979">
                    <a:alpha val="14925"/>
                  </a:srgbClr>
                </a:gs>
                <a:gs pos="28571">
                  <a:srgbClr val="7A7979">
                    <a:alpha val="11795"/>
                  </a:srgbClr>
                </a:gs>
                <a:gs pos="42857">
                  <a:srgbClr val="7A7979">
                    <a:alpha val="7902"/>
                  </a:srgbClr>
                </a:gs>
                <a:gs pos="57143">
                  <a:srgbClr val="7A7979">
                    <a:alpha val="4459"/>
                  </a:srgbClr>
                </a:gs>
                <a:gs pos="71429">
                  <a:srgbClr val="7A7979">
                    <a:alpha val="2113"/>
                  </a:srgbClr>
                </a:gs>
                <a:gs pos="85714">
                  <a:srgbClr val="7A7979">
                    <a:alpha val="841"/>
                  </a:srgbClr>
                </a:gs>
                <a:gs pos="100000">
                  <a:srgbClr val="7A7979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4269031">
              <a:off x="3317897" y="3175803"/>
              <a:ext cx="529826" cy="442724"/>
            </a:xfrm>
            <a:prstGeom prst="ellipse">
              <a:avLst/>
            </a:prstGeom>
            <a:gradFill>
              <a:gsLst>
                <a:gs pos="0">
                  <a:srgbClr val="504F4F">
                    <a:alpha val="3741"/>
                  </a:srgbClr>
                </a:gs>
                <a:gs pos="14286">
                  <a:srgbClr val="504F4F">
                    <a:alpha val="3443"/>
                  </a:srgbClr>
                </a:gs>
                <a:gs pos="28571">
                  <a:srgbClr val="504F4F">
                    <a:alpha val="2684"/>
                  </a:srgbClr>
                </a:gs>
                <a:gs pos="42857">
                  <a:srgbClr val="504F4F">
                    <a:alpha val="1769"/>
                  </a:srgbClr>
                </a:gs>
                <a:gs pos="57143">
                  <a:srgbClr val="504F4F">
                    <a:alpha val="984"/>
                  </a:srgbClr>
                </a:gs>
                <a:gs pos="71429">
                  <a:srgbClr val="504F4F">
                    <a:alpha val="462"/>
                  </a:srgbClr>
                </a:gs>
                <a:gs pos="85714">
                  <a:srgbClr val="504F4F">
                    <a:alpha val="183"/>
                  </a:srgbClr>
                </a:gs>
                <a:gs pos="100000">
                  <a:srgbClr val="504F4F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-10285808">
              <a:off x="477100" y="-68902"/>
              <a:ext cx="567898" cy="553070"/>
            </a:xfrm>
            <a:prstGeom prst="ellipse">
              <a:avLst/>
            </a:prstGeom>
            <a:gradFill>
              <a:gsLst>
                <a:gs pos="0">
                  <a:srgbClr val="6D6D6D">
                    <a:alpha val="10508"/>
                  </a:srgbClr>
                </a:gs>
                <a:gs pos="14286">
                  <a:srgbClr val="6D6D6D">
                    <a:alpha val="9701"/>
                  </a:srgbClr>
                </a:gs>
                <a:gs pos="28571">
                  <a:srgbClr val="6D6D6D">
                    <a:alpha val="7617"/>
                  </a:srgbClr>
                </a:gs>
                <a:gs pos="42857">
                  <a:srgbClr val="6D6D6D">
                    <a:alpha val="5064"/>
                  </a:srgbClr>
                </a:gs>
                <a:gs pos="57143">
                  <a:srgbClr val="6D6D6D">
                    <a:alpha val="2838"/>
                  </a:srgbClr>
                </a:gs>
                <a:gs pos="71429">
                  <a:srgbClr val="6D6D6D">
                    <a:alpha val="1339"/>
                  </a:srgbClr>
                </a:gs>
                <a:gs pos="85714">
                  <a:srgbClr val="6D6D6D">
                    <a:alpha val="532"/>
                  </a:srgbClr>
                </a:gs>
                <a:gs pos="100000">
                  <a:srgbClr val="6D6D6D">
                    <a:alpha val="1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-8167092">
              <a:off x="633071" y="-166407"/>
              <a:ext cx="572515" cy="521703"/>
            </a:xfrm>
            <a:prstGeom prst="ellipse">
              <a:avLst/>
            </a:prstGeom>
            <a:gradFill>
              <a:gsLst>
                <a:gs pos="0">
                  <a:srgbClr val="858280">
                    <a:alpha val="9743"/>
                  </a:srgbClr>
                </a:gs>
                <a:gs pos="14286">
                  <a:srgbClr val="858280">
                    <a:alpha val="8992"/>
                  </a:srgbClr>
                </a:gs>
                <a:gs pos="28571">
                  <a:srgbClr val="858280">
                    <a:alpha val="7054"/>
                  </a:srgbClr>
                </a:gs>
                <a:gs pos="42857">
                  <a:srgbClr val="858280">
                    <a:alpha val="4685"/>
                  </a:srgbClr>
                </a:gs>
                <a:gs pos="57143">
                  <a:srgbClr val="858280">
                    <a:alpha val="2624"/>
                  </a:srgbClr>
                </a:gs>
                <a:gs pos="71429">
                  <a:srgbClr val="858280">
                    <a:alpha val="1237"/>
                  </a:srgbClr>
                </a:gs>
                <a:gs pos="85714">
                  <a:srgbClr val="858280">
                    <a:alpha val="491"/>
                  </a:srgbClr>
                </a:gs>
                <a:gs pos="100000">
                  <a:srgbClr val="858280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4683067">
              <a:off x="3130772" y="3097249"/>
              <a:ext cx="544036" cy="514193"/>
            </a:xfrm>
            <a:prstGeom prst="ellipse">
              <a:avLst/>
            </a:prstGeom>
            <a:gradFill>
              <a:gsLst>
                <a:gs pos="0">
                  <a:srgbClr val="8C8E8D">
                    <a:alpha val="1675"/>
                  </a:srgbClr>
                </a:gs>
                <a:gs pos="14286">
                  <a:srgbClr val="8C8E8D">
                    <a:alpha val="1541"/>
                  </a:srgbClr>
                </a:gs>
                <a:gs pos="28571">
                  <a:srgbClr val="8C8E8D">
                    <a:alpha val="1198"/>
                  </a:srgbClr>
                </a:gs>
                <a:gs pos="42857">
                  <a:srgbClr val="8C8E8D">
                    <a:alpha val="788"/>
                  </a:srgbClr>
                </a:gs>
                <a:gs pos="57143">
                  <a:srgbClr val="8C8E8D">
                    <a:alpha val="437"/>
                  </a:srgbClr>
                </a:gs>
                <a:gs pos="71429">
                  <a:srgbClr val="8C8E8D">
                    <a:alpha val="205"/>
                  </a:srgbClr>
                </a:gs>
                <a:gs pos="85714">
                  <a:srgbClr val="8C8E8D">
                    <a:alpha val="81"/>
                  </a:srgbClr>
                </a:gs>
                <a:gs pos="100000">
                  <a:srgbClr val="8C8E8D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-8682980">
              <a:off x="-79092" y="2024009"/>
              <a:ext cx="538413" cy="510124"/>
            </a:xfrm>
            <a:prstGeom prst="ellipse">
              <a:avLst/>
            </a:prstGeom>
            <a:gradFill>
              <a:gsLst>
                <a:gs pos="0">
                  <a:srgbClr val="878786">
                    <a:alpha val="9253"/>
                  </a:srgbClr>
                </a:gs>
                <a:gs pos="14286">
                  <a:srgbClr val="878786">
                    <a:alpha val="8537"/>
                  </a:srgbClr>
                </a:gs>
                <a:gs pos="28571">
                  <a:srgbClr val="878786">
                    <a:alpha val="6694"/>
                  </a:srgbClr>
                </a:gs>
                <a:gs pos="42857">
                  <a:srgbClr val="878786">
                    <a:alpha val="4443"/>
                  </a:srgbClr>
                </a:gs>
                <a:gs pos="57143">
                  <a:srgbClr val="878786">
                    <a:alpha val="2487"/>
                  </a:srgbClr>
                </a:gs>
                <a:gs pos="71429">
                  <a:srgbClr val="878786">
                    <a:alpha val="1172"/>
                  </a:srgbClr>
                </a:gs>
                <a:gs pos="85714">
                  <a:srgbClr val="878786">
                    <a:alpha val="465"/>
                  </a:srgbClr>
                </a:gs>
                <a:gs pos="100000">
                  <a:srgbClr val="878786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4070199">
              <a:off x="1732355" y="2917981"/>
              <a:ext cx="451161" cy="1963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3106042">
              <a:off x="1371367" y="3052333"/>
              <a:ext cx="472437" cy="106191"/>
            </a:xfrm>
            <a:prstGeom prst="ellipse">
              <a:avLst/>
            </a:prstGeom>
            <a:gradFill>
              <a:gsLst>
                <a:gs pos="0">
                  <a:srgbClr val="000400">
                    <a:alpha val="20370"/>
                  </a:srgbClr>
                </a:gs>
                <a:gs pos="14286">
                  <a:srgbClr val="000400">
                    <a:alpha val="18889"/>
                  </a:srgbClr>
                </a:gs>
                <a:gs pos="28571">
                  <a:srgbClr val="000400">
                    <a:alpha val="15003"/>
                  </a:srgbClr>
                </a:gs>
                <a:gs pos="42857">
                  <a:srgbClr val="000400">
                    <a:alpha val="10114"/>
                  </a:srgbClr>
                </a:gs>
                <a:gs pos="57143">
                  <a:srgbClr val="000400">
                    <a:alpha val="5737"/>
                  </a:srgbClr>
                </a:gs>
                <a:gs pos="71429">
                  <a:srgbClr val="000400">
                    <a:alpha val="2728"/>
                  </a:srgbClr>
                </a:gs>
                <a:gs pos="85714">
                  <a:srgbClr val="000400">
                    <a:alpha val="1088"/>
                  </a:srgbClr>
                </a:gs>
                <a:gs pos="100000">
                  <a:srgbClr val="000400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6092586">
              <a:off x="2378105" y="739953"/>
              <a:ext cx="157762" cy="76824"/>
            </a:xfrm>
            <a:prstGeom prst="ellipse">
              <a:avLst/>
            </a:prstGeom>
            <a:gradFill>
              <a:gsLst>
                <a:gs pos="0">
                  <a:srgbClr val="C1C1C1">
                    <a:alpha val="32968"/>
                  </a:srgbClr>
                </a:gs>
                <a:gs pos="14286">
                  <a:srgbClr val="C1C1C1">
                    <a:alpha val="30764"/>
                  </a:srgbClr>
                </a:gs>
                <a:gs pos="28571">
                  <a:srgbClr val="C1C1C1">
                    <a:alpha val="24833"/>
                  </a:srgbClr>
                </a:gs>
                <a:gs pos="42857">
                  <a:srgbClr val="C1C1C1">
                    <a:alpha val="17075"/>
                  </a:srgbClr>
                </a:gs>
                <a:gs pos="57143">
                  <a:srgbClr val="C1C1C1">
                    <a:alpha val="9855"/>
                  </a:srgbClr>
                </a:gs>
                <a:gs pos="71429">
                  <a:srgbClr val="C1C1C1">
                    <a:alpha val="4740"/>
                  </a:srgbClr>
                </a:gs>
                <a:gs pos="85714">
                  <a:srgbClr val="C1C1C1">
                    <a:alpha val="1902"/>
                  </a:srgbClr>
                </a:gs>
                <a:gs pos="100000">
                  <a:srgbClr val="C1C1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8099850">
              <a:off x="1875520" y="3243110"/>
              <a:ext cx="376004" cy="94893"/>
            </a:xfrm>
            <a:prstGeom prst="ellipse">
              <a:avLst/>
            </a:prstGeom>
            <a:gradFill>
              <a:gsLst>
                <a:gs pos="0">
                  <a:srgbClr val="939392">
                    <a:alpha val="11189"/>
                  </a:srgbClr>
                </a:gs>
                <a:gs pos="14286">
                  <a:srgbClr val="939392">
                    <a:alpha val="10333"/>
                  </a:srgbClr>
                </a:gs>
                <a:gs pos="28571">
                  <a:srgbClr val="939392">
                    <a:alpha val="8120"/>
                  </a:srgbClr>
                </a:gs>
                <a:gs pos="42857">
                  <a:srgbClr val="939392">
                    <a:alpha val="5403"/>
                  </a:srgbClr>
                </a:gs>
                <a:gs pos="57143">
                  <a:srgbClr val="939392">
                    <a:alpha val="3031"/>
                  </a:srgbClr>
                </a:gs>
                <a:gs pos="71429">
                  <a:srgbClr val="939392">
                    <a:alpha val="1430"/>
                  </a:srgbClr>
                </a:gs>
                <a:gs pos="85714">
                  <a:srgbClr val="939392">
                    <a:alpha val="568"/>
                  </a:srgbClr>
                </a:gs>
                <a:gs pos="100000">
                  <a:srgbClr val="939392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-8817214">
              <a:off x="1783930" y="2968865"/>
              <a:ext cx="336049" cy="55593"/>
            </a:xfrm>
            <a:prstGeom prst="ellipse">
              <a:avLst/>
            </a:prstGeom>
            <a:gradFill>
              <a:gsLst>
                <a:gs pos="0">
                  <a:srgbClr val="050C0C">
                    <a:alpha val="20303"/>
                  </a:srgbClr>
                </a:gs>
                <a:gs pos="14286">
                  <a:srgbClr val="050C0C">
                    <a:alpha val="18826"/>
                  </a:srgbClr>
                </a:gs>
                <a:gs pos="28571">
                  <a:srgbClr val="050C0C">
                    <a:alpha val="14952"/>
                  </a:srgbClr>
                </a:gs>
                <a:gs pos="42857">
                  <a:srgbClr val="050C0C">
                    <a:alpha val="10078"/>
                  </a:srgbClr>
                </a:gs>
                <a:gs pos="57143">
                  <a:srgbClr val="050C0C">
                    <a:alpha val="5716"/>
                  </a:srgbClr>
                </a:gs>
                <a:gs pos="71429">
                  <a:srgbClr val="050C0C">
                    <a:alpha val="2718"/>
                  </a:srgbClr>
                </a:gs>
                <a:gs pos="85714">
                  <a:srgbClr val="050C0C">
                    <a:alpha val="1084"/>
                  </a:srgbClr>
                </a:gs>
                <a:gs pos="100000">
                  <a:srgbClr val="050C0C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3689541">
              <a:off x="2424794" y="812846"/>
              <a:ext cx="385725" cy="38420"/>
            </a:xfrm>
            <a:prstGeom prst="ellipse">
              <a:avLst/>
            </a:prstGeom>
            <a:gradFill>
              <a:gsLst>
                <a:gs pos="0">
                  <a:srgbClr val="A3A2A2">
                    <a:alpha val="14365"/>
                  </a:srgbClr>
                </a:gs>
                <a:gs pos="14286">
                  <a:srgbClr val="A3A2A2">
                    <a:alpha val="13284"/>
                  </a:srgbClr>
                </a:gs>
                <a:gs pos="28571">
                  <a:srgbClr val="A3A2A2">
                    <a:alpha val="10476"/>
                  </a:srgbClr>
                </a:gs>
                <a:gs pos="42857">
                  <a:srgbClr val="A3A2A2">
                    <a:alpha val="7002"/>
                  </a:srgbClr>
                </a:gs>
                <a:gs pos="57143">
                  <a:srgbClr val="A3A2A2">
                    <a:alpha val="3942"/>
                  </a:srgbClr>
                </a:gs>
                <a:gs pos="71429">
                  <a:srgbClr val="A3A2A2">
                    <a:alpha val="1865"/>
                  </a:srgbClr>
                </a:gs>
                <a:gs pos="85714">
                  <a:srgbClr val="A3A2A2">
                    <a:alpha val="742"/>
                  </a:srgbClr>
                </a:gs>
                <a:gs pos="100000">
                  <a:srgbClr val="A3A2A2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3721885">
              <a:off x="1580834" y="2813398"/>
              <a:ext cx="408074" cy="142692"/>
            </a:xfrm>
            <a:prstGeom prst="ellipse">
              <a:avLst/>
            </a:prstGeom>
            <a:gradFill>
              <a:gsLst>
                <a:gs pos="0">
                  <a:srgbClr val="D1D1D1">
                    <a:alpha val="32927"/>
                  </a:srgbClr>
                </a:gs>
                <a:gs pos="14286">
                  <a:srgbClr val="D1D1D1">
                    <a:alpha val="30725"/>
                  </a:srgbClr>
                </a:gs>
                <a:gs pos="28571">
                  <a:srgbClr val="D1D1D1">
                    <a:alpha val="24800"/>
                  </a:srgbClr>
                </a:gs>
                <a:gs pos="42857">
                  <a:srgbClr val="D1D1D1">
                    <a:alpha val="17052"/>
                  </a:srgbClr>
                </a:gs>
                <a:gs pos="57143">
                  <a:srgbClr val="D1D1D1">
                    <a:alpha val="9841"/>
                  </a:srgbClr>
                </a:gs>
                <a:gs pos="71429">
                  <a:srgbClr val="D1D1D1">
                    <a:alpha val="4733"/>
                  </a:srgbClr>
                </a:gs>
                <a:gs pos="85714">
                  <a:srgbClr val="D1D1D1">
                    <a:alpha val="1899"/>
                  </a:srgbClr>
                </a:gs>
                <a:gs pos="100000">
                  <a:srgbClr val="D1D1D1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4429950">
              <a:off x="1398966" y="3082439"/>
              <a:ext cx="392706" cy="78151"/>
            </a:xfrm>
            <a:prstGeom prst="ellipse">
              <a:avLst/>
            </a:prstGeom>
            <a:gradFill>
              <a:gsLst>
                <a:gs pos="0">
                  <a:srgbClr val="8B8B8B">
                    <a:alpha val="32073"/>
                  </a:srgbClr>
                </a:gs>
                <a:gs pos="14286">
                  <a:srgbClr val="8B8B8B">
                    <a:alpha val="29915"/>
                  </a:srgbClr>
                </a:gs>
                <a:gs pos="28571">
                  <a:srgbClr val="8B8B8B">
                    <a:alpha val="24118"/>
                  </a:srgbClr>
                </a:gs>
                <a:gs pos="42857">
                  <a:srgbClr val="8B8B8B">
                    <a:alpha val="16559"/>
                  </a:srgbClr>
                </a:gs>
                <a:gs pos="57143">
                  <a:srgbClr val="8B8B8B">
                    <a:alpha val="9544"/>
                  </a:srgbClr>
                </a:gs>
                <a:gs pos="71429">
                  <a:srgbClr val="8B8B8B">
                    <a:alpha val="4587"/>
                  </a:srgbClr>
                </a:gs>
                <a:gs pos="85714">
                  <a:srgbClr val="8B8B8B">
                    <a:alpha val="1840"/>
                  </a:srgbClr>
                </a:gs>
                <a:gs pos="100000">
                  <a:srgbClr val="8B8B8B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-8211218">
              <a:off x="2292641" y="698082"/>
              <a:ext cx="475269" cy="1158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7110152">
              <a:off x="2319422" y="796042"/>
              <a:ext cx="349196" cy="847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-8959950">
              <a:off x="2344426" y="967214"/>
              <a:ext cx="397509" cy="286324"/>
            </a:xfrm>
            <a:prstGeom prst="ellipse">
              <a:avLst/>
            </a:prstGeom>
            <a:gradFill>
              <a:gsLst>
                <a:gs pos="0">
                  <a:srgbClr val="000400">
                    <a:alpha val="21704"/>
                  </a:srgbClr>
                </a:gs>
                <a:gs pos="14286">
                  <a:srgbClr val="000400">
                    <a:alpha val="20139"/>
                  </a:srgbClr>
                </a:gs>
                <a:gs pos="28571">
                  <a:srgbClr val="000400">
                    <a:alpha val="16022"/>
                  </a:srgbClr>
                </a:gs>
                <a:gs pos="42857">
                  <a:srgbClr val="000400">
                    <a:alpha val="10822"/>
                  </a:srgbClr>
                </a:gs>
                <a:gs pos="57143">
                  <a:srgbClr val="000400">
                    <a:alpha val="6149"/>
                  </a:srgbClr>
                </a:gs>
                <a:gs pos="71429">
                  <a:srgbClr val="000400">
                    <a:alpha val="2927"/>
                  </a:srgbClr>
                </a:gs>
                <a:gs pos="85714">
                  <a:srgbClr val="000400">
                    <a:alpha val="1168"/>
                  </a:srgbClr>
                </a:gs>
                <a:gs pos="100000">
                  <a:srgbClr val="000400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3857333">
              <a:off x="238996" y="226491"/>
              <a:ext cx="148042" cy="517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4908267">
              <a:off x="238160" y="2050506"/>
              <a:ext cx="171186" cy="91872"/>
            </a:xfrm>
            <a:prstGeom prst="ellipse">
              <a:avLst/>
            </a:prstGeom>
            <a:gradFill>
              <a:gsLst>
                <a:gs pos="0">
                  <a:srgbClr val="DEDEDE">
                    <a:alpha val="9753"/>
                  </a:srgbClr>
                </a:gs>
                <a:gs pos="14286">
                  <a:srgbClr val="DEDEDE">
                    <a:alpha val="9001"/>
                  </a:srgbClr>
                </a:gs>
                <a:gs pos="28571">
                  <a:srgbClr val="DEDEDE">
                    <a:alpha val="7062"/>
                  </a:srgbClr>
                </a:gs>
                <a:gs pos="42857">
                  <a:srgbClr val="DEDEDE">
                    <a:alpha val="4690"/>
                  </a:srgbClr>
                </a:gs>
                <a:gs pos="57143">
                  <a:srgbClr val="DEDEDE">
                    <a:alpha val="2627"/>
                  </a:srgbClr>
                </a:gs>
                <a:gs pos="71429">
                  <a:srgbClr val="DEDEDE">
                    <a:alpha val="1238"/>
                  </a:srgbClr>
                </a:gs>
                <a:gs pos="85714">
                  <a:srgbClr val="DEDEDE">
                    <a:alpha val="491"/>
                  </a:srgbClr>
                </a:gs>
                <a:gs pos="100000">
                  <a:srgbClr val="DEDEDE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3775407">
              <a:off x="1946767" y="808520"/>
              <a:ext cx="434940" cy="60916"/>
            </a:xfrm>
            <a:prstGeom prst="ellipse">
              <a:avLst/>
            </a:prstGeom>
            <a:gradFill>
              <a:gsLst>
                <a:gs pos="0">
                  <a:srgbClr val="BCBDBC">
                    <a:alpha val="32497"/>
                  </a:srgbClr>
                </a:gs>
                <a:gs pos="14286">
                  <a:srgbClr val="BCBDBC">
                    <a:alpha val="30317"/>
                  </a:srgbClr>
                </a:gs>
                <a:gs pos="28571">
                  <a:srgbClr val="BCBDBC">
                    <a:alpha val="24457"/>
                  </a:srgbClr>
                </a:gs>
                <a:gs pos="42857">
                  <a:srgbClr val="BCBDBC">
                    <a:alpha val="16803"/>
                  </a:srgbClr>
                </a:gs>
                <a:gs pos="57143">
                  <a:srgbClr val="BCBDBC">
                    <a:alpha val="9691"/>
                  </a:srgbClr>
                </a:gs>
                <a:gs pos="71429">
                  <a:srgbClr val="BCBDBC">
                    <a:alpha val="4659"/>
                  </a:srgbClr>
                </a:gs>
                <a:gs pos="85714">
                  <a:srgbClr val="BCBDBC">
                    <a:alpha val="1869"/>
                  </a:srgbClr>
                </a:gs>
                <a:gs pos="100000">
                  <a:srgbClr val="BCBDBC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-8668134">
              <a:off x="2080058" y="1103651"/>
              <a:ext cx="340390" cy="118939"/>
            </a:xfrm>
            <a:prstGeom prst="ellipse">
              <a:avLst/>
            </a:prstGeom>
            <a:gradFill>
              <a:gsLst>
                <a:gs pos="0">
                  <a:srgbClr val="A1A1A1">
                    <a:alpha val="24753"/>
                  </a:srgbClr>
                </a:gs>
                <a:gs pos="14286">
                  <a:srgbClr val="A1A1A1">
                    <a:alpha val="23002"/>
                  </a:srgbClr>
                </a:gs>
                <a:gs pos="28571">
                  <a:srgbClr val="A1A1A1">
                    <a:alpha val="18369"/>
                  </a:srgbClr>
                </a:gs>
                <a:gs pos="42857">
                  <a:srgbClr val="A1A1A1">
                    <a:alpha val="12464"/>
                  </a:srgbClr>
                </a:gs>
                <a:gs pos="57143">
                  <a:srgbClr val="A1A1A1">
                    <a:alpha val="7111"/>
                  </a:srgbClr>
                </a:gs>
                <a:gs pos="71429">
                  <a:srgbClr val="A1A1A1">
                    <a:alpha val="3394"/>
                  </a:srgbClr>
                </a:gs>
                <a:gs pos="85714">
                  <a:srgbClr val="A1A1A1">
                    <a:alpha val="1356"/>
                  </a:srgbClr>
                </a:gs>
                <a:gs pos="100000">
                  <a:srgbClr val="A1A1A1">
                    <a:alpha val="4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3431792">
              <a:off x="612901" y="678146"/>
              <a:ext cx="387201" cy="32131"/>
            </a:xfrm>
            <a:prstGeom prst="ellipse">
              <a:avLst/>
            </a:prstGeom>
            <a:gradFill>
              <a:gsLst>
                <a:gs pos="0">
                  <a:srgbClr val="565657">
                    <a:alpha val="25611"/>
                  </a:srgbClr>
                </a:gs>
                <a:gs pos="14286">
                  <a:srgbClr val="565657">
                    <a:alpha val="23809"/>
                  </a:srgbClr>
                </a:gs>
                <a:gs pos="28571">
                  <a:srgbClr val="565657">
                    <a:alpha val="19034"/>
                  </a:srgbClr>
                </a:gs>
                <a:gs pos="42857">
                  <a:srgbClr val="565657">
                    <a:alpha val="12933"/>
                  </a:srgbClr>
                </a:gs>
                <a:gs pos="57143">
                  <a:srgbClr val="565657">
                    <a:alpha val="7387"/>
                  </a:srgbClr>
                </a:gs>
                <a:gs pos="71429">
                  <a:srgbClr val="565657">
                    <a:alpha val="3528"/>
                  </a:srgbClr>
                </a:gs>
                <a:gs pos="85714">
                  <a:srgbClr val="565657">
                    <a:alpha val="1410"/>
                  </a:srgbClr>
                </a:gs>
                <a:gs pos="100000">
                  <a:srgbClr val="565657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9340749">
              <a:off x="2421919" y="882592"/>
              <a:ext cx="361405" cy="152325"/>
            </a:xfrm>
            <a:prstGeom prst="ellipse">
              <a:avLst/>
            </a:prstGeom>
            <a:gradFill>
              <a:gsLst>
                <a:gs pos="0">
                  <a:srgbClr val="A3A3A3">
                    <a:alpha val="20025"/>
                  </a:srgbClr>
                </a:gs>
                <a:gs pos="14286">
                  <a:srgbClr val="A3A3A3">
                    <a:alpha val="18567"/>
                  </a:srgbClr>
                </a:gs>
                <a:gs pos="28571">
                  <a:srgbClr val="A3A3A3">
                    <a:alpha val="14741"/>
                  </a:srgbClr>
                </a:gs>
                <a:gs pos="42857">
                  <a:srgbClr val="A3A3A3">
                    <a:alpha val="9932"/>
                  </a:srgbClr>
                </a:gs>
                <a:gs pos="57143">
                  <a:srgbClr val="A3A3A3">
                    <a:alpha val="5631"/>
                  </a:srgbClr>
                </a:gs>
                <a:gs pos="71429">
                  <a:srgbClr val="A3A3A3">
                    <a:alpha val="2677"/>
                  </a:srgbClr>
                </a:gs>
                <a:gs pos="85714">
                  <a:srgbClr val="A3A3A3">
                    <a:alpha val="1067"/>
                  </a:srgbClr>
                </a:gs>
                <a:gs pos="100000">
                  <a:srgbClr val="A3A3A3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-10725879">
              <a:off x="2091130" y="3584621"/>
              <a:ext cx="67040" cy="366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-8896819">
              <a:off x="1591806" y="2826416"/>
              <a:ext cx="521012" cy="155027"/>
            </a:xfrm>
            <a:prstGeom prst="ellipse">
              <a:avLst/>
            </a:prstGeom>
            <a:gradFill>
              <a:gsLst>
                <a:gs pos="0">
                  <a:srgbClr val="6B6C6C">
                    <a:alpha val="27685"/>
                  </a:srgbClr>
                </a:gs>
                <a:gs pos="14286">
                  <a:srgbClr val="6B6C6C">
                    <a:alpha val="25764"/>
                  </a:srgbClr>
                </a:gs>
                <a:gs pos="28571">
                  <a:srgbClr val="6B6C6C">
                    <a:alpha val="20652"/>
                  </a:srgbClr>
                </a:gs>
                <a:gs pos="42857">
                  <a:srgbClr val="6B6C6C">
                    <a:alpha val="14078"/>
                  </a:srgbClr>
                </a:gs>
                <a:gs pos="57143">
                  <a:srgbClr val="6B6C6C">
                    <a:alpha val="8064"/>
                  </a:srgbClr>
                </a:gs>
                <a:gs pos="71429">
                  <a:srgbClr val="6B6C6C">
                    <a:alpha val="3859"/>
                  </a:srgbClr>
                </a:gs>
                <a:gs pos="85714">
                  <a:srgbClr val="6B6C6C">
                    <a:alpha val="1544"/>
                  </a:srgbClr>
                </a:gs>
                <a:gs pos="100000">
                  <a:srgbClr val="6B6C6C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5380590">
              <a:off x="1926492" y="745385"/>
              <a:ext cx="490387" cy="70044"/>
            </a:xfrm>
            <a:prstGeom prst="ellipse">
              <a:avLst/>
            </a:prstGeom>
            <a:gradFill>
              <a:gsLst>
                <a:gs pos="0">
                  <a:srgbClr val="C3C4C3">
                    <a:alpha val="15918"/>
                  </a:srgbClr>
                </a:gs>
                <a:gs pos="14286">
                  <a:srgbClr val="C3C4C3">
                    <a:alpha val="14730"/>
                  </a:srgbClr>
                </a:gs>
                <a:gs pos="28571">
                  <a:srgbClr val="C3C4C3">
                    <a:alpha val="11638"/>
                  </a:srgbClr>
                </a:gs>
                <a:gs pos="42857">
                  <a:srgbClr val="C3C4C3">
                    <a:alpha val="7795"/>
                  </a:srgbClr>
                </a:gs>
                <a:gs pos="57143">
                  <a:srgbClr val="C3C4C3">
                    <a:alpha val="4397"/>
                  </a:srgbClr>
                </a:gs>
                <a:gs pos="71429">
                  <a:srgbClr val="C3C4C3">
                    <a:alpha val="2083"/>
                  </a:srgbClr>
                </a:gs>
                <a:gs pos="85714">
                  <a:srgbClr val="C3C4C3">
                    <a:alpha val="829"/>
                  </a:srgbClr>
                </a:gs>
                <a:gs pos="100000">
                  <a:srgbClr val="C3C4C3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-8920178">
              <a:off x="822128" y="427139"/>
              <a:ext cx="337140" cy="79934"/>
            </a:xfrm>
            <a:prstGeom prst="ellipse">
              <a:avLst/>
            </a:prstGeom>
            <a:gradFill>
              <a:gsLst>
                <a:gs pos="0">
                  <a:srgbClr val="4C4B4C">
                    <a:alpha val="32853"/>
                  </a:srgbClr>
                </a:gs>
                <a:gs pos="14286">
                  <a:srgbClr val="4C4B4C">
                    <a:alpha val="30655"/>
                  </a:srgbClr>
                </a:gs>
                <a:gs pos="28571">
                  <a:srgbClr val="4C4B4C">
                    <a:alpha val="24741"/>
                  </a:srgbClr>
                </a:gs>
                <a:gs pos="42857">
                  <a:srgbClr val="4C4B4C">
                    <a:alpha val="17009"/>
                  </a:srgbClr>
                </a:gs>
                <a:gs pos="57143">
                  <a:srgbClr val="4C4B4C">
                    <a:alpha val="9815"/>
                  </a:srgbClr>
                </a:gs>
                <a:gs pos="71429">
                  <a:srgbClr val="4C4B4C">
                    <a:alpha val="4721"/>
                  </a:srgbClr>
                </a:gs>
                <a:gs pos="85714">
                  <a:srgbClr val="4C4B4C">
                    <a:alpha val="1894"/>
                  </a:srgbClr>
                </a:gs>
                <a:gs pos="100000">
                  <a:srgbClr val="4C4B4C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5314823">
              <a:off x="1534367" y="2468094"/>
              <a:ext cx="323231" cy="1334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2862630">
              <a:off x="1352277" y="1785366"/>
              <a:ext cx="320406" cy="112527"/>
            </a:xfrm>
            <a:prstGeom prst="ellipse">
              <a:avLst/>
            </a:prstGeom>
            <a:gradFill>
              <a:gsLst>
                <a:gs pos="0">
                  <a:srgbClr val="C3C2C3">
                    <a:alpha val="8098"/>
                  </a:srgbClr>
                </a:gs>
                <a:gs pos="14286">
                  <a:srgbClr val="C3C2C3">
                    <a:alpha val="7468"/>
                  </a:srgbClr>
                </a:gs>
                <a:gs pos="28571">
                  <a:srgbClr val="C3C2C3">
                    <a:alpha val="5848"/>
                  </a:srgbClr>
                </a:gs>
                <a:gs pos="42857">
                  <a:srgbClr val="C3C2C3">
                    <a:alpha val="3876"/>
                  </a:srgbClr>
                </a:gs>
                <a:gs pos="57143">
                  <a:srgbClr val="C3C2C3">
                    <a:alpha val="2166"/>
                  </a:srgbClr>
                </a:gs>
                <a:gs pos="71429">
                  <a:srgbClr val="C3C2C3">
                    <a:alpha val="1020"/>
                  </a:srgbClr>
                </a:gs>
                <a:gs pos="85714">
                  <a:srgbClr val="C3C2C3">
                    <a:alpha val="405"/>
                  </a:srgbClr>
                </a:gs>
                <a:gs pos="100000">
                  <a:srgbClr val="C3C2C3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5333882">
              <a:off x="887827" y="543003"/>
              <a:ext cx="376840" cy="101932"/>
            </a:xfrm>
            <a:prstGeom prst="ellipse">
              <a:avLst/>
            </a:prstGeom>
            <a:gradFill>
              <a:gsLst>
                <a:gs pos="0">
                  <a:srgbClr val="585856">
                    <a:alpha val="28153"/>
                  </a:srgbClr>
                </a:gs>
                <a:gs pos="14286">
                  <a:srgbClr val="585856">
                    <a:alpha val="26206"/>
                  </a:srgbClr>
                </a:gs>
                <a:gs pos="28571">
                  <a:srgbClr val="585856">
                    <a:alpha val="21018"/>
                  </a:srgbClr>
                </a:gs>
                <a:gs pos="42857">
                  <a:srgbClr val="585856">
                    <a:alpha val="14339"/>
                  </a:srgbClr>
                </a:gs>
                <a:gs pos="57143">
                  <a:srgbClr val="585856">
                    <a:alpha val="8218"/>
                  </a:srgbClr>
                </a:gs>
                <a:gs pos="71429">
                  <a:srgbClr val="585856">
                    <a:alpha val="3935"/>
                  </a:srgbClr>
                </a:gs>
                <a:gs pos="85714">
                  <a:srgbClr val="585856">
                    <a:alpha val="1575"/>
                  </a:srgbClr>
                </a:gs>
                <a:gs pos="100000">
                  <a:srgbClr val="585856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5333082">
              <a:off x="890280" y="535634"/>
              <a:ext cx="377227" cy="93729"/>
            </a:xfrm>
            <a:prstGeom prst="ellipse">
              <a:avLst/>
            </a:prstGeom>
            <a:gradFill>
              <a:gsLst>
                <a:gs pos="0">
                  <a:srgbClr val="7A7A7A">
                    <a:alpha val="31767"/>
                  </a:srgbClr>
                </a:gs>
                <a:gs pos="14286">
                  <a:srgbClr val="7A7A7A">
                    <a:alpha val="29624"/>
                  </a:srgbClr>
                </a:gs>
                <a:gs pos="28571">
                  <a:srgbClr val="7A7A7A">
                    <a:alpha val="23874"/>
                  </a:srgbClr>
                </a:gs>
                <a:gs pos="42857">
                  <a:srgbClr val="7A7A7A">
                    <a:alpha val="16383"/>
                  </a:srgbClr>
                </a:gs>
                <a:gs pos="57143">
                  <a:srgbClr val="7A7A7A">
                    <a:alpha val="9439"/>
                  </a:srgbClr>
                </a:gs>
                <a:gs pos="71429">
                  <a:srgbClr val="7A7A7A">
                    <a:alpha val="4535"/>
                  </a:srgbClr>
                </a:gs>
                <a:gs pos="85714">
                  <a:srgbClr val="7A7A7A">
                    <a:alpha val="1818"/>
                  </a:srgbClr>
                </a:gs>
                <a:gs pos="100000">
                  <a:srgbClr val="7A7A7A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5233432">
              <a:off x="2069964" y="844019"/>
              <a:ext cx="288445" cy="50065"/>
            </a:xfrm>
            <a:prstGeom prst="ellipse">
              <a:avLst/>
            </a:prstGeom>
            <a:gradFill>
              <a:gsLst>
                <a:gs pos="0">
                  <a:srgbClr val="CAC9CA">
                    <a:alpha val="22143"/>
                  </a:srgbClr>
                </a:gs>
                <a:gs pos="14286">
                  <a:srgbClr val="CAC9CA">
                    <a:alpha val="20551"/>
                  </a:srgbClr>
                </a:gs>
                <a:gs pos="28571">
                  <a:srgbClr val="CAC9CA">
                    <a:alpha val="16358"/>
                  </a:srgbClr>
                </a:gs>
                <a:gs pos="42857">
                  <a:srgbClr val="CAC9CA">
                    <a:alpha val="11056"/>
                  </a:srgbClr>
                </a:gs>
                <a:gs pos="57143">
                  <a:srgbClr val="CAC9CA">
                    <a:alpha val="6286"/>
                  </a:srgbClr>
                </a:gs>
                <a:gs pos="71429">
                  <a:srgbClr val="CAC9CA">
                    <a:alpha val="2993"/>
                  </a:srgbClr>
                </a:gs>
                <a:gs pos="85714">
                  <a:srgbClr val="CAC9CA">
                    <a:alpha val="1194"/>
                  </a:srgbClr>
                </a:gs>
                <a:gs pos="100000">
                  <a:srgbClr val="CAC9CA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3758735">
              <a:off x="1689943" y="2015565"/>
              <a:ext cx="206823" cy="824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3987096">
              <a:off x="851777" y="491995"/>
              <a:ext cx="365027" cy="66786"/>
            </a:xfrm>
            <a:prstGeom prst="ellipse">
              <a:avLst/>
            </a:prstGeom>
            <a:gradFill>
              <a:gsLst>
                <a:gs pos="0">
                  <a:srgbClr val="6A6B6B">
                    <a:alpha val="30537"/>
                  </a:srgbClr>
                </a:gs>
                <a:gs pos="14286">
                  <a:srgbClr val="6A6B6B">
                    <a:alpha val="28459"/>
                  </a:srgbClr>
                </a:gs>
                <a:gs pos="28571">
                  <a:srgbClr val="6A6B6B">
                    <a:alpha val="22897"/>
                  </a:srgbClr>
                </a:gs>
                <a:gs pos="42857">
                  <a:srgbClr val="6A6B6B">
                    <a:alpha val="15681"/>
                  </a:srgbClr>
                </a:gs>
                <a:gs pos="57143">
                  <a:srgbClr val="6A6B6B">
                    <a:alpha val="9018"/>
                  </a:srgbClr>
                </a:gs>
                <a:gs pos="71429">
                  <a:srgbClr val="6A6B6B">
                    <a:alpha val="4327"/>
                  </a:srgbClr>
                </a:gs>
                <a:gs pos="85714">
                  <a:srgbClr val="6A6B6B">
                    <a:alpha val="1734"/>
                  </a:srgbClr>
                </a:gs>
                <a:gs pos="100000">
                  <a:srgbClr val="6A6B6B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8146337">
              <a:off x="3314982" y="-20740"/>
              <a:ext cx="181061" cy="156709"/>
            </a:xfrm>
            <a:prstGeom prst="ellipse">
              <a:avLst/>
            </a:prstGeom>
            <a:gradFill>
              <a:gsLst>
                <a:gs pos="0">
                  <a:srgbClr val="D2D1D2">
                    <a:alpha val="9312"/>
                  </a:srgbClr>
                </a:gs>
                <a:gs pos="14286">
                  <a:srgbClr val="D2D1D2">
                    <a:alpha val="8592"/>
                  </a:srgbClr>
                </a:gs>
                <a:gs pos="28571">
                  <a:srgbClr val="D2D1D2">
                    <a:alpha val="6738"/>
                  </a:srgbClr>
                </a:gs>
                <a:gs pos="42857">
                  <a:srgbClr val="D2D1D2">
                    <a:alpha val="4472"/>
                  </a:srgbClr>
                </a:gs>
                <a:gs pos="57143">
                  <a:srgbClr val="D2D1D2">
                    <a:alpha val="2503"/>
                  </a:srgbClr>
                </a:gs>
                <a:gs pos="71429">
                  <a:srgbClr val="D2D1D2">
                    <a:alpha val="1180"/>
                  </a:srgbClr>
                </a:gs>
                <a:gs pos="85714">
                  <a:srgbClr val="D2D1D2">
                    <a:alpha val="468"/>
                  </a:srgbClr>
                </a:gs>
                <a:gs pos="100000">
                  <a:srgbClr val="D2D1D2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2881850">
              <a:off x="1672826" y="3355056"/>
              <a:ext cx="367706" cy="48348"/>
            </a:xfrm>
            <a:prstGeom prst="ellipse">
              <a:avLst/>
            </a:prstGeom>
            <a:gradFill>
              <a:gsLst>
                <a:gs pos="0">
                  <a:srgbClr val="929291">
                    <a:alpha val="32968"/>
                  </a:srgbClr>
                </a:gs>
                <a:gs pos="14286">
                  <a:srgbClr val="929291">
                    <a:alpha val="30764"/>
                  </a:srgbClr>
                </a:gs>
                <a:gs pos="28571">
                  <a:srgbClr val="929291">
                    <a:alpha val="24833"/>
                  </a:srgbClr>
                </a:gs>
                <a:gs pos="42857">
                  <a:srgbClr val="929291">
                    <a:alpha val="17075"/>
                  </a:srgbClr>
                </a:gs>
                <a:gs pos="57143">
                  <a:srgbClr val="929291">
                    <a:alpha val="9855"/>
                  </a:srgbClr>
                </a:gs>
                <a:gs pos="71429">
                  <a:srgbClr val="929291">
                    <a:alpha val="4740"/>
                  </a:srgbClr>
                </a:gs>
                <a:gs pos="85714">
                  <a:srgbClr val="929291">
                    <a:alpha val="1902"/>
                  </a:srgbClr>
                </a:gs>
                <a:gs pos="100000">
                  <a:srgbClr val="9292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2900146">
              <a:off x="812208" y="436657"/>
              <a:ext cx="386113" cy="74926"/>
            </a:xfrm>
            <a:prstGeom prst="ellipse">
              <a:avLst/>
            </a:prstGeom>
            <a:gradFill>
              <a:gsLst>
                <a:gs pos="0">
                  <a:srgbClr val="6E6E6E">
                    <a:alpha val="32964"/>
                  </a:srgbClr>
                </a:gs>
                <a:gs pos="14286">
                  <a:srgbClr val="6E6E6E">
                    <a:alpha val="30760"/>
                  </a:srgbClr>
                </a:gs>
                <a:gs pos="28571">
                  <a:srgbClr val="6E6E6E">
                    <a:alpha val="24829"/>
                  </a:srgbClr>
                </a:gs>
                <a:gs pos="42857">
                  <a:srgbClr val="6E6E6E">
                    <a:alpha val="17073"/>
                  </a:srgbClr>
                </a:gs>
                <a:gs pos="57143">
                  <a:srgbClr val="6E6E6E">
                    <a:alpha val="9853"/>
                  </a:srgbClr>
                </a:gs>
                <a:gs pos="71429">
                  <a:srgbClr val="6E6E6E">
                    <a:alpha val="4740"/>
                  </a:srgbClr>
                </a:gs>
                <a:gs pos="85714">
                  <a:srgbClr val="6E6E6E">
                    <a:alpha val="1902"/>
                  </a:srgbClr>
                </a:gs>
                <a:gs pos="100000">
                  <a:srgbClr val="6E6E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3947827">
              <a:off x="1920279" y="3183021"/>
              <a:ext cx="406350" cy="69613"/>
            </a:xfrm>
            <a:prstGeom prst="ellipse">
              <a:avLst/>
            </a:prstGeom>
            <a:gradFill>
              <a:gsLst>
                <a:gs pos="0">
                  <a:srgbClr val="878788">
                    <a:alpha val="32968"/>
                  </a:srgbClr>
                </a:gs>
                <a:gs pos="14286">
                  <a:srgbClr val="878788">
                    <a:alpha val="30764"/>
                  </a:srgbClr>
                </a:gs>
                <a:gs pos="28571">
                  <a:srgbClr val="878788">
                    <a:alpha val="24833"/>
                  </a:srgbClr>
                </a:gs>
                <a:gs pos="42857">
                  <a:srgbClr val="878788">
                    <a:alpha val="17075"/>
                  </a:srgbClr>
                </a:gs>
                <a:gs pos="57143">
                  <a:srgbClr val="878788">
                    <a:alpha val="9855"/>
                  </a:srgbClr>
                </a:gs>
                <a:gs pos="71429">
                  <a:srgbClr val="878788">
                    <a:alpha val="4740"/>
                  </a:srgbClr>
                </a:gs>
                <a:gs pos="85714">
                  <a:srgbClr val="878788">
                    <a:alpha val="1902"/>
                  </a:srgbClr>
                </a:gs>
                <a:gs pos="100000">
                  <a:srgbClr val="8787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2712760">
              <a:off x="2320543" y="1128208"/>
              <a:ext cx="417685" cy="86009"/>
            </a:xfrm>
            <a:prstGeom prst="ellipse">
              <a:avLst/>
            </a:prstGeom>
            <a:gradFill>
              <a:gsLst>
                <a:gs pos="0">
                  <a:srgbClr val="000600">
                    <a:alpha val="20595"/>
                  </a:srgbClr>
                </a:gs>
                <a:gs pos="14286">
                  <a:srgbClr val="000600">
                    <a:alpha val="19100"/>
                  </a:srgbClr>
                </a:gs>
                <a:gs pos="28571">
                  <a:srgbClr val="000600">
                    <a:alpha val="15175"/>
                  </a:srgbClr>
                </a:gs>
                <a:gs pos="42857">
                  <a:srgbClr val="000600">
                    <a:alpha val="10233"/>
                  </a:srgbClr>
                </a:gs>
                <a:gs pos="57143">
                  <a:srgbClr val="000600">
                    <a:alpha val="5806"/>
                  </a:srgbClr>
                </a:gs>
                <a:gs pos="71429">
                  <a:srgbClr val="000600">
                    <a:alpha val="2761"/>
                  </a:srgbClr>
                </a:gs>
                <a:gs pos="85714">
                  <a:srgbClr val="000600">
                    <a:alpha val="1101"/>
                  </a:srgbClr>
                </a:gs>
                <a:gs pos="100000">
                  <a:srgbClr val="000600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4828830">
              <a:off x="1283719" y="3053975"/>
              <a:ext cx="532491" cy="155683"/>
            </a:xfrm>
            <a:prstGeom prst="ellipse">
              <a:avLst/>
            </a:prstGeom>
            <a:gradFill>
              <a:gsLst>
                <a:gs pos="0">
                  <a:srgbClr val="A3A4A3">
                    <a:alpha val="32968"/>
                  </a:srgbClr>
                </a:gs>
                <a:gs pos="14286">
                  <a:srgbClr val="A3A4A3">
                    <a:alpha val="30764"/>
                  </a:srgbClr>
                </a:gs>
                <a:gs pos="28571">
                  <a:srgbClr val="A3A4A3">
                    <a:alpha val="24833"/>
                  </a:srgbClr>
                </a:gs>
                <a:gs pos="42857">
                  <a:srgbClr val="A3A4A3">
                    <a:alpha val="17075"/>
                  </a:srgbClr>
                </a:gs>
                <a:gs pos="57143">
                  <a:srgbClr val="A3A4A3">
                    <a:alpha val="9855"/>
                  </a:srgbClr>
                </a:gs>
                <a:gs pos="71429">
                  <a:srgbClr val="A3A4A3">
                    <a:alpha val="4740"/>
                  </a:srgbClr>
                </a:gs>
                <a:gs pos="85714">
                  <a:srgbClr val="A3A4A3">
                    <a:alpha val="1902"/>
                  </a:srgbClr>
                </a:gs>
                <a:gs pos="100000">
                  <a:srgbClr val="A3A4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5492377">
              <a:off x="420077" y="570077"/>
              <a:ext cx="443713" cy="115562"/>
            </a:xfrm>
            <a:prstGeom prst="ellipse">
              <a:avLst/>
            </a:prstGeom>
            <a:gradFill>
              <a:gsLst>
                <a:gs pos="0">
                  <a:srgbClr val="989898">
                    <a:alpha val="22110"/>
                  </a:srgbClr>
                </a:gs>
                <a:gs pos="14286">
                  <a:srgbClr val="989898">
                    <a:alpha val="20520"/>
                  </a:srgbClr>
                </a:gs>
                <a:gs pos="28571">
                  <a:srgbClr val="989898">
                    <a:alpha val="16332"/>
                  </a:srgbClr>
                </a:gs>
                <a:gs pos="42857">
                  <a:srgbClr val="989898">
                    <a:alpha val="11038"/>
                  </a:srgbClr>
                </a:gs>
                <a:gs pos="57143">
                  <a:srgbClr val="989898">
                    <a:alpha val="6275"/>
                  </a:srgbClr>
                </a:gs>
                <a:gs pos="71429">
                  <a:srgbClr val="989898">
                    <a:alpha val="2988"/>
                  </a:srgbClr>
                </a:gs>
                <a:gs pos="85714">
                  <a:srgbClr val="989898">
                    <a:alpha val="1192"/>
                  </a:srgbClr>
                </a:gs>
                <a:gs pos="100000">
                  <a:srgbClr val="989898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-10760794">
              <a:off x="2071713" y="1147369"/>
              <a:ext cx="456698" cy="79704"/>
            </a:xfrm>
            <a:prstGeom prst="ellipse">
              <a:avLst/>
            </a:prstGeom>
            <a:gradFill>
              <a:gsLst>
                <a:gs pos="0">
                  <a:srgbClr val="6E6E6E">
                    <a:alpha val="11396"/>
                  </a:srgbClr>
                </a:gs>
                <a:gs pos="14286">
                  <a:srgbClr val="6E6E6E">
                    <a:alpha val="10525"/>
                  </a:srgbClr>
                </a:gs>
                <a:gs pos="28571">
                  <a:srgbClr val="6E6E6E">
                    <a:alpha val="8272"/>
                  </a:srgbClr>
                </a:gs>
                <a:gs pos="42857">
                  <a:srgbClr val="6E6E6E">
                    <a:alpha val="5506"/>
                  </a:srgbClr>
                </a:gs>
                <a:gs pos="57143">
                  <a:srgbClr val="6E6E6E">
                    <a:alpha val="3090"/>
                  </a:srgbClr>
                </a:gs>
                <a:gs pos="71429">
                  <a:srgbClr val="6E6E6E">
                    <a:alpha val="1458"/>
                  </a:srgbClr>
                </a:gs>
                <a:gs pos="85714">
                  <a:srgbClr val="6E6E6E">
                    <a:alpha val="579"/>
                  </a:srgbClr>
                </a:gs>
                <a:gs pos="100000">
                  <a:srgbClr val="6E6E6E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5048030">
              <a:off x="1955650" y="848704"/>
              <a:ext cx="397827" cy="59572"/>
            </a:xfrm>
            <a:prstGeom prst="ellipse">
              <a:avLst/>
            </a:prstGeom>
            <a:gradFill>
              <a:gsLst>
                <a:gs pos="0">
                  <a:srgbClr val="666767">
                    <a:alpha val="19106"/>
                  </a:srgbClr>
                </a:gs>
                <a:gs pos="14286">
                  <a:srgbClr val="666767">
                    <a:alpha val="17707"/>
                  </a:srgbClr>
                </a:gs>
                <a:gs pos="28571">
                  <a:srgbClr val="666767">
                    <a:alpha val="14043"/>
                  </a:srgbClr>
                </a:gs>
                <a:gs pos="42857">
                  <a:srgbClr val="666767">
                    <a:alpha val="9449"/>
                  </a:srgbClr>
                </a:gs>
                <a:gs pos="57143">
                  <a:srgbClr val="666767">
                    <a:alpha val="5351"/>
                  </a:srgbClr>
                </a:gs>
                <a:gs pos="71429">
                  <a:srgbClr val="666767">
                    <a:alpha val="2541"/>
                  </a:srgbClr>
                </a:gs>
                <a:gs pos="85714">
                  <a:srgbClr val="666767">
                    <a:alpha val="1013"/>
                  </a:srgbClr>
                </a:gs>
                <a:gs pos="100000">
                  <a:srgbClr val="666767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4227493">
              <a:off x="2169915" y="1059779"/>
              <a:ext cx="429471" cy="146178"/>
            </a:xfrm>
            <a:prstGeom prst="ellipse">
              <a:avLst/>
            </a:prstGeom>
            <a:gradFill>
              <a:gsLst>
                <a:gs pos="0">
                  <a:srgbClr val="BDBDBD">
                    <a:alpha val="17945"/>
                  </a:srgbClr>
                </a:gs>
                <a:gs pos="14286">
                  <a:srgbClr val="BDBDBD">
                    <a:alpha val="16622"/>
                  </a:srgbClr>
                </a:gs>
                <a:gs pos="28571">
                  <a:srgbClr val="BDBDBD">
                    <a:alpha val="13164"/>
                  </a:srgbClr>
                </a:gs>
                <a:gs pos="42857">
                  <a:srgbClr val="BDBDBD">
                    <a:alpha val="8842"/>
                  </a:srgbClr>
                </a:gs>
                <a:gs pos="57143">
                  <a:srgbClr val="BDBDBD">
                    <a:alpha val="5001"/>
                  </a:srgbClr>
                </a:gs>
                <a:gs pos="71429">
                  <a:srgbClr val="BDBDBD">
                    <a:alpha val="2373"/>
                  </a:srgbClr>
                </a:gs>
                <a:gs pos="85714">
                  <a:srgbClr val="BDBDBD">
                    <a:alpha val="945"/>
                  </a:srgbClr>
                </a:gs>
                <a:gs pos="100000">
                  <a:srgbClr val="BDBDBD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5936385">
              <a:off x="1512336" y="2488809"/>
              <a:ext cx="393346" cy="1025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-8426220">
              <a:off x="2195725" y="1222090"/>
              <a:ext cx="456321" cy="168930"/>
            </a:xfrm>
            <a:prstGeom prst="ellipse">
              <a:avLst/>
            </a:prstGeom>
            <a:gradFill>
              <a:gsLst>
                <a:gs pos="0">
                  <a:srgbClr val="A5A5A3">
                    <a:alpha val="6613"/>
                  </a:srgbClr>
                </a:gs>
                <a:gs pos="14286">
                  <a:srgbClr val="A5A5A3">
                    <a:alpha val="6095"/>
                  </a:srgbClr>
                </a:gs>
                <a:gs pos="28571">
                  <a:srgbClr val="A5A5A3">
                    <a:alpha val="4765"/>
                  </a:srgbClr>
                </a:gs>
                <a:gs pos="42857">
                  <a:srgbClr val="A5A5A3">
                    <a:alpha val="3152"/>
                  </a:srgbClr>
                </a:gs>
                <a:gs pos="57143">
                  <a:srgbClr val="A5A5A3">
                    <a:alpha val="1759"/>
                  </a:srgbClr>
                </a:gs>
                <a:gs pos="71429">
                  <a:srgbClr val="A5A5A3">
                    <a:alpha val="827"/>
                  </a:srgbClr>
                </a:gs>
                <a:gs pos="85714">
                  <a:srgbClr val="A5A5A3">
                    <a:alpha val="328"/>
                  </a:srgbClr>
                </a:gs>
                <a:gs pos="100000">
                  <a:srgbClr val="A5A5A3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5499787">
              <a:off x="1873786" y="969294"/>
              <a:ext cx="510163" cy="69517"/>
            </a:xfrm>
            <a:prstGeom prst="ellipse">
              <a:avLst/>
            </a:prstGeom>
            <a:gradFill>
              <a:gsLst>
                <a:gs pos="0">
                  <a:srgbClr val="313632">
                    <a:alpha val="32968"/>
                  </a:srgbClr>
                </a:gs>
                <a:gs pos="14286">
                  <a:srgbClr val="313632">
                    <a:alpha val="30764"/>
                  </a:srgbClr>
                </a:gs>
                <a:gs pos="28571">
                  <a:srgbClr val="313632">
                    <a:alpha val="24833"/>
                  </a:srgbClr>
                </a:gs>
                <a:gs pos="42857">
                  <a:srgbClr val="313632">
                    <a:alpha val="17075"/>
                  </a:srgbClr>
                </a:gs>
                <a:gs pos="57143">
                  <a:srgbClr val="313632">
                    <a:alpha val="9855"/>
                  </a:srgbClr>
                </a:gs>
                <a:gs pos="71429">
                  <a:srgbClr val="313632">
                    <a:alpha val="4740"/>
                  </a:srgbClr>
                </a:gs>
                <a:gs pos="85714">
                  <a:srgbClr val="313632">
                    <a:alpha val="1902"/>
                  </a:srgbClr>
                </a:gs>
                <a:gs pos="100000">
                  <a:srgbClr val="31363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-8806641">
              <a:off x="621124" y="542462"/>
              <a:ext cx="341963" cy="57133"/>
            </a:xfrm>
            <a:prstGeom prst="ellipse">
              <a:avLst/>
            </a:prstGeom>
            <a:gradFill>
              <a:gsLst>
                <a:gs pos="0">
                  <a:srgbClr val="656666">
                    <a:alpha val="22044"/>
                  </a:srgbClr>
                </a:gs>
                <a:gs pos="14286">
                  <a:srgbClr val="656666">
                    <a:alpha val="20458"/>
                  </a:srgbClr>
                </a:gs>
                <a:gs pos="28571">
                  <a:srgbClr val="656666">
                    <a:alpha val="16282"/>
                  </a:srgbClr>
                </a:gs>
                <a:gs pos="42857">
                  <a:srgbClr val="656666">
                    <a:alpha val="11003"/>
                  </a:srgbClr>
                </a:gs>
                <a:gs pos="57143">
                  <a:srgbClr val="656666">
                    <a:alpha val="6255"/>
                  </a:srgbClr>
                </a:gs>
                <a:gs pos="71429">
                  <a:srgbClr val="656666">
                    <a:alpha val="2978"/>
                  </a:srgbClr>
                </a:gs>
                <a:gs pos="85714">
                  <a:srgbClr val="656666">
                    <a:alpha val="1188"/>
                  </a:srgbClr>
                </a:gs>
                <a:gs pos="100000">
                  <a:srgbClr val="656666">
                    <a:alpha val="3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6051418">
              <a:off x="1918297" y="3358075"/>
              <a:ext cx="361137" cy="72172"/>
            </a:xfrm>
            <a:prstGeom prst="ellipse">
              <a:avLst/>
            </a:prstGeom>
            <a:gradFill>
              <a:gsLst>
                <a:gs pos="0">
                  <a:srgbClr val="B4B5B4">
                    <a:alpha val="32968"/>
                  </a:srgbClr>
                </a:gs>
                <a:gs pos="14286">
                  <a:srgbClr val="B4B5B4">
                    <a:alpha val="30764"/>
                  </a:srgbClr>
                </a:gs>
                <a:gs pos="28571">
                  <a:srgbClr val="B4B5B4">
                    <a:alpha val="24833"/>
                  </a:srgbClr>
                </a:gs>
                <a:gs pos="42857">
                  <a:srgbClr val="B4B5B4">
                    <a:alpha val="17075"/>
                  </a:srgbClr>
                </a:gs>
                <a:gs pos="57143">
                  <a:srgbClr val="B4B5B4">
                    <a:alpha val="9855"/>
                  </a:srgbClr>
                </a:gs>
                <a:gs pos="71429">
                  <a:srgbClr val="B4B5B4">
                    <a:alpha val="4740"/>
                  </a:srgbClr>
                </a:gs>
                <a:gs pos="85714">
                  <a:srgbClr val="B4B5B4">
                    <a:alpha val="1902"/>
                  </a:srgbClr>
                </a:gs>
                <a:gs pos="100000">
                  <a:srgbClr val="B4B5B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3273801">
              <a:off x="430558" y="650842"/>
              <a:ext cx="411320" cy="142179"/>
            </a:xfrm>
            <a:prstGeom prst="ellipse">
              <a:avLst/>
            </a:prstGeom>
            <a:gradFill>
              <a:gsLst>
                <a:gs pos="0">
                  <a:srgbClr val="8A8A8A">
                    <a:alpha val="30227"/>
                  </a:srgbClr>
                </a:gs>
                <a:gs pos="14286">
                  <a:srgbClr val="8A8A8A">
                    <a:alpha val="28166"/>
                  </a:srgbClr>
                </a:gs>
                <a:gs pos="28571">
                  <a:srgbClr val="8A8A8A">
                    <a:alpha val="22652"/>
                  </a:srgbClr>
                </a:gs>
                <a:gs pos="42857">
                  <a:srgbClr val="8A8A8A">
                    <a:alpha val="15505"/>
                  </a:srgbClr>
                </a:gs>
                <a:gs pos="57143">
                  <a:srgbClr val="8A8A8A">
                    <a:alpha val="8913"/>
                  </a:srgbClr>
                </a:gs>
                <a:gs pos="71429">
                  <a:srgbClr val="8A8A8A">
                    <a:alpha val="4276"/>
                  </a:srgbClr>
                </a:gs>
                <a:gs pos="85714">
                  <a:srgbClr val="8A8A8A">
                    <a:alpha val="1713"/>
                  </a:srgbClr>
                </a:gs>
                <a:gs pos="100000">
                  <a:srgbClr val="8A8A8A">
                    <a:alpha val="5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4687933">
              <a:off x="1439077" y="2319905"/>
              <a:ext cx="213012" cy="851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2730764">
              <a:off x="824807" y="473493"/>
              <a:ext cx="388436" cy="62901"/>
            </a:xfrm>
            <a:prstGeom prst="ellipse">
              <a:avLst/>
            </a:prstGeom>
            <a:gradFill>
              <a:gsLst>
                <a:gs pos="0">
                  <a:srgbClr val="6D6D6D">
                    <a:alpha val="29485"/>
                  </a:srgbClr>
                </a:gs>
                <a:gs pos="14286">
                  <a:srgbClr val="6D6D6D">
                    <a:alpha val="27464"/>
                  </a:srgbClr>
                </a:gs>
                <a:gs pos="28571">
                  <a:srgbClr val="6D6D6D">
                    <a:alpha val="22066"/>
                  </a:srgbClr>
                </a:gs>
                <a:gs pos="42857">
                  <a:srgbClr val="6D6D6D">
                    <a:alpha val="15086"/>
                  </a:srgbClr>
                </a:gs>
                <a:gs pos="57143">
                  <a:srgbClr val="6D6D6D">
                    <a:alpha val="8663"/>
                  </a:srgbClr>
                </a:gs>
                <a:gs pos="71429">
                  <a:srgbClr val="6D6D6D">
                    <a:alpha val="4153"/>
                  </a:srgbClr>
                </a:gs>
                <a:gs pos="85714">
                  <a:srgbClr val="6D6D6D">
                    <a:alpha val="1663"/>
                  </a:srgbClr>
                </a:gs>
                <a:gs pos="100000">
                  <a:srgbClr val="6D6D6D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4538403">
              <a:off x="1985349" y="767472"/>
              <a:ext cx="482240" cy="48305"/>
            </a:xfrm>
            <a:prstGeom prst="ellipse">
              <a:avLst/>
            </a:prstGeom>
            <a:gradFill>
              <a:gsLst>
                <a:gs pos="0">
                  <a:srgbClr val="D7D8D8">
                    <a:alpha val="11021"/>
                  </a:srgbClr>
                </a:gs>
                <a:gs pos="14286">
                  <a:srgbClr val="D7D8D8">
                    <a:alpha val="10177"/>
                  </a:srgbClr>
                </a:gs>
                <a:gs pos="28571">
                  <a:srgbClr val="D7D8D8">
                    <a:alpha val="7995"/>
                  </a:srgbClr>
                </a:gs>
                <a:gs pos="42857">
                  <a:srgbClr val="D7D8D8">
                    <a:alpha val="5319"/>
                  </a:srgbClr>
                </a:gs>
                <a:gs pos="57143">
                  <a:srgbClr val="D7D8D8">
                    <a:alpha val="2983"/>
                  </a:srgbClr>
                </a:gs>
                <a:gs pos="71429">
                  <a:srgbClr val="D7D8D8">
                    <a:alpha val="1408"/>
                  </a:srgbClr>
                </a:gs>
                <a:gs pos="85714">
                  <a:srgbClr val="D7D8D8">
                    <a:alpha val="559"/>
                  </a:srgbClr>
                </a:gs>
                <a:gs pos="100000">
                  <a:srgbClr val="D7D8D8">
                    <a:alpha val="1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3168569">
              <a:off x="1655032" y="2877626"/>
              <a:ext cx="630265" cy="81461"/>
            </a:xfrm>
            <a:prstGeom prst="ellipse">
              <a:avLst/>
            </a:prstGeom>
            <a:gradFill>
              <a:gsLst>
                <a:gs pos="0">
                  <a:srgbClr val="ABACAC">
                    <a:alpha val="24875"/>
                  </a:srgbClr>
                </a:gs>
                <a:gs pos="14286">
                  <a:srgbClr val="ABACAC">
                    <a:alpha val="23117"/>
                  </a:srgbClr>
                </a:gs>
                <a:gs pos="28571">
                  <a:srgbClr val="ABACAC">
                    <a:alpha val="18463"/>
                  </a:srgbClr>
                </a:gs>
                <a:gs pos="42857">
                  <a:srgbClr val="ABACAC">
                    <a:alpha val="12531"/>
                  </a:srgbClr>
                </a:gs>
                <a:gs pos="57143">
                  <a:srgbClr val="ABACAC">
                    <a:alpha val="7150"/>
                  </a:srgbClr>
                </a:gs>
                <a:gs pos="71429">
                  <a:srgbClr val="ABACAC">
                    <a:alpha val="3413"/>
                  </a:srgbClr>
                </a:gs>
                <a:gs pos="85714">
                  <a:srgbClr val="ABACAC">
                    <a:alpha val="1364"/>
                  </a:srgbClr>
                </a:gs>
                <a:gs pos="100000">
                  <a:srgbClr val="ABACAC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7149130">
              <a:off x="833116" y="691344"/>
              <a:ext cx="370341" cy="114487"/>
            </a:xfrm>
            <a:prstGeom prst="ellipse">
              <a:avLst/>
            </a:prstGeom>
            <a:gradFill>
              <a:gsLst>
                <a:gs pos="0">
                  <a:srgbClr val="60615F">
                    <a:alpha val="27578"/>
                  </a:srgbClr>
                </a:gs>
                <a:gs pos="14286">
                  <a:srgbClr val="60615F">
                    <a:alpha val="25663"/>
                  </a:srgbClr>
                </a:gs>
                <a:gs pos="28571">
                  <a:srgbClr val="60615F">
                    <a:alpha val="20568"/>
                  </a:srgbClr>
                </a:gs>
                <a:gs pos="42857">
                  <a:srgbClr val="60615F">
                    <a:alpha val="14018"/>
                  </a:srgbClr>
                </a:gs>
                <a:gs pos="57143">
                  <a:srgbClr val="60615F">
                    <a:alpha val="8028"/>
                  </a:srgbClr>
                </a:gs>
                <a:gs pos="71429">
                  <a:srgbClr val="60615F">
                    <a:alpha val="3842"/>
                  </a:srgbClr>
                </a:gs>
                <a:gs pos="85714">
                  <a:srgbClr val="60615F">
                    <a:alpha val="1537"/>
                  </a:srgbClr>
                </a:gs>
                <a:gs pos="100000">
                  <a:srgbClr val="60615F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7274924">
              <a:off x="1919301" y="884000"/>
              <a:ext cx="462463" cy="70108"/>
            </a:xfrm>
            <a:prstGeom prst="ellipse">
              <a:avLst/>
            </a:prstGeom>
            <a:gradFill>
              <a:gsLst>
                <a:gs pos="0">
                  <a:srgbClr val="828382">
                    <a:alpha val="10662"/>
                  </a:srgbClr>
                </a:gs>
                <a:gs pos="14286">
                  <a:srgbClr val="828382">
                    <a:alpha val="9844"/>
                  </a:srgbClr>
                </a:gs>
                <a:gs pos="28571">
                  <a:srgbClr val="828382">
                    <a:alpha val="7731"/>
                  </a:srgbClr>
                </a:gs>
                <a:gs pos="42857">
                  <a:srgbClr val="828382">
                    <a:alpha val="5141"/>
                  </a:srgbClr>
                </a:gs>
                <a:gs pos="57143">
                  <a:srgbClr val="828382">
                    <a:alpha val="2882"/>
                  </a:srgbClr>
                </a:gs>
                <a:gs pos="71429">
                  <a:srgbClr val="828382">
                    <a:alpha val="1360"/>
                  </a:srgbClr>
                </a:gs>
                <a:gs pos="85714">
                  <a:srgbClr val="828382">
                    <a:alpha val="540"/>
                  </a:srgbClr>
                </a:gs>
                <a:gs pos="100000">
                  <a:srgbClr val="828382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-8539682">
              <a:off x="2035060" y="739412"/>
              <a:ext cx="332717" cy="68183"/>
            </a:xfrm>
            <a:prstGeom prst="ellipse">
              <a:avLst/>
            </a:prstGeom>
            <a:gradFill>
              <a:gsLst>
                <a:gs pos="0">
                  <a:srgbClr val="D0CFD0">
                    <a:alpha val="10665"/>
                  </a:srgbClr>
                </a:gs>
                <a:gs pos="14286">
                  <a:srgbClr val="D0CFD0">
                    <a:alpha val="9847"/>
                  </a:srgbClr>
                </a:gs>
                <a:gs pos="28571">
                  <a:srgbClr val="D0CFD0">
                    <a:alpha val="7733"/>
                  </a:srgbClr>
                </a:gs>
                <a:gs pos="42857">
                  <a:srgbClr val="D0CFD0">
                    <a:alpha val="5142"/>
                  </a:srgbClr>
                </a:gs>
                <a:gs pos="57143">
                  <a:srgbClr val="D0CFD0">
                    <a:alpha val="2883"/>
                  </a:srgbClr>
                </a:gs>
                <a:gs pos="71429">
                  <a:srgbClr val="D0CFD0">
                    <a:alpha val="1360"/>
                  </a:srgbClr>
                </a:gs>
                <a:gs pos="85714">
                  <a:srgbClr val="D0CFD0">
                    <a:alpha val="540"/>
                  </a:srgbClr>
                </a:gs>
                <a:gs pos="100000">
                  <a:srgbClr val="D0CFD0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4247123">
              <a:off x="2246602" y="777637"/>
              <a:ext cx="492434" cy="892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5783582">
              <a:off x="449437" y="502056"/>
              <a:ext cx="447010" cy="76244"/>
            </a:xfrm>
            <a:prstGeom prst="ellipse">
              <a:avLst/>
            </a:prstGeom>
            <a:gradFill>
              <a:gsLst>
                <a:gs pos="0">
                  <a:srgbClr val="787979">
                    <a:alpha val="32968"/>
                  </a:srgbClr>
                </a:gs>
                <a:gs pos="14286">
                  <a:srgbClr val="787979">
                    <a:alpha val="30764"/>
                  </a:srgbClr>
                </a:gs>
                <a:gs pos="28571">
                  <a:srgbClr val="787979">
                    <a:alpha val="24833"/>
                  </a:srgbClr>
                </a:gs>
                <a:gs pos="42857">
                  <a:srgbClr val="787979">
                    <a:alpha val="17075"/>
                  </a:srgbClr>
                </a:gs>
                <a:gs pos="57143">
                  <a:srgbClr val="787979">
                    <a:alpha val="9855"/>
                  </a:srgbClr>
                </a:gs>
                <a:gs pos="71429">
                  <a:srgbClr val="787979">
                    <a:alpha val="4740"/>
                  </a:srgbClr>
                </a:gs>
                <a:gs pos="85714">
                  <a:srgbClr val="787979">
                    <a:alpha val="1902"/>
                  </a:srgbClr>
                </a:gs>
                <a:gs pos="100000">
                  <a:srgbClr val="78797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5640077">
              <a:off x="3400082" y="101987"/>
              <a:ext cx="224892" cy="38596"/>
            </a:xfrm>
            <a:prstGeom prst="ellipse">
              <a:avLst/>
            </a:prstGeom>
            <a:gradFill>
              <a:gsLst>
                <a:gs pos="0">
                  <a:srgbClr val="9C9C9D">
                    <a:alpha val="31633"/>
                  </a:srgbClr>
                </a:gs>
                <a:gs pos="14286">
                  <a:srgbClr val="9C9C9D">
                    <a:alpha val="29497"/>
                  </a:srgbClr>
                </a:gs>
                <a:gs pos="28571">
                  <a:srgbClr val="9C9C9D">
                    <a:alpha val="23767"/>
                  </a:srgbClr>
                </a:gs>
                <a:gs pos="42857">
                  <a:srgbClr val="9C9C9D">
                    <a:alpha val="16306"/>
                  </a:srgbClr>
                </a:gs>
                <a:gs pos="57143">
                  <a:srgbClr val="9C9C9D">
                    <a:alpha val="9392"/>
                  </a:srgbClr>
                </a:gs>
                <a:gs pos="71429">
                  <a:srgbClr val="9C9C9D">
                    <a:alpha val="4512"/>
                  </a:srgbClr>
                </a:gs>
                <a:gs pos="85714">
                  <a:srgbClr val="9C9C9D">
                    <a:alpha val="1809"/>
                  </a:srgbClr>
                </a:gs>
                <a:gs pos="100000">
                  <a:srgbClr val="9C9C9D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-9644173">
              <a:off x="2647846" y="2434586"/>
              <a:ext cx="127323" cy="85124"/>
            </a:xfrm>
            <a:prstGeom prst="ellipse">
              <a:avLst/>
            </a:prstGeom>
            <a:gradFill>
              <a:gsLst>
                <a:gs pos="0">
                  <a:srgbClr val="000500">
                    <a:alpha val="23275"/>
                  </a:srgbClr>
                </a:gs>
                <a:gs pos="14286">
                  <a:srgbClr val="000500">
                    <a:alpha val="21613"/>
                  </a:srgbClr>
                </a:gs>
                <a:gs pos="28571">
                  <a:srgbClr val="000500">
                    <a:alpha val="17227"/>
                  </a:srgbClr>
                </a:gs>
                <a:gs pos="42857">
                  <a:srgbClr val="000500">
                    <a:alpha val="11663"/>
                  </a:srgbClr>
                </a:gs>
                <a:gs pos="57143">
                  <a:srgbClr val="000500">
                    <a:alpha val="6641"/>
                  </a:srgbClr>
                </a:gs>
                <a:gs pos="71429">
                  <a:srgbClr val="000500">
                    <a:alpha val="3165"/>
                  </a:srgbClr>
                </a:gs>
                <a:gs pos="85714">
                  <a:srgbClr val="000500">
                    <a:alpha val="1264"/>
                  </a:srgbClr>
                </a:gs>
                <a:gs pos="100000">
                  <a:srgbClr val="000500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3150745">
              <a:off x="1745067" y="2906386"/>
              <a:ext cx="493183" cy="75397"/>
            </a:xfrm>
            <a:prstGeom prst="ellipse">
              <a:avLst/>
            </a:prstGeom>
            <a:gradFill>
              <a:gsLst>
                <a:gs pos="0">
                  <a:srgbClr val="101814">
                    <a:alpha val="24707"/>
                  </a:srgbClr>
                </a:gs>
                <a:gs pos="14286">
                  <a:srgbClr val="101814">
                    <a:alpha val="22959"/>
                  </a:srgbClr>
                </a:gs>
                <a:gs pos="28571">
                  <a:srgbClr val="101814">
                    <a:alpha val="18333"/>
                  </a:srgbClr>
                </a:gs>
                <a:gs pos="42857">
                  <a:srgbClr val="101814">
                    <a:alpha val="12439"/>
                  </a:srgbClr>
                </a:gs>
                <a:gs pos="57143">
                  <a:srgbClr val="101814">
                    <a:alpha val="7096"/>
                  </a:srgbClr>
                </a:gs>
                <a:gs pos="71429">
                  <a:srgbClr val="101814">
                    <a:alpha val="3387"/>
                  </a:srgbClr>
                </a:gs>
                <a:gs pos="85714">
                  <a:srgbClr val="101814">
                    <a:alpha val="1353"/>
                  </a:srgbClr>
                </a:gs>
                <a:gs pos="100000">
                  <a:srgbClr val="101814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10787894">
              <a:off x="634996" y="1423786"/>
              <a:ext cx="236770" cy="69108"/>
            </a:xfrm>
            <a:prstGeom prst="ellipse">
              <a:avLst/>
            </a:prstGeom>
            <a:gradFill>
              <a:gsLst>
                <a:gs pos="0">
                  <a:srgbClr val="373335">
                    <a:alpha val="26372"/>
                  </a:srgbClr>
                </a:gs>
                <a:gs pos="14286">
                  <a:srgbClr val="373335">
                    <a:alpha val="24526"/>
                  </a:srgbClr>
                </a:gs>
                <a:gs pos="28571">
                  <a:srgbClr val="373335">
                    <a:alpha val="19626"/>
                  </a:srgbClr>
                </a:gs>
                <a:gs pos="42857">
                  <a:srgbClr val="373335">
                    <a:alpha val="13351"/>
                  </a:srgbClr>
                </a:gs>
                <a:gs pos="57143">
                  <a:srgbClr val="373335">
                    <a:alpha val="7634"/>
                  </a:srgbClr>
                </a:gs>
                <a:gs pos="71429">
                  <a:srgbClr val="373335">
                    <a:alpha val="3649"/>
                  </a:srgbClr>
                </a:gs>
                <a:gs pos="85714">
                  <a:srgbClr val="373335">
                    <a:alpha val="1459"/>
                  </a:srgbClr>
                </a:gs>
                <a:gs pos="100000">
                  <a:srgbClr val="373335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5330240">
              <a:off x="1858899" y="861434"/>
              <a:ext cx="541694" cy="42160"/>
            </a:xfrm>
            <a:prstGeom prst="ellipse">
              <a:avLst/>
            </a:prstGeom>
            <a:gradFill>
              <a:gsLst>
                <a:gs pos="0">
                  <a:srgbClr val="888887">
                    <a:alpha val="32508"/>
                  </a:srgbClr>
                </a:gs>
                <a:gs pos="14286">
                  <a:srgbClr val="888887">
                    <a:alpha val="30327"/>
                  </a:srgbClr>
                </a:gs>
                <a:gs pos="28571">
                  <a:srgbClr val="888887">
                    <a:alpha val="24465"/>
                  </a:srgbClr>
                </a:gs>
                <a:gs pos="42857">
                  <a:srgbClr val="888887">
                    <a:alpha val="16809"/>
                  </a:srgbClr>
                </a:gs>
                <a:gs pos="57143">
                  <a:srgbClr val="888887">
                    <a:alpha val="9695"/>
                  </a:srgbClr>
                </a:gs>
                <a:gs pos="71429">
                  <a:srgbClr val="888887">
                    <a:alpha val="4661"/>
                  </a:srgbClr>
                </a:gs>
                <a:gs pos="85714">
                  <a:srgbClr val="888887">
                    <a:alpha val="1870"/>
                  </a:srgbClr>
                </a:gs>
                <a:gs pos="100000">
                  <a:srgbClr val="888887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6279791">
              <a:off x="1969902" y="3354653"/>
              <a:ext cx="260481" cy="88442"/>
            </a:xfrm>
            <a:prstGeom prst="ellipse">
              <a:avLst/>
            </a:prstGeom>
            <a:gradFill>
              <a:gsLst>
                <a:gs pos="0">
                  <a:srgbClr val="0F0B00">
                    <a:alpha val="32845"/>
                  </a:srgbClr>
                </a:gs>
                <a:gs pos="14286">
                  <a:srgbClr val="0F0B00">
                    <a:alpha val="30647"/>
                  </a:srgbClr>
                </a:gs>
                <a:gs pos="28571">
                  <a:srgbClr val="0F0B00">
                    <a:alpha val="24735"/>
                  </a:srgbClr>
                </a:gs>
                <a:gs pos="42857">
                  <a:srgbClr val="0F0B00">
                    <a:alpha val="17004"/>
                  </a:srgbClr>
                </a:gs>
                <a:gs pos="57143">
                  <a:srgbClr val="0F0B00">
                    <a:alpha val="9812"/>
                  </a:srgbClr>
                </a:gs>
                <a:gs pos="71429">
                  <a:srgbClr val="0F0B00">
                    <a:alpha val="4719"/>
                  </a:srgbClr>
                </a:gs>
                <a:gs pos="85714">
                  <a:srgbClr val="0F0B00">
                    <a:alpha val="1893"/>
                  </a:srgbClr>
                </a:gs>
                <a:gs pos="100000">
                  <a:srgbClr val="0F0B00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-8662971">
              <a:off x="1392197" y="3131543"/>
              <a:ext cx="395882" cy="110175"/>
            </a:xfrm>
            <a:prstGeom prst="ellipse">
              <a:avLst/>
            </a:prstGeom>
            <a:gradFill>
              <a:gsLst>
                <a:gs pos="0">
                  <a:srgbClr val="848484">
                    <a:alpha val="32968"/>
                  </a:srgbClr>
                </a:gs>
                <a:gs pos="14286">
                  <a:srgbClr val="848484">
                    <a:alpha val="30764"/>
                  </a:srgbClr>
                </a:gs>
                <a:gs pos="28571">
                  <a:srgbClr val="848484">
                    <a:alpha val="24833"/>
                  </a:srgbClr>
                </a:gs>
                <a:gs pos="42857">
                  <a:srgbClr val="848484">
                    <a:alpha val="17075"/>
                  </a:srgbClr>
                </a:gs>
                <a:gs pos="57143">
                  <a:srgbClr val="848484">
                    <a:alpha val="9855"/>
                  </a:srgbClr>
                </a:gs>
                <a:gs pos="71429">
                  <a:srgbClr val="848484">
                    <a:alpha val="4740"/>
                  </a:srgbClr>
                </a:gs>
                <a:gs pos="85714">
                  <a:srgbClr val="848484">
                    <a:alpha val="1902"/>
                  </a:srgbClr>
                </a:gs>
                <a:gs pos="100000">
                  <a:srgbClr val="8484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7024654">
              <a:off x="1879960" y="3368381"/>
              <a:ext cx="300227" cy="92681"/>
            </a:xfrm>
            <a:prstGeom prst="ellipse">
              <a:avLst/>
            </a:prstGeom>
            <a:gradFill>
              <a:gsLst>
                <a:gs pos="0">
                  <a:srgbClr val="7A7B7A">
                    <a:alpha val="29383"/>
                  </a:srgbClr>
                </a:gs>
                <a:gs pos="14286">
                  <a:srgbClr val="7A7B7A">
                    <a:alpha val="27368"/>
                  </a:srgbClr>
                </a:gs>
                <a:gs pos="28571">
                  <a:srgbClr val="7A7B7A">
                    <a:alpha val="21986"/>
                  </a:srgbClr>
                </a:gs>
                <a:gs pos="42857">
                  <a:srgbClr val="7A7B7A">
                    <a:alpha val="15028"/>
                  </a:srgbClr>
                </a:gs>
                <a:gs pos="57143">
                  <a:srgbClr val="7A7B7A">
                    <a:alpha val="8628"/>
                  </a:srgbClr>
                </a:gs>
                <a:gs pos="71429">
                  <a:srgbClr val="7A7B7A">
                    <a:alpha val="4136"/>
                  </a:srgbClr>
                </a:gs>
                <a:gs pos="85714">
                  <a:srgbClr val="7A7B7A">
                    <a:alpha val="1656"/>
                  </a:srgbClr>
                </a:gs>
                <a:gs pos="100000">
                  <a:srgbClr val="7A7B7A">
                    <a:alpha val="5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7800427">
              <a:off x="1916381" y="3367968"/>
              <a:ext cx="385105" cy="85638"/>
            </a:xfrm>
            <a:prstGeom prst="ellipse">
              <a:avLst/>
            </a:prstGeom>
            <a:gradFill>
              <a:gsLst>
                <a:gs pos="0">
                  <a:srgbClr val="969595">
                    <a:alpha val="27413"/>
                  </a:srgbClr>
                </a:gs>
                <a:gs pos="14286">
                  <a:srgbClr val="969595">
                    <a:alpha val="25507"/>
                  </a:srgbClr>
                </a:gs>
                <a:gs pos="28571">
                  <a:srgbClr val="969595">
                    <a:alpha val="20438"/>
                  </a:srgbClr>
                </a:gs>
                <a:gs pos="42857">
                  <a:srgbClr val="969595">
                    <a:alpha val="13926"/>
                  </a:srgbClr>
                </a:gs>
                <a:gs pos="57143">
                  <a:srgbClr val="969595">
                    <a:alpha val="7974"/>
                  </a:srgbClr>
                </a:gs>
                <a:gs pos="71429">
                  <a:srgbClr val="969595">
                    <a:alpha val="3815"/>
                  </a:srgbClr>
                </a:gs>
                <a:gs pos="85714">
                  <a:srgbClr val="969595">
                    <a:alpha val="1526"/>
                  </a:srgbClr>
                </a:gs>
                <a:gs pos="100000">
                  <a:srgbClr val="969595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-9547046">
              <a:off x="1631541" y="1946080"/>
              <a:ext cx="332408" cy="103448"/>
            </a:xfrm>
            <a:prstGeom prst="ellipse">
              <a:avLst/>
            </a:prstGeom>
            <a:gradFill>
              <a:gsLst>
                <a:gs pos="0">
                  <a:srgbClr val="666565">
                    <a:alpha val="32968"/>
                  </a:srgbClr>
                </a:gs>
                <a:gs pos="14286">
                  <a:srgbClr val="666565">
                    <a:alpha val="30764"/>
                  </a:srgbClr>
                </a:gs>
                <a:gs pos="28571">
                  <a:srgbClr val="666565">
                    <a:alpha val="24833"/>
                  </a:srgbClr>
                </a:gs>
                <a:gs pos="42857">
                  <a:srgbClr val="666565">
                    <a:alpha val="17075"/>
                  </a:srgbClr>
                </a:gs>
                <a:gs pos="57143">
                  <a:srgbClr val="666565">
                    <a:alpha val="9855"/>
                  </a:srgbClr>
                </a:gs>
                <a:gs pos="71429">
                  <a:srgbClr val="666565">
                    <a:alpha val="4740"/>
                  </a:srgbClr>
                </a:gs>
                <a:gs pos="85714">
                  <a:srgbClr val="666565">
                    <a:alpha val="1902"/>
                  </a:srgbClr>
                </a:gs>
                <a:gs pos="100000">
                  <a:srgbClr val="6665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2804621">
              <a:off x="704191" y="681243"/>
              <a:ext cx="299534" cy="101775"/>
            </a:xfrm>
            <a:prstGeom prst="ellipse">
              <a:avLst/>
            </a:prstGeom>
            <a:gradFill>
              <a:gsLst>
                <a:gs pos="0">
                  <a:srgbClr val="666566">
                    <a:alpha val="22871"/>
                  </a:srgbClr>
                </a:gs>
                <a:gs pos="14286">
                  <a:srgbClr val="666566">
                    <a:alpha val="21234"/>
                  </a:srgbClr>
                </a:gs>
                <a:gs pos="28571">
                  <a:srgbClr val="666566">
                    <a:alpha val="16917"/>
                  </a:srgbClr>
                </a:gs>
                <a:gs pos="42857">
                  <a:srgbClr val="666566">
                    <a:alpha val="11446"/>
                  </a:srgbClr>
                </a:gs>
                <a:gs pos="57143">
                  <a:srgbClr val="666566">
                    <a:alpha val="6514"/>
                  </a:srgbClr>
                </a:gs>
                <a:gs pos="71429">
                  <a:srgbClr val="666566">
                    <a:alpha val="3104"/>
                  </a:srgbClr>
                </a:gs>
                <a:gs pos="85714">
                  <a:srgbClr val="666566">
                    <a:alpha val="1239"/>
                  </a:srgbClr>
                </a:gs>
                <a:gs pos="100000">
                  <a:srgbClr val="666566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3743862">
              <a:off x="508076" y="699538"/>
              <a:ext cx="372095" cy="56763"/>
            </a:xfrm>
            <a:prstGeom prst="ellipse">
              <a:avLst/>
            </a:prstGeom>
            <a:gradFill>
              <a:gsLst>
                <a:gs pos="0">
                  <a:srgbClr val="757575">
                    <a:alpha val="32968"/>
                  </a:srgbClr>
                </a:gs>
                <a:gs pos="14286">
                  <a:srgbClr val="757575">
                    <a:alpha val="30764"/>
                  </a:srgbClr>
                </a:gs>
                <a:gs pos="28571">
                  <a:srgbClr val="757575">
                    <a:alpha val="24833"/>
                  </a:srgbClr>
                </a:gs>
                <a:gs pos="42857">
                  <a:srgbClr val="757575">
                    <a:alpha val="17075"/>
                  </a:srgbClr>
                </a:gs>
                <a:gs pos="57143">
                  <a:srgbClr val="757575">
                    <a:alpha val="9855"/>
                  </a:srgbClr>
                </a:gs>
                <a:gs pos="71429">
                  <a:srgbClr val="757575">
                    <a:alpha val="4740"/>
                  </a:srgbClr>
                </a:gs>
                <a:gs pos="85714">
                  <a:srgbClr val="757575">
                    <a:alpha val="1902"/>
                  </a:srgbClr>
                </a:gs>
                <a:gs pos="100000">
                  <a:srgbClr val="7575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-9229715">
              <a:off x="2278663" y="908012"/>
              <a:ext cx="360522" cy="149595"/>
            </a:xfrm>
            <a:prstGeom prst="ellipse">
              <a:avLst/>
            </a:prstGeom>
            <a:gradFill>
              <a:gsLst>
                <a:gs pos="0">
                  <a:srgbClr val="2C2A2B">
                    <a:alpha val="30353"/>
                  </a:srgbClr>
                </a:gs>
                <a:gs pos="14286">
                  <a:srgbClr val="2C2A2B">
                    <a:alpha val="28285"/>
                  </a:srgbClr>
                </a:gs>
                <a:gs pos="28571">
                  <a:srgbClr val="2C2A2B">
                    <a:alpha val="22751"/>
                  </a:srgbClr>
                </a:gs>
                <a:gs pos="42857">
                  <a:srgbClr val="2C2A2B">
                    <a:alpha val="15576"/>
                  </a:srgbClr>
                </a:gs>
                <a:gs pos="57143">
                  <a:srgbClr val="2C2A2B">
                    <a:alpha val="8955"/>
                  </a:srgbClr>
                </a:gs>
                <a:gs pos="71429">
                  <a:srgbClr val="2C2A2B">
                    <a:alpha val="4297"/>
                  </a:srgbClr>
                </a:gs>
                <a:gs pos="85714">
                  <a:srgbClr val="2C2A2B">
                    <a:alpha val="1722"/>
                  </a:srgbClr>
                </a:gs>
                <a:gs pos="100000">
                  <a:srgbClr val="2C2A2B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3339153">
              <a:off x="2062727" y="3570123"/>
              <a:ext cx="270804" cy="51779"/>
            </a:xfrm>
            <a:prstGeom prst="ellipse">
              <a:avLst/>
            </a:prstGeom>
            <a:gradFill>
              <a:gsLst>
                <a:gs pos="0">
                  <a:srgbClr val="6E6D6D">
                    <a:alpha val="28889"/>
                  </a:srgbClr>
                </a:gs>
                <a:gs pos="14286">
                  <a:srgbClr val="6E6D6D">
                    <a:alpha val="26900"/>
                  </a:srgbClr>
                </a:gs>
                <a:gs pos="28571">
                  <a:srgbClr val="6E6D6D">
                    <a:alpha val="21596"/>
                  </a:srgbClr>
                </a:gs>
                <a:gs pos="42857">
                  <a:srgbClr val="6E6D6D">
                    <a:alpha val="14750"/>
                  </a:srgbClr>
                </a:gs>
                <a:gs pos="57143">
                  <a:srgbClr val="6E6D6D">
                    <a:alpha val="8463"/>
                  </a:srgbClr>
                </a:gs>
                <a:gs pos="71429">
                  <a:srgbClr val="6E6D6D">
                    <a:alpha val="4055"/>
                  </a:srgbClr>
                </a:gs>
                <a:gs pos="85714">
                  <a:srgbClr val="6E6D6D">
                    <a:alpha val="1623"/>
                  </a:srgbClr>
                </a:gs>
                <a:gs pos="100000">
                  <a:srgbClr val="6E6D6D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3409000">
              <a:off x="2250508" y="1169179"/>
              <a:ext cx="359304" cy="303353"/>
            </a:xfrm>
            <a:prstGeom prst="ellipse">
              <a:avLst/>
            </a:prstGeom>
            <a:gradFill>
              <a:gsLst>
                <a:gs pos="0">
                  <a:srgbClr val="4E4F50">
                    <a:alpha val="3189"/>
                  </a:srgbClr>
                </a:gs>
                <a:gs pos="14286">
                  <a:srgbClr val="4E4F50">
                    <a:alpha val="2935"/>
                  </a:srgbClr>
                </a:gs>
                <a:gs pos="28571">
                  <a:srgbClr val="4E4F50">
                    <a:alpha val="2286"/>
                  </a:srgbClr>
                </a:gs>
                <a:gs pos="42857">
                  <a:srgbClr val="4E4F50">
                    <a:alpha val="1506"/>
                  </a:srgbClr>
                </a:gs>
                <a:gs pos="57143">
                  <a:srgbClr val="4E4F50">
                    <a:alpha val="837"/>
                  </a:srgbClr>
                </a:gs>
                <a:gs pos="71429">
                  <a:srgbClr val="4E4F50">
                    <a:alpha val="393"/>
                  </a:srgbClr>
                </a:gs>
                <a:gs pos="85714">
                  <a:srgbClr val="4E4F50">
                    <a:alpha val="155"/>
                  </a:srgbClr>
                </a:gs>
                <a:gs pos="100000">
                  <a:srgbClr val="4E4F5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-10121581">
              <a:off x="1435296" y="1673803"/>
              <a:ext cx="459342" cy="159969"/>
            </a:xfrm>
            <a:prstGeom prst="ellipse">
              <a:avLst/>
            </a:prstGeom>
            <a:gradFill>
              <a:gsLst>
                <a:gs pos="0">
                  <a:srgbClr val="7F7E7E">
                    <a:alpha val="32771"/>
                  </a:srgbClr>
                </a:gs>
                <a:gs pos="14286">
                  <a:srgbClr val="7F7E7E">
                    <a:alpha val="30577"/>
                  </a:srgbClr>
                </a:gs>
                <a:gs pos="28571">
                  <a:srgbClr val="7F7E7E">
                    <a:alpha val="24675"/>
                  </a:srgbClr>
                </a:gs>
                <a:gs pos="42857">
                  <a:srgbClr val="7F7E7E">
                    <a:alpha val="16961"/>
                  </a:srgbClr>
                </a:gs>
                <a:gs pos="57143">
                  <a:srgbClr val="7F7E7E">
                    <a:alpha val="9786"/>
                  </a:srgbClr>
                </a:gs>
                <a:gs pos="71429">
                  <a:srgbClr val="7F7E7E">
                    <a:alpha val="4706"/>
                  </a:srgbClr>
                </a:gs>
                <a:gs pos="85714">
                  <a:srgbClr val="7F7E7E">
                    <a:alpha val="1888"/>
                  </a:srgbClr>
                </a:gs>
                <a:gs pos="100000">
                  <a:srgbClr val="7F7E7E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4482987">
              <a:off x="1452181" y="1782140"/>
              <a:ext cx="393506" cy="47126"/>
            </a:xfrm>
            <a:prstGeom prst="ellipse">
              <a:avLst/>
            </a:prstGeom>
            <a:gradFill>
              <a:gsLst>
                <a:gs pos="0">
                  <a:srgbClr val="777575">
                    <a:alpha val="23764"/>
                  </a:srgbClr>
                </a:gs>
                <a:gs pos="14286">
                  <a:srgbClr val="777575">
                    <a:alpha val="22073"/>
                  </a:srgbClr>
                </a:gs>
                <a:gs pos="28571">
                  <a:srgbClr val="777575">
                    <a:alpha val="17605"/>
                  </a:srgbClr>
                </a:gs>
                <a:gs pos="42857">
                  <a:srgbClr val="777575">
                    <a:alpha val="11928"/>
                  </a:srgbClr>
                </a:gs>
                <a:gs pos="57143">
                  <a:srgbClr val="777575">
                    <a:alpha val="6796"/>
                  </a:srgbClr>
                </a:gs>
                <a:gs pos="71429">
                  <a:srgbClr val="777575">
                    <a:alpha val="3241"/>
                  </a:srgbClr>
                </a:gs>
                <a:gs pos="85714">
                  <a:srgbClr val="777575">
                    <a:alpha val="1294"/>
                  </a:srgbClr>
                </a:gs>
                <a:gs pos="100000">
                  <a:srgbClr val="777575">
                    <a:alpha val="4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-8103697">
              <a:off x="2082566" y="1251455"/>
              <a:ext cx="463777" cy="55387"/>
            </a:xfrm>
            <a:prstGeom prst="ellipse">
              <a:avLst/>
            </a:prstGeom>
            <a:gradFill>
              <a:gsLst>
                <a:gs pos="0">
                  <a:srgbClr val="2A2D29">
                    <a:alpha val="3470"/>
                  </a:srgbClr>
                </a:gs>
                <a:gs pos="14286">
                  <a:srgbClr val="2A2D29">
                    <a:alpha val="3193"/>
                  </a:srgbClr>
                </a:gs>
                <a:gs pos="28571">
                  <a:srgbClr val="2A2D29">
                    <a:alpha val="2488"/>
                  </a:srgbClr>
                </a:gs>
                <a:gs pos="42857">
                  <a:srgbClr val="2A2D29">
                    <a:alpha val="1639"/>
                  </a:srgbClr>
                </a:gs>
                <a:gs pos="57143">
                  <a:srgbClr val="2A2D29">
                    <a:alpha val="912"/>
                  </a:srgbClr>
                </a:gs>
                <a:gs pos="71429">
                  <a:srgbClr val="2A2D29">
                    <a:alpha val="428"/>
                  </a:srgbClr>
                </a:gs>
                <a:gs pos="85714">
                  <a:srgbClr val="2A2D29">
                    <a:alpha val="169"/>
                  </a:srgbClr>
                </a:gs>
                <a:gs pos="100000">
                  <a:srgbClr val="2A2D29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4396047">
              <a:off x="1762805" y="3346843"/>
              <a:ext cx="264850" cy="43413"/>
            </a:xfrm>
            <a:prstGeom prst="ellipse">
              <a:avLst/>
            </a:prstGeom>
            <a:gradFill>
              <a:gsLst>
                <a:gs pos="0">
                  <a:srgbClr val="969595">
                    <a:alpha val="32054"/>
                  </a:srgbClr>
                </a:gs>
                <a:gs pos="14286">
                  <a:srgbClr val="969595">
                    <a:alpha val="29896"/>
                  </a:srgbClr>
                </a:gs>
                <a:gs pos="28571">
                  <a:srgbClr val="969595">
                    <a:alpha val="24103"/>
                  </a:srgbClr>
                </a:gs>
                <a:gs pos="42857">
                  <a:srgbClr val="969595">
                    <a:alpha val="16548"/>
                  </a:srgbClr>
                </a:gs>
                <a:gs pos="57143">
                  <a:srgbClr val="969595">
                    <a:alpha val="9538"/>
                  </a:srgbClr>
                </a:gs>
                <a:gs pos="71429">
                  <a:srgbClr val="969595">
                    <a:alpha val="4584"/>
                  </a:srgbClr>
                </a:gs>
                <a:gs pos="85714">
                  <a:srgbClr val="969595">
                    <a:alpha val="1838"/>
                  </a:srgbClr>
                </a:gs>
                <a:gs pos="100000">
                  <a:srgbClr val="969595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-8670412">
              <a:off x="1947695" y="3138854"/>
              <a:ext cx="387115" cy="57803"/>
            </a:xfrm>
            <a:prstGeom prst="ellipse">
              <a:avLst/>
            </a:prstGeom>
            <a:gradFill>
              <a:gsLst>
                <a:gs pos="0">
                  <a:srgbClr val="A3A3A4">
                    <a:alpha val="6922"/>
                  </a:srgbClr>
                </a:gs>
                <a:gs pos="14286">
                  <a:srgbClr val="A3A3A4">
                    <a:alpha val="6381"/>
                  </a:srgbClr>
                </a:gs>
                <a:gs pos="28571">
                  <a:srgbClr val="A3A3A4">
                    <a:alpha val="4991"/>
                  </a:srgbClr>
                </a:gs>
                <a:gs pos="42857">
                  <a:srgbClr val="A3A3A4">
                    <a:alpha val="3302"/>
                  </a:srgbClr>
                </a:gs>
                <a:gs pos="57143">
                  <a:srgbClr val="A3A3A4">
                    <a:alpha val="1843"/>
                  </a:srgbClr>
                </a:gs>
                <a:gs pos="71429">
                  <a:srgbClr val="A3A3A4">
                    <a:alpha val="867"/>
                  </a:srgbClr>
                </a:gs>
                <a:gs pos="85714">
                  <a:srgbClr val="A3A3A4">
                    <a:alpha val="344"/>
                  </a:srgbClr>
                </a:gs>
                <a:gs pos="100000">
                  <a:srgbClr val="A3A3A4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-9038972">
              <a:off x="736414" y="422894"/>
              <a:ext cx="365175" cy="54285"/>
            </a:xfrm>
            <a:prstGeom prst="ellipse">
              <a:avLst/>
            </a:prstGeom>
            <a:gradFill>
              <a:gsLst>
                <a:gs pos="0">
                  <a:srgbClr val="3B3E3D">
                    <a:alpha val="6324"/>
                  </a:srgbClr>
                </a:gs>
                <a:gs pos="14286">
                  <a:srgbClr val="3B3E3D">
                    <a:alpha val="5828"/>
                  </a:srgbClr>
                </a:gs>
                <a:gs pos="28571">
                  <a:srgbClr val="3B3E3D">
                    <a:alpha val="4555"/>
                  </a:srgbClr>
                </a:gs>
                <a:gs pos="42857">
                  <a:srgbClr val="3B3E3D">
                    <a:alpha val="3012"/>
                  </a:srgbClr>
                </a:gs>
                <a:gs pos="57143">
                  <a:srgbClr val="3B3E3D">
                    <a:alpha val="1680"/>
                  </a:srgbClr>
                </a:gs>
                <a:gs pos="71429">
                  <a:srgbClr val="3B3E3D">
                    <a:alpha val="790"/>
                  </a:srgbClr>
                </a:gs>
                <a:gs pos="85714">
                  <a:srgbClr val="3B3E3D">
                    <a:alpha val="313"/>
                  </a:srgbClr>
                </a:gs>
                <a:gs pos="100000">
                  <a:srgbClr val="3B3E3D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3312161">
              <a:off x="768350" y="3281908"/>
              <a:ext cx="121162" cy="599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5084843">
              <a:off x="838491" y="1390328"/>
              <a:ext cx="272385" cy="83607"/>
            </a:xfrm>
            <a:prstGeom prst="ellipse">
              <a:avLst/>
            </a:prstGeom>
            <a:gradFill>
              <a:gsLst>
                <a:gs pos="0">
                  <a:srgbClr val="919090">
                    <a:alpha val="21749"/>
                  </a:srgbClr>
                </a:gs>
                <a:gs pos="14286">
                  <a:srgbClr val="919090">
                    <a:alpha val="20181"/>
                  </a:srgbClr>
                </a:gs>
                <a:gs pos="28571">
                  <a:srgbClr val="919090">
                    <a:alpha val="16056"/>
                  </a:srgbClr>
                </a:gs>
                <a:gs pos="42857">
                  <a:srgbClr val="919090">
                    <a:alpha val="10846"/>
                  </a:srgbClr>
                </a:gs>
                <a:gs pos="57143">
                  <a:srgbClr val="919090">
                    <a:alpha val="6163"/>
                  </a:srgbClr>
                </a:gs>
                <a:gs pos="71429">
                  <a:srgbClr val="919090">
                    <a:alpha val="2934"/>
                  </a:srgbClr>
                </a:gs>
                <a:gs pos="85714">
                  <a:srgbClr val="919090">
                    <a:alpha val="1171"/>
                  </a:srgbClr>
                </a:gs>
                <a:gs pos="100000">
                  <a:srgbClr val="919090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4764706">
              <a:off x="1125138" y="1284083"/>
              <a:ext cx="271804" cy="84766"/>
            </a:xfrm>
            <a:prstGeom prst="ellipse">
              <a:avLst/>
            </a:prstGeom>
            <a:gradFill>
              <a:gsLst>
                <a:gs pos="0">
                  <a:srgbClr val="000000">
                    <a:alpha val="32395"/>
                  </a:srgbClr>
                </a:gs>
                <a:gs pos="14286">
                  <a:srgbClr val="000000">
                    <a:alpha val="30220"/>
                  </a:srgbClr>
                </a:gs>
                <a:gs pos="28571">
                  <a:srgbClr val="000000">
                    <a:alpha val="24375"/>
                  </a:srgbClr>
                </a:gs>
                <a:gs pos="42857">
                  <a:srgbClr val="000000">
                    <a:alpha val="16744"/>
                  </a:srgbClr>
                </a:gs>
                <a:gs pos="57143">
                  <a:srgbClr val="000000">
                    <a:alpha val="9656"/>
                  </a:srgbClr>
                </a:gs>
                <a:gs pos="71429">
                  <a:srgbClr val="000000">
                    <a:alpha val="4642"/>
                  </a:srgbClr>
                </a:gs>
                <a:gs pos="85714">
                  <a:srgbClr val="000000">
                    <a:alpha val="1862"/>
                  </a:srgbClr>
                </a:gs>
                <a:gs pos="100000">
                  <a:srgbClr val="000000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8952665">
              <a:off x="715863" y="1396884"/>
              <a:ext cx="169010" cy="111962"/>
            </a:xfrm>
            <a:prstGeom prst="ellipse">
              <a:avLst/>
            </a:prstGeom>
            <a:gradFill>
              <a:gsLst>
                <a:gs pos="0">
                  <a:srgbClr val="646264">
                    <a:alpha val="30825"/>
                  </a:srgbClr>
                </a:gs>
                <a:gs pos="14286">
                  <a:srgbClr val="646264">
                    <a:alpha val="28732"/>
                  </a:srgbClr>
                </a:gs>
                <a:gs pos="28571">
                  <a:srgbClr val="646264">
                    <a:alpha val="23126"/>
                  </a:srgbClr>
                </a:gs>
                <a:gs pos="42857">
                  <a:srgbClr val="646264">
                    <a:alpha val="15845"/>
                  </a:srgbClr>
                </a:gs>
                <a:gs pos="57143">
                  <a:srgbClr val="646264">
                    <a:alpha val="9116"/>
                  </a:srgbClr>
                </a:gs>
                <a:gs pos="71429">
                  <a:srgbClr val="646264">
                    <a:alpha val="4376"/>
                  </a:srgbClr>
                </a:gs>
                <a:gs pos="85714">
                  <a:srgbClr val="646264">
                    <a:alpha val="1754"/>
                  </a:srgbClr>
                </a:gs>
                <a:gs pos="100000">
                  <a:srgbClr val="646264">
                    <a:alpha val="5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-8533771">
              <a:off x="3339986" y="143577"/>
              <a:ext cx="325968" cy="37422"/>
            </a:xfrm>
            <a:prstGeom prst="ellipse">
              <a:avLst/>
            </a:prstGeom>
            <a:gradFill>
              <a:gsLst>
                <a:gs pos="0">
                  <a:srgbClr val="878787">
                    <a:alpha val="32968"/>
                  </a:srgbClr>
                </a:gs>
                <a:gs pos="14286">
                  <a:srgbClr val="878787">
                    <a:alpha val="30764"/>
                  </a:srgbClr>
                </a:gs>
                <a:gs pos="28571">
                  <a:srgbClr val="878787">
                    <a:alpha val="24833"/>
                  </a:srgbClr>
                </a:gs>
                <a:gs pos="42857">
                  <a:srgbClr val="878787">
                    <a:alpha val="17075"/>
                  </a:srgbClr>
                </a:gs>
                <a:gs pos="57143">
                  <a:srgbClr val="878787">
                    <a:alpha val="9855"/>
                  </a:srgbClr>
                </a:gs>
                <a:gs pos="71429">
                  <a:srgbClr val="878787">
                    <a:alpha val="4740"/>
                  </a:srgbClr>
                </a:gs>
                <a:gs pos="85714">
                  <a:srgbClr val="878787">
                    <a:alpha val="1902"/>
                  </a:srgbClr>
                </a:gs>
                <a:gs pos="100000">
                  <a:srgbClr val="8787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6698166">
              <a:off x="1659933" y="3397100"/>
              <a:ext cx="422003" cy="1726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5597590">
              <a:off x="1272661" y="1844651"/>
              <a:ext cx="596092" cy="78294"/>
            </a:xfrm>
            <a:prstGeom prst="ellipse">
              <a:avLst/>
            </a:prstGeom>
            <a:gradFill>
              <a:gsLst>
                <a:gs pos="0">
                  <a:srgbClr val="767676">
                    <a:alpha val="18267"/>
                  </a:srgbClr>
                </a:gs>
                <a:gs pos="14286">
                  <a:srgbClr val="767676">
                    <a:alpha val="16923"/>
                  </a:srgbClr>
                </a:gs>
                <a:gs pos="28571">
                  <a:srgbClr val="767676">
                    <a:alpha val="13407"/>
                  </a:srgbClr>
                </a:gs>
                <a:gs pos="42857">
                  <a:srgbClr val="767676">
                    <a:alpha val="9010"/>
                  </a:srgbClr>
                </a:gs>
                <a:gs pos="57143">
                  <a:srgbClr val="767676">
                    <a:alpha val="5097"/>
                  </a:srgbClr>
                </a:gs>
                <a:gs pos="71429">
                  <a:srgbClr val="767676">
                    <a:alpha val="2419"/>
                  </a:srgbClr>
                </a:gs>
                <a:gs pos="85714">
                  <a:srgbClr val="767676">
                    <a:alpha val="964"/>
                  </a:srgbClr>
                </a:gs>
                <a:gs pos="100000">
                  <a:srgbClr val="767676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3621831">
              <a:off x="583768" y="1268840"/>
              <a:ext cx="120847" cy="52042"/>
            </a:xfrm>
            <a:prstGeom prst="ellipse">
              <a:avLst/>
            </a:prstGeom>
            <a:gradFill>
              <a:gsLst>
                <a:gs pos="0">
                  <a:srgbClr val="FEFFFF">
                    <a:alpha val="25131"/>
                  </a:srgbClr>
                </a:gs>
                <a:gs pos="14286">
                  <a:srgbClr val="FEFFFF">
                    <a:alpha val="23358"/>
                  </a:srgbClr>
                </a:gs>
                <a:gs pos="28571">
                  <a:srgbClr val="FEFFFF">
                    <a:alpha val="18661"/>
                  </a:srgbClr>
                </a:gs>
                <a:gs pos="42857">
                  <a:srgbClr val="FEFFFF">
                    <a:alpha val="12670"/>
                  </a:srgbClr>
                </a:gs>
                <a:gs pos="57143">
                  <a:srgbClr val="FEFFFF">
                    <a:alpha val="7232"/>
                  </a:srgbClr>
                </a:gs>
                <a:gs pos="71429">
                  <a:srgbClr val="FEFFFF">
                    <a:alpha val="3453"/>
                  </a:srgbClr>
                </a:gs>
                <a:gs pos="85714">
                  <a:srgbClr val="FEFFFF">
                    <a:alpha val="1380"/>
                  </a:srgbClr>
                </a:gs>
                <a:gs pos="100000">
                  <a:srgbClr val="FEFFFF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6904888">
              <a:off x="1449243" y="2373022"/>
              <a:ext cx="150470" cy="118226"/>
            </a:xfrm>
            <a:prstGeom prst="ellipse">
              <a:avLst/>
            </a:prstGeom>
            <a:gradFill>
              <a:gsLst>
                <a:gs pos="0">
                  <a:srgbClr val="8C8B8C">
                    <a:alpha val="32968"/>
                  </a:srgbClr>
                </a:gs>
                <a:gs pos="14286">
                  <a:srgbClr val="8C8B8C">
                    <a:alpha val="30764"/>
                  </a:srgbClr>
                </a:gs>
                <a:gs pos="28571">
                  <a:srgbClr val="8C8B8C">
                    <a:alpha val="24833"/>
                  </a:srgbClr>
                </a:gs>
                <a:gs pos="42857">
                  <a:srgbClr val="8C8B8C">
                    <a:alpha val="17075"/>
                  </a:srgbClr>
                </a:gs>
                <a:gs pos="57143">
                  <a:srgbClr val="8C8B8C">
                    <a:alpha val="9855"/>
                  </a:srgbClr>
                </a:gs>
                <a:gs pos="71429">
                  <a:srgbClr val="8C8B8C">
                    <a:alpha val="4740"/>
                  </a:srgbClr>
                </a:gs>
                <a:gs pos="85714">
                  <a:srgbClr val="8C8B8C">
                    <a:alpha val="1902"/>
                  </a:srgbClr>
                </a:gs>
                <a:gs pos="100000">
                  <a:srgbClr val="8C8B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3405551">
              <a:off x="473364" y="1572404"/>
              <a:ext cx="123940" cy="54089"/>
            </a:xfrm>
            <a:prstGeom prst="ellipse">
              <a:avLst/>
            </a:prstGeom>
            <a:gradFill>
              <a:gsLst>
                <a:gs pos="0">
                  <a:srgbClr val="C6C6C6">
                    <a:alpha val="15194"/>
                  </a:srgbClr>
                </a:gs>
                <a:gs pos="14286">
                  <a:srgbClr val="C6C6C6">
                    <a:alpha val="14056"/>
                  </a:srgbClr>
                </a:gs>
                <a:gs pos="28571">
                  <a:srgbClr val="C6C6C6">
                    <a:alpha val="11096"/>
                  </a:srgbClr>
                </a:gs>
                <a:gs pos="42857">
                  <a:srgbClr val="C6C6C6">
                    <a:alpha val="7424"/>
                  </a:srgbClr>
                </a:gs>
                <a:gs pos="57143">
                  <a:srgbClr val="C6C6C6">
                    <a:alpha val="4185"/>
                  </a:srgbClr>
                </a:gs>
                <a:gs pos="71429">
                  <a:srgbClr val="C6C6C6">
                    <a:alpha val="1981"/>
                  </a:srgbClr>
                </a:gs>
                <a:gs pos="85714">
                  <a:srgbClr val="C6C6C6">
                    <a:alpha val="788"/>
                  </a:srgbClr>
                </a:gs>
                <a:gs pos="100000">
                  <a:srgbClr val="C6C6C6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10310933">
              <a:off x="1621517" y="2444106"/>
              <a:ext cx="268808" cy="85168"/>
            </a:xfrm>
            <a:prstGeom prst="ellipse">
              <a:avLst/>
            </a:prstGeom>
            <a:gradFill>
              <a:gsLst>
                <a:gs pos="0">
                  <a:srgbClr val="737271">
                    <a:alpha val="32968"/>
                  </a:srgbClr>
                </a:gs>
                <a:gs pos="14286">
                  <a:srgbClr val="737271">
                    <a:alpha val="30764"/>
                  </a:srgbClr>
                </a:gs>
                <a:gs pos="28571">
                  <a:srgbClr val="737271">
                    <a:alpha val="24833"/>
                  </a:srgbClr>
                </a:gs>
                <a:gs pos="42857">
                  <a:srgbClr val="737271">
                    <a:alpha val="17075"/>
                  </a:srgbClr>
                </a:gs>
                <a:gs pos="57143">
                  <a:srgbClr val="737271">
                    <a:alpha val="9855"/>
                  </a:srgbClr>
                </a:gs>
                <a:gs pos="71429">
                  <a:srgbClr val="737271">
                    <a:alpha val="4740"/>
                  </a:srgbClr>
                </a:gs>
                <a:gs pos="85714">
                  <a:srgbClr val="737271">
                    <a:alpha val="1902"/>
                  </a:srgbClr>
                </a:gs>
                <a:gs pos="100000">
                  <a:srgbClr val="7372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-8567291">
              <a:off x="648849" y="3285560"/>
              <a:ext cx="487276" cy="54545"/>
            </a:xfrm>
            <a:prstGeom prst="ellipse">
              <a:avLst/>
            </a:prstGeom>
            <a:gradFill>
              <a:gsLst>
                <a:gs pos="0">
                  <a:srgbClr val="FFFFFF">
                    <a:alpha val="4019"/>
                  </a:srgbClr>
                </a:gs>
                <a:gs pos="14286">
                  <a:srgbClr val="FFFFFF">
                    <a:alpha val="3700"/>
                  </a:srgbClr>
                </a:gs>
                <a:gs pos="28571">
                  <a:srgbClr val="FFFFFF">
                    <a:alpha val="2885"/>
                  </a:srgbClr>
                </a:gs>
                <a:gs pos="42857">
                  <a:srgbClr val="FFFFFF">
                    <a:alpha val="1902"/>
                  </a:srgbClr>
                </a:gs>
                <a:gs pos="57143">
                  <a:srgbClr val="FFFFFF">
                    <a:alpha val="1058"/>
                  </a:srgbClr>
                </a:gs>
                <a:gs pos="71429">
                  <a:srgbClr val="FFFFFF">
                    <a:alpha val="497"/>
                  </a:srgbClr>
                </a:gs>
                <a:gs pos="85714">
                  <a:srgbClr val="FFFFFF">
                    <a:alpha val="197"/>
                  </a:srgbClr>
                </a:gs>
                <a:gs pos="100000">
                  <a:srgbClr val="FFFFFF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4768107">
              <a:off x="1803935" y="1091246"/>
              <a:ext cx="663030" cy="127179"/>
            </a:xfrm>
            <a:prstGeom prst="ellipse">
              <a:avLst/>
            </a:prstGeom>
            <a:gradFill>
              <a:gsLst>
                <a:gs pos="0">
                  <a:srgbClr val="9A9B9B">
                    <a:alpha val="17904"/>
                  </a:srgbClr>
                </a:gs>
                <a:gs pos="14286">
                  <a:srgbClr val="9A9B9B">
                    <a:alpha val="16584"/>
                  </a:srgbClr>
                </a:gs>
                <a:gs pos="28571">
                  <a:srgbClr val="9A9B9B">
                    <a:alpha val="13133"/>
                  </a:srgbClr>
                </a:gs>
                <a:gs pos="42857">
                  <a:srgbClr val="9A9B9B">
                    <a:alpha val="8821"/>
                  </a:srgbClr>
                </a:gs>
                <a:gs pos="57143">
                  <a:srgbClr val="9A9B9B">
                    <a:alpha val="4988"/>
                  </a:srgbClr>
                </a:gs>
                <a:gs pos="71429">
                  <a:srgbClr val="9A9B9B">
                    <a:alpha val="2367"/>
                  </a:srgbClr>
                </a:gs>
                <a:gs pos="85714">
                  <a:srgbClr val="9A9B9B">
                    <a:alpha val="943"/>
                  </a:srgbClr>
                </a:gs>
                <a:gs pos="100000">
                  <a:srgbClr val="9A9B9B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3934078">
              <a:off x="932712" y="3287478"/>
              <a:ext cx="71151" cy="37135"/>
            </a:xfrm>
            <a:prstGeom prst="ellipse">
              <a:avLst/>
            </a:prstGeom>
            <a:gradFill>
              <a:gsLst>
                <a:gs pos="0">
                  <a:srgbClr val="B5B4B5">
                    <a:alpha val="24912"/>
                  </a:srgbClr>
                </a:gs>
                <a:gs pos="14286">
                  <a:srgbClr val="B5B4B5">
                    <a:alpha val="23151"/>
                  </a:srgbClr>
                </a:gs>
                <a:gs pos="28571">
                  <a:srgbClr val="B5B4B5">
                    <a:alpha val="18492"/>
                  </a:srgbClr>
                </a:gs>
                <a:gs pos="42857">
                  <a:srgbClr val="B5B4B5">
                    <a:alpha val="12551"/>
                  </a:srgbClr>
                </a:gs>
                <a:gs pos="57143">
                  <a:srgbClr val="B5B4B5">
                    <a:alpha val="7162"/>
                  </a:srgbClr>
                </a:gs>
                <a:gs pos="71429">
                  <a:srgbClr val="B5B4B5">
                    <a:alpha val="3419"/>
                  </a:srgbClr>
                </a:gs>
                <a:gs pos="85714">
                  <a:srgbClr val="B5B4B5">
                    <a:alpha val="1366"/>
                  </a:srgbClr>
                </a:gs>
                <a:gs pos="100000">
                  <a:srgbClr val="B5B4B5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10673892">
              <a:off x="2498305" y="1162894"/>
              <a:ext cx="110407" cy="94851"/>
            </a:xfrm>
            <a:prstGeom prst="ellipse">
              <a:avLst/>
            </a:prstGeom>
            <a:gradFill>
              <a:gsLst>
                <a:gs pos="0">
                  <a:srgbClr val="727472">
                    <a:alpha val="29730"/>
                  </a:srgbClr>
                </a:gs>
                <a:gs pos="14286">
                  <a:srgbClr val="727472">
                    <a:alpha val="27696"/>
                  </a:srgbClr>
                </a:gs>
                <a:gs pos="28571">
                  <a:srgbClr val="727472">
                    <a:alpha val="22259"/>
                  </a:srgbClr>
                </a:gs>
                <a:gs pos="42857">
                  <a:srgbClr val="727472">
                    <a:alpha val="15224"/>
                  </a:srgbClr>
                </a:gs>
                <a:gs pos="57143">
                  <a:srgbClr val="727472">
                    <a:alpha val="8745"/>
                  </a:srgbClr>
                </a:gs>
                <a:gs pos="71429">
                  <a:srgbClr val="727472">
                    <a:alpha val="4193"/>
                  </a:srgbClr>
                </a:gs>
                <a:gs pos="85714">
                  <a:srgbClr val="727472">
                    <a:alpha val="1680"/>
                  </a:srgbClr>
                </a:gs>
                <a:gs pos="100000">
                  <a:srgbClr val="727472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-9049901">
              <a:off x="764576" y="367219"/>
              <a:ext cx="453697" cy="118100"/>
            </a:xfrm>
            <a:prstGeom prst="ellipse">
              <a:avLst/>
            </a:prstGeom>
            <a:gradFill>
              <a:gsLst>
                <a:gs pos="0">
                  <a:srgbClr val="4B4D4E">
                    <a:alpha val="10195"/>
                  </a:srgbClr>
                </a:gs>
                <a:gs pos="14286">
                  <a:srgbClr val="4B4D4E">
                    <a:alpha val="9410"/>
                  </a:srgbClr>
                </a:gs>
                <a:gs pos="28571">
                  <a:srgbClr val="4B4D4E">
                    <a:alpha val="7387"/>
                  </a:srgbClr>
                </a:gs>
                <a:gs pos="42857">
                  <a:srgbClr val="4B4D4E">
                    <a:alpha val="4909"/>
                  </a:srgbClr>
                </a:gs>
                <a:gs pos="57143">
                  <a:srgbClr val="4B4D4E">
                    <a:alpha val="2750"/>
                  </a:srgbClr>
                </a:gs>
                <a:gs pos="71429">
                  <a:srgbClr val="4B4D4E">
                    <a:alpha val="1297"/>
                  </a:srgbClr>
                </a:gs>
                <a:gs pos="85714">
                  <a:srgbClr val="4B4D4E">
                    <a:alpha val="515"/>
                  </a:srgbClr>
                </a:gs>
                <a:gs pos="100000">
                  <a:srgbClr val="4B4D4E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9934210">
              <a:off x="3425151" y="11001"/>
              <a:ext cx="211600" cy="97308"/>
            </a:xfrm>
            <a:prstGeom prst="ellipse">
              <a:avLst/>
            </a:prstGeom>
            <a:gradFill>
              <a:gsLst>
                <a:gs pos="0">
                  <a:srgbClr val="8E8F8D">
                    <a:alpha val="32968"/>
                  </a:srgbClr>
                </a:gs>
                <a:gs pos="14286">
                  <a:srgbClr val="8E8F8D">
                    <a:alpha val="30764"/>
                  </a:srgbClr>
                </a:gs>
                <a:gs pos="28571">
                  <a:srgbClr val="8E8F8D">
                    <a:alpha val="24833"/>
                  </a:srgbClr>
                </a:gs>
                <a:gs pos="42857">
                  <a:srgbClr val="8E8F8D">
                    <a:alpha val="17075"/>
                  </a:srgbClr>
                </a:gs>
                <a:gs pos="57143">
                  <a:srgbClr val="8E8F8D">
                    <a:alpha val="9855"/>
                  </a:srgbClr>
                </a:gs>
                <a:gs pos="71429">
                  <a:srgbClr val="8E8F8D">
                    <a:alpha val="4740"/>
                  </a:srgbClr>
                </a:gs>
                <a:gs pos="85714">
                  <a:srgbClr val="8E8F8D">
                    <a:alpha val="1902"/>
                  </a:srgbClr>
                </a:gs>
                <a:gs pos="100000">
                  <a:srgbClr val="8E8F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7296571">
              <a:off x="475136" y="3175974"/>
              <a:ext cx="413144" cy="90644"/>
            </a:xfrm>
            <a:prstGeom prst="ellipse">
              <a:avLst/>
            </a:prstGeom>
            <a:gradFill>
              <a:gsLst>
                <a:gs pos="0">
                  <a:srgbClr val="4B4B4B">
                    <a:alpha val="32956"/>
                  </a:srgbClr>
                </a:gs>
                <a:gs pos="14286">
                  <a:srgbClr val="4B4B4B">
                    <a:alpha val="30752"/>
                  </a:srgbClr>
                </a:gs>
                <a:gs pos="28571">
                  <a:srgbClr val="4B4B4B">
                    <a:alpha val="24823"/>
                  </a:srgbClr>
                </a:gs>
                <a:gs pos="42857">
                  <a:srgbClr val="4B4B4B">
                    <a:alpha val="17068"/>
                  </a:srgbClr>
                </a:gs>
                <a:gs pos="57143">
                  <a:srgbClr val="4B4B4B">
                    <a:alpha val="9851"/>
                  </a:srgbClr>
                </a:gs>
                <a:gs pos="71429">
                  <a:srgbClr val="4B4B4B">
                    <a:alpha val="4738"/>
                  </a:srgbClr>
                </a:gs>
                <a:gs pos="85714">
                  <a:srgbClr val="4B4B4B">
                    <a:alpha val="1901"/>
                  </a:srgbClr>
                </a:gs>
                <a:gs pos="100000">
                  <a:srgbClr val="4B4B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-8734701">
              <a:off x="1631324" y="3484512"/>
              <a:ext cx="288950" cy="157620"/>
            </a:xfrm>
            <a:prstGeom prst="ellipse">
              <a:avLst/>
            </a:prstGeom>
            <a:gradFill>
              <a:gsLst>
                <a:gs pos="0">
                  <a:srgbClr val="DFDFDF">
                    <a:alpha val="9549"/>
                  </a:srgbClr>
                </a:gs>
                <a:gs pos="14286">
                  <a:srgbClr val="DFDFDF">
                    <a:alpha val="8812"/>
                  </a:srgbClr>
                </a:gs>
                <a:gs pos="28571">
                  <a:srgbClr val="DFDFDF">
                    <a:alpha val="6912"/>
                  </a:srgbClr>
                </a:gs>
                <a:gs pos="42857">
                  <a:srgbClr val="DFDFDF">
                    <a:alpha val="4589"/>
                  </a:srgbClr>
                </a:gs>
                <a:gs pos="57143">
                  <a:srgbClr val="DFDFDF">
                    <a:alpha val="2570"/>
                  </a:srgbClr>
                </a:gs>
                <a:gs pos="71429">
                  <a:srgbClr val="DFDFDF">
                    <a:alpha val="1211"/>
                  </a:srgbClr>
                </a:gs>
                <a:gs pos="85714">
                  <a:srgbClr val="DFDFDF">
                    <a:alpha val="481"/>
                  </a:srgbClr>
                </a:gs>
                <a:gs pos="100000">
                  <a:srgbClr val="DFDFDF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4276831">
              <a:off x="1909123" y="3528835"/>
              <a:ext cx="267628" cy="159667"/>
            </a:xfrm>
            <a:prstGeom prst="ellipse">
              <a:avLst/>
            </a:prstGeom>
            <a:gradFill>
              <a:gsLst>
                <a:gs pos="0">
                  <a:srgbClr val="CACAC9">
                    <a:alpha val="5296"/>
                  </a:srgbClr>
                </a:gs>
                <a:gs pos="14286">
                  <a:srgbClr val="CACAC9">
                    <a:alpha val="4879"/>
                  </a:srgbClr>
                </a:gs>
                <a:gs pos="28571">
                  <a:srgbClr val="CACAC9">
                    <a:alpha val="3809"/>
                  </a:srgbClr>
                </a:gs>
                <a:gs pos="42857">
                  <a:srgbClr val="CACAC9">
                    <a:alpha val="2515"/>
                  </a:srgbClr>
                </a:gs>
                <a:gs pos="57143">
                  <a:srgbClr val="CACAC9">
                    <a:alpha val="1402"/>
                  </a:srgbClr>
                </a:gs>
                <a:gs pos="71429">
                  <a:srgbClr val="CACAC9">
                    <a:alpha val="658"/>
                  </a:srgbClr>
                </a:gs>
                <a:gs pos="85714">
                  <a:srgbClr val="CACAC9">
                    <a:alpha val="261"/>
                  </a:srgbClr>
                </a:gs>
                <a:gs pos="100000">
                  <a:srgbClr val="CACAC9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8544225">
              <a:off x="2031556" y="718833"/>
              <a:ext cx="207114" cy="105719"/>
            </a:xfrm>
            <a:prstGeom prst="ellipse">
              <a:avLst/>
            </a:prstGeom>
            <a:gradFill>
              <a:gsLst>
                <a:gs pos="0">
                  <a:srgbClr val="1D231E">
                    <a:alpha val="8266"/>
                  </a:srgbClr>
                </a:gs>
                <a:gs pos="14286">
                  <a:srgbClr val="1D231E">
                    <a:alpha val="7624"/>
                  </a:srgbClr>
                </a:gs>
                <a:gs pos="28571">
                  <a:srgbClr val="1D231E">
                    <a:alpha val="5972"/>
                  </a:srgbClr>
                </a:gs>
                <a:gs pos="42857">
                  <a:srgbClr val="1D231E">
                    <a:alpha val="3958"/>
                  </a:srgbClr>
                </a:gs>
                <a:gs pos="57143">
                  <a:srgbClr val="1D231E">
                    <a:alpha val="2213"/>
                  </a:srgbClr>
                </a:gs>
                <a:gs pos="71429">
                  <a:srgbClr val="1D231E">
                    <a:alpha val="1042"/>
                  </a:srgbClr>
                </a:gs>
                <a:gs pos="85714">
                  <a:srgbClr val="1D231E">
                    <a:alpha val="413"/>
                  </a:srgbClr>
                </a:gs>
                <a:gs pos="100000">
                  <a:srgbClr val="1D231E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4210332">
              <a:off x="888162" y="3287050"/>
              <a:ext cx="112746" cy="626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6342822">
              <a:off x="1985429" y="12795"/>
              <a:ext cx="139750" cy="52490"/>
            </a:xfrm>
            <a:prstGeom prst="ellipse">
              <a:avLst/>
            </a:prstGeom>
            <a:gradFill>
              <a:gsLst>
                <a:gs pos="0">
                  <a:srgbClr val="E4E4E3">
                    <a:alpha val="9812"/>
                  </a:srgbClr>
                </a:gs>
                <a:gs pos="14286">
                  <a:srgbClr val="E4E4E3">
                    <a:alpha val="9055"/>
                  </a:srgbClr>
                </a:gs>
                <a:gs pos="28571">
                  <a:srgbClr val="E4E4E3">
                    <a:alpha val="7105"/>
                  </a:srgbClr>
                </a:gs>
                <a:gs pos="42857">
                  <a:srgbClr val="E4E4E3">
                    <a:alpha val="4719"/>
                  </a:srgbClr>
                </a:gs>
                <a:gs pos="57143">
                  <a:srgbClr val="E4E4E3">
                    <a:alpha val="2643"/>
                  </a:srgbClr>
                </a:gs>
                <a:gs pos="71429">
                  <a:srgbClr val="E4E4E3">
                    <a:alpha val="1246"/>
                  </a:srgbClr>
                </a:gs>
                <a:gs pos="85714">
                  <a:srgbClr val="E4E4E3">
                    <a:alpha val="495"/>
                  </a:srgbClr>
                </a:gs>
                <a:gs pos="100000">
                  <a:srgbClr val="E4E4E3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4365133">
              <a:off x="1385894" y="3446137"/>
              <a:ext cx="328974" cy="139738"/>
            </a:xfrm>
            <a:prstGeom prst="ellipse">
              <a:avLst/>
            </a:prstGeom>
            <a:gradFill>
              <a:gsLst>
                <a:gs pos="0">
                  <a:srgbClr val="030500">
                    <a:alpha val="32968"/>
                  </a:srgbClr>
                </a:gs>
                <a:gs pos="14286">
                  <a:srgbClr val="030500">
                    <a:alpha val="30764"/>
                  </a:srgbClr>
                </a:gs>
                <a:gs pos="28571">
                  <a:srgbClr val="030500">
                    <a:alpha val="24833"/>
                  </a:srgbClr>
                </a:gs>
                <a:gs pos="42857">
                  <a:srgbClr val="030500">
                    <a:alpha val="17075"/>
                  </a:srgbClr>
                </a:gs>
                <a:gs pos="57143">
                  <a:srgbClr val="030500">
                    <a:alpha val="9855"/>
                  </a:srgbClr>
                </a:gs>
                <a:gs pos="71429">
                  <a:srgbClr val="030500">
                    <a:alpha val="4740"/>
                  </a:srgbClr>
                </a:gs>
                <a:gs pos="85714">
                  <a:srgbClr val="030500">
                    <a:alpha val="1902"/>
                  </a:srgbClr>
                </a:gs>
                <a:gs pos="100000">
                  <a:srgbClr val="03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-9221877">
              <a:off x="647624" y="792336"/>
              <a:ext cx="334871" cy="114490"/>
            </a:xfrm>
            <a:prstGeom prst="ellipse">
              <a:avLst/>
            </a:prstGeom>
            <a:gradFill>
              <a:gsLst>
                <a:gs pos="0">
                  <a:srgbClr val="878787">
                    <a:alpha val="32967"/>
                  </a:srgbClr>
                </a:gs>
                <a:gs pos="14286">
                  <a:srgbClr val="878787">
                    <a:alpha val="30763"/>
                  </a:srgbClr>
                </a:gs>
                <a:gs pos="28571">
                  <a:srgbClr val="878787">
                    <a:alpha val="24832"/>
                  </a:srgbClr>
                </a:gs>
                <a:gs pos="42857">
                  <a:srgbClr val="878787">
                    <a:alpha val="17075"/>
                  </a:srgbClr>
                </a:gs>
                <a:gs pos="57143">
                  <a:srgbClr val="878787">
                    <a:alpha val="9855"/>
                  </a:srgbClr>
                </a:gs>
                <a:gs pos="71429">
                  <a:srgbClr val="878787">
                    <a:alpha val="4740"/>
                  </a:srgbClr>
                </a:gs>
                <a:gs pos="85714">
                  <a:srgbClr val="878787">
                    <a:alpha val="1902"/>
                  </a:srgbClr>
                </a:gs>
                <a:gs pos="100000">
                  <a:srgbClr val="8787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3359740">
              <a:off x="1597960" y="2624269"/>
              <a:ext cx="398758" cy="139821"/>
            </a:xfrm>
            <a:prstGeom prst="ellipse">
              <a:avLst/>
            </a:prstGeom>
            <a:gradFill>
              <a:gsLst>
                <a:gs pos="0">
                  <a:srgbClr val="000000">
                    <a:alpha val="13121"/>
                  </a:srgbClr>
                </a:gs>
                <a:gs pos="14286">
                  <a:srgbClr val="000000">
                    <a:alpha val="12127"/>
                  </a:srgbClr>
                </a:gs>
                <a:gs pos="28571">
                  <a:srgbClr val="000000">
                    <a:alpha val="9550"/>
                  </a:srgbClr>
                </a:gs>
                <a:gs pos="42857">
                  <a:srgbClr val="000000">
                    <a:alpha val="6372"/>
                  </a:srgbClr>
                </a:gs>
                <a:gs pos="57143">
                  <a:srgbClr val="000000">
                    <a:alpha val="3582"/>
                  </a:srgbClr>
                </a:gs>
                <a:gs pos="71429">
                  <a:srgbClr val="000000">
                    <a:alpha val="1693"/>
                  </a:srgbClr>
                </a:gs>
                <a:gs pos="85714">
                  <a:srgbClr val="000000">
                    <a:alpha val="673"/>
                  </a:srgbClr>
                </a:gs>
                <a:gs pos="100000">
                  <a:srgbClr val="000000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7191503">
              <a:off x="1797196" y="1649513"/>
              <a:ext cx="88801" cy="46901"/>
            </a:xfrm>
            <a:prstGeom prst="ellipse">
              <a:avLst/>
            </a:prstGeom>
            <a:gradFill>
              <a:gsLst>
                <a:gs pos="0">
                  <a:srgbClr val="130013">
                    <a:alpha val="17210"/>
                  </a:srgbClr>
                </a:gs>
                <a:gs pos="14286">
                  <a:srgbClr val="130013">
                    <a:alpha val="15935"/>
                  </a:srgbClr>
                </a:gs>
                <a:gs pos="28571">
                  <a:srgbClr val="130013">
                    <a:alpha val="12609"/>
                  </a:srgbClr>
                </a:gs>
                <a:gs pos="42857">
                  <a:srgbClr val="130013">
                    <a:alpha val="8461"/>
                  </a:srgbClr>
                </a:gs>
                <a:gs pos="57143">
                  <a:srgbClr val="130013">
                    <a:alpha val="4780"/>
                  </a:srgbClr>
                </a:gs>
                <a:gs pos="71429">
                  <a:srgbClr val="130013">
                    <a:alpha val="2267"/>
                  </a:srgbClr>
                </a:gs>
                <a:gs pos="85714">
                  <a:srgbClr val="130013">
                    <a:alpha val="903"/>
                  </a:srgbClr>
                </a:gs>
                <a:gs pos="100000">
                  <a:srgbClr val="130013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9407285">
              <a:off x="285261" y="1005844"/>
              <a:ext cx="154524" cy="140529"/>
            </a:xfrm>
            <a:prstGeom prst="ellipse">
              <a:avLst/>
            </a:prstGeom>
            <a:gradFill>
              <a:gsLst>
                <a:gs pos="0">
                  <a:srgbClr val="545454">
                    <a:alpha val="32968"/>
                  </a:srgbClr>
                </a:gs>
                <a:gs pos="14286">
                  <a:srgbClr val="545454">
                    <a:alpha val="30764"/>
                  </a:srgbClr>
                </a:gs>
                <a:gs pos="28571">
                  <a:srgbClr val="545454">
                    <a:alpha val="24833"/>
                  </a:srgbClr>
                </a:gs>
                <a:gs pos="42857">
                  <a:srgbClr val="545454">
                    <a:alpha val="17075"/>
                  </a:srgbClr>
                </a:gs>
                <a:gs pos="57143">
                  <a:srgbClr val="545454">
                    <a:alpha val="9855"/>
                  </a:srgbClr>
                </a:gs>
                <a:gs pos="71429">
                  <a:srgbClr val="545454">
                    <a:alpha val="4740"/>
                  </a:srgbClr>
                </a:gs>
                <a:gs pos="85714">
                  <a:srgbClr val="545454">
                    <a:alpha val="1902"/>
                  </a:srgbClr>
                </a:gs>
                <a:gs pos="100000">
                  <a:srgbClr val="5454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-9932481">
              <a:off x="2323518" y="1092573"/>
              <a:ext cx="258134" cy="113815"/>
            </a:xfrm>
            <a:prstGeom prst="ellipse">
              <a:avLst/>
            </a:prstGeom>
            <a:gradFill>
              <a:gsLst>
                <a:gs pos="0">
                  <a:srgbClr val="757575">
                    <a:alpha val="23121"/>
                  </a:srgbClr>
                </a:gs>
                <a:gs pos="14286">
                  <a:srgbClr val="757575">
                    <a:alpha val="21469"/>
                  </a:srgbClr>
                </a:gs>
                <a:gs pos="28571">
                  <a:srgbClr val="757575">
                    <a:alpha val="17109"/>
                  </a:srgbClr>
                </a:gs>
                <a:gs pos="42857">
                  <a:srgbClr val="757575">
                    <a:alpha val="11581"/>
                  </a:srgbClr>
                </a:gs>
                <a:gs pos="57143">
                  <a:srgbClr val="757575">
                    <a:alpha val="6593"/>
                  </a:srgbClr>
                </a:gs>
                <a:gs pos="71429">
                  <a:srgbClr val="757575">
                    <a:alpha val="3142"/>
                  </a:srgbClr>
                </a:gs>
                <a:gs pos="85714">
                  <a:srgbClr val="757575">
                    <a:alpha val="1254"/>
                  </a:srgbClr>
                </a:gs>
                <a:gs pos="100000">
                  <a:srgbClr val="757575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6897206">
              <a:off x="1339308" y="2615468"/>
              <a:ext cx="520789" cy="2457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1"/>
                  </a:srgbClr>
                </a:gs>
                <a:gs pos="14286">
                  <a:srgbClr val="000000">
                    <a:alpha val="30757"/>
                  </a:srgbClr>
                </a:gs>
                <a:gs pos="28571">
                  <a:srgbClr val="000000">
                    <a:alpha val="24827"/>
                  </a:srgbClr>
                </a:gs>
                <a:gs pos="42857">
                  <a:srgbClr val="000000">
                    <a:alpha val="17071"/>
                  </a:srgbClr>
                </a:gs>
                <a:gs pos="57143">
                  <a:srgbClr val="000000">
                    <a:alpha val="9852"/>
                  </a:srgbClr>
                </a:gs>
                <a:gs pos="71429">
                  <a:srgbClr val="000000">
                    <a:alpha val="4739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4048463">
              <a:off x="3392597" y="538665"/>
              <a:ext cx="93319" cy="49785"/>
            </a:xfrm>
            <a:prstGeom prst="ellipse">
              <a:avLst/>
            </a:prstGeom>
            <a:gradFill>
              <a:gsLst>
                <a:gs pos="0">
                  <a:srgbClr val="222628">
                    <a:alpha val="31809"/>
                  </a:srgbClr>
                </a:gs>
                <a:gs pos="14286">
                  <a:srgbClr val="222628">
                    <a:alpha val="29664"/>
                  </a:srgbClr>
                </a:gs>
                <a:gs pos="28571">
                  <a:srgbClr val="222628">
                    <a:alpha val="23908"/>
                  </a:srgbClr>
                </a:gs>
                <a:gs pos="42857">
                  <a:srgbClr val="222628">
                    <a:alpha val="16407"/>
                  </a:srgbClr>
                </a:gs>
                <a:gs pos="57143">
                  <a:srgbClr val="222628">
                    <a:alpha val="9453"/>
                  </a:srgbClr>
                </a:gs>
                <a:gs pos="71429">
                  <a:srgbClr val="222628">
                    <a:alpha val="4542"/>
                  </a:srgbClr>
                </a:gs>
                <a:gs pos="85714">
                  <a:srgbClr val="222628">
                    <a:alpha val="1821"/>
                  </a:srgbClr>
                </a:gs>
                <a:gs pos="100000">
                  <a:srgbClr val="222628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7296253">
              <a:off x="1955154" y="3334956"/>
              <a:ext cx="446438" cy="157553"/>
            </a:xfrm>
            <a:prstGeom prst="ellipse">
              <a:avLst/>
            </a:prstGeom>
            <a:gradFill>
              <a:gsLst>
                <a:gs pos="0">
                  <a:srgbClr val="B5B5B5">
                    <a:alpha val="29760"/>
                  </a:srgbClr>
                </a:gs>
                <a:gs pos="14286">
                  <a:srgbClr val="B5B5B5">
                    <a:alpha val="27725"/>
                  </a:srgbClr>
                </a:gs>
                <a:gs pos="28571">
                  <a:srgbClr val="B5B5B5">
                    <a:alpha val="22283"/>
                  </a:srgbClr>
                </a:gs>
                <a:gs pos="42857">
                  <a:srgbClr val="B5B5B5">
                    <a:alpha val="15241"/>
                  </a:srgbClr>
                </a:gs>
                <a:gs pos="57143">
                  <a:srgbClr val="B5B5B5">
                    <a:alpha val="8755"/>
                  </a:srgbClr>
                </a:gs>
                <a:gs pos="71429">
                  <a:srgbClr val="B5B5B5">
                    <a:alpha val="4198"/>
                  </a:srgbClr>
                </a:gs>
                <a:gs pos="85714">
                  <a:srgbClr val="B5B5B5">
                    <a:alpha val="1682"/>
                  </a:srgbClr>
                </a:gs>
                <a:gs pos="100000">
                  <a:srgbClr val="B5B5B5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4281751">
              <a:off x="1020545" y="3048917"/>
              <a:ext cx="582134" cy="89315"/>
            </a:xfrm>
            <a:prstGeom prst="ellipse">
              <a:avLst/>
            </a:prstGeom>
            <a:gradFill>
              <a:gsLst>
                <a:gs pos="0">
                  <a:srgbClr val="8F8E8E">
                    <a:alpha val="29995"/>
                  </a:srgbClr>
                </a:gs>
                <a:gs pos="14286">
                  <a:srgbClr val="8F8E8E">
                    <a:alpha val="27947"/>
                  </a:srgbClr>
                </a:gs>
                <a:gs pos="28571">
                  <a:srgbClr val="8F8E8E">
                    <a:alpha val="22469"/>
                  </a:srgbClr>
                </a:gs>
                <a:gs pos="42857">
                  <a:srgbClr val="8F8E8E">
                    <a:alpha val="15374"/>
                  </a:srgbClr>
                </a:gs>
                <a:gs pos="57143">
                  <a:srgbClr val="8F8E8E">
                    <a:alpha val="8835"/>
                  </a:srgbClr>
                </a:gs>
                <a:gs pos="71429">
                  <a:srgbClr val="8F8E8E">
                    <a:alpha val="4237"/>
                  </a:srgbClr>
                </a:gs>
                <a:gs pos="85714">
                  <a:srgbClr val="8F8E8E">
                    <a:alpha val="1698"/>
                  </a:srgbClr>
                </a:gs>
                <a:gs pos="100000">
                  <a:srgbClr val="8F8E8E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4468698">
              <a:off x="1224048" y="1727165"/>
              <a:ext cx="527062" cy="55252"/>
            </a:xfrm>
            <a:prstGeom prst="ellipse">
              <a:avLst/>
            </a:prstGeom>
            <a:gradFill>
              <a:gsLst>
                <a:gs pos="0">
                  <a:srgbClr val="CBCACB">
                    <a:alpha val="3003"/>
                  </a:srgbClr>
                </a:gs>
                <a:gs pos="14286">
                  <a:srgbClr val="CBCACB">
                    <a:alpha val="2764"/>
                  </a:srgbClr>
                </a:gs>
                <a:gs pos="28571">
                  <a:srgbClr val="CBCACB">
                    <a:alpha val="2152"/>
                  </a:srgbClr>
                </a:gs>
                <a:gs pos="42857">
                  <a:srgbClr val="CBCACB">
                    <a:alpha val="1417"/>
                  </a:srgbClr>
                </a:gs>
                <a:gs pos="57143">
                  <a:srgbClr val="CBCACB">
                    <a:alpha val="788"/>
                  </a:srgbClr>
                </a:gs>
                <a:gs pos="71429">
                  <a:srgbClr val="CBCACB">
                    <a:alpha val="370"/>
                  </a:srgbClr>
                </a:gs>
                <a:gs pos="85714">
                  <a:srgbClr val="CBCACB">
                    <a:alpha val="146"/>
                  </a:srgbClr>
                </a:gs>
                <a:gs pos="100000">
                  <a:srgbClr val="CBCACB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4863179">
              <a:off x="3365769" y="168487"/>
              <a:ext cx="71465" cy="369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5929157">
              <a:off x="2324541" y="964495"/>
              <a:ext cx="535533" cy="77616"/>
            </a:xfrm>
            <a:prstGeom prst="ellipse">
              <a:avLst/>
            </a:prstGeom>
            <a:gradFill>
              <a:gsLst>
                <a:gs pos="0">
                  <a:srgbClr val="6B6B6B">
                    <a:alpha val="25362"/>
                  </a:srgbClr>
                </a:gs>
                <a:gs pos="14286">
                  <a:srgbClr val="6B6B6B">
                    <a:alpha val="23575"/>
                  </a:srgbClr>
                </a:gs>
                <a:gs pos="28571">
                  <a:srgbClr val="6B6B6B">
                    <a:alpha val="18840"/>
                  </a:srgbClr>
                </a:gs>
                <a:gs pos="42857">
                  <a:srgbClr val="6B6B6B">
                    <a:alpha val="12796"/>
                  </a:srgbClr>
                </a:gs>
                <a:gs pos="57143">
                  <a:srgbClr val="6B6B6B">
                    <a:alpha val="7306"/>
                  </a:srgbClr>
                </a:gs>
                <a:gs pos="71429">
                  <a:srgbClr val="6B6B6B">
                    <a:alpha val="3489"/>
                  </a:srgbClr>
                </a:gs>
                <a:gs pos="85714">
                  <a:srgbClr val="6B6B6B">
                    <a:alpha val="1395"/>
                  </a:srgbClr>
                </a:gs>
                <a:gs pos="100000">
                  <a:srgbClr val="6B6B6B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6681874">
              <a:off x="133839" y="2065811"/>
              <a:ext cx="465303" cy="31634"/>
            </a:xfrm>
            <a:prstGeom prst="ellipse">
              <a:avLst/>
            </a:prstGeom>
            <a:gradFill>
              <a:gsLst>
                <a:gs pos="0">
                  <a:srgbClr val="727271">
                    <a:alpha val="32968"/>
                  </a:srgbClr>
                </a:gs>
                <a:gs pos="14286">
                  <a:srgbClr val="727271">
                    <a:alpha val="30764"/>
                  </a:srgbClr>
                </a:gs>
                <a:gs pos="28571">
                  <a:srgbClr val="727271">
                    <a:alpha val="24833"/>
                  </a:srgbClr>
                </a:gs>
                <a:gs pos="42857">
                  <a:srgbClr val="727271">
                    <a:alpha val="17075"/>
                  </a:srgbClr>
                </a:gs>
                <a:gs pos="57143">
                  <a:srgbClr val="727271">
                    <a:alpha val="9855"/>
                  </a:srgbClr>
                </a:gs>
                <a:gs pos="71429">
                  <a:srgbClr val="727271">
                    <a:alpha val="4740"/>
                  </a:srgbClr>
                </a:gs>
                <a:gs pos="85714">
                  <a:srgbClr val="727271">
                    <a:alpha val="1902"/>
                  </a:srgbClr>
                </a:gs>
                <a:gs pos="100000">
                  <a:srgbClr val="7272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3568997">
              <a:off x="2181698" y="950660"/>
              <a:ext cx="403216" cy="123511"/>
            </a:xfrm>
            <a:prstGeom prst="ellipse">
              <a:avLst/>
            </a:prstGeom>
            <a:gradFill>
              <a:gsLst>
                <a:gs pos="0">
                  <a:srgbClr val="787878">
                    <a:alpha val="32790"/>
                  </a:srgbClr>
                </a:gs>
                <a:gs pos="14286">
                  <a:srgbClr val="787878">
                    <a:alpha val="30595"/>
                  </a:srgbClr>
                </a:gs>
                <a:gs pos="28571">
                  <a:srgbClr val="787878">
                    <a:alpha val="24690"/>
                  </a:srgbClr>
                </a:gs>
                <a:gs pos="42857">
                  <a:srgbClr val="787878">
                    <a:alpha val="16972"/>
                  </a:srgbClr>
                </a:gs>
                <a:gs pos="57143">
                  <a:srgbClr val="787878">
                    <a:alpha val="9793"/>
                  </a:srgbClr>
                </a:gs>
                <a:gs pos="71429">
                  <a:srgbClr val="787878">
                    <a:alpha val="4710"/>
                  </a:srgbClr>
                </a:gs>
                <a:gs pos="85714">
                  <a:srgbClr val="787878">
                    <a:alpha val="1890"/>
                  </a:srgbClr>
                </a:gs>
                <a:gs pos="100000">
                  <a:srgbClr val="787878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5234182">
              <a:off x="451453" y="1231600"/>
              <a:ext cx="282385" cy="86674"/>
            </a:xfrm>
            <a:prstGeom prst="ellipse">
              <a:avLst/>
            </a:prstGeom>
            <a:gradFill>
              <a:gsLst>
                <a:gs pos="0">
                  <a:srgbClr val="040006">
                    <a:alpha val="32951"/>
                  </a:srgbClr>
                </a:gs>
                <a:gs pos="14286">
                  <a:srgbClr val="040006">
                    <a:alpha val="30748"/>
                  </a:srgbClr>
                </a:gs>
                <a:gs pos="28571">
                  <a:srgbClr val="040006">
                    <a:alpha val="24820"/>
                  </a:srgbClr>
                </a:gs>
                <a:gs pos="42857">
                  <a:srgbClr val="040006">
                    <a:alpha val="17066"/>
                  </a:srgbClr>
                </a:gs>
                <a:gs pos="57143">
                  <a:srgbClr val="040006">
                    <a:alpha val="9849"/>
                  </a:srgbClr>
                </a:gs>
                <a:gs pos="71429">
                  <a:srgbClr val="040006">
                    <a:alpha val="4738"/>
                  </a:srgbClr>
                </a:gs>
                <a:gs pos="85714">
                  <a:srgbClr val="040006">
                    <a:alpha val="1901"/>
                  </a:srgbClr>
                </a:gs>
                <a:gs pos="100000">
                  <a:srgbClr val="04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3214223">
              <a:off x="1849290" y="3409439"/>
              <a:ext cx="315959" cy="223699"/>
            </a:xfrm>
            <a:prstGeom prst="ellipse">
              <a:avLst/>
            </a:prstGeom>
            <a:gradFill>
              <a:gsLst>
                <a:gs pos="0">
                  <a:srgbClr val="C7C7C7">
                    <a:alpha val="3754"/>
                  </a:srgbClr>
                </a:gs>
                <a:gs pos="14286">
                  <a:srgbClr val="C7C7C7">
                    <a:alpha val="3456"/>
                  </a:srgbClr>
                </a:gs>
                <a:gs pos="28571">
                  <a:srgbClr val="C7C7C7">
                    <a:alpha val="2694"/>
                  </a:srgbClr>
                </a:gs>
                <a:gs pos="42857">
                  <a:srgbClr val="C7C7C7">
                    <a:alpha val="1775"/>
                  </a:srgbClr>
                </a:gs>
                <a:gs pos="57143">
                  <a:srgbClr val="C7C7C7">
                    <a:alpha val="988"/>
                  </a:srgbClr>
                </a:gs>
                <a:gs pos="71429">
                  <a:srgbClr val="C7C7C7">
                    <a:alpha val="464"/>
                  </a:srgbClr>
                </a:gs>
                <a:gs pos="85714">
                  <a:srgbClr val="C7C7C7">
                    <a:alpha val="184"/>
                  </a:srgbClr>
                </a:gs>
                <a:gs pos="100000">
                  <a:srgbClr val="C7C7C7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3186417">
              <a:off x="1195649" y="1335106"/>
              <a:ext cx="130478" cy="88401"/>
            </a:xfrm>
            <a:prstGeom prst="ellipse">
              <a:avLst/>
            </a:prstGeom>
            <a:gradFill>
              <a:gsLst>
                <a:gs pos="0">
                  <a:srgbClr val="848484">
                    <a:alpha val="26199"/>
                  </a:srgbClr>
                </a:gs>
                <a:gs pos="14286">
                  <a:srgbClr val="848484">
                    <a:alpha val="24363"/>
                  </a:srgbClr>
                </a:gs>
                <a:gs pos="28571">
                  <a:srgbClr val="848484">
                    <a:alpha val="19491"/>
                  </a:srgbClr>
                </a:gs>
                <a:gs pos="42857">
                  <a:srgbClr val="848484">
                    <a:alpha val="13256"/>
                  </a:srgbClr>
                </a:gs>
                <a:gs pos="57143">
                  <a:srgbClr val="848484">
                    <a:alpha val="7577"/>
                  </a:srgbClr>
                </a:gs>
                <a:gs pos="71429">
                  <a:srgbClr val="848484">
                    <a:alpha val="3621"/>
                  </a:srgbClr>
                </a:gs>
                <a:gs pos="85714">
                  <a:srgbClr val="848484">
                    <a:alpha val="1448"/>
                  </a:srgbClr>
                </a:gs>
                <a:gs pos="100000">
                  <a:srgbClr val="848484">
                    <a:alpha val="4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-8932117">
              <a:off x="1412986" y="2444208"/>
              <a:ext cx="269091" cy="125508"/>
            </a:xfrm>
            <a:prstGeom prst="ellipse">
              <a:avLst/>
            </a:prstGeom>
            <a:gradFill>
              <a:gsLst>
                <a:gs pos="0">
                  <a:srgbClr val="8E8E8E">
                    <a:alpha val="32968"/>
                  </a:srgbClr>
                </a:gs>
                <a:gs pos="14286">
                  <a:srgbClr val="8E8E8E">
                    <a:alpha val="30764"/>
                  </a:srgbClr>
                </a:gs>
                <a:gs pos="28571">
                  <a:srgbClr val="8E8E8E">
                    <a:alpha val="24833"/>
                  </a:srgbClr>
                </a:gs>
                <a:gs pos="42857">
                  <a:srgbClr val="8E8E8E">
                    <a:alpha val="17075"/>
                  </a:srgbClr>
                </a:gs>
                <a:gs pos="57143">
                  <a:srgbClr val="8E8E8E">
                    <a:alpha val="9855"/>
                  </a:srgbClr>
                </a:gs>
                <a:gs pos="71429">
                  <a:srgbClr val="8E8E8E">
                    <a:alpha val="4740"/>
                  </a:srgbClr>
                </a:gs>
                <a:gs pos="85714">
                  <a:srgbClr val="8E8E8E">
                    <a:alpha val="1902"/>
                  </a:srgbClr>
                </a:gs>
                <a:gs pos="100000">
                  <a:srgbClr val="8E8E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8054549">
              <a:off x="2095122" y="2458155"/>
              <a:ext cx="116808" cy="91955"/>
            </a:xfrm>
            <a:prstGeom prst="ellipse">
              <a:avLst/>
            </a:prstGeom>
            <a:gradFill>
              <a:gsLst>
                <a:gs pos="0">
                  <a:srgbClr val="F1F1F0">
                    <a:alpha val="29358"/>
                  </a:srgbClr>
                </a:gs>
                <a:gs pos="14286">
                  <a:srgbClr val="F1F1F0">
                    <a:alpha val="27344"/>
                  </a:srgbClr>
                </a:gs>
                <a:gs pos="28571">
                  <a:srgbClr val="F1F1F0">
                    <a:alpha val="21966"/>
                  </a:srgbClr>
                </a:gs>
                <a:gs pos="42857">
                  <a:srgbClr val="F1F1F0">
                    <a:alpha val="15014"/>
                  </a:srgbClr>
                </a:gs>
                <a:gs pos="57143">
                  <a:srgbClr val="F1F1F0">
                    <a:alpha val="8620"/>
                  </a:srgbClr>
                </a:gs>
                <a:gs pos="71429">
                  <a:srgbClr val="F1F1F0">
                    <a:alpha val="4132"/>
                  </a:srgbClr>
                </a:gs>
                <a:gs pos="85714">
                  <a:srgbClr val="F1F1F0">
                    <a:alpha val="1655"/>
                  </a:srgbClr>
                </a:gs>
                <a:gs pos="100000">
                  <a:srgbClr val="F1F1F0">
                    <a:alpha val="5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5357799">
              <a:off x="1338084" y="2763053"/>
              <a:ext cx="392851" cy="103031"/>
            </a:xfrm>
            <a:prstGeom prst="ellipse">
              <a:avLst/>
            </a:prstGeom>
            <a:gradFill>
              <a:gsLst>
                <a:gs pos="0">
                  <a:srgbClr val="8F9090">
                    <a:alpha val="20561"/>
                  </a:srgbClr>
                </a:gs>
                <a:gs pos="14286">
                  <a:srgbClr val="8F9090">
                    <a:alpha val="19068"/>
                  </a:srgbClr>
                </a:gs>
                <a:gs pos="28571">
                  <a:srgbClr val="8F9090">
                    <a:alpha val="15149"/>
                  </a:srgbClr>
                </a:gs>
                <a:gs pos="42857">
                  <a:srgbClr val="8F9090">
                    <a:alpha val="10215"/>
                  </a:srgbClr>
                </a:gs>
                <a:gs pos="57143">
                  <a:srgbClr val="8F9090">
                    <a:alpha val="5796"/>
                  </a:srgbClr>
                </a:gs>
                <a:gs pos="71429">
                  <a:srgbClr val="8F9090">
                    <a:alpha val="2756"/>
                  </a:srgbClr>
                </a:gs>
                <a:gs pos="85714">
                  <a:srgbClr val="8F9090">
                    <a:alpha val="1099"/>
                  </a:srgbClr>
                </a:gs>
                <a:gs pos="100000">
                  <a:srgbClr val="8F9090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4095374">
              <a:off x="1958255" y="3234034"/>
              <a:ext cx="512058" cy="83617"/>
            </a:xfrm>
            <a:prstGeom prst="ellipse">
              <a:avLst/>
            </a:prstGeom>
            <a:gradFill>
              <a:gsLst>
                <a:gs pos="0">
                  <a:srgbClr val="858586">
                    <a:alpha val="27503"/>
                  </a:srgbClr>
                </a:gs>
                <a:gs pos="14286">
                  <a:srgbClr val="858586">
                    <a:alpha val="25592"/>
                  </a:srgbClr>
                </a:gs>
                <a:gs pos="28571">
                  <a:srgbClr val="858586">
                    <a:alpha val="20509"/>
                  </a:srgbClr>
                </a:gs>
                <a:gs pos="42857">
                  <a:srgbClr val="858586">
                    <a:alpha val="13977"/>
                  </a:srgbClr>
                </a:gs>
                <a:gs pos="57143">
                  <a:srgbClr val="858586">
                    <a:alpha val="8004"/>
                  </a:srgbClr>
                </a:gs>
                <a:gs pos="71429">
                  <a:srgbClr val="858586">
                    <a:alpha val="3830"/>
                  </a:srgbClr>
                </a:gs>
                <a:gs pos="85714">
                  <a:srgbClr val="858586">
                    <a:alpha val="1532"/>
                  </a:srgbClr>
                </a:gs>
                <a:gs pos="100000">
                  <a:srgbClr val="858586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3624567">
              <a:off x="1774230" y="2759788"/>
              <a:ext cx="413755" cy="217472"/>
            </a:xfrm>
            <a:prstGeom prst="ellipse">
              <a:avLst/>
            </a:prstGeom>
            <a:gradFill>
              <a:gsLst>
                <a:gs pos="0">
                  <a:srgbClr val="9D9D9C">
                    <a:alpha val="19496"/>
                  </a:srgbClr>
                </a:gs>
                <a:gs pos="14286">
                  <a:srgbClr val="9D9D9C">
                    <a:alpha val="18071"/>
                  </a:srgbClr>
                </a:gs>
                <a:gs pos="28571">
                  <a:srgbClr val="9D9D9C">
                    <a:alpha val="14338"/>
                  </a:srgbClr>
                </a:gs>
                <a:gs pos="42857">
                  <a:srgbClr val="9D9D9C">
                    <a:alpha val="9653"/>
                  </a:srgbClr>
                </a:gs>
                <a:gs pos="57143">
                  <a:srgbClr val="9D9D9C">
                    <a:alpha val="5469"/>
                  </a:srgbClr>
                </a:gs>
                <a:gs pos="71429">
                  <a:srgbClr val="9D9D9C">
                    <a:alpha val="2599"/>
                  </a:srgbClr>
                </a:gs>
                <a:gs pos="85714">
                  <a:srgbClr val="9D9D9C">
                    <a:alpha val="1036"/>
                  </a:srgbClr>
                </a:gs>
                <a:gs pos="100000">
                  <a:srgbClr val="9D9D9C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6829296">
              <a:off x="735890" y="3270595"/>
              <a:ext cx="182472" cy="574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5600244">
              <a:off x="3452174" y="765825"/>
              <a:ext cx="322594" cy="53019"/>
            </a:xfrm>
            <a:prstGeom prst="ellipse">
              <a:avLst/>
            </a:prstGeom>
            <a:gradFill>
              <a:gsLst>
                <a:gs pos="0">
                  <a:srgbClr val="868585">
                    <a:alpha val="29957"/>
                  </a:srgbClr>
                </a:gs>
                <a:gs pos="14286">
                  <a:srgbClr val="868585">
                    <a:alpha val="27911"/>
                  </a:srgbClr>
                </a:gs>
                <a:gs pos="28571">
                  <a:srgbClr val="868585">
                    <a:alpha val="22439"/>
                  </a:srgbClr>
                </a:gs>
                <a:gs pos="42857">
                  <a:srgbClr val="868585">
                    <a:alpha val="15352"/>
                  </a:srgbClr>
                </a:gs>
                <a:gs pos="57143">
                  <a:srgbClr val="868585">
                    <a:alpha val="8822"/>
                  </a:srgbClr>
                </a:gs>
                <a:gs pos="71429">
                  <a:srgbClr val="868585">
                    <a:alpha val="4231"/>
                  </a:srgbClr>
                </a:gs>
                <a:gs pos="85714">
                  <a:srgbClr val="868585">
                    <a:alpha val="1695"/>
                  </a:srgbClr>
                </a:gs>
                <a:gs pos="100000">
                  <a:srgbClr val="868585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6302583">
              <a:off x="1993158" y="3291665"/>
              <a:ext cx="409336" cy="222273"/>
            </a:xfrm>
            <a:prstGeom prst="ellipse">
              <a:avLst/>
            </a:prstGeom>
            <a:gradFill>
              <a:gsLst>
                <a:gs pos="0">
                  <a:srgbClr val="010704">
                    <a:alpha val="25218"/>
                  </a:srgbClr>
                </a:gs>
                <a:gs pos="14286">
                  <a:srgbClr val="010704">
                    <a:alpha val="23440"/>
                  </a:srgbClr>
                </a:gs>
                <a:gs pos="28571">
                  <a:srgbClr val="010704">
                    <a:alpha val="18729"/>
                  </a:srgbClr>
                </a:gs>
                <a:gs pos="42857">
                  <a:srgbClr val="010704">
                    <a:alpha val="12718"/>
                  </a:srgbClr>
                </a:gs>
                <a:gs pos="57143">
                  <a:srgbClr val="010704">
                    <a:alpha val="7260"/>
                  </a:srgbClr>
                </a:gs>
                <a:gs pos="71429">
                  <a:srgbClr val="010704">
                    <a:alpha val="3467"/>
                  </a:srgbClr>
                </a:gs>
                <a:gs pos="85714">
                  <a:srgbClr val="010704">
                    <a:alpha val="1385"/>
                  </a:srgbClr>
                </a:gs>
                <a:gs pos="100000">
                  <a:srgbClr val="010704">
                    <a:alpha val="4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9402252">
              <a:off x="3145479" y="1639201"/>
              <a:ext cx="416711" cy="308965"/>
            </a:xfrm>
            <a:prstGeom prst="ellipse">
              <a:avLst/>
            </a:prstGeom>
            <a:gradFill>
              <a:gsLst>
                <a:gs pos="0">
                  <a:srgbClr val="9B9C9B">
                    <a:alpha val="8187"/>
                  </a:srgbClr>
                </a:gs>
                <a:gs pos="14286">
                  <a:srgbClr val="9B9C9B">
                    <a:alpha val="7551"/>
                  </a:srgbClr>
                </a:gs>
                <a:gs pos="28571">
                  <a:srgbClr val="9B9C9B">
                    <a:alpha val="5914"/>
                  </a:srgbClr>
                </a:gs>
                <a:gs pos="42857">
                  <a:srgbClr val="9B9C9B">
                    <a:alpha val="3919"/>
                  </a:srgbClr>
                </a:gs>
                <a:gs pos="57143">
                  <a:srgbClr val="9B9C9B">
                    <a:alpha val="2191"/>
                  </a:srgbClr>
                </a:gs>
                <a:gs pos="71429">
                  <a:srgbClr val="9B9C9B">
                    <a:alpha val="1032"/>
                  </a:srgbClr>
                </a:gs>
                <a:gs pos="85714">
                  <a:srgbClr val="9B9C9B">
                    <a:alpha val="409"/>
                  </a:srgbClr>
                </a:gs>
                <a:gs pos="100000">
                  <a:srgbClr val="9B9C9B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4516972">
              <a:off x="1153042" y="3510564"/>
              <a:ext cx="89789" cy="457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4843470">
              <a:off x="1282025" y="3408364"/>
              <a:ext cx="335728" cy="268929"/>
            </a:xfrm>
            <a:prstGeom prst="ellipse">
              <a:avLst/>
            </a:prstGeom>
            <a:gradFill>
              <a:gsLst>
                <a:gs pos="0">
                  <a:srgbClr val="D0D0D0">
                    <a:alpha val="4869"/>
                  </a:srgbClr>
                </a:gs>
                <a:gs pos="14286">
                  <a:srgbClr val="D0D0D0">
                    <a:alpha val="4484"/>
                  </a:srgbClr>
                </a:gs>
                <a:gs pos="28571">
                  <a:srgbClr val="D0D0D0">
                    <a:alpha val="3499"/>
                  </a:srgbClr>
                </a:gs>
                <a:gs pos="42857">
                  <a:srgbClr val="D0D0D0">
                    <a:alpha val="2309"/>
                  </a:srgbClr>
                </a:gs>
                <a:gs pos="57143">
                  <a:srgbClr val="D0D0D0">
                    <a:alpha val="1286"/>
                  </a:srgbClr>
                </a:gs>
                <a:gs pos="71429">
                  <a:srgbClr val="D0D0D0">
                    <a:alpha val="604"/>
                  </a:srgbClr>
                </a:gs>
                <a:gs pos="85714">
                  <a:srgbClr val="D0D0D0">
                    <a:alpha val="239"/>
                  </a:srgbClr>
                </a:gs>
                <a:gs pos="100000">
                  <a:srgbClr val="D0D0D0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5804016">
              <a:off x="2391323" y="877591"/>
              <a:ext cx="543037" cy="152549"/>
            </a:xfrm>
            <a:prstGeom prst="ellipse">
              <a:avLst/>
            </a:prstGeom>
            <a:gradFill>
              <a:gsLst>
                <a:gs pos="0">
                  <a:srgbClr val="858686">
                    <a:alpha val="32968"/>
                  </a:srgbClr>
                </a:gs>
                <a:gs pos="14286">
                  <a:srgbClr val="858686">
                    <a:alpha val="30764"/>
                  </a:srgbClr>
                </a:gs>
                <a:gs pos="28571">
                  <a:srgbClr val="858686">
                    <a:alpha val="24833"/>
                  </a:srgbClr>
                </a:gs>
                <a:gs pos="42857">
                  <a:srgbClr val="858686">
                    <a:alpha val="17075"/>
                  </a:srgbClr>
                </a:gs>
                <a:gs pos="57143">
                  <a:srgbClr val="858686">
                    <a:alpha val="9855"/>
                  </a:srgbClr>
                </a:gs>
                <a:gs pos="71429">
                  <a:srgbClr val="858686">
                    <a:alpha val="4740"/>
                  </a:srgbClr>
                </a:gs>
                <a:gs pos="85714">
                  <a:srgbClr val="858686">
                    <a:alpha val="1902"/>
                  </a:srgbClr>
                </a:gs>
                <a:gs pos="100000">
                  <a:srgbClr val="8586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3610425">
              <a:off x="2475071" y="1727023"/>
              <a:ext cx="264162" cy="115238"/>
            </a:xfrm>
            <a:prstGeom prst="ellipse">
              <a:avLst/>
            </a:prstGeom>
            <a:gradFill>
              <a:gsLst>
                <a:gs pos="0">
                  <a:srgbClr val="B5B4B4">
                    <a:alpha val="9504"/>
                  </a:srgbClr>
                </a:gs>
                <a:gs pos="14286">
                  <a:srgbClr val="B5B4B4">
                    <a:alpha val="8770"/>
                  </a:srgbClr>
                </a:gs>
                <a:gs pos="28571">
                  <a:srgbClr val="B5B4B4">
                    <a:alpha val="6879"/>
                  </a:srgbClr>
                </a:gs>
                <a:gs pos="42857">
                  <a:srgbClr val="B5B4B4">
                    <a:alpha val="4567"/>
                  </a:srgbClr>
                </a:gs>
                <a:gs pos="57143">
                  <a:srgbClr val="B5B4B4">
                    <a:alpha val="2557"/>
                  </a:srgbClr>
                </a:gs>
                <a:gs pos="71429">
                  <a:srgbClr val="B5B4B4">
                    <a:alpha val="1205"/>
                  </a:srgbClr>
                </a:gs>
                <a:gs pos="85714">
                  <a:srgbClr val="B5B4B4">
                    <a:alpha val="478"/>
                  </a:srgbClr>
                </a:gs>
                <a:gs pos="100000">
                  <a:srgbClr val="B5B4B4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5798517">
              <a:off x="733390" y="2282553"/>
              <a:ext cx="361111" cy="210117"/>
            </a:xfrm>
            <a:prstGeom prst="ellipse">
              <a:avLst/>
            </a:prstGeom>
            <a:gradFill>
              <a:gsLst>
                <a:gs pos="0">
                  <a:srgbClr val="9FA0A1">
                    <a:alpha val="3121"/>
                  </a:srgbClr>
                </a:gs>
                <a:gs pos="14286">
                  <a:srgbClr val="9FA0A1">
                    <a:alpha val="2872"/>
                  </a:srgbClr>
                </a:gs>
                <a:gs pos="28571">
                  <a:srgbClr val="9FA0A1">
                    <a:alpha val="2237"/>
                  </a:srgbClr>
                </a:gs>
                <a:gs pos="42857">
                  <a:srgbClr val="9FA0A1">
                    <a:alpha val="1473"/>
                  </a:srgbClr>
                </a:gs>
                <a:gs pos="57143">
                  <a:srgbClr val="9FA0A1">
                    <a:alpha val="819"/>
                  </a:srgbClr>
                </a:gs>
                <a:gs pos="71429">
                  <a:srgbClr val="9FA0A1">
                    <a:alpha val="384"/>
                  </a:srgbClr>
                </a:gs>
                <a:gs pos="85714">
                  <a:srgbClr val="9FA0A1">
                    <a:alpha val="152"/>
                  </a:srgbClr>
                </a:gs>
                <a:gs pos="100000">
                  <a:srgbClr val="9FA0A1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8250016">
              <a:off x="557092" y="369334"/>
              <a:ext cx="316065" cy="191798"/>
            </a:xfrm>
            <a:prstGeom prst="ellipse">
              <a:avLst/>
            </a:prstGeom>
            <a:gradFill>
              <a:gsLst>
                <a:gs pos="0">
                  <a:srgbClr val="A7A7A7">
                    <a:alpha val="5676"/>
                  </a:srgbClr>
                </a:gs>
                <a:gs pos="14286">
                  <a:srgbClr val="A7A7A7">
                    <a:alpha val="5230"/>
                  </a:srgbClr>
                </a:gs>
                <a:gs pos="28571">
                  <a:srgbClr val="A7A7A7">
                    <a:alpha val="4085"/>
                  </a:srgbClr>
                </a:gs>
                <a:gs pos="42857">
                  <a:srgbClr val="A7A7A7">
                    <a:alpha val="2698"/>
                  </a:srgbClr>
                </a:gs>
                <a:gs pos="57143">
                  <a:srgbClr val="A7A7A7">
                    <a:alpha val="1504"/>
                  </a:srgbClr>
                </a:gs>
                <a:gs pos="71429">
                  <a:srgbClr val="A7A7A7">
                    <a:alpha val="707"/>
                  </a:srgbClr>
                </a:gs>
                <a:gs pos="85714">
                  <a:srgbClr val="A7A7A7">
                    <a:alpha val="280"/>
                  </a:srgbClr>
                </a:gs>
                <a:gs pos="100000">
                  <a:srgbClr val="A7A7A7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-8721276">
              <a:off x="1899896" y="2255330"/>
              <a:ext cx="335061" cy="61464"/>
            </a:xfrm>
            <a:prstGeom prst="ellipse">
              <a:avLst/>
            </a:prstGeom>
            <a:gradFill>
              <a:gsLst>
                <a:gs pos="0">
                  <a:srgbClr val="11050E">
                    <a:alpha val="4650"/>
                  </a:srgbClr>
                </a:gs>
                <a:gs pos="14286">
                  <a:srgbClr val="11050E">
                    <a:alpha val="4282"/>
                  </a:srgbClr>
                </a:gs>
                <a:gs pos="28571">
                  <a:srgbClr val="11050E">
                    <a:alpha val="3341"/>
                  </a:srgbClr>
                </a:gs>
                <a:gs pos="42857">
                  <a:srgbClr val="11050E">
                    <a:alpha val="2204"/>
                  </a:srgbClr>
                </a:gs>
                <a:gs pos="57143">
                  <a:srgbClr val="11050E">
                    <a:alpha val="1228"/>
                  </a:srgbClr>
                </a:gs>
                <a:gs pos="71429">
                  <a:srgbClr val="11050E">
                    <a:alpha val="576"/>
                  </a:srgbClr>
                </a:gs>
                <a:gs pos="85714">
                  <a:srgbClr val="11050E">
                    <a:alpha val="228"/>
                  </a:srgbClr>
                </a:gs>
                <a:gs pos="100000">
                  <a:srgbClr val="11050E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4320749">
              <a:off x="3326298" y="631780"/>
              <a:ext cx="63879" cy="43131"/>
            </a:xfrm>
            <a:prstGeom prst="ellipse">
              <a:avLst/>
            </a:prstGeom>
            <a:gradFill>
              <a:gsLst>
                <a:gs pos="0">
                  <a:srgbClr val="AAABAA">
                    <a:alpha val="32968"/>
                  </a:srgbClr>
                </a:gs>
                <a:gs pos="14286">
                  <a:srgbClr val="AAABAA">
                    <a:alpha val="30764"/>
                  </a:srgbClr>
                </a:gs>
                <a:gs pos="28571">
                  <a:srgbClr val="AAABAA">
                    <a:alpha val="24833"/>
                  </a:srgbClr>
                </a:gs>
                <a:gs pos="42857">
                  <a:srgbClr val="AAABAA">
                    <a:alpha val="17075"/>
                  </a:srgbClr>
                </a:gs>
                <a:gs pos="57143">
                  <a:srgbClr val="AAABAA">
                    <a:alpha val="9855"/>
                  </a:srgbClr>
                </a:gs>
                <a:gs pos="71429">
                  <a:srgbClr val="AAABAA">
                    <a:alpha val="4740"/>
                  </a:srgbClr>
                </a:gs>
                <a:gs pos="85714">
                  <a:srgbClr val="AAABAA">
                    <a:alpha val="1902"/>
                  </a:srgbClr>
                </a:gs>
                <a:gs pos="100000">
                  <a:srgbClr val="AAAB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-8394863">
              <a:off x="1337434" y="2516401"/>
              <a:ext cx="409406" cy="96171"/>
            </a:xfrm>
            <a:prstGeom prst="ellipse">
              <a:avLst/>
            </a:prstGeom>
            <a:gradFill>
              <a:gsLst>
                <a:gs pos="0">
                  <a:srgbClr val="BFBEBD">
                    <a:alpha val="13655"/>
                  </a:srgbClr>
                </a:gs>
                <a:gs pos="14286">
                  <a:srgbClr val="BFBEBD">
                    <a:alpha val="12624"/>
                  </a:srgbClr>
                </a:gs>
                <a:gs pos="28571">
                  <a:srgbClr val="BFBEBD">
                    <a:alpha val="9947"/>
                  </a:srgbClr>
                </a:gs>
                <a:gs pos="42857">
                  <a:srgbClr val="BFBEBD">
                    <a:alpha val="6642"/>
                  </a:srgbClr>
                </a:gs>
                <a:gs pos="57143">
                  <a:srgbClr val="BFBEBD">
                    <a:alpha val="3737"/>
                  </a:srgbClr>
                </a:gs>
                <a:gs pos="71429">
                  <a:srgbClr val="BFBEBD">
                    <a:alpha val="1767"/>
                  </a:srgbClr>
                </a:gs>
                <a:gs pos="85714">
                  <a:srgbClr val="BFBEBD">
                    <a:alpha val="702"/>
                  </a:srgbClr>
                </a:gs>
                <a:gs pos="100000">
                  <a:srgbClr val="BFBEBD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6130563">
              <a:off x="3422048" y="1084856"/>
              <a:ext cx="379389" cy="186240"/>
            </a:xfrm>
            <a:prstGeom prst="ellipse">
              <a:avLst/>
            </a:prstGeom>
            <a:gradFill>
              <a:gsLst>
                <a:gs pos="0">
                  <a:srgbClr val="808080">
                    <a:alpha val="32968"/>
                  </a:srgbClr>
                </a:gs>
                <a:gs pos="14286">
                  <a:srgbClr val="808080">
                    <a:alpha val="30764"/>
                  </a:srgbClr>
                </a:gs>
                <a:gs pos="28571">
                  <a:srgbClr val="808080">
                    <a:alpha val="24833"/>
                  </a:srgbClr>
                </a:gs>
                <a:gs pos="42857">
                  <a:srgbClr val="808080">
                    <a:alpha val="17075"/>
                  </a:srgbClr>
                </a:gs>
                <a:gs pos="57143">
                  <a:srgbClr val="808080">
                    <a:alpha val="9855"/>
                  </a:srgbClr>
                </a:gs>
                <a:gs pos="71429">
                  <a:srgbClr val="808080">
                    <a:alpha val="4740"/>
                  </a:srgbClr>
                </a:gs>
                <a:gs pos="85714">
                  <a:srgbClr val="808080">
                    <a:alpha val="1902"/>
                  </a:srgbClr>
                </a:gs>
                <a:gs pos="100000">
                  <a:srgbClr val="8080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5204952">
              <a:off x="2430795" y="1070588"/>
              <a:ext cx="427569" cy="109456"/>
            </a:xfrm>
            <a:prstGeom prst="ellipse">
              <a:avLst/>
            </a:prstGeom>
            <a:gradFill>
              <a:gsLst>
                <a:gs pos="0">
                  <a:srgbClr val="00020F">
                    <a:alpha val="20412"/>
                  </a:srgbClr>
                </a:gs>
                <a:gs pos="14286">
                  <a:srgbClr val="00020F">
                    <a:alpha val="18929"/>
                  </a:srgbClr>
                </a:gs>
                <a:gs pos="28571">
                  <a:srgbClr val="00020F">
                    <a:alpha val="15035"/>
                  </a:srgbClr>
                </a:gs>
                <a:gs pos="42857">
                  <a:srgbClr val="00020F">
                    <a:alpha val="10136"/>
                  </a:srgbClr>
                </a:gs>
                <a:gs pos="57143">
                  <a:srgbClr val="00020F">
                    <a:alpha val="5750"/>
                  </a:srgbClr>
                </a:gs>
                <a:gs pos="71429">
                  <a:srgbClr val="00020F">
                    <a:alpha val="2734"/>
                  </a:srgbClr>
                </a:gs>
                <a:gs pos="85714">
                  <a:srgbClr val="00020F">
                    <a:alpha val="1090"/>
                  </a:srgbClr>
                </a:gs>
                <a:gs pos="100000">
                  <a:srgbClr val="00020F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7629990">
              <a:off x="754853" y="3311200"/>
              <a:ext cx="495836" cy="145417"/>
            </a:xfrm>
            <a:prstGeom prst="ellipse">
              <a:avLst/>
            </a:prstGeom>
            <a:gradFill>
              <a:gsLst>
                <a:gs pos="0">
                  <a:srgbClr val="7C7C7B">
                    <a:alpha val="32968"/>
                  </a:srgbClr>
                </a:gs>
                <a:gs pos="14286">
                  <a:srgbClr val="7C7C7B">
                    <a:alpha val="30764"/>
                  </a:srgbClr>
                </a:gs>
                <a:gs pos="28571">
                  <a:srgbClr val="7C7C7B">
                    <a:alpha val="24833"/>
                  </a:srgbClr>
                </a:gs>
                <a:gs pos="42857">
                  <a:srgbClr val="7C7C7B">
                    <a:alpha val="17075"/>
                  </a:srgbClr>
                </a:gs>
                <a:gs pos="57143">
                  <a:srgbClr val="7C7C7B">
                    <a:alpha val="9855"/>
                  </a:srgbClr>
                </a:gs>
                <a:gs pos="71429">
                  <a:srgbClr val="7C7C7B">
                    <a:alpha val="4740"/>
                  </a:srgbClr>
                </a:gs>
                <a:gs pos="85714">
                  <a:srgbClr val="7C7C7B">
                    <a:alpha val="1902"/>
                  </a:srgbClr>
                </a:gs>
                <a:gs pos="100000">
                  <a:srgbClr val="7C7C7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-8829134">
              <a:off x="3449522" y="2391165"/>
              <a:ext cx="397106" cy="274281"/>
            </a:xfrm>
            <a:prstGeom prst="ellipse">
              <a:avLst/>
            </a:prstGeom>
            <a:gradFill>
              <a:gsLst>
                <a:gs pos="0">
                  <a:srgbClr val="999798">
                    <a:alpha val="7993"/>
                  </a:srgbClr>
                </a:gs>
                <a:gs pos="14286">
                  <a:srgbClr val="999798">
                    <a:alpha val="7371"/>
                  </a:srgbClr>
                </a:gs>
                <a:gs pos="28571">
                  <a:srgbClr val="999798">
                    <a:alpha val="5771"/>
                  </a:srgbClr>
                </a:gs>
                <a:gs pos="42857">
                  <a:srgbClr val="999798">
                    <a:alpha val="3824"/>
                  </a:srgbClr>
                </a:gs>
                <a:gs pos="57143">
                  <a:srgbClr val="999798">
                    <a:alpha val="2137"/>
                  </a:srgbClr>
                </a:gs>
                <a:gs pos="71429">
                  <a:srgbClr val="999798">
                    <a:alpha val="1006"/>
                  </a:srgbClr>
                </a:gs>
                <a:gs pos="85714">
                  <a:srgbClr val="999798">
                    <a:alpha val="399"/>
                  </a:srgbClr>
                </a:gs>
                <a:gs pos="100000">
                  <a:srgbClr val="999798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2711914">
              <a:off x="2387013" y="-26287"/>
              <a:ext cx="435971" cy="52574"/>
            </a:xfrm>
            <a:prstGeom prst="ellipse">
              <a:avLst/>
            </a:prstGeom>
            <a:gradFill>
              <a:gsLst>
                <a:gs pos="0">
                  <a:srgbClr val="A9A9AA">
                    <a:alpha val="8575"/>
                  </a:srgbClr>
                </a:gs>
                <a:gs pos="14286">
                  <a:srgbClr val="A9A9AA">
                    <a:alpha val="7909"/>
                  </a:srgbClr>
                </a:gs>
                <a:gs pos="28571">
                  <a:srgbClr val="A9A9AA">
                    <a:alpha val="6197"/>
                  </a:srgbClr>
                </a:gs>
                <a:gs pos="42857">
                  <a:srgbClr val="A9A9AA">
                    <a:alpha val="4110"/>
                  </a:srgbClr>
                </a:gs>
                <a:gs pos="57143">
                  <a:srgbClr val="A9A9AA">
                    <a:alpha val="2298"/>
                  </a:srgbClr>
                </a:gs>
                <a:gs pos="71429">
                  <a:srgbClr val="A9A9AA">
                    <a:alpha val="1083"/>
                  </a:srgbClr>
                </a:gs>
                <a:gs pos="85714">
                  <a:srgbClr val="A9A9AA">
                    <a:alpha val="429"/>
                  </a:srgbClr>
                </a:gs>
                <a:gs pos="100000">
                  <a:srgbClr val="A9A9AA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4481008">
              <a:off x="1878476" y="1753468"/>
              <a:ext cx="47622" cy="34126"/>
            </a:xfrm>
            <a:prstGeom prst="ellipse">
              <a:avLst/>
            </a:prstGeom>
            <a:gradFill>
              <a:gsLst>
                <a:gs pos="0">
                  <a:srgbClr val="070100">
                    <a:alpha val="19835"/>
                  </a:srgbClr>
                </a:gs>
                <a:gs pos="14286">
                  <a:srgbClr val="070100">
                    <a:alpha val="18389"/>
                  </a:srgbClr>
                </a:gs>
                <a:gs pos="28571">
                  <a:srgbClr val="070100">
                    <a:alpha val="14596"/>
                  </a:srgbClr>
                </a:gs>
                <a:gs pos="42857">
                  <a:srgbClr val="070100">
                    <a:alpha val="9832"/>
                  </a:srgbClr>
                </a:gs>
                <a:gs pos="57143">
                  <a:srgbClr val="070100">
                    <a:alpha val="5573"/>
                  </a:srgbClr>
                </a:gs>
                <a:gs pos="71429">
                  <a:srgbClr val="070100">
                    <a:alpha val="2649"/>
                  </a:srgbClr>
                </a:gs>
                <a:gs pos="85714">
                  <a:srgbClr val="070100">
                    <a:alpha val="1056"/>
                  </a:srgbClr>
                </a:gs>
                <a:gs pos="100000">
                  <a:srgbClr val="070100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2796945">
              <a:off x="1912735" y="-5281"/>
              <a:ext cx="119490" cy="42790"/>
            </a:xfrm>
            <a:prstGeom prst="ellipse">
              <a:avLst/>
            </a:prstGeom>
            <a:gradFill>
              <a:gsLst>
                <a:gs pos="0">
                  <a:srgbClr val="ABABAB">
                    <a:alpha val="32968"/>
                  </a:srgbClr>
                </a:gs>
                <a:gs pos="14286">
                  <a:srgbClr val="ABABAB">
                    <a:alpha val="30764"/>
                  </a:srgbClr>
                </a:gs>
                <a:gs pos="28571">
                  <a:srgbClr val="ABABAB">
                    <a:alpha val="24833"/>
                  </a:srgbClr>
                </a:gs>
                <a:gs pos="42857">
                  <a:srgbClr val="ABABAB">
                    <a:alpha val="17075"/>
                  </a:srgbClr>
                </a:gs>
                <a:gs pos="57143">
                  <a:srgbClr val="ABABAB">
                    <a:alpha val="9855"/>
                  </a:srgbClr>
                </a:gs>
                <a:gs pos="71429">
                  <a:srgbClr val="ABABAB">
                    <a:alpha val="4740"/>
                  </a:srgbClr>
                </a:gs>
                <a:gs pos="85714">
                  <a:srgbClr val="ABABAB">
                    <a:alpha val="1902"/>
                  </a:srgbClr>
                </a:gs>
                <a:gs pos="100000">
                  <a:srgbClr val="ABAB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-8813063">
              <a:off x="698839" y="1428892"/>
              <a:ext cx="79588" cy="55313"/>
            </a:xfrm>
            <a:prstGeom prst="ellipse">
              <a:avLst/>
            </a:prstGeom>
            <a:gradFill>
              <a:gsLst>
                <a:gs pos="0">
                  <a:srgbClr val="B4B4B3">
                    <a:alpha val="21365"/>
                  </a:srgbClr>
                </a:gs>
                <a:gs pos="14286">
                  <a:srgbClr val="B4B4B3">
                    <a:alpha val="19822"/>
                  </a:srgbClr>
                </a:gs>
                <a:gs pos="28571">
                  <a:srgbClr val="B4B4B3">
                    <a:alpha val="15762"/>
                  </a:srgbClr>
                </a:gs>
                <a:gs pos="42857">
                  <a:srgbClr val="B4B4B3">
                    <a:alpha val="10641"/>
                  </a:srgbClr>
                </a:gs>
                <a:gs pos="57143">
                  <a:srgbClr val="B4B4B3">
                    <a:alpha val="6044"/>
                  </a:srgbClr>
                </a:gs>
                <a:gs pos="71429">
                  <a:srgbClr val="B4B4B3">
                    <a:alpha val="2876"/>
                  </a:srgbClr>
                </a:gs>
                <a:gs pos="85714">
                  <a:srgbClr val="B4B4B3">
                    <a:alpha val="1147"/>
                  </a:srgbClr>
                </a:gs>
                <a:gs pos="100000">
                  <a:srgbClr val="B4B4B3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7050874">
              <a:off x="1629882" y="2105240"/>
              <a:ext cx="300310" cy="77980"/>
            </a:xfrm>
            <a:prstGeom prst="ellipse">
              <a:avLst/>
            </a:prstGeom>
            <a:gradFill>
              <a:gsLst>
                <a:gs pos="0">
                  <a:srgbClr val="828383">
                    <a:alpha val="25377"/>
                  </a:srgbClr>
                </a:gs>
                <a:gs pos="14286">
                  <a:srgbClr val="828383">
                    <a:alpha val="23589"/>
                  </a:srgbClr>
                </a:gs>
                <a:gs pos="28571">
                  <a:srgbClr val="828383">
                    <a:alpha val="18852"/>
                  </a:srgbClr>
                </a:gs>
                <a:gs pos="42857">
                  <a:srgbClr val="828383">
                    <a:alpha val="12805"/>
                  </a:srgbClr>
                </a:gs>
                <a:gs pos="57143">
                  <a:srgbClr val="828383">
                    <a:alpha val="7311"/>
                  </a:srgbClr>
                </a:gs>
                <a:gs pos="71429">
                  <a:srgbClr val="828383">
                    <a:alpha val="3492"/>
                  </a:srgbClr>
                </a:gs>
                <a:gs pos="85714">
                  <a:srgbClr val="828383">
                    <a:alpha val="1396"/>
                  </a:srgbClr>
                </a:gs>
                <a:gs pos="100000">
                  <a:srgbClr val="828383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3875394">
              <a:off x="188934" y="1118778"/>
              <a:ext cx="528035" cy="44387"/>
            </a:xfrm>
            <a:prstGeom prst="ellipse">
              <a:avLst/>
            </a:prstGeom>
            <a:gradFill>
              <a:gsLst>
                <a:gs pos="0">
                  <a:srgbClr val="636061">
                    <a:alpha val="31552"/>
                  </a:srgbClr>
                </a:gs>
                <a:gs pos="14286">
                  <a:srgbClr val="636061">
                    <a:alpha val="29421"/>
                  </a:srgbClr>
                </a:gs>
                <a:gs pos="28571">
                  <a:srgbClr val="636061">
                    <a:alpha val="23703"/>
                  </a:srgbClr>
                </a:gs>
                <a:gs pos="42857">
                  <a:srgbClr val="636061">
                    <a:alpha val="16260"/>
                  </a:srgbClr>
                </a:gs>
                <a:gs pos="57143">
                  <a:srgbClr val="636061">
                    <a:alpha val="9365"/>
                  </a:srgbClr>
                </a:gs>
                <a:gs pos="71429">
                  <a:srgbClr val="636061">
                    <a:alpha val="4498"/>
                  </a:srgbClr>
                </a:gs>
                <a:gs pos="85714">
                  <a:srgbClr val="636061">
                    <a:alpha val="1804"/>
                  </a:srgbClr>
                </a:gs>
                <a:gs pos="100000">
                  <a:srgbClr val="636061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6472780">
              <a:off x="2327255" y="1206230"/>
              <a:ext cx="598445" cy="159811"/>
            </a:xfrm>
            <a:prstGeom prst="ellipse">
              <a:avLst/>
            </a:prstGeom>
            <a:gradFill>
              <a:gsLst>
                <a:gs pos="0">
                  <a:srgbClr val="000A0D">
                    <a:alpha val="4705"/>
                  </a:srgbClr>
                </a:gs>
                <a:gs pos="14286">
                  <a:srgbClr val="000A0D">
                    <a:alpha val="4333"/>
                  </a:srgbClr>
                </a:gs>
                <a:gs pos="28571">
                  <a:srgbClr val="000A0D">
                    <a:alpha val="3381"/>
                  </a:srgbClr>
                </a:gs>
                <a:gs pos="42857">
                  <a:srgbClr val="000A0D">
                    <a:alpha val="2231"/>
                  </a:srgbClr>
                </a:gs>
                <a:gs pos="57143">
                  <a:srgbClr val="000A0D">
                    <a:alpha val="1242"/>
                  </a:srgbClr>
                </a:gs>
                <a:gs pos="71429">
                  <a:srgbClr val="000A0D">
                    <a:alpha val="583"/>
                  </a:srgbClr>
                </a:gs>
                <a:gs pos="85714">
                  <a:srgbClr val="000A0D">
                    <a:alpha val="231"/>
                  </a:srgbClr>
                </a:gs>
                <a:gs pos="100000">
                  <a:srgbClr val="000A0D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-10711204">
              <a:off x="486868" y="3326076"/>
              <a:ext cx="611756" cy="49691"/>
            </a:xfrm>
            <a:prstGeom prst="ellipse">
              <a:avLst/>
            </a:prstGeom>
            <a:gradFill>
              <a:gsLst>
                <a:gs pos="0">
                  <a:srgbClr val="747574">
                    <a:alpha val="32968"/>
                  </a:srgbClr>
                </a:gs>
                <a:gs pos="14286">
                  <a:srgbClr val="747574">
                    <a:alpha val="30764"/>
                  </a:srgbClr>
                </a:gs>
                <a:gs pos="28571">
                  <a:srgbClr val="747574">
                    <a:alpha val="24833"/>
                  </a:srgbClr>
                </a:gs>
                <a:gs pos="42857">
                  <a:srgbClr val="747574">
                    <a:alpha val="17075"/>
                  </a:srgbClr>
                </a:gs>
                <a:gs pos="57143">
                  <a:srgbClr val="747574">
                    <a:alpha val="9855"/>
                  </a:srgbClr>
                </a:gs>
                <a:gs pos="71429">
                  <a:srgbClr val="747574">
                    <a:alpha val="4740"/>
                  </a:srgbClr>
                </a:gs>
                <a:gs pos="85714">
                  <a:srgbClr val="747574">
                    <a:alpha val="1902"/>
                  </a:srgbClr>
                </a:gs>
                <a:gs pos="100000">
                  <a:srgbClr val="7475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3119245">
              <a:off x="1728838" y="3495964"/>
              <a:ext cx="350485" cy="77674"/>
            </a:xfrm>
            <a:prstGeom prst="ellipse">
              <a:avLst/>
            </a:prstGeom>
            <a:gradFill>
              <a:gsLst>
                <a:gs pos="0">
                  <a:srgbClr val="7F7F7F">
                    <a:alpha val="32968"/>
                  </a:srgbClr>
                </a:gs>
                <a:gs pos="14286">
                  <a:srgbClr val="7F7F7F">
                    <a:alpha val="30764"/>
                  </a:srgbClr>
                </a:gs>
                <a:gs pos="28571">
                  <a:srgbClr val="7F7F7F">
                    <a:alpha val="24833"/>
                  </a:srgbClr>
                </a:gs>
                <a:gs pos="42857">
                  <a:srgbClr val="7F7F7F">
                    <a:alpha val="17075"/>
                  </a:srgbClr>
                </a:gs>
                <a:gs pos="57143">
                  <a:srgbClr val="7F7F7F">
                    <a:alpha val="9855"/>
                  </a:srgbClr>
                </a:gs>
                <a:gs pos="71429">
                  <a:srgbClr val="7F7F7F">
                    <a:alpha val="4740"/>
                  </a:srgbClr>
                </a:gs>
                <a:gs pos="85714">
                  <a:srgbClr val="7F7F7F">
                    <a:alpha val="1902"/>
                  </a:srgbClr>
                </a:gs>
                <a:gs pos="100000">
                  <a:srgbClr val="7F7F7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-8969306">
              <a:off x="1650751" y="1778609"/>
              <a:ext cx="280480" cy="110404"/>
            </a:xfrm>
            <a:prstGeom prst="ellipse">
              <a:avLst/>
            </a:prstGeom>
            <a:gradFill>
              <a:gsLst>
                <a:gs pos="0">
                  <a:srgbClr val="818182">
                    <a:alpha val="32968"/>
                  </a:srgbClr>
                </a:gs>
                <a:gs pos="14286">
                  <a:srgbClr val="818182">
                    <a:alpha val="30764"/>
                  </a:srgbClr>
                </a:gs>
                <a:gs pos="28571">
                  <a:srgbClr val="818182">
                    <a:alpha val="24833"/>
                  </a:srgbClr>
                </a:gs>
                <a:gs pos="42857">
                  <a:srgbClr val="818182">
                    <a:alpha val="17075"/>
                  </a:srgbClr>
                </a:gs>
                <a:gs pos="57143">
                  <a:srgbClr val="818182">
                    <a:alpha val="9855"/>
                  </a:srgbClr>
                </a:gs>
                <a:gs pos="71429">
                  <a:srgbClr val="818182">
                    <a:alpha val="4740"/>
                  </a:srgbClr>
                </a:gs>
                <a:gs pos="85714">
                  <a:srgbClr val="818182">
                    <a:alpha val="1902"/>
                  </a:srgbClr>
                </a:gs>
                <a:gs pos="100000">
                  <a:srgbClr val="8181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7723878">
              <a:off x="-192728" y="1082549"/>
              <a:ext cx="561825" cy="176428"/>
            </a:xfrm>
            <a:prstGeom prst="ellipse">
              <a:avLst/>
            </a:prstGeom>
            <a:gradFill>
              <a:gsLst>
                <a:gs pos="0">
                  <a:srgbClr val="8B8B8B">
                    <a:alpha val="3682"/>
                  </a:srgbClr>
                </a:gs>
                <a:gs pos="14286">
                  <a:srgbClr val="8B8B8B">
                    <a:alpha val="3390"/>
                  </a:srgbClr>
                </a:gs>
                <a:gs pos="28571">
                  <a:srgbClr val="8B8B8B">
                    <a:alpha val="2642"/>
                  </a:srgbClr>
                </a:gs>
                <a:gs pos="42857">
                  <a:srgbClr val="8B8B8B">
                    <a:alpha val="1741"/>
                  </a:srgbClr>
                </a:gs>
                <a:gs pos="57143">
                  <a:srgbClr val="8B8B8B">
                    <a:alpha val="968"/>
                  </a:srgbClr>
                </a:gs>
                <a:gs pos="71429">
                  <a:srgbClr val="8B8B8B">
                    <a:alpha val="454"/>
                  </a:srgbClr>
                </a:gs>
                <a:gs pos="85714">
                  <a:srgbClr val="8B8B8B">
                    <a:alpha val="180"/>
                  </a:srgbClr>
                </a:gs>
                <a:gs pos="100000">
                  <a:srgbClr val="8B8B8B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-9073474">
              <a:off x="1593642" y="3568963"/>
              <a:ext cx="266044" cy="98553"/>
            </a:xfrm>
            <a:prstGeom prst="ellipse">
              <a:avLst/>
            </a:prstGeom>
            <a:gradFill>
              <a:gsLst>
                <a:gs pos="0">
                  <a:srgbClr val="9C9D9D">
                    <a:alpha val="32968"/>
                  </a:srgbClr>
                </a:gs>
                <a:gs pos="14286">
                  <a:srgbClr val="9C9D9D">
                    <a:alpha val="30764"/>
                  </a:srgbClr>
                </a:gs>
                <a:gs pos="28571">
                  <a:srgbClr val="9C9D9D">
                    <a:alpha val="24833"/>
                  </a:srgbClr>
                </a:gs>
                <a:gs pos="42857">
                  <a:srgbClr val="9C9D9D">
                    <a:alpha val="17075"/>
                  </a:srgbClr>
                </a:gs>
                <a:gs pos="57143">
                  <a:srgbClr val="9C9D9D">
                    <a:alpha val="9855"/>
                  </a:srgbClr>
                </a:gs>
                <a:gs pos="71429">
                  <a:srgbClr val="9C9D9D">
                    <a:alpha val="4740"/>
                  </a:srgbClr>
                </a:gs>
                <a:gs pos="85714">
                  <a:srgbClr val="9C9D9D">
                    <a:alpha val="1902"/>
                  </a:srgbClr>
                </a:gs>
                <a:gs pos="100000">
                  <a:srgbClr val="9C9D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10113414">
              <a:off x="76301" y="1961567"/>
              <a:ext cx="414750" cy="159463"/>
            </a:xfrm>
            <a:prstGeom prst="ellipse">
              <a:avLst/>
            </a:prstGeom>
            <a:gradFill>
              <a:gsLst>
                <a:gs pos="0">
                  <a:srgbClr val="AEAEAE">
                    <a:alpha val="5214"/>
                  </a:srgbClr>
                </a:gs>
                <a:gs pos="14286">
                  <a:srgbClr val="AEAEAE">
                    <a:alpha val="4803"/>
                  </a:srgbClr>
                </a:gs>
                <a:gs pos="28571">
                  <a:srgbClr val="AEAEAE">
                    <a:alpha val="3750"/>
                  </a:srgbClr>
                </a:gs>
                <a:gs pos="42857">
                  <a:srgbClr val="AEAEAE">
                    <a:alpha val="2476"/>
                  </a:srgbClr>
                </a:gs>
                <a:gs pos="57143">
                  <a:srgbClr val="AEAEAE">
                    <a:alpha val="1379"/>
                  </a:srgbClr>
                </a:gs>
                <a:gs pos="71429">
                  <a:srgbClr val="AEAEAE">
                    <a:alpha val="648"/>
                  </a:srgbClr>
                </a:gs>
                <a:gs pos="85714">
                  <a:srgbClr val="AEAEAE">
                    <a:alpha val="257"/>
                  </a:srgbClr>
                </a:gs>
                <a:gs pos="100000">
                  <a:srgbClr val="AEAEAE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3478806">
              <a:off x="1336090" y="1602854"/>
              <a:ext cx="78184" cy="49435"/>
            </a:xfrm>
            <a:prstGeom prst="ellipse">
              <a:avLst/>
            </a:prstGeom>
            <a:gradFill>
              <a:gsLst>
                <a:gs pos="0">
                  <a:srgbClr val="9E9F9E">
                    <a:alpha val="10166"/>
                  </a:srgbClr>
                </a:gs>
                <a:gs pos="14286">
                  <a:srgbClr val="9E9F9E">
                    <a:alpha val="9383"/>
                  </a:srgbClr>
                </a:gs>
                <a:gs pos="28571">
                  <a:srgbClr val="9E9F9E">
                    <a:alpha val="7365"/>
                  </a:srgbClr>
                </a:gs>
                <a:gs pos="42857">
                  <a:srgbClr val="9E9F9E">
                    <a:alpha val="4894"/>
                  </a:srgbClr>
                </a:gs>
                <a:gs pos="57143">
                  <a:srgbClr val="9E9F9E">
                    <a:alpha val="2742"/>
                  </a:srgbClr>
                </a:gs>
                <a:gs pos="71429">
                  <a:srgbClr val="9E9F9E">
                    <a:alpha val="1293"/>
                  </a:srgbClr>
                </a:gs>
                <a:gs pos="85714">
                  <a:srgbClr val="9E9F9E">
                    <a:alpha val="513"/>
                  </a:srgbClr>
                </a:gs>
                <a:gs pos="100000">
                  <a:srgbClr val="9E9F9E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-9207541">
              <a:off x="2951785" y="1202277"/>
              <a:ext cx="501216" cy="225724"/>
            </a:xfrm>
            <a:prstGeom prst="ellipse">
              <a:avLst/>
            </a:prstGeom>
            <a:gradFill>
              <a:gsLst>
                <a:gs pos="0">
                  <a:srgbClr val="929291">
                    <a:alpha val="9778"/>
                  </a:srgbClr>
                </a:gs>
                <a:gs pos="14286">
                  <a:srgbClr val="929291">
                    <a:alpha val="9024"/>
                  </a:srgbClr>
                </a:gs>
                <a:gs pos="28571">
                  <a:srgbClr val="929291">
                    <a:alpha val="7080"/>
                  </a:srgbClr>
                </a:gs>
                <a:gs pos="42857">
                  <a:srgbClr val="929291">
                    <a:alpha val="4702"/>
                  </a:srgbClr>
                </a:gs>
                <a:gs pos="57143">
                  <a:srgbClr val="929291">
                    <a:alpha val="2634"/>
                  </a:srgbClr>
                </a:gs>
                <a:gs pos="71429">
                  <a:srgbClr val="929291">
                    <a:alpha val="1241"/>
                  </a:srgbClr>
                </a:gs>
                <a:gs pos="85714">
                  <a:srgbClr val="929291">
                    <a:alpha val="493"/>
                  </a:srgbClr>
                </a:gs>
                <a:gs pos="100000">
                  <a:srgbClr val="929291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9260114">
              <a:off x="964040" y="3540799"/>
              <a:ext cx="527532" cy="22816"/>
            </a:xfrm>
            <a:prstGeom prst="ellipse">
              <a:avLst/>
            </a:prstGeom>
            <a:gradFill>
              <a:gsLst>
                <a:gs pos="0">
                  <a:srgbClr val="737273">
                    <a:alpha val="32968"/>
                  </a:srgbClr>
                </a:gs>
                <a:gs pos="14286">
                  <a:srgbClr val="737273">
                    <a:alpha val="30764"/>
                  </a:srgbClr>
                </a:gs>
                <a:gs pos="28571">
                  <a:srgbClr val="737273">
                    <a:alpha val="24833"/>
                  </a:srgbClr>
                </a:gs>
                <a:gs pos="42857">
                  <a:srgbClr val="737273">
                    <a:alpha val="17075"/>
                  </a:srgbClr>
                </a:gs>
                <a:gs pos="57143">
                  <a:srgbClr val="737273">
                    <a:alpha val="9855"/>
                  </a:srgbClr>
                </a:gs>
                <a:gs pos="71429">
                  <a:srgbClr val="737273">
                    <a:alpha val="4740"/>
                  </a:srgbClr>
                </a:gs>
                <a:gs pos="85714">
                  <a:srgbClr val="737273">
                    <a:alpha val="1902"/>
                  </a:srgbClr>
                </a:gs>
                <a:gs pos="100000">
                  <a:srgbClr val="7372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5661032">
              <a:off x="3336870" y="346247"/>
              <a:ext cx="294062" cy="77712"/>
            </a:xfrm>
            <a:prstGeom prst="ellipse">
              <a:avLst/>
            </a:prstGeom>
            <a:gradFill>
              <a:gsLst>
                <a:gs pos="0">
                  <a:srgbClr val="9C9A9D">
                    <a:alpha val="4160"/>
                  </a:srgbClr>
                </a:gs>
                <a:gs pos="14286">
                  <a:srgbClr val="9C9A9D">
                    <a:alpha val="3830"/>
                  </a:srgbClr>
                </a:gs>
                <a:gs pos="28571">
                  <a:srgbClr val="9C9A9D">
                    <a:alpha val="2987"/>
                  </a:srgbClr>
                </a:gs>
                <a:gs pos="42857">
                  <a:srgbClr val="9C9A9D">
                    <a:alpha val="1969"/>
                  </a:srgbClr>
                </a:gs>
                <a:gs pos="57143">
                  <a:srgbClr val="9C9A9D">
                    <a:alpha val="1096"/>
                  </a:srgbClr>
                </a:gs>
                <a:gs pos="71429">
                  <a:srgbClr val="9C9A9D">
                    <a:alpha val="515"/>
                  </a:srgbClr>
                </a:gs>
                <a:gs pos="85714">
                  <a:srgbClr val="9C9A9D">
                    <a:alpha val="204"/>
                  </a:srgbClr>
                </a:gs>
                <a:gs pos="100000">
                  <a:srgbClr val="9C9A9D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6574087">
              <a:off x="183970" y="2282580"/>
              <a:ext cx="387553" cy="195184"/>
            </a:xfrm>
            <a:prstGeom prst="ellipse">
              <a:avLst/>
            </a:prstGeom>
            <a:gradFill>
              <a:gsLst>
                <a:gs pos="0">
                  <a:srgbClr val="0C080B">
                    <a:alpha val="3971"/>
                  </a:srgbClr>
                </a:gs>
                <a:gs pos="14286">
                  <a:srgbClr val="0C080B">
                    <a:alpha val="3656"/>
                  </a:srgbClr>
                </a:gs>
                <a:gs pos="28571">
                  <a:srgbClr val="0C080B">
                    <a:alpha val="2850"/>
                  </a:srgbClr>
                </a:gs>
                <a:gs pos="42857">
                  <a:srgbClr val="0C080B">
                    <a:alpha val="1879"/>
                  </a:srgbClr>
                </a:gs>
                <a:gs pos="57143">
                  <a:srgbClr val="0C080B">
                    <a:alpha val="1045"/>
                  </a:srgbClr>
                </a:gs>
                <a:gs pos="71429">
                  <a:srgbClr val="0C080B">
                    <a:alpha val="491"/>
                  </a:srgbClr>
                </a:gs>
                <a:gs pos="85714">
                  <a:srgbClr val="0C080B">
                    <a:alpha val="194"/>
                  </a:srgbClr>
                </a:gs>
                <a:gs pos="100000">
                  <a:srgbClr val="0C080B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4203764">
              <a:off x="2424832" y="562983"/>
              <a:ext cx="417784" cy="161394"/>
            </a:xfrm>
            <a:prstGeom prst="ellipse">
              <a:avLst/>
            </a:prstGeom>
            <a:gradFill>
              <a:gsLst>
                <a:gs pos="0">
                  <a:srgbClr val="7C7E7D">
                    <a:alpha val="32809"/>
                  </a:srgbClr>
                </a:gs>
                <a:gs pos="14286">
                  <a:srgbClr val="7C7E7D">
                    <a:alpha val="30613"/>
                  </a:srgbClr>
                </a:gs>
                <a:gs pos="28571">
                  <a:srgbClr val="7C7E7D">
                    <a:alpha val="24706"/>
                  </a:srgbClr>
                </a:gs>
                <a:gs pos="42857">
                  <a:srgbClr val="7C7E7D">
                    <a:alpha val="16983"/>
                  </a:srgbClr>
                </a:gs>
                <a:gs pos="57143">
                  <a:srgbClr val="7C7E7D">
                    <a:alpha val="9799"/>
                  </a:srgbClr>
                </a:gs>
                <a:gs pos="71429">
                  <a:srgbClr val="7C7E7D">
                    <a:alpha val="4713"/>
                  </a:srgbClr>
                </a:gs>
                <a:gs pos="85714">
                  <a:srgbClr val="7C7E7D">
                    <a:alpha val="1891"/>
                  </a:srgbClr>
                </a:gs>
                <a:gs pos="100000">
                  <a:srgbClr val="7C7E7D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3004736">
              <a:off x="568399" y="3338486"/>
              <a:ext cx="527326" cy="37889"/>
            </a:xfrm>
            <a:prstGeom prst="ellipse">
              <a:avLst/>
            </a:prstGeom>
            <a:gradFill>
              <a:gsLst>
                <a:gs pos="0">
                  <a:srgbClr val="787778">
                    <a:alpha val="32968"/>
                  </a:srgbClr>
                </a:gs>
                <a:gs pos="14286">
                  <a:srgbClr val="787778">
                    <a:alpha val="30764"/>
                  </a:srgbClr>
                </a:gs>
                <a:gs pos="28571">
                  <a:srgbClr val="787778">
                    <a:alpha val="24833"/>
                  </a:srgbClr>
                </a:gs>
                <a:gs pos="42857">
                  <a:srgbClr val="787778">
                    <a:alpha val="17075"/>
                  </a:srgbClr>
                </a:gs>
                <a:gs pos="57143">
                  <a:srgbClr val="787778">
                    <a:alpha val="9855"/>
                  </a:srgbClr>
                </a:gs>
                <a:gs pos="71429">
                  <a:srgbClr val="787778">
                    <a:alpha val="4740"/>
                  </a:srgbClr>
                </a:gs>
                <a:gs pos="85714">
                  <a:srgbClr val="787778">
                    <a:alpha val="1902"/>
                  </a:srgbClr>
                </a:gs>
                <a:gs pos="100000">
                  <a:srgbClr val="7877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-9082128">
              <a:off x="1161533" y="1961906"/>
              <a:ext cx="536991" cy="186149"/>
            </a:xfrm>
            <a:prstGeom prst="ellipse">
              <a:avLst/>
            </a:prstGeom>
            <a:gradFill>
              <a:gsLst>
                <a:gs pos="0">
                  <a:srgbClr val="110416">
                    <a:alpha val="8940"/>
                  </a:srgbClr>
                </a:gs>
                <a:gs pos="14286">
                  <a:srgbClr val="110416">
                    <a:alpha val="8247"/>
                  </a:srgbClr>
                </a:gs>
                <a:gs pos="28571">
                  <a:srgbClr val="110416">
                    <a:alpha val="6465"/>
                  </a:srgbClr>
                </a:gs>
                <a:gs pos="42857">
                  <a:srgbClr val="110416">
                    <a:alpha val="4289"/>
                  </a:srgbClr>
                </a:gs>
                <a:gs pos="57143">
                  <a:srgbClr val="110416">
                    <a:alpha val="2400"/>
                  </a:srgbClr>
                </a:gs>
                <a:gs pos="71429">
                  <a:srgbClr val="110416">
                    <a:alpha val="1131"/>
                  </a:srgbClr>
                </a:gs>
                <a:gs pos="85714">
                  <a:srgbClr val="110416">
                    <a:alpha val="449"/>
                  </a:srgbClr>
                </a:gs>
                <a:gs pos="100000">
                  <a:srgbClr val="110416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4152459">
              <a:off x="1989622" y="1934787"/>
              <a:ext cx="563247" cy="273185"/>
            </a:xfrm>
            <a:prstGeom prst="ellipse">
              <a:avLst/>
            </a:prstGeom>
            <a:gradFill>
              <a:gsLst>
                <a:gs pos="0">
                  <a:srgbClr val="14180F">
                    <a:alpha val="3336"/>
                  </a:srgbClr>
                </a:gs>
                <a:gs pos="14286">
                  <a:srgbClr val="14180F">
                    <a:alpha val="3070"/>
                  </a:srgbClr>
                </a:gs>
                <a:gs pos="28571">
                  <a:srgbClr val="14180F">
                    <a:alpha val="2392"/>
                  </a:srgbClr>
                </a:gs>
                <a:gs pos="42857">
                  <a:srgbClr val="14180F">
                    <a:alpha val="1576"/>
                  </a:srgbClr>
                </a:gs>
                <a:gs pos="57143">
                  <a:srgbClr val="14180F">
                    <a:alpha val="876"/>
                  </a:srgbClr>
                </a:gs>
                <a:gs pos="71429">
                  <a:srgbClr val="14180F">
                    <a:alpha val="411"/>
                  </a:srgbClr>
                </a:gs>
                <a:gs pos="85714">
                  <a:srgbClr val="14180F">
                    <a:alpha val="163"/>
                  </a:srgbClr>
                </a:gs>
                <a:gs pos="100000">
                  <a:srgbClr val="14180F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3150328">
              <a:off x="3008939" y="609377"/>
              <a:ext cx="394909" cy="62088"/>
            </a:xfrm>
            <a:prstGeom prst="ellipse">
              <a:avLst/>
            </a:prstGeom>
            <a:gradFill>
              <a:gsLst>
                <a:gs pos="0">
                  <a:srgbClr val="B2B2B3">
                    <a:alpha val="5264"/>
                  </a:srgbClr>
                </a:gs>
                <a:gs pos="14286">
                  <a:srgbClr val="B2B2B3">
                    <a:alpha val="4849"/>
                  </a:srgbClr>
                </a:gs>
                <a:gs pos="28571">
                  <a:srgbClr val="B2B2B3">
                    <a:alpha val="3786"/>
                  </a:srgbClr>
                </a:gs>
                <a:gs pos="42857">
                  <a:srgbClr val="B2B2B3">
                    <a:alpha val="2500"/>
                  </a:srgbClr>
                </a:gs>
                <a:gs pos="57143">
                  <a:srgbClr val="B2B2B3">
                    <a:alpha val="1393"/>
                  </a:srgbClr>
                </a:gs>
                <a:gs pos="71429">
                  <a:srgbClr val="B2B2B3">
                    <a:alpha val="654"/>
                  </a:srgbClr>
                </a:gs>
                <a:gs pos="85714">
                  <a:srgbClr val="B2B2B3">
                    <a:alpha val="259"/>
                  </a:srgbClr>
                </a:gs>
                <a:gs pos="100000">
                  <a:srgbClr val="B2B2B3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-9700382">
              <a:off x="1349185" y="1609151"/>
              <a:ext cx="618262" cy="147951"/>
            </a:xfrm>
            <a:prstGeom prst="ellipse">
              <a:avLst/>
            </a:prstGeom>
            <a:gradFill>
              <a:gsLst>
                <a:gs pos="0">
                  <a:srgbClr val="7F7E7E">
                    <a:alpha val="32956"/>
                  </a:srgbClr>
                </a:gs>
                <a:gs pos="14286">
                  <a:srgbClr val="7F7E7E">
                    <a:alpha val="30752"/>
                  </a:srgbClr>
                </a:gs>
                <a:gs pos="28571">
                  <a:srgbClr val="7F7E7E">
                    <a:alpha val="24823"/>
                  </a:srgbClr>
                </a:gs>
                <a:gs pos="42857">
                  <a:srgbClr val="7F7E7E">
                    <a:alpha val="17068"/>
                  </a:srgbClr>
                </a:gs>
                <a:gs pos="57143">
                  <a:srgbClr val="7F7E7E">
                    <a:alpha val="9851"/>
                  </a:srgbClr>
                </a:gs>
                <a:gs pos="71429">
                  <a:srgbClr val="7F7E7E">
                    <a:alpha val="4738"/>
                  </a:srgbClr>
                </a:gs>
                <a:gs pos="85714">
                  <a:srgbClr val="7F7E7E">
                    <a:alpha val="1901"/>
                  </a:srgbClr>
                </a:gs>
                <a:gs pos="100000">
                  <a:srgbClr val="7F7E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-10610058">
              <a:off x="709375" y="3207176"/>
              <a:ext cx="589086" cy="260733"/>
            </a:xfrm>
            <a:prstGeom prst="ellipse">
              <a:avLst/>
            </a:prstGeom>
            <a:gradFill>
              <a:gsLst>
                <a:gs pos="0">
                  <a:srgbClr val="000000">
                    <a:alpha val="8693"/>
                  </a:srgbClr>
                </a:gs>
                <a:gs pos="14286">
                  <a:srgbClr val="000000">
                    <a:alpha val="8019"/>
                  </a:srgbClr>
                </a:gs>
                <a:gs pos="28571">
                  <a:srgbClr val="000000">
                    <a:alpha val="6284"/>
                  </a:srgbClr>
                </a:gs>
                <a:gs pos="42857">
                  <a:srgbClr val="000000">
                    <a:alpha val="4168"/>
                  </a:srgbClr>
                </a:gs>
                <a:gs pos="57143">
                  <a:srgbClr val="000000">
                    <a:alpha val="2331"/>
                  </a:srgbClr>
                </a:gs>
                <a:gs pos="71429">
                  <a:srgbClr val="000000">
                    <a:alpha val="1098"/>
                  </a:srgbClr>
                </a:gs>
                <a:gs pos="85714">
                  <a:srgbClr val="000000">
                    <a:alpha val="436"/>
                  </a:srgbClr>
                </a:gs>
                <a:gs pos="100000">
                  <a:srgbClr val="000000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5428929">
              <a:off x="2497403" y="736170"/>
              <a:ext cx="449479" cy="242260"/>
            </a:xfrm>
            <a:prstGeom prst="ellipse">
              <a:avLst/>
            </a:prstGeom>
            <a:gradFill>
              <a:gsLst>
                <a:gs pos="0">
                  <a:srgbClr val="AEAFAE">
                    <a:alpha val="3912"/>
                  </a:srgbClr>
                </a:gs>
                <a:gs pos="14286">
                  <a:srgbClr val="AEAFAE">
                    <a:alpha val="3602"/>
                  </a:srgbClr>
                </a:gs>
                <a:gs pos="28571">
                  <a:srgbClr val="AEAFAE">
                    <a:alpha val="2808"/>
                  </a:srgbClr>
                </a:gs>
                <a:gs pos="42857">
                  <a:srgbClr val="AEAFAE">
                    <a:alpha val="1851"/>
                  </a:srgbClr>
                </a:gs>
                <a:gs pos="57143">
                  <a:srgbClr val="AEAFAE">
                    <a:alpha val="1030"/>
                  </a:srgbClr>
                </a:gs>
                <a:gs pos="71429">
                  <a:srgbClr val="AEAFAE">
                    <a:alpha val="483"/>
                  </a:srgbClr>
                </a:gs>
                <a:gs pos="85714">
                  <a:srgbClr val="AEAFAE">
                    <a:alpha val="191"/>
                  </a:srgbClr>
                </a:gs>
                <a:gs pos="100000">
                  <a:srgbClr val="AEAFAE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-10312362">
              <a:off x="744002" y="3375039"/>
              <a:ext cx="515315" cy="388023"/>
            </a:xfrm>
            <a:prstGeom prst="ellipse">
              <a:avLst/>
            </a:prstGeom>
            <a:gradFill>
              <a:gsLst>
                <a:gs pos="0">
                  <a:srgbClr val="989999">
                    <a:alpha val="29406"/>
                  </a:srgbClr>
                </a:gs>
                <a:gs pos="14286">
                  <a:srgbClr val="989999">
                    <a:alpha val="27389"/>
                  </a:srgbClr>
                </a:gs>
                <a:gs pos="28571">
                  <a:srgbClr val="989999">
                    <a:alpha val="22004"/>
                  </a:srgbClr>
                </a:gs>
                <a:gs pos="42857">
                  <a:srgbClr val="989999">
                    <a:alpha val="15041"/>
                  </a:srgbClr>
                </a:gs>
                <a:gs pos="57143">
                  <a:srgbClr val="989999">
                    <a:alpha val="8636"/>
                  </a:srgbClr>
                </a:gs>
                <a:gs pos="71429">
                  <a:srgbClr val="989999">
                    <a:alpha val="4140"/>
                  </a:srgbClr>
                </a:gs>
                <a:gs pos="85714">
                  <a:srgbClr val="989999">
                    <a:alpha val="1658"/>
                  </a:srgbClr>
                </a:gs>
                <a:gs pos="100000">
                  <a:srgbClr val="989999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6073456">
              <a:off x="968020" y="2564712"/>
              <a:ext cx="565228" cy="173839"/>
            </a:xfrm>
            <a:prstGeom prst="ellipse">
              <a:avLst/>
            </a:prstGeom>
            <a:gradFill>
              <a:gsLst>
                <a:gs pos="0">
                  <a:srgbClr val="414544">
                    <a:alpha val="13340"/>
                  </a:srgbClr>
                </a:gs>
                <a:gs pos="14286">
                  <a:srgbClr val="414544">
                    <a:alpha val="12331"/>
                  </a:srgbClr>
                </a:gs>
                <a:gs pos="28571">
                  <a:srgbClr val="414544">
                    <a:alpha val="9713"/>
                  </a:srgbClr>
                </a:gs>
                <a:gs pos="42857">
                  <a:srgbClr val="414544">
                    <a:alpha val="6483"/>
                  </a:srgbClr>
                </a:gs>
                <a:gs pos="57143">
                  <a:srgbClr val="414544">
                    <a:alpha val="3646"/>
                  </a:srgbClr>
                </a:gs>
                <a:gs pos="71429">
                  <a:srgbClr val="414544">
                    <a:alpha val="1723"/>
                  </a:srgbClr>
                </a:gs>
                <a:gs pos="85714">
                  <a:srgbClr val="414544">
                    <a:alpha val="685"/>
                  </a:srgbClr>
                </a:gs>
                <a:gs pos="100000">
                  <a:srgbClr val="414544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6842359">
              <a:off x="970035" y="2682140"/>
              <a:ext cx="431319" cy="285909"/>
            </a:xfrm>
            <a:prstGeom prst="ellipse">
              <a:avLst/>
            </a:prstGeom>
            <a:gradFill>
              <a:gsLst>
                <a:gs pos="0">
                  <a:srgbClr val="A1A1A1">
                    <a:alpha val="21799"/>
                  </a:srgbClr>
                </a:gs>
                <a:gs pos="14286">
                  <a:srgbClr val="A1A1A1">
                    <a:alpha val="20228"/>
                  </a:srgbClr>
                </a:gs>
                <a:gs pos="28571">
                  <a:srgbClr val="A1A1A1">
                    <a:alpha val="16094"/>
                  </a:srgbClr>
                </a:gs>
                <a:gs pos="42857">
                  <a:srgbClr val="A1A1A1">
                    <a:alpha val="10872"/>
                  </a:srgbClr>
                </a:gs>
                <a:gs pos="57143">
                  <a:srgbClr val="A1A1A1">
                    <a:alpha val="6178"/>
                  </a:srgbClr>
                </a:gs>
                <a:gs pos="71429">
                  <a:srgbClr val="A1A1A1">
                    <a:alpha val="2941"/>
                  </a:srgbClr>
                </a:gs>
                <a:gs pos="85714">
                  <a:srgbClr val="A1A1A1">
                    <a:alpha val="1174"/>
                  </a:srgbClr>
                </a:gs>
                <a:gs pos="100000">
                  <a:srgbClr val="A1A1A1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3512261">
              <a:off x="3346184" y="903479"/>
              <a:ext cx="67239" cy="36035"/>
            </a:xfrm>
            <a:prstGeom prst="ellipse">
              <a:avLst/>
            </a:prstGeom>
            <a:gradFill>
              <a:gsLst>
                <a:gs pos="0">
                  <a:srgbClr val="B1AFB0">
                    <a:alpha val="32968"/>
                  </a:srgbClr>
                </a:gs>
                <a:gs pos="14286">
                  <a:srgbClr val="B1AFB0">
                    <a:alpha val="30764"/>
                  </a:srgbClr>
                </a:gs>
                <a:gs pos="28571">
                  <a:srgbClr val="B1AFB0">
                    <a:alpha val="24833"/>
                  </a:srgbClr>
                </a:gs>
                <a:gs pos="42857">
                  <a:srgbClr val="B1AFB0">
                    <a:alpha val="17075"/>
                  </a:srgbClr>
                </a:gs>
                <a:gs pos="57143">
                  <a:srgbClr val="B1AFB0">
                    <a:alpha val="9855"/>
                  </a:srgbClr>
                </a:gs>
                <a:gs pos="71429">
                  <a:srgbClr val="B1AFB0">
                    <a:alpha val="4740"/>
                  </a:srgbClr>
                </a:gs>
                <a:gs pos="85714">
                  <a:srgbClr val="B1AFB0">
                    <a:alpha val="1902"/>
                  </a:srgbClr>
                </a:gs>
                <a:gs pos="100000">
                  <a:srgbClr val="B1AF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7576152">
              <a:off x="2533286" y="-113420"/>
              <a:ext cx="556216" cy="299622"/>
            </a:xfrm>
            <a:prstGeom prst="ellipse">
              <a:avLst/>
            </a:prstGeom>
            <a:gradFill>
              <a:gsLst>
                <a:gs pos="0">
                  <a:srgbClr val="9E9E9E">
                    <a:alpha val="3202"/>
                  </a:srgbClr>
                </a:gs>
                <a:gs pos="14286">
                  <a:srgbClr val="9E9E9E">
                    <a:alpha val="2947"/>
                  </a:srgbClr>
                </a:gs>
                <a:gs pos="28571">
                  <a:srgbClr val="9E9E9E">
                    <a:alpha val="2296"/>
                  </a:srgbClr>
                </a:gs>
                <a:gs pos="42857">
                  <a:srgbClr val="9E9E9E">
                    <a:alpha val="1512"/>
                  </a:srgbClr>
                </a:gs>
                <a:gs pos="57143">
                  <a:srgbClr val="9E9E9E">
                    <a:alpha val="841"/>
                  </a:srgbClr>
                </a:gs>
                <a:gs pos="71429">
                  <a:srgbClr val="9E9E9E">
                    <a:alpha val="394"/>
                  </a:srgbClr>
                </a:gs>
                <a:gs pos="85714">
                  <a:srgbClr val="9E9E9E">
                    <a:alpha val="156"/>
                  </a:srgbClr>
                </a:gs>
                <a:gs pos="100000">
                  <a:srgbClr val="9E9E9E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5443573">
              <a:off x="2016674" y="2918604"/>
              <a:ext cx="528870" cy="256803"/>
            </a:xfrm>
            <a:prstGeom prst="ellipse">
              <a:avLst/>
            </a:prstGeom>
            <a:gradFill>
              <a:gsLst>
                <a:gs pos="0">
                  <a:srgbClr val="020209">
                    <a:alpha val="3940"/>
                  </a:srgbClr>
                </a:gs>
                <a:gs pos="14286">
                  <a:srgbClr val="020209">
                    <a:alpha val="3627"/>
                  </a:srgbClr>
                </a:gs>
                <a:gs pos="28571">
                  <a:srgbClr val="020209">
                    <a:alpha val="2828"/>
                  </a:srgbClr>
                </a:gs>
                <a:gs pos="42857">
                  <a:srgbClr val="020209">
                    <a:alpha val="1864"/>
                  </a:srgbClr>
                </a:gs>
                <a:gs pos="57143">
                  <a:srgbClr val="020209">
                    <a:alpha val="1037"/>
                  </a:srgbClr>
                </a:gs>
                <a:gs pos="71429">
                  <a:srgbClr val="020209">
                    <a:alpha val="487"/>
                  </a:srgbClr>
                </a:gs>
                <a:gs pos="85714">
                  <a:srgbClr val="020209">
                    <a:alpha val="193"/>
                  </a:srgbClr>
                </a:gs>
                <a:gs pos="100000">
                  <a:srgbClr val="020209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4056153">
              <a:off x="2353153" y="3137973"/>
              <a:ext cx="138340" cy="54082"/>
            </a:xfrm>
            <a:prstGeom prst="ellipse">
              <a:avLst/>
            </a:prstGeom>
            <a:gradFill>
              <a:gsLst>
                <a:gs pos="0">
                  <a:srgbClr val="000C11">
                    <a:alpha val="10704"/>
                  </a:srgbClr>
                </a:gs>
                <a:gs pos="14286">
                  <a:srgbClr val="000C11">
                    <a:alpha val="9883"/>
                  </a:srgbClr>
                </a:gs>
                <a:gs pos="28571">
                  <a:srgbClr val="000C11">
                    <a:alpha val="7762"/>
                  </a:srgbClr>
                </a:gs>
                <a:gs pos="42857">
                  <a:srgbClr val="000C11">
                    <a:alpha val="5162"/>
                  </a:srgbClr>
                </a:gs>
                <a:gs pos="57143">
                  <a:srgbClr val="000C11">
                    <a:alpha val="2894"/>
                  </a:srgbClr>
                </a:gs>
                <a:gs pos="71429">
                  <a:srgbClr val="000C11">
                    <a:alpha val="1365"/>
                  </a:srgbClr>
                </a:gs>
                <a:gs pos="85714">
                  <a:srgbClr val="000C11">
                    <a:alpha val="542"/>
                  </a:srgbClr>
                </a:gs>
                <a:gs pos="100000">
                  <a:srgbClr val="000C11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3498540">
              <a:off x="1979498" y="260486"/>
              <a:ext cx="460859" cy="240587"/>
            </a:xfrm>
            <a:prstGeom prst="ellipse">
              <a:avLst/>
            </a:prstGeom>
            <a:gradFill>
              <a:gsLst>
                <a:gs pos="0">
                  <a:srgbClr val="989798">
                    <a:alpha val="32968"/>
                  </a:srgbClr>
                </a:gs>
                <a:gs pos="14286">
                  <a:srgbClr val="989798">
                    <a:alpha val="30764"/>
                  </a:srgbClr>
                </a:gs>
                <a:gs pos="28571">
                  <a:srgbClr val="989798">
                    <a:alpha val="24833"/>
                  </a:srgbClr>
                </a:gs>
                <a:gs pos="42857">
                  <a:srgbClr val="989798">
                    <a:alpha val="17075"/>
                  </a:srgbClr>
                </a:gs>
                <a:gs pos="57143">
                  <a:srgbClr val="989798">
                    <a:alpha val="9855"/>
                  </a:srgbClr>
                </a:gs>
                <a:gs pos="71429">
                  <a:srgbClr val="989798">
                    <a:alpha val="4740"/>
                  </a:srgbClr>
                </a:gs>
                <a:gs pos="85714">
                  <a:srgbClr val="989798">
                    <a:alpha val="1902"/>
                  </a:srgbClr>
                </a:gs>
                <a:gs pos="100000">
                  <a:srgbClr val="9897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7612601">
              <a:off x="2234809" y="2387488"/>
              <a:ext cx="336390" cy="48730"/>
            </a:xfrm>
            <a:prstGeom prst="ellipse">
              <a:avLst/>
            </a:prstGeom>
            <a:gradFill>
              <a:gsLst>
                <a:gs pos="0">
                  <a:srgbClr val="190418">
                    <a:alpha val="1837"/>
                  </a:srgbClr>
                </a:gs>
                <a:gs pos="14286">
                  <a:srgbClr val="190418">
                    <a:alpha val="1689"/>
                  </a:srgbClr>
                </a:gs>
                <a:gs pos="28571">
                  <a:srgbClr val="190418">
                    <a:alpha val="1314"/>
                  </a:srgbClr>
                </a:gs>
                <a:gs pos="42857">
                  <a:srgbClr val="190418">
                    <a:alpha val="864"/>
                  </a:srgbClr>
                </a:gs>
                <a:gs pos="57143">
                  <a:srgbClr val="190418">
                    <a:alpha val="480"/>
                  </a:srgbClr>
                </a:gs>
                <a:gs pos="71429">
                  <a:srgbClr val="190418">
                    <a:alpha val="225"/>
                  </a:srgbClr>
                </a:gs>
                <a:gs pos="85714">
                  <a:srgbClr val="190418">
                    <a:alpha val="89"/>
                  </a:srgbClr>
                </a:gs>
                <a:gs pos="100000">
                  <a:srgbClr val="190418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5538649">
              <a:off x="-196278" y="2499044"/>
              <a:ext cx="468670" cy="51397"/>
            </a:xfrm>
            <a:prstGeom prst="ellipse">
              <a:avLst/>
            </a:prstGeom>
            <a:gradFill>
              <a:gsLst>
                <a:gs pos="0">
                  <a:srgbClr val="0F080F">
                    <a:alpha val="1708"/>
                  </a:srgbClr>
                </a:gs>
                <a:gs pos="14286">
                  <a:srgbClr val="0F080F">
                    <a:alpha val="1571"/>
                  </a:srgbClr>
                </a:gs>
                <a:gs pos="28571">
                  <a:srgbClr val="0F080F">
                    <a:alpha val="1222"/>
                  </a:srgbClr>
                </a:gs>
                <a:gs pos="42857">
                  <a:srgbClr val="0F080F">
                    <a:alpha val="803"/>
                  </a:srgbClr>
                </a:gs>
                <a:gs pos="57143">
                  <a:srgbClr val="0F080F">
                    <a:alpha val="446"/>
                  </a:srgbClr>
                </a:gs>
                <a:gs pos="71429">
                  <a:srgbClr val="0F080F">
                    <a:alpha val="209"/>
                  </a:srgbClr>
                </a:gs>
                <a:gs pos="85714">
                  <a:srgbClr val="0F080F">
                    <a:alpha val="83"/>
                  </a:srgbClr>
                </a:gs>
                <a:gs pos="100000">
                  <a:srgbClr val="0F080F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-8361870">
              <a:off x="1385766" y="1181099"/>
              <a:ext cx="497897" cy="219795"/>
            </a:xfrm>
            <a:prstGeom prst="ellipse">
              <a:avLst/>
            </a:prstGeom>
            <a:gradFill>
              <a:gsLst>
                <a:gs pos="0">
                  <a:srgbClr val="C0C1C1">
                    <a:alpha val="30278"/>
                  </a:srgbClr>
                </a:gs>
                <a:gs pos="14286">
                  <a:srgbClr val="C0C1C1">
                    <a:alpha val="28214"/>
                  </a:srgbClr>
                </a:gs>
                <a:gs pos="28571">
                  <a:srgbClr val="C0C1C1">
                    <a:alpha val="22693"/>
                  </a:srgbClr>
                </a:gs>
                <a:gs pos="42857">
                  <a:srgbClr val="C0C1C1">
                    <a:alpha val="15534"/>
                  </a:srgbClr>
                </a:gs>
                <a:gs pos="57143">
                  <a:srgbClr val="C0C1C1">
                    <a:alpha val="8930"/>
                  </a:srgbClr>
                </a:gs>
                <a:gs pos="71429">
                  <a:srgbClr val="C0C1C1">
                    <a:alpha val="4284"/>
                  </a:srgbClr>
                </a:gs>
                <a:gs pos="85714">
                  <a:srgbClr val="C0C1C1">
                    <a:alpha val="1717"/>
                  </a:srgbClr>
                </a:gs>
                <a:gs pos="100000">
                  <a:srgbClr val="C0C1C1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4676154">
              <a:off x="2100668" y="2648865"/>
              <a:ext cx="111130" cy="53865"/>
            </a:xfrm>
            <a:prstGeom prst="ellipse">
              <a:avLst/>
            </a:prstGeom>
            <a:gradFill>
              <a:gsLst>
                <a:gs pos="0">
                  <a:srgbClr val="170E1B">
                    <a:alpha val="26093"/>
                  </a:srgbClr>
                </a:gs>
                <a:gs pos="14286">
                  <a:srgbClr val="170E1B">
                    <a:alpha val="24263"/>
                  </a:srgbClr>
                </a:gs>
                <a:gs pos="28571">
                  <a:srgbClr val="170E1B">
                    <a:alpha val="19408"/>
                  </a:srgbClr>
                </a:gs>
                <a:gs pos="42857">
                  <a:srgbClr val="170E1B">
                    <a:alpha val="13197"/>
                  </a:srgbClr>
                </a:gs>
                <a:gs pos="57143">
                  <a:srgbClr val="170E1B">
                    <a:alpha val="7543"/>
                  </a:srgbClr>
                </a:gs>
                <a:gs pos="71429">
                  <a:srgbClr val="170E1B">
                    <a:alpha val="3604"/>
                  </a:srgbClr>
                </a:gs>
                <a:gs pos="85714">
                  <a:srgbClr val="170E1B">
                    <a:alpha val="1441"/>
                  </a:srgbClr>
                </a:gs>
                <a:gs pos="100000">
                  <a:srgbClr val="170E1B">
                    <a:alpha val="4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9174587">
              <a:off x="3252918" y="1907854"/>
              <a:ext cx="620012" cy="301667"/>
            </a:xfrm>
            <a:prstGeom prst="ellipse">
              <a:avLst/>
            </a:prstGeom>
            <a:gradFill>
              <a:gsLst>
                <a:gs pos="0">
                  <a:srgbClr val="8C8A8B">
                    <a:alpha val="11229"/>
                  </a:srgbClr>
                </a:gs>
                <a:gs pos="14286">
                  <a:srgbClr val="8C8A8B">
                    <a:alpha val="10370"/>
                  </a:srgbClr>
                </a:gs>
                <a:gs pos="28571">
                  <a:srgbClr val="8C8A8B">
                    <a:alpha val="8149"/>
                  </a:srgbClr>
                </a:gs>
                <a:gs pos="42857">
                  <a:srgbClr val="8C8A8B">
                    <a:alpha val="5423"/>
                  </a:srgbClr>
                </a:gs>
                <a:gs pos="57143">
                  <a:srgbClr val="8C8A8B">
                    <a:alpha val="3042"/>
                  </a:srgbClr>
                </a:gs>
                <a:gs pos="71429">
                  <a:srgbClr val="8C8A8B">
                    <a:alpha val="1436"/>
                  </a:srgbClr>
                </a:gs>
                <a:gs pos="85714">
                  <a:srgbClr val="8C8A8B">
                    <a:alpha val="570"/>
                  </a:srgbClr>
                </a:gs>
                <a:gs pos="100000">
                  <a:srgbClr val="8C8A8B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7316956">
              <a:off x="171681" y="2044178"/>
              <a:ext cx="362106" cy="232534"/>
            </a:xfrm>
            <a:prstGeom prst="ellipse">
              <a:avLst/>
            </a:prstGeom>
            <a:gradFill>
              <a:gsLst>
                <a:gs pos="0">
                  <a:srgbClr val="A9A9A9">
                    <a:alpha val="13263"/>
                  </a:srgbClr>
                </a:gs>
                <a:gs pos="14286">
                  <a:srgbClr val="A9A9A9">
                    <a:alpha val="12259"/>
                  </a:srgbClr>
                </a:gs>
                <a:gs pos="28571">
                  <a:srgbClr val="A9A9A9">
                    <a:alpha val="9656"/>
                  </a:srgbClr>
                </a:gs>
                <a:gs pos="42857">
                  <a:srgbClr val="A9A9A9">
                    <a:alpha val="6444"/>
                  </a:srgbClr>
                </a:gs>
                <a:gs pos="57143">
                  <a:srgbClr val="A9A9A9">
                    <a:alpha val="3623"/>
                  </a:srgbClr>
                </a:gs>
                <a:gs pos="71429">
                  <a:srgbClr val="A9A9A9">
                    <a:alpha val="1713"/>
                  </a:srgbClr>
                </a:gs>
                <a:gs pos="85714">
                  <a:srgbClr val="A9A9A9">
                    <a:alpha val="681"/>
                  </a:srgbClr>
                </a:gs>
                <a:gs pos="100000">
                  <a:srgbClr val="A9A9A9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4123426">
              <a:off x="1272923" y="2473351"/>
              <a:ext cx="483048" cy="239393"/>
            </a:xfrm>
            <a:prstGeom prst="ellipse">
              <a:avLst/>
            </a:prstGeom>
            <a:gradFill>
              <a:gsLst>
                <a:gs pos="0">
                  <a:srgbClr val="B2B1B1">
                    <a:alpha val="32209"/>
                  </a:srgbClr>
                </a:gs>
                <a:gs pos="14286">
                  <a:srgbClr val="B2B1B1">
                    <a:alpha val="30044"/>
                  </a:srgbClr>
                </a:gs>
                <a:gs pos="28571">
                  <a:srgbClr val="B2B1B1">
                    <a:alpha val="24227"/>
                  </a:srgbClr>
                </a:gs>
                <a:gs pos="42857">
                  <a:srgbClr val="B2B1B1">
                    <a:alpha val="16637"/>
                  </a:srgbClr>
                </a:gs>
                <a:gs pos="57143">
                  <a:srgbClr val="B2B1B1">
                    <a:alpha val="9591"/>
                  </a:srgbClr>
                </a:gs>
                <a:gs pos="71429">
                  <a:srgbClr val="B2B1B1">
                    <a:alpha val="4610"/>
                  </a:srgbClr>
                </a:gs>
                <a:gs pos="85714">
                  <a:srgbClr val="B2B1B1">
                    <a:alpha val="1849"/>
                  </a:srgbClr>
                </a:gs>
                <a:gs pos="100000">
                  <a:srgbClr val="B2B1B1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-8554001">
              <a:off x="2297041" y="560693"/>
              <a:ext cx="238757" cy="216581"/>
            </a:xfrm>
            <a:prstGeom prst="ellipse">
              <a:avLst/>
            </a:prstGeom>
            <a:gradFill>
              <a:gsLst>
                <a:gs pos="0">
                  <a:srgbClr val="898A8A">
                    <a:alpha val="32968"/>
                  </a:srgbClr>
                </a:gs>
                <a:gs pos="14286">
                  <a:srgbClr val="898A8A">
                    <a:alpha val="30764"/>
                  </a:srgbClr>
                </a:gs>
                <a:gs pos="28571">
                  <a:srgbClr val="898A8A">
                    <a:alpha val="24833"/>
                  </a:srgbClr>
                </a:gs>
                <a:gs pos="42857">
                  <a:srgbClr val="898A8A">
                    <a:alpha val="17075"/>
                  </a:srgbClr>
                </a:gs>
                <a:gs pos="57143">
                  <a:srgbClr val="898A8A">
                    <a:alpha val="9855"/>
                  </a:srgbClr>
                </a:gs>
                <a:gs pos="71429">
                  <a:srgbClr val="898A8A">
                    <a:alpha val="4740"/>
                  </a:srgbClr>
                </a:gs>
                <a:gs pos="85714">
                  <a:srgbClr val="898A8A">
                    <a:alpha val="1902"/>
                  </a:srgbClr>
                </a:gs>
                <a:gs pos="100000">
                  <a:srgbClr val="898A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3505916">
              <a:off x="347707" y="615840"/>
              <a:ext cx="428915" cy="237956"/>
            </a:xfrm>
            <a:prstGeom prst="ellipse">
              <a:avLst/>
            </a:prstGeom>
            <a:gradFill>
              <a:gsLst>
                <a:gs pos="0">
                  <a:srgbClr val="888989">
                    <a:alpha val="20239"/>
                  </a:srgbClr>
                </a:gs>
                <a:gs pos="14286">
                  <a:srgbClr val="888989">
                    <a:alpha val="18766"/>
                  </a:srgbClr>
                </a:gs>
                <a:gs pos="28571">
                  <a:srgbClr val="888989">
                    <a:alpha val="14903"/>
                  </a:srgbClr>
                </a:gs>
                <a:gs pos="42857">
                  <a:srgbClr val="888989">
                    <a:alpha val="10044"/>
                  </a:srgbClr>
                </a:gs>
                <a:gs pos="57143">
                  <a:srgbClr val="888989">
                    <a:alpha val="5697"/>
                  </a:srgbClr>
                </a:gs>
                <a:gs pos="71429">
                  <a:srgbClr val="888989">
                    <a:alpha val="2708"/>
                  </a:srgbClr>
                </a:gs>
                <a:gs pos="85714">
                  <a:srgbClr val="888989">
                    <a:alpha val="1080"/>
                  </a:srgbClr>
                </a:gs>
                <a:gs pos="100000">
                  <a:srgbClr val="888989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-9186389">
              <a:off x="1125365" y="1906232"/>
              <a:ext cx="419229" cy="187981"/>
            </a:xfrm>
            <a:prstGeom prst="ellipse">
              <a:avLst/>
            </a:prstGeom>
            <a:gradFill>
              <a:gsLst>
                <a:gs pos="0">
                  <a:srgbClr val="8C8B8C">
                    <a:alpha val="8624"/>
                  </a:srgbClr>
                </a:gs>
                <a:gs pos="14286">
                  <a:srgbClr val="8C8B8C">
                    <a:alpha val="7955"/>
                  </a:srgbClr>
                </a:gs>
                <a:gs pos="28571">
                  <a:srgbClr val="8C8B8C">
                    <a:alpha val="6233"/>
                  </a:srgbClr>
                </a:gs>
                <a:gs pos="42857">
                  <a:srgbClr val="8C8B8C">
                    <a:alpha val="4134"/>
                  </a:srgbClr>
                </a:gs>
                <a:gs pos="57143">
                  <a:srgbClr val="8C8B8C">
                    <a:alpha val="2312"/>
                  </a:srgbClr>
                </a:gs>
                <a:gs pos="71429">
                  <a:srgbClr val="8C8B8C">
                    <a:alpha val="1089"/>
                  </a:srgbClr>
                </a:gs>
                <a:gs pos="85714">
                  <a:srgbClr val="8C8B8C">
                    <a:alpha val="432"/>
                  </a:srgbClr>
                </a:gs>
                <a:gs pos="100000">
                  <a:srgbClr val="8C8B8C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-9334918">
              <a:off x="951907" y="1597377"/>
              <a:ext cx="276227" cy="92888"/>
            </a:xfrm>
            <a:prstGeom prst="ellipse">
              <a:avLst/>
            </a:prstGeom>
            <a:gradFill>
              <a:gsLst>
                <a:gs pos="0">
                  <a:srgbClr val="0E0C11">
                    <a:alpha val="3024"/>
                  </a:srgbClr>
                </a:gs>
                <a:gs pos="14286">
                  <a:srgbClr val="0E0C11">
                    <a:alpha val="2783"/>
                  </a:srgbClr>
                </a:gs>
                <a:gs pos="28571">
                  <a:srgbClr val="0E0C11">
                    <a:alpha val="2167"/>
                  </a:srgbClr>
                </a:gs>
                <a:gs pos="42857">
                  <a:srgbClr val="0E0C11">
                    <a:alpha val="1427"/>
                  </a:srgbClr>
                </a:gs>
                <a:gs pos="57143">
                  <a:srgbClr val="0E0C11">
                    <a:alpha val="793"/>
                  </a:srgbClr>
                </a:gs>
                <a:gs pos="71429">
                  <a:srgbClr val="0E0C11">
                    <a:alpha val="372"/>
                  </a:srgbClr>
                </a:gs>
                <a:gs pos="85714">
                  <a:srgbClr val="0E0C11">
                    <a:alpha val="147"/>
                  </a:srgbClr>
                </a:gs>
                <a:gs pos="100000">
                  <a:srgbClr val="0E0C11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4009905">
              <a:off x="2118545" y="2399548"/>
              <a:ext cx="454936" cy="307216"/>
            </a:xfrm>
            <a:prstGeom prst="ellipse">
              <a:avLst/>
            </a:prstGeom>
            <a:gradFill>
              <a:gsLst>
                <a:gs pos="0">
                  <a:srgbClr val="9D9D9D">
                    <a:alpha val="15047"/>
                  </a:srgbClr>
                </a:gs>
                <a:gs pos="14286">
                  <a:srgbClr val="9D9D9D">
                    <a:alpha val="13919"/>
                  </a:srgbClr>
                </a:gs>
                <a:gs pos="28571">
                  <a:srgbClr val="9D9D9D">
                    <a:alpha val="10986"/>
                  </a:srgbClr>
                </a:gs>
                <a:gs pos="42857">
                  <a:srgbClr val="9D9D9D">
                    <a:alpha val="7349"/>
                  </a:srgbClr>
                </a:gs>
                <a:gs pos="57143">
                  <a:srgbClr val="9D9D9D">
                    <a:alpha val="4141"/>
                  </a:srgbClr>
                </a:gs>
                <a:gs pos="71429">
                  <a:srgbClr val="9D9D9D">
                    <a:alpha val="1960"/>
                  </a:srgbClr>
                </a:gs>
                <a:gs pos="85714">
                  <a:srgbClr val="9D9D9D">
                    <a:alpha val="780"/>
                  </a:srgbClr>
                </a:gs>
                <a:gs pos="100000">
                  <a:srgbClr val="9D9D9D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8617268">
              <a:off x="2833357" y="2899069"/>
              <a:ext cx="354067" cy="209749"/>
            </a:xfrm>
            <a:prstGeom prst="ellipse">
              <a:avLst/>
            </a:prstGeom>
            <a:gradFill>
              <a:gsLst>
                <a:gs pos="0">
                  <a:srgbClr val="A3A4A4">
                    <a:alpha val="2289"/>
                  </a:srgbClr>
                </a:gs>
                <a:gs pos="14286">
                  <a:srgbClr val="A3A4A4">
                    <a:alpha val="2106"/>
                  </a:srgbClr>
                </a:gs>
                <a:gs pos="28571">
                  <a:srgbClr val="A3A4A4">
                    <a:alpha val="1639"/>
                  </a:srgbClr>
                </a:gs>
                <a:gs pos="42857">
                  <a:srgbClr val="A3A4A4">
                    <a:alpha val="1078"/>
                  </a:srgbClr>
                </a:gs>
                <a:gs pos="57143">
                  <a:srgbClr val="A3A4A4">
                    <a:alpha val="599"/>
                  </a:srgbClr>
                </a:gs>
                <a:gs pos="71429">
                  <a:srgbClr val="A3A4A4">
                    <a:alpha val="281"/>
                  </a:srgbClr>
                </a:gs>
                <a:gs pos="85714">
                  <a:srgbClr val="A3A4A4">
                    <a:alpha val="111"/>
                  </a:srgbClr>
                </a:gs>
                <a:gs pos="100000">
                  <a:srgbClr val="A3A4A4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-10235447">
              <a:off x="1852965" y="1991615"/>
              <a:ext cx="491965" cy="212502"/>
            </a:xfrm>
            <a:prstGeom prst="ellipse">
              <a:avLst/>
            </a:prstGeom>
            <a:gradFill>
              <a:gsLst>
                <a:gs pos="0">
                  <a:srgbClr val="9E9F9E">
                    <a:alpha val="3245"/>
                  </a:srgbClr>
                </a:gs>
                <a:gs pos="14286">
                  <a:srgbClr val="9E9F9E">
                    <a:alpha val="2987"/>
                  </a:srgbClr>
                </a:gs>
                <a:gs pos="28571">
                  <a:srgbClr val="9E9F9E">
                    <a:alpha val="2327"/>
                  </a:srgbClr>
                </a:gs>
                <a:gs pos="42857">
                  <a:srgbClr val="9E9F9E">
                    <a:alpha val="1533"/>
                  </a:srgbClr>
                </a:gs>
                <a:gs pos="57143">
                  <a:srgbClr val="9E9F9E">
                    <a:alpha val="852"/>
                  </a:srgbClr>
                </a:gs>
                <a:gs pos="71429">
                  <a:srgbClr val="9E9F9E">
                    <a:alpha val="400"/>
                  </a:srgbClr>
                </a:gs>
                <a:gs pos="85714">
                  <a:srgbClr val="9E9F9E">
                    <a:alpha val="158"/>
                  </a:srgbClr>
                </a:gs>
                <a:gs pos="100000">
                  <a:srgbClr val="9E9F9E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2707836">
              <a:off x="1593005" y="2162519"/>
              <a:ext cx="482024" cy="106504"/>
            </a:xfrm>
            <a:prstGeom prst="ellipse">
              <a:avLst/>
            </a:prstGeom>
            <a:gradFill>
              <a:gsLst>
                <a:gs pos="0">
                  <a:srgbClr val="000509">
                    <a:alpha val="11323"/>
                  </a:srgbClr>
                </a:gs>
                <a:gs pos="14286">
                  <a:srgbClr val="000509">
                    <a:alpha val="10457"/>
                  </a:srgbClr>
                </a:gs>
                <a:gs pos="28571">
                  <a:srgbClr val="000509">
                    <a:alpha val="8219"/>
                  </a:srgbClr>
                </a:gs>
                <a:gs pos="42857">
                  <a:srgbClr val="000509">
                    <a:alpha val="5470"/>
                  </a:srgbClr>
                </a:gs>
                <a:gs pos="57143">
                  <a:srgbClr val="000509">
                    <a:alpha val="3069"/>
                  </a:srgbClr>
                </a:gs>
                <a:gs pos="71429">
                  <a:srgbClr val="000509">
                    <a:alpha val="1448"/>
                  </a:srgbClr>
                </a:gs>
                <a:gs pos="85714">
                  <a:srgbClr val="000509">
                    <a:alpha val="575"/>
                  </a:srgbClr>
                </a:gs>
                <a:gs pos="100000">
                  <a:srgbClr val="000509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2987113">
              <a:off x="3077319" y="1438273"/>
              <a:ext cx="244056" cy="186386"/>
            </a:xfrm>
            <a:prstGeom prst="ellipse">
              <a:avLst/>
            </a:prstGeom>
            <a:gradFill>
              <a:gsLst>
                <a:gs pos="0">
                  <a:srgbClr val="001110">
                    <a:alpha val="6029"/>
                  </a:srgbClr>
                </a:gs>
                <a:gs pos="14286">
                  <a:srgbClr val="001110">
                    <a:alpha val="5556"/>
                  </a:srgbClr>
                </a:gs>
                <a:gs pos="28571">
                  <a:srgbClr val="001110">
                    <a:alpha val="4341"/>
                  </a:srgbClr>
                </a:gs>
                <a:gs pos="42857">
                  <a:srgbClr val="001110">
                    <a:alpha val="2869"/>
                  </a:srgbClr>
                </a:gs>
                <a:gs pos="57143">
                  <a:srgbClr val="001110">
                    <a:alpha val="1600"/>
                  </a:srgbClr>
                </a:gs>
                <a:gs pos="71429">
                  <a:srgbClr val="001110">
                    <a:alpha val="752"/>
                  </a:srgbClr>
                </a:gs>
                <a:gs pos="85714">
                  <a:srgbClr val="001110">
                    <a:alpha val="298"/>
                  </a:srgbClr>
                </a:gs>
                <a:gs pos="100000">
                  <a:srgbClr val="001110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4461434">
              <a:off x="2311629" y="2361791"/>
              <a:ext cx="464640" cy="173005"/>
            </a:xfrm>
            <a:prstGeom prst="ellipse">
              <a:avLst/>
            </a:prstGeom>
            <a:gradFill>
              <a:gsLst>
                <a:gs pos="0">
                  <a:srgbClr val="2A221E">
                    <a:alpha val="5944"/>
                  </a:srgbClr>
                </a:gs>
                <a:gs pos="14286">
                  <a:srgbClr val="2A221E">
                    <a:alpha val="5477"/>
                  </a:srgbClr>
                </a:gs>
                <a:gs pos="28571">
                  <a:srgbClr val="2A221E">
                    <a:alpha val="4279"/>
                  </a:srgbClr>
                </a:gs>
                <a:gs pos="42857">
                  <a:srgbClr val="2A221E">
                    <a:alpha val="2828"/>
                  </a:srgbClr>
                </a:gs>
                <a:gs pos="57143">
                  <a:srgbClr val="2A221E">
                    <a:alpha val="1577"/>
                  </a:srgbClr>
                </a:gs>
                <a:gs pos="71429">
                  <a:srgbClr val="2A221E">
                    <a:alpha val="741"/>
                  </a:srgbClr>
                </a:gs>
                <a:gs pos="85714">
                  <a:srgbClr val="2A221E">
                    <a:alpha val="294"/>
                  </a:srgbClr>
                </a:gs>
                <a:gs pos="100000">
                  <a:srgbClr val="2A221E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8287464">
              <a:off x="165358" y="41349"/>
              <a:ext cx="330936" cy="207314"/>
            </a:xfrm>
            <a:prstGeom prst="ellipse">
              <a:avLst/>
            </a:prstGeom>
            <a:gradFill>
              <a:gsLst>
                <a:gs pos="0">
                  <a:srgbClr val="000003">
                    <a:alpha val="2611"/>
                  </a:srgbClr>
                </a:gs>
                <a:gs pos="14286">
                  <a:srgbClr val="000003">
                    <a:alpha val="2403"/>
                  </a:srgbClr>
                </a:gs>
                <a:gs pos="28571">
                  <a:srgbClr val="000003">
                    <a:alpha val="1871"/>
                  </a:srgbClr>
                </a:gs>
                <a:gs pos="42857">
                  <a:srgbClr val="000003">
                    <a:alpha val="1231"/>
                  </a:srgbClr>
                </a:gs>
                <a:gs pos="57143">
                  <a:srgbClr val="000003">
                    <a:alpha val="684"/>
                  </a:srgbClr>
                </a:gs>
                <a:gs pos="71429">
                  <a:srgbClr val="000003">
                    <a:alpha val="321"/>
                  </a:srgbClr>
                </a:gs>
                <a:gs pos="85714">
                  <a:srgbClr val="000003">
                    <a:alpha val="127"/>
                  </a:srgbClr>
                </a:gs>
                <a:gs pos="100000">
                  <a:srgbClr val="000003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7426782">
              <a:off x="1256482" y="2639088"/>
              <a:ext cx="497837" cy="348213"/>
            </a:xfrm>
            <a:prstGeom prst="ellipse">
              <a:avLst/>
            </a:prstGeom>
            <a:gradFill>
              <a:gsLst>
                <a:gs pos="0">
                  <a:srgbClr val="737373">
                    <a:alpha val="19186"/>
                  </a:srgbClr>
                </a:gs>
                <a:gs pos="14286">
                  <a:srgbClr val="737373">
                    <a:alpha val="17781"/>
                  </a:srgbClr>
                </a:gs>
                <a:gs pos="28571">
                  <a:srgbClr val="737373">
                    <a:alpha val="14103"/>
                  </a:srgbClr>
                </a:gs>
                <a:gs pos="42857">
                  <a:srgbClr val="737373">
                    <a:alpha val="9490"/>
                  </a:srgbClr>
                </a:gs>
                <a:gs pos="57143">
                  <a:srgbClr val="737373">
                    <a:alpha val="5375"/>
                  </a:srgbClr>
                </a:gs>
                <a:gs pos="71429">
                  <a:srgbClr val="737373">
                    <a:alpha val="2553"/>
                  </a:srgbClr>
                </a:gs>
                <a:gs pos="85714">
                  <a:srgbClr val="737373">
                    <a:alpha val="1017"/>
                  </a:srgbClr>
                </a:gs>
                <a:gs pos="100000">
                  <a:srgbClr val="737373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9200607">
              <a:off x="1460702" y="1544965"/>
              <a:ext cx="554323" cy="140447"/>
            </a:xfrm>
            <a:prstGeom prst="ellipse">
              <a:avLst/>
            </a:prstGeom>
            <a:gradFill>
              <a:gsLst>
                <a:gs pos="0">
                  <a:srgbClr val="848483">
                    <a:alpha val="32968"/>
                  </a:srgbClr>
                </a:gs>
                <a:gs pos="14286">
                  <a:srgbClr val="848483">
                    <a:alpha val="30764"/>
                  </a:srgbClr>
                </a:gs>
                <a:gs pos="28571">
                  <a:srgbClr val="848483">
                    <a:alpha val="24833"/>
                  </a:srgbClr>
                </a:gs>
                <a:gs pos="42857">
                  <a:srgbClr val="848483">
                    <a:alpha val="17075"/>
                  </a:srgbClr>
                </a:gs>
                <a:gs pos="57143">
                  <a:srgbClr val="848483">
                    <a:alpha val="9855"/>
                  </a:srgbClr>
                </a:gs>
                <a:gs pos="71429">
                  <a:srgbClr val="848483">
                    <a:alpha val="4740"/>
                  </a:srgbClr>
                </a:gs>
                <a:gs pos="85714">
                  <a:srgbClr val="848483">
                    <a:alpha val="1902"/>
                  </a:srgbClr>
                </a:gs>
                <a:gs pos="100000">
                  <a:srgbClr val="84848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4372936">
              <a:off x="39562" y="539176"/>
              <a:ext cx="338474" cy="166299"/>
            </a:xfrm>
            <a:prstGeom prst="ellipse">
              <a:avLst/>
            </a:prstGeom>
            <a:gradFill>
              <a:gsLst>
                <a:gs pos="0">
                  <a:srgbClr val="A1A2A0">
                    <a:alpha val="3759"/>
                  </a:srgbClr>
                </a:gs>
                <a:gs pos="14286">
                  <a:srgbClr val="A1A2A0">
                    <a:alpha val="3460"/>
                  </a:srgbClr>
                </a:gs>
                <a:gs pos="28571">
                  <a:srgbClr val="A1A2A0">
                    <a:alpha val="2697"/>
                  </a:srgbClr>
                </a:gs>
                <a:gs pos="42857">
                  <a:srgbClr val="A1A2A0">
                    <a:alpha val="1778"/>
                  </a:srgbClr>
                </a:gs>
                <a:gs pos="57143">
                  <a:srgbClr val="A1A2A0">
                    <a:alpha val="989"/>
                  </a:srgbClr>
                </a:gs>
                <a:gs pos="71429">
                  <a:srgbClr val="A1A2A0">
                    <a:alpha val="464"/>
                  </a:srgbClr>
                </a:gs>
                <a:gs pos="85714">
                  <a:srgbClr val="A1A2A0">
                    <a:alpha val="184"/>
                  </a:srgbClr>
                </a:gs>
                <a:gs pos="100000">
                  <a:srgbClr val="A1A2A0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8107346">
              <a:off x="3301623" y="2271231"/>
              <a:ext cx="527307" cy="356383"/>
            </a:xfrm>
            <a:prstGeom prst="ellipse">
              <a:avLst/>
            </a:prstGeom>
            <a:gradFill>
              <a:gsLst>
                <a:gs pos="0">
                  <a:srgbClr val="919191">
                    <a:alpha val="17713"/>
                  </a:srgbClr>
                </a:gs>
                <a:gs pos="14286">
                  <a:srgbClr val="919191">
                    <a:alpha val="16405"/>
                  </a:srgbClr>
                </a:gs>
                <a:gs pos="28571">
                  <a:srgbClr val="919191">
                    <a:alpha val="12988"/>
                  </a:srgbClr>
                </a:gs>
                <a:gs pos="42857">
                  <a:srgbClr val="919191">
                    <a:alpha val="8722"/>
                  </a:srgbClr>
                </a:gs>
                <a:gs pos="57143">
                  <a:srgbClr val="919191">
                    <a:alpha val="4931"/>
                  </a:srgbClr>
                </a:gs>
                <a:gs pos="71429">
                  <a:srgbClr val="919191">
                    <a:alpha val="2339"/>
                  </a:srgbClr>
                </a:gs>
                <a:gs pos="85714">
                  <a:srgbClr val="919191">
                    <a:alpha val="932"/>
                  </a:srgbClr>
                </a:gs>
                <a:gs pos="100000">
                  <a:srgbClr val="919191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5136414">
              <a:off x="1809754" y="230638"/>
              <a:ext cx="433805" cy="248090"/>
            </a:xfrm>
            <a:prstGeom prst="ellipse">
              <a:avLst/>
            </a:prstGeom>
            <a:gradFill>
              <a:gsLst>
                <a:gs pos="0">
                  <a:srgbClr val="999899">
                    <a:alpha val="10959"/>
                  </a:srgbClr>
                </a:gs>
                <a:gs pos="14286">
                  <a:srgbClr val="999899">
                    <a:alpha val="10119"/>
                  </a:srgbClr>
                </a:gs>
                <a:gs pos="28571">
                  <a:srgbClr val="999899">
                    <a:alpha val="7950"/>
                  </a:srgbClr>
                </a:gs>
                <a:gs pos="42857">
                  <a:srgbClr val="999899">
                    <a:alpha val="5288"/>
                  </a:srgbClr>
                </a:gs>
                <a:gs pos="57143">
                  <a:srgbClr val="999899">
                    <a:alpha val="2966"/>
                  </a:srgbClr>
                </a:gs>
                <a:gs pos="71429">
                  <a:srgbClr val="999899">
                    <a:alpha val="1399"/>
                  </a:srgbClr>
                </a:gs>
                <a:gs pos="85714">
                  <a:srgbClr val="999899">
                    <a:alpha val="556"/>
                  </a:srgbClr>
                </a:gs>
                <a:gs pos="100000">
                  <a:srgbClr val="999899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9291485">
              <a:off x="1478823" y="1502765"/>
              <a:ext cx="505813" cy="227305"/>
            </a:xfrm>
            <a:prstGeom prst="ellipse">
              <a:avLst/>
            </a:prstGeom>
            <a:gradFill>
              <a:gsLst>
                <a:gs pos="0">
                  <a:srgbClr val="1F1D18">
                    <a:alpha val="8360"/>
                  </a:srgbClr>
                </a:gs>
                <a:gs pos="14286">
                  <a:srgbClr val="1F1D18">
                    <a:alpha val="7711"/>
                  </a:srgbClr>
                </a:gs>
                <a:gs pos="28571">
                  <a:srgbClr val="1F1D18">
                    <a:alpha val="6040"/>
                  </a:srgbClr>
                </a:gs>
                <a:gs pos="42857">
                  <a:srgbClr val="1F1D18">
                    <a:alpha val="4004"/>
                  </a:srgbClr>
                </a:gs>
                <a:gs pos="57143">
                  <a:srgbClr val="1F1D18">
                    <a:alpha val="2239"/>
                  </a:srgbClr>
                </a:gs>
                <a:gs pos="71429">
                  <a:srgbClr val="1F1D18">
                    <a:alpha val="1054"/>
                  </a:srgbClr>
                </a:gs>
                <a:gs pos="85714">
                  <a:srgbClr val="1F1D18">
                    <a:alpha val="418"/>
                  </a:srgbClr>
                </a:gs>
                <a:gs pos="100000">
                  <a:srgbClr val="1F1D18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3095905">
              <a:off x="3067949" y="2170048"/>
              <a:ext cx="407265" cy="161536"/>
            </a:xfrm>
            <a:prstGeom prst="ellipse">
              <a:avLst/>
            </a:prstGeom>
            <a:gradFill>
              <a:gsLst>
                <a:gs pos="0">
                  <a:srgbClr val="120F00">
                    <a:alpha val="3180"/>
                  </a:srgbClr>
                </a:gs>
                <a:gs pos="14286">
                  <a:srgbClr val="120F00">
                    <a:alpha val="2927"/>
                  </a:srgbClr>
                </a:gs>
                <a:gs pos="28571">
                  <a:srgbClr val="120F00">
                    <a:alpha val="2280"/>
                  </a:srgbClr>
                </a:gs>
                <a:gs pos="42857">
                  <a:srgbClr val="120F00">
                    <a:alpha val="1501"/>
                  </a:srgbClr>
                </a:gs>
                <a:gs pos="57143">
                  <a:srgbClr val="120F00">
                    <a:alpha val="835"/>
                  </a:srgbClr>
                </a:gs>
                <a:gs pos="71429">
                  <a:srgbClr val="120F00">
                    <a:alpha val="392"/>
                  </a:srgbClr>
                </a:gs>
                <a:gs pos="85714">
                  <a:srgbClr val="120F00">
                    <a:alpha val="155"/>
                  </a:srgbClr>
                </a:gs>
                <a:gs pos="100000">
                  <a:srgbClr val="120F0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7470834">
              <a:off x="261653" y="2058654"/>
              <a:ext cx="315303" cy="246948"/>
            </a:xfrm>
            <a:prstGeom prst="ellipse">
              <a:avLst/>
            </a:prstGeom>
            <a:gradFill>
              <a:gsLst>
                <a:gs pos="0">
                  <a:srgbClr val="8D8D8D">
                    <a:alpha val="4906"/>
                  </a:srgbClr>
                </a:gs>
                <a:gs pos="14286">
                  <a:srgbClr val="8D8D8D">
                    <a:alpha val="4518"/>
                  </a:srgbClr>
                </a:gs>
                <a:gs pos="28571">
                  <a:srgbClr val="8D8D8D">
                    <a:alpha val="3526"/>
                  </a:srgbClr>
                </a:gs>
                <a:gs pos="42857">
                  <a:srgbClr val="8D8D8D">
                    <a:alpha val="2327"/>
                  </a:srgbClr>
                </a:gs>
                <a:gs pos="57143">
                  <a:srgbClr val="8D8D8D">
                    <a:alpha val="1296"/>
                  </a:srgbClr>
                </a:gs>
                <a:gs pos="71429">
                  <a:srgbClr val="8D8D8D">
                    <a:alpha val="609"/>
                  </a:srgbClr>
                </a:gs>
                <a:gs pos="85714">
                  <a:srgbClr val="8D8D8D">
                    <a:alpha val="241"/>
                  </a:srgbClr>
                </a:gs>
                <a:gs pos="100000">
                  <a:srgbClr val="8D8D8D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2911825">
              <a:off x="3499289" y="838797"/>
              <a:ext cx="167848" cy="68325"/>
            </a:xfrm>
            <a:prstGeom prst="ellipse">
              <a:avLst/>
            </a:prstGeom>
            <a:gradFill>
              <a:gsLst>
                <a:gs pos="0">
                  <a:srgbClr val="000A06">
                    <a:alpha val="11284"/>
                  </a:srgbClr>
                </a:gs>
                <a:gs pos="14286">
                  <a:srgbClr val="000A06">
                    <a:alpha val="10421"/>
                  </a:srgbClr>
                </a:gs>
                <a:gs pos="28571">
                  <a:srgbClr val="000A06">
                    <a:alpha val="8190"/>
                  </a:srgbClr>
                </a:gs>
                <a:gs pos="42857">
                  <a:srgbClr val="000A06">
                    <a:alpha val="5450"/>
                  </a:srgbClr>
                </a:gs>
                <a:gs pos="57143">
                  <a:srgbClr val="000A06">
                    <a:alpha val="3058"/>
                  </a:srgbClr>
                </a:gs>
                <a:gs pos="71429">
                  <a:srgbClr val="000A06">
                    <a:alpha val="1443"/>
                  </a:srgbClr>
                </a:gs>
                <a:gs pos="85714">
                  <a:srgbClr val="000A06">
                    <a:alpha val="573"/>
                  </a:srgbClr>
                </a:gs>
                <a:gs pos="100000">
                  <a:srgbClr val="000A06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6379998">
              <a:off x="869973" y="2711393"/>
              <a:ext cx="588669" cy="282639"/>
            </a:xfrm>
            <a:prstGeom prst="ellipse">
              <a:avLst/>
            </a:prstGeom>
            <a:gradFill>
              <a:gsLst>
                <a:gs pos="0">
                  <a:srgbClr val="4A4A49">
                    <a:alpha val="24240"/>
                  </a:srgbClr>
                </a:gs>
                <a:gs pos="14286">
                  <a:srgbClr val="4A4A49">
                    <a:alpha val="22520"/>
                  </a:srgbClr>
                </a:gs>
                <a:gs pos="28571">
                  <a:srgbClr val="4A4A49">
                    <a:alpha val="17972"/>
                  </a:srgbClr>
                </a:gs>
                <a:gs pos="42857">
                  <a:srgbClr val="4A4A49">
                    <a:alpha val="12185"/>
                  </a:srgbClr>
                </a:gs>
                <a:gs pos="57143">
                  <a:srgbClr val="4A4A49">
                    <a:alpha val="6947"/>
                  </a:srgbClr>
                </a:gs>
                <a:gs pos="71429">
                  <a:srgbClr val="4A4A49">
                    <a:alpha val="3314"/>
                  </a:srgbClr>
                </a:gs>
                <a:gs pos="85714">
                  <a:srgbClr val="4A4A49">
                    <a:alpha val="1324"/>
                  </a:srgbClr>
                </a:gs>
                <a:gs pos="100000">
                  <a:srgbClr val="4A4A49">
                    <a:alpha val="4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6596194">
              <a:off x="473804" y="3493987"/>
              <a:ext cx="345735" cy="291566"/>
            </a:xfrm>
            <a:prstGeom prst="ellipse">
              <a:avLst/>
            </a:prstGeom>
            <a:gradFill>
              <a:gsLst>
                <a:gs pos="0">
                  <a:srgbClr val="8E8E8F">
                    <a:alpha val="32957"/>
                  </a:srgbClr>
                </a:gs>
                <a:gs pos="14286">
                  <a:srgbClr val="8E8E8F">
                    <a:alpha val="30754"/>
                  </a:srgbClr>
                </a:gs>
                <a:gs pos="28571">
                  <a:srgbClr val="8E8E8F">
                    <a:alpha val="24825"/>
                  </a:srgbClr>
                </a:gs>
                <a:gs pos="42857">
                  <a:srgbClr val="8E8E8F">
                    <a:alpha val="17069"/>
                  </a:srgbClr>
                </a:gs>
                <a:gs pos="57143">
                  <a:srgbClr val="8E8E8F">
                    <a:alpha val="9851"/>
                  </a:srgbClr>
                </a:gs>
                <a:gs pos="71429">
                  <a:srgbClr val="8E8E8F">
                    <a:alpha val="4739"/>
                  </a:srgbClr>
                </a:gs>
                <a:gs pos="85714">
                  <a:srgbClr val="8E8E8F">
                    <a:alpha val="1901"/>
                  </a:srgbClr>
                </a:gs>
                <a:gs pos="100000">
                  <a:srgbClr val="8E8E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5998755">
              <a:off x="1903407" y="1819108"/>
              <a:ext cx="365360" cy="187490"/>
            </a:xfrm>
            <a:prstGeom prst="ellipse">
              <a:avLst/>
            </a:prstGeom>
            <a:gradFill>
              <a:gsLst>
                <a:gs pos="0">
                  <a:srgbClr val="969796">
                    <a:alpha val="32968"/>
                  </a:srgbClr>
                </a:gs>
                <a:gs pos="14286">
                  <a:srgbClr val="969796">
                    <a:alpha val="30764"/>
                  </a:srgbClr>
                </a:gs>
                <a:gs pos="28571">
                  <a:srgbClr val="969796">
                    <a:alpha val="24833"/>
                  </a:srgbClr>
                </a:gs>
                <a:gs pos="42857">
                  <a:srgbClr val="969796">
                    <a:alpha val="17075"/>
                  </a:srgbClr>
                </a:gs>
                <a:gs pos="57143">
                  <a:srgbClr val="969796">
                    <a:alpha val="9855"/>
                  </a:srgbClr>
                </a:gs>
                <a:gs pos="71429">
                  <a:srgbClr val="969796">
                    <a:alpha val="4740"/>
                  </a:srgbClr>
                </a:gs>
                <a:gs pos="85714">
                  <a:srgbClr val="969796">
                    <a:alpha val="1902"/>
                  </a:srgbClr>
                </a:gs>
                <a:gs pos="100000">
                  <a:srgbClr val="9697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3030983">
              <a:off x="2486792" y="2678380"/>
              <a:ext cx="602975" cy="165367"/>
            </a:xfrm>
            <a:prstGeom prst="ellipse">
              <a:avLst/>
            </a:prstGeom>
            <a:gradFill>
              <a:gsLst>
                <a:gs pos="0">
                  <a:srgbClr val="565755">
                    <a:alpha val="11138"/>
                  </a:srgbClr>
                </a:gs>
                <a:gs pos="14286">
                  <a:srgbClr val="565755">
                    <a:alpha val="10285"/>
                  </a:srgbClr>
                </a:gs>
                <a:gs pos="28571">
                  <a:srgbClr val="565755">
                    <a:alpha val="8082"/>
                  </a:srgbClr>
                </a:gs>
                <a:gs pos="42857">
                  <a:srgbClr val="565755">
                    <a:alpha val="5377"/>
                  </a:srgbClr>
                </a:gs>
                <a:gs pos="57143">
                  <a:srgbClr val="565755">
                    <a:alpha val="3016"/>
                  </a:srgbClr>
                </a:gs>
                <a:gs pos="71429">
                  <a:srgbClr val="565755">
                    <a:alpha val="1423"/>
                  </a:srgbClr>
                </a:gs>
                <a:gs pos="85714">
                  <a:srgbClr val="565755">
                    <a:alpha val="565"/>
                  </a:srgbClr>
                </a:gs>
                <a:gs pos="100000">
                  <a:srgbClr val="565755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5892977">
              <a:off x="1019576" y="2887415"/>
              <a:ext cx="570287" cy="159991"/>
            </a:xfrm>
            <a:prstGeom prst="ellipse">
              <a:avLst/>
            </a:prstGeom>
            <a:gradFill>
              <a:gsLst>
                <a:gs pos="0">
                  <a:srgbClr val="929091">
                    <a:alpha val="9876"/>
                  </a:srgbClr>
                </a:gs>
                <a:gs pos="14286">
                  <a:srgbClr val="929091">
                    <a:alpha val="9115"/>
                  </a:srgbClr>
                </a:gs>
                <a:gs pos="28571">
                  <a:srgbClr val="929091">
                    <a:alpha val="7152"/>
                  </a:srgbClr>
                </a:gs>
                <a:gs pos="42857">
                  <a:srgbClr val="929091">
                    <a:alpha val="4751"/>
                  </a:srgbClr>
                </a:gs>
                <a:gs pos="57143">
                  <a:srgbClr val="929091">
                    <a:alpha val="2661"/>
                  </a:srgbClr>
                </a:gs>
                <a:gs pos="71429">
                  <a:srgbClr val="929091">
                    <a:alpha val="1255"/>
                  </a:srgbClr>
                </a:gs>
                <a:gs pos="85714">
                  <a:srgbClr val="929091">
                    <a:alpha val="498"/>
                  </a:srgbClr>
                </a:gs>
                <a:gs pos="100000">
                  <a:srgbClr val="929091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5007793">
              <a:off x="296253" y="3033639"/>
              <a:ext cx="42218" cy="27207"/>
            </a:xfrm>
            <a:prstGeom prst="ellipse">
              <a:avLst/>
            </a:prstGeom>
            <a:gradFill>
              <a:gsLst>
                <a:gs pos="0">
                  <a:srgbClr val="000605">
                    <a:alpha val="18770"/>
                  </a:srgbClr>
                </a:gs>
                <a:gs pos="14286">
                  <a:srgbClr val="000605">
                    <a:alpha val="17392"/>
                  </a:srgbClr>
                </a:gs>
                <a:gs pos="28571">
                  <a:srgbClr val="000605">
                    <a:alpha val="13787"/>
                  </a:srgbClr>
                </a:gs>
                <a:gs pos="42857">
                  <a:srgbClr val="000605">
                    <a:alpha val="9272"/>
                  </a:srgbClr>
                </a:gs>
                <a:gs pos="57143">
                  <a:srgbClr val="000605">
                    <a:alpha val="5249"/>
                  </a:srgbClr>
                </a:gs>
                <a:gs pos="71429">
                  <a:srgbClr val="000605">
                    <a:alpha val="2492"/>
                  </a:srgbClr>
                </a:gs>
                <a:gs pos="85714">
                  <a:srgbClr val="000605">
                    <a:alpha val="993"/>
                  </a:srgbClr>
                </a:gs>
                <a:gs pos="100000">
                  <a:srgbClr val="000605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5237307">
              <a:off x="2162048" y="2425353"/>
              <a:ext cx="81522" cy="54078"/>
            </a:xfrm>
            <a:prstGeom prst="ellipse">
              <a:avLst/>
            </a:prstGeom>
            <a:gradFill>
              <a:gsLst>
                <a:gs pos="0">
                  <a:srgbClr val="9FA09E">
                    <a:alpha val="11527"/>
                  </a:srgbClr>
                </a:gs>
                <a:gs pos="14286">
                  <a:srgbClr val="9FA09E">
                    <a:alpha val="10646"/>
                  </a:srgbClr>
                </a:gs>
                <a:gs pos="28571">
                  <a:srgbClr val="9FA09E">
                    <a:alpha val="8369"/>
                  </a:srgbClr>
                </a:gs>
                <a:gs pos="42857">
                  <a:srgbClr val="9FA09E">
                    <a:alpha val="5571"/>
                  </a:srgbClr>
                </a:gs>
                <a:gs pos="57143">
                  <a:srgbClr val="9FA09E">
                    <a:alpha val="3127"/>
                  </a:srgbClr>
                </a:gs>
                <a:gs pos="71429">
                  <a:srgbClr val="9FA09E">
                    <a:alpha val="1476"/>
                  </a:srgbClr>
                </a:gs>
                <a:gs pos="85714">
                  <a:srgbClr val="9FA09E">
                    <a:alpha val="586"/>
                  </a:srgbClr>
                </a:gs>
                <a:gs pos="100000">
                  <a:srgbClr val="9FA09E">
                    <a:alpha val="1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-9787901">
              <a:off x="1714825" y="530366"/>
              <a:ext cx="380615" cy="101306"/>
            </a:xfrm>
            <a:prstGeom prst="ellipse">
              <a:avLst/>
            </a:prstGeom>
            <a:gradFill>
              <a:gsLst>
                <a:gs pos="0">
                  <a:srgbClr val="2A252F">
                    <a:alpha val="1715"/>
                  </a:srgbClr>
                </a:gs>
                <a:gs pos="14286">
                  <a:srgbClr val="2A252F">
                    <a:alpha val="1577"/>
                  </a:srgbClr>
                </a:gs>
                <a:gs pos="28571">
                  <a:srgbClr val="2A252F">
                    <a:alpha val="1227"/>
                  </a:srgbClr>
                </a:gs>
                <a:gs pos="42857">
                  <a:srgbClr val="2A252F">
                    <a:alpha val="806"/>
                  </a:srgbClr>
                </a:gs>
                <a:gs pos="57143">
                  <a:srgbClr val="2A252F">
                    <a:alpha val="448"/>
                  </a:srgbClr>
                </a:gs>
                <a:gs pos="71429">
                  <a:srgbClr val="2A252F">
                    <a:alpha val="210"/>
                  </a:srgbClr>
                </a:gs>
                <a:gs pos="85714">
                  <a:srgbClr val="2A252F">
                    <a:alpha val="83"/>
                  </a:srgbClr>
                </a:gs>
                <a:gs pos="100000">
                  <a:srgbClr val="2A252F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4088378">
              <a:off x="3061884" y="2062999"/>
              <a:ext cx="547427" cy="48176"/>
            </a:xfrm>
            <a:prstGeom prst="ellipse">
              <a:avLst/>
            </a:prstGeom>
            <a:gradFill>
              <a:gsLst>
                <a:gs pos="0">
                  <a:srgbClr val="3F4043">
                    <a:alpha val="4977"/>
                  </a:srgbClr>
                </a:gs>
                <a:gs pos="14286">
                  <a:srgbClr val="3F4043">
                    <a:alpha val="4584"/>
                  </a:srgbClr>
                </a:gs>
                <a:gs pos="28571">
                  <a:srgbClr val="3F4043">
                    <a:alpha val="3578"/>
                  </a:srgbClr>
                </a:gs>
                <a:gs pos="42857">
                  <a:srgbClr val="3F4043">
                    <a:alpha val="2362"/>
                  </a:srgbClr>
                </a:gs>
                <a:gs pos="57143">
                  <a:srgbClr val="3F4043">
                    <a:alpha val="1315"/>
                  </a:srgbClr>
                </a:gs>
                <a:gs pos="71429">
                  <a:srgbClr val="3F4043">
                    <a:alpha val="618"/>
                  </a:srgbClr>
                </a:gs>
                <a:gs pos="85714">
                  <a:srgbClr val="3F4043">
                    <a:alpha val="245"/>
                  </a:srgbClr>
                </a:gs>
                <a:gs pos="100000">
                  <a:srgbClr val="3F4043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10703626">
              <a:off x="1179772" y="1340270"/>
              <a:ext cx="474757" cy="57776"/>
            </a:xfrm>
            <a:prstGeom prst="ellipse">
              <a:avLst/>
            </a:prstGeom>
            <a:gradFill>
              <a:gsLst>
                <a:gs pos="0">
                  <a:srgbClr val="585C56">
                    <a:alpha val="7713"/>
                  </a:srgbClr>
                </a:gs>
                <a:gs pos="14286">
                  <a:srgbClr val="585C56">
                    <a:alpha val="7112"/>
                  </a:srgbClr>
                </a:gs>
                <a:gs pos="28571">
                  <a:srgbClr val="585C56">
                    <a:alpha val="5568"/>
                  </a:srgbClr>
                </a:gs>
                <a:gs pos="42857">
                  <a:srgbClr val="585C56">
                    <a:alpha val="3688"/>
                  </a:srgbClr>
                </a:gs>
                <a:gs pos="57143">
                  <a:srgbClr val="585C56">
                    <a:alpha val="2061"/>
                  </a:srgbClr>
                </a:gs>
                <a:gs pos="71429">
                  <a:srgbClr val="585C56">
                    <a:alpha val="970"/>
                  </a:srgbClr>
                </a:gs>
                <a:gs pos="85714">
                  <a:srgbClr val="585C56">
                    <a:alpha val="385"/>
                  </a:srgbClr>
                </a:gs>
                <a:gs pos="100000">
                  <a:srgbClr val="585C56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4738297">
              <a:off x="532103" y="1069283"/>
              <a:ext cx="139010" cy="60741"/>
            </a:xfrm>
            <a:prstGeom prst="ellipse">
              <a:avLst/>
            </a:prstGeom>
            <a:gradFill>
              <a:gsLst>
                <a:gs pos="0">
                  <a:srgbClr val="000000">
                    <a:alpha val="30677"/>
                  </a:srgbClr>
                </a:gs>
                <a:gs pos="14286">
                  <a:srgbClr val="000000">
                    <a:alpha val="28592"/>
                  </a:srgbClr>
                </a:gs>
                <a:gs pos="28571">
                  <a:srgbClr val="000000">
                    <a:alpha val="23009"/>
                  </a:srgbClr>
                </a:gs>
                <a:gs pos="42857">
                  <a:srgbClr val="000000">
                    <a:alpha val="15761"/>
                  </a:srgbClr>
                </a:gs>
                <a:gs pos="57143">
                  <a:srgbClr val="000000">
                    <a:alpha val="9066"/>
                  </a:srgbClr>
                </a:gs>
                <a:gs pos="71429">
                  <a:srgbClr val="000000">
                    <a:alpha val="4351"/>
                  </a:srgbClr>
                </a:gs>
                <a:gs pos="85714">
                  <a:srgbClr val="000000">
                    <a:alpha val="1744"/>
                  </a:srgbClr>
                </a:gs>
                <a:gs pos="100000">
                  <a:srgbClr val="000000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9378122">
              <a:off x="3387744" y="2546649"/>
              <a:ext cx="420379" cy="379737"/>
            </a:xfrm>
            <a:prstGeom prst="ellipse">
              <a:avLst/>
            </a:prstGeom>
            <a:gradFill>
              <a:gsLst>
                <a:gs pos="0">
                  <a:srgbClr val="4A4647">
                    <a:alpha val="24886"/>
                  </a:srgbClr>
                </a:gs>
                <a:gs pos="14286">
                  <a:srgbClr val="4A4647">
                    <a:alpha val="23127"/>
                  </a:srgbClr>
                </a:gs>
                <a:gs pos="28571">
                  <a:srgbClr val="4A4647">
                    <a:alpha val="18472"/>
                  </a:srgbClr>
                </a:gs>
                <a:gs pos="42857">
                  <a:srgbClr val="4A4647">
                    <a:alpha val="12537"/>
                  </a:srgbClr>
                </a:gs>
                <a:gs pos="57143">
                  <a:srgbClr val="4A4647">
                    <a:alpha val="7154"/>
                  </a:srgbClr>
                </a:gs>
                <a:gs pos="71429">
                  <a:srgbClr val="4A4647">
                    <a:alpha val="3415"/>
                  </a:srgbClr>
                </a:gs>
                <a:gs pos="85714">
                  <a:srgbClr val="4A4647">
                    <a:alpha val="1364"/>
                  </a:srgbClr>
                </a:gs>
                <a:gs pos="100000">
                  <a:srgbClr val="4A4647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3476580">
              <a:off x="1626196" y="1117717"/>
              <a:ext cx="479604" cy="203879"/>
            </a:xfrm>
            <a:prstGeom prst="ellipse">
              <a:avLst/>
            </a:prstGeom>
            <a:gradFill>
              <a:gsLst>
                <a:gs pos="0">
                  <a:srgbClr val="0B1310">
                    <a:alpha val="25973"/>
                  </a:srgbClr>
                </a:gs>
                <a:gs pos="14286">
                  <a:srgbClr val="0B1310">
                    <a:alpha val="24150"/>
                  </a:srgbClr>
                </a:gs>
                <a:gs pos="28571">
                  <a:srgbClr val="0B1310">
                    <a:alpha val="19315"/>
                  </a:srgbClr>
                </a:gs>
                <a:gs pos="42857">
                  <a:srgbClr val="0B1310">
                    <a:alpha val="13132"/>
                  </a:srgbClr>
                </a:gs>
                <a:gs pos="57143">
                  <a:srgbClr val="0B1310">
                    <a:alpha val="7504"/>
                  </a:srgbClr>
                </a:gs>
                <a:gs pos="71429">
                  <a:srgbClr val="0B1310">
                    <a:alpha val="3585"/>
                  </a:srgbClr>
                </a:gs>
                <a:gs pos="85714">
                  <a:srgbClr val="0B1310">
                    <a:alpha val="1433"/>
                  </a:srgbClr>
                </a:gs>
                <a:gs pos="100000">
                  <a:srgbClr val="0B1310">
                    <a:alpha val="4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7712673">
              <a:off x="2158491" y="362118"/>
              <a:ext cx="400551" cy="163314"/>
            </a:xfrm>
            <a:prstGeom prst="ellipse">
              <a:avLst/>
            </a:prstGeom>
            <a:gradFill>
              <a:gsLst>
                <a:gs pos="0">
                  <a:srgbClr val="A4A4A3">
                    <a:alpha val="3100"/>
                  </a:srgbClr>
                </a:gs>
                <a:gs pos="14286">
                  <a:srgbClr val="A4A4A3">
                    <a:alpha val="2853"/>
                  </a:srgbClr>
                </a:gs>
                <a:gs pos="28571">
                  <a:srgbClr val="A4A4A3">
                    <a:alpha val="2222"/>
                  </a:srgbClr>
                </a:gs>
                <a:gs pos="42857">
                  <a:srgbClr val="A4A4A3">
                    <a:alpha val="1463"/>
                  </a:srgbClr>
                </a:gs>
                <a:gs pos="57143">
                  <a:srgbClr val="A4A4A3">
                    <a:alpha val="814"/>
                  </a:srgbClr>
                </a:gs>
                <a:gs pos="71429">
                  <a:srgbClr val="A4A4A3">
                    <a:alpha val="382"/>
                  </a:srgbClr>
                </a:gs>
                <a:gs pos="85714">
                  <a:srgbClr val="A4A4A3">
                    <a:alpha val="151"/>
                  </a:srgbClr>
                </a:gs>
                <a:gs pos="100000">
                  <a:srgbClr val="A4A4A3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-10669348">
              <a:off x="480699" y="3441223"/>
              <a:ext cx="434958" cy="281600"/>
            </a:xfrm>
            <a:prstGeom prst="ellipse">
              <a:avLst/>
            </a:prstGeom>
            <a:gradFill>
              <a:gsLst>
                <a:gs pos="0">
                  <a:srgbClr val="8D8D8E">
                    <a:alpha val="19493"/>
                  </a:srgbClr>
                </a:gs>
                <a:gs pos="14286">
                  <a:srgbClr val="8D8D8E">
                    <a:alpha val="18068"/>
                  </a:srgbClr>
                </a:gs>
                <a:gs pos="28571">
                  <a:srgbClr val="8D8D8E">
                    <a:alpha val="14336"/>
                  </a:srgbClr>
                </a:gs>
                <a:gs pos="42857">
                  <a:srgbClr val="8D8D8E">
                    <a:alpha val="9651"/>
                  </a:srgbClr>
                </a:gs>
                <a:gs pos="57143">
                  <a:srgbClr val="8D8D8E">
                    <a:alpha val="5469"/>
                  </a:srgbClr>
                </a:gs>
                <a:gs pos="71429">
                  <a:srgbClr val="8D8D8E">
                    <a:alpha val="2598"/>
                  </a:srgbClr>
                </a:gs>
                <a:gs pos="85714">
                  <a:srgbClr val="8D8D8E">
                    <a:alpha val="1036"/>
                  </a:srgbClr>
                </a:gs>
                <a:gs pos="100000">
                  <a:srgbClr val="8D8D8E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8537120">
              <a:off x="1005008" y="2949301"/>
              <a:ext cx="79983" cy="67422"/>
            </a:xfrm>
            <a:prstGeom prst="ellipse">
              <a:avLst/>
            </a:prstGeom>
            <a:gradFill>
              <a:gsLst>
                <a:gs pos="0">
                  <a:srgbClr val="D7D7D7">
                    <a:alpha val="32968"/>
                  </a:srgbClr>
                </a:gs>
                <a:gs pos="14286">
                  <a:srgbClr val="D7D7D7">
                    <a:alpha val="30764"/>
                  </a:srgbClr>
                </a:gs>
                <a:gs pos="28571">
                  <a:srgbClr val="D7D7D7">
                    <a:alpha val="24833"/>
                  </a:srgbClr>
                </a:gs>
                <a:gs pos="42857">
                  <a:srgbClr val="D7D7D7">
                    <a:alpha val="17075"/>
                  </a:srgbClr>
                </a:gs>
                <a:gs pos="57143">
                  <a:srgbClr val="D7D7D7">
                    <a:alpha val="9855"/>
                  </a:srgbClr>
                </a:gs>
                <a:gs pos="71429">
                  <a:srgbClr val="D7D7D7">
                    <a:alpha val="4740"/>
                  </a:srgbClr>
                </a:gs>
                <a:gs pos="85714">
                  <a:srgbClr val="D7D7D7">
                    <a:alpha val="1902"/>
                  </a:srgbClr>
                </a:gs>
                <a:gs pos="100000">
                  <a:srgbClr val="D7D7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7983555">
              <a:off x="1298388" y="3291712"/>
              <a:ext cx="442147" cy="98439"/>
            </a:xfrm>
            <a:prstGeom prst="ellipse">
              <a:avLst/>
            </a:prstGeom>
            <a:gradFill>
              <a:gsLst>
                <a:gs pos="0">
                  <a:srgbClr val="848585">
                    <a:alpha val="28326"/>
                  </a:srgbClr>
                </a:gs>
                <a:gs pos="14286">
                  <a:srgbClr val="848585">
                    <a:alpha val="26369"/>
                  </a:srgbClr>
                </a:gs>
                <a:gs pos="28571">
                  <a:srgbClr val="848585">
                    <a:alpha val="21154"/>
                  </a:srgbClr>
                </a:gs>
                <a:gs pos="42857">
                  <a:srgbClr val="848585">
                    <a:alpha val="14435"/>
                  </a:srgbClr>
                </a:gs>
                <a:gs pos="57143">
                  <a:srgbClr val="848585">
                    <a:alpha val="8276"/>
                  </a:srgbClr>
                </a:gs>
                <a:gs pos="71429">
                  <a:srgbClr val="848585">
                    <a:alpha val="3963"/>
                  </a:srgbClr>
                </a:gs>
                <a:gs pos="85714">
                  <a:srgbClr val="848585">
                    <a:alpha val="1586"/>
                  </a:srgbClr>
                </a:gs>
                <a:gs pos="100000">
                  <a:srgbClr val="848585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9540380">
              <a:off x="2017883" y="2454439"/>
              <a:ext cx="616003" cy="268624"/>
            </a:xfrm>
            <a:prstGeom prst="ellipse">
              <a:avLst/>
            </a:prstGeom>
            <a:gradFill>
              <a:gsLst>
                <a:gs pos="0">
                  <a:srgbClr val="8D8C8C">
                    <a:alpha val="15828"/>
                  </a:srgbClr>
                </a:gs>
                <a:gs pos="14286">
                  <a:srgbClr val="8D8C8C">
                    <a:alpha val="14647"/>
                  </a:srgbClr>
                </a:gs>
                <a:gs pos="28571">
                  <a:srgbClr val="8D8C8C">
                    <a:alpha val="11571"/>
                  </a:srgbClr>
                </a:gs>
                <a:gs pos="42857">
                  <a:srgbClr val="8D8C8C">
                    <a:alpha val="7749"/>
                  </a:srgbClr>
                </a:gs>
                <a:gs pos="57143">
                  <a:srgbClr val="8D8C8C">
                    <a:alpha val="4371"/>
                  </a:srgbClr>
                </a:gs>
                <a:gs pos="71429">
                  <a:srgbClr val="8D8C8C">
                    <a:alpha val="2070"/>
                  </a:srgbClr>
                </a:gs>
                <a:gs pos="85714">
                  <a:srgbClr val="8D8C8C">
                    <a:alpha val="824"/>
                  </a:srgbClr>
                </a:gs>
                <a:gs pos="100000">
                  <a:srgbClr val="8D8C8C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5367106">
              <a:off x="1871139" y="1594385"/>
              <a:ext cx="423103" cy="177526"/>
            </a:xfrm>
            <a:prstGeom prst="ellipse">
              <a:avLst/>
            </a:prstGeom>
            <a:gradFill>
              <a:gsLst>
                <a:gs pos="0">
                  <a:srgbClr val="0B0302">
                    <a:alpha val="7829"/>
                  </a:srgbClr>
                </a:gs>
                <a:gs pos="14286">
                  <a:srgbClr val="0B0302">
                    <a:alpha val="7219"/>
                  </a:srgbClr>
                </a:gs>
                <a:gs pos="28571">
                  <a:srgbClr val="0B0302">
                    <a:alpha val="5652"/>
                  </a:srgbClr>
                </a:gs>
                <a:gs pos="42857">
                  <a:srgbClr val="0B0302">
                    <a:alpha val="3744"/>
                  </a:srgbClr>
                </a:gs>
                <a:gs pos="57143">
                  <a:srgbClr val="0B0302">
                    <a:alpha val="2092"/>
                  </a:srgbClr>
                </a:gs>
                <a:gs pos="71429">
                  <a:srgbClr val="0B0302">
                    <a:alpha val="985"/>
                  </a:srgbClr>
                </a:gs>
                <a:gs pos="85714">
                  <a:srgbClr val="0B0302">
                    <a:alpha val="391"/>
                  </a:srgbClr>
                </a:gs>
                <a:gs pos="100000">
                  <a:srgbClr val="0B0302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4956667">
              <a:off x="2152631" y="3295541"/>
              <a:ext cx="543942" cy="166186"/>
            </a:xfrm>
            <a:prstGeom prst="ellipse">
              <a:avLst/>
            </a:prstGeom>
            <a:gradFill>
              <a:gsLst>
                <a:gs pos="0">
                  <a:srgbClr val="999998">
                    <a:alpha val="2332"/>
                  </a:srgbClr>
                </a:gs>
                <a:gs pos="14286">
                  <a:srgbClr val="999998">
                    <a:alpha val="2145"/>
                  </a:srgbClr>
                </a:gs>
                <a:gs pos="28571">
                  <a:srgbClr val="999998">
                    <a:alpha val="1670"/>
                  </a:srgbClr>
                </a:gs>
                <a:gs pos="42857">
                  <a:srgbClr val="999998">
                    <a:alpha val="1098"/>
                  </a:srgbClr>
                </a:gs>
                <a:gs pos="57143">
                  <a:srgbClr val="999998">
                    <a:alpha val="610"/>
                  </a:srgbClr>
                </a:gs>
                <a:gs pos="71429">
                  <a:srgbClr val="999998">
                    <a:alpha val="286"/>
                  </a:srgbClr>
                </a:gs>
                <a:gs pos="85714">
                  <a:srgbClr val="999998">
                    <a:alpha val="113"/>
                  </a:srgbClr>
                </a:gs>
                <a:gs pos="100000">
                  <a:srgbClr val="999998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5243642">
              <a:off x="1155737" y="2808093"/>
              <a:ext cx="268164" cy="52370"/>
            </a:xfrm>
            <a:prstGeom prst="ellipse">
              <a:avLst/>
            </a:prstGeom>
            <a:gradFill>
              <a:gsLst>
                <a:gs pos="0">
                  <a:srgbClr val="0F0009">
                    <a:alpha val="4503"/>
                  </a:srgbClr>
                </a:gs>
                <a:gs pos="14286">
                  <a:srgbClr val="0F0009">
                    <a:alpha val="4146"/>
                  </a:srgbClr>
                </a:gs>
                <a:gs pos="28571">
                  <a:srgbClr val="0F0009">
                    <a:alpha val="3234"/>
                  </a:srgbClr>
                </a:gs>
                <a:gs pos="42857">
                  <a:srgbClr val="0F0009">
                    <a:alpha val="2133"/>
                  </a:srgbClr>
                </a:gs>
                <a:gs pos="57143">
                  <a:srgbClr val="0F0009">
                    <a:alpha val="1188"/>
                  </a:srgbClr>
                </a:gs>
                <a:gs pos="71429">
                  <a:srgbClr val="0F0009">
                    <a:alpha val="558"/>
                  </a:srgbClr>
                </a:gs>
                <a:gs pos="85714">
                  <a:srgbClr val="0F0009">
                    <a:alpha val="221"/>
                  </a:srgbClr>
                </a:gs>
                <a:gs pos="100000">
                  <a:srgbClr val="0F0009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8636662">
              <a:off x="801808" y="3544701"/>
              <a:ext cx="329887" cy="206101"/>
            </a:xfrm>
            <a:prstGeom prst="ellipse">
              <a:avLst/>
            </a:prstGeom>
            <a:gradFill>
              <a:gsLst>
                <a:gs pos="0">
                  <a:srgbClr val="4B4D4F">
                    <a:alpha val="2531"/>
                  </a:srgbClr>
                </a:gs>
                <a:gs pos="14286">
                  <a:srgbClr val="4B4D4F">
                    <a:alpha val="2329"/>
                  </a:srgbClr>
                </a:gs>
                <a:gs pos="28571">
                  <a:srgbClr val="4B4D4F">
                    <a:alpha val="1813"/>
                  </a:srgbClr>
                </a:gs>
                <a:gs pos="42857">
                  <a:srgbClr val="4B4D4F">
                    <a:alpha val="1193"/>
                  </a:srgbClr>
                </a:gs>
                <a:gs pos="57143">
                  <a:srgbClr val="4B4D4F">
                    <a:alpha val="663"/>
                  </a:srgbClr>
                </a:gs>
                <a:gs pos="71429">
                  <a:srgbClr val="4B4D4F">
                    <a:alpha val="311"/>
                  </a:srgbClr>
                </a:gs>
                <a:gs pos="85714">
                  <a:srgbClr val="4B4D4F">
                    <a:alpha val="123"/>
                  </a:srgbClr>
                </a:gs>
                <a:gs pos="100000">
                  <a:srgbClr val="4B4D4F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4069805">
              <a:off x="2669267" y="6423"/>
              <a:ext cx="677588" cy="181928"/>
            </a:xfrm>
            <a:prstGeom prst="ellipse">
              <a:avLst/>
            </a:prstGeom>
            <a:gradFill>
              <a:gsLst>
                <a:gs pos="0">
                  <a:srgbClr val="7E7D7D">
                    <a:alpha val="23441"/>
                  </a:srgbClr>
                </a:gs>
                <a:gs pos="14286">
                  <a:srgbClr val="7E7D7D">
                    <a:alpha val="21769"/>
                  </a:srgbClr>
                </a:gs>
                <a:gs pos="28571">
                  <a:srgbClr val="7E7D7D">
                    <a:alpha val="17355"/>
                  </a:srgbClr>
                </a:gs>
                <a:gs pos="42857">
                  <a:srgbClr val="7E7D7D">
                    <a:alpha val="11753"/>
                  </a:srgbClr>
                </a:gs>
                <a:gs pos="57143">
                  <a:srgbClr val="7E7D7D">
                    <a:alpha val="6694"/>
                  </a:srgbClr>
                </a:gs>
                <a:gs pos="71429">
                  <a:srgbClr val="7E7D7D">
                    <a:alpha val="3191"/>
                  </a:srgbClr>
                </a:gs>
                <a:gs pos="85714">
                  <a:srgbClr val="7E7D7D">
                    <a:alpha val="1274"/>
                  </a:srgbClr>
                </a:gs>
                <a:gs pos="100000">
                  <a:srgbClr val="7E7D7D">
                    <a:alpha val="4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5315275">
              <a:off x="1661578" y="2183443"/>
              <a:ext cx="444785" cy="150164"/>
            </a:xfrm>
            <a:prstGeom prst="ellipse">
              <a:avLst/>
            </a:prstGeom>
            <a:gradFill>
              <a:gsLst>
                <a:gs pos="0">
                  <a:srgbClr val="747474">
                    <a:alpha val="32968"/>
                  </a:srgbClr>
                </a:gs>
                <a:gs pos="14286">
                  <a:srgbClr val="747474">
                    <a:alpha val="30764"/>
                  </a:srgbClr>
                </a:gs>
                <a:gs pos="28571">
                  <a:srgbClr val="747474">
                    <a:alpha val="24833"/>
                  </a:srgbClr>
                </a:gs>
                <a:gs pos="42857">
                  <a:srgbClr val="747474">
                    <a:alpha val="17075"/>
                  </a:srgbClr>
                </a:gs>
                <a:gs pos="57143">
                  <a:srgbClr val="747474">
                    <a:alpha val="9855"/>
                  </a:srgbClr>
                </a:gs>
                <a:gs pos="71429">
                  <a:srgbClr val="747474">
                    <a:alpha val="4740"/>
                  </a:srgbClr>
                </a:gs>
                <a:gs pos="85714">
                  <a:srgbClr val="747474">
                    <a:alpha val="1902"/>
                  </a:srgbClr>
                </a:gs>
                <a:gs pos="100000">
                  <a:srgbClr val="7474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-9113733">
              <a:off x="511644" y="940859"/>
              <a:ext cx="556808" cy="85699"/>
            </a:xfrm>
            <a:prstGeom prst="ellipse">
              <a:avLst/>
            </a:prstGeom>
            <a:gradFill>
              <a:gsLst>
                <a:gs pos="0">
                  <a:srgbClr val="060E11">
                    <a:alpha val="3844"/>
                  </a:srgbClr>
                </a:gs>
                <a:gs pos="14286">
                  <a:srgbClr val="060E11">
                    <a:alpha val="3539"/>
                  </a:srgbClr>
                </a:gs>
                <a:gs pos="28571">
                  <a:srgbClr val="060E11">
                    <a:alpha val="2759"/>
                  </a:srgbClr>
                </a:gs>
                <a:gs pos="42857">
                  <a:srgbClr val="060E11">
                    <a:alpha val="1818"/>
                  </a:srgbClr>
                </a:gs>
                <a:gs pos="57143">
                  <a:srgbClr val="060E11">
                    <a:alpha val="1012"/>
                  </a:srgbClr>
                </a:gs>
                <a:gs pos="71429">
                  <a:srgbClr val="060E11">
                    <a:alpha val="475"/>
                  </a:srgbClr>
                </a:gs>
                <a:gs pos="85714">
                  <a:srgbClr val="060E11">
                    <a:alpha val="188"/>
                  </a:srgbClr>
                </a:gs>
                <a:gs pos="100000">
                  <a:srgbClr val="060E11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-8497651">
              <a:off x="3161774" y="1120300"/>
              <a:ext cx="590607" cy="96706"/>
            </a:xfrm>
            <a:prstGeom prst="ellipse">
              <a:avLst/>
            </a:prstGeom>
            <a:gradFill>
              <a:gsLst>
                <a:gs pos="0">
                  <a:srgbClr val="3E3E40">
                    <a:alpha val="9380"/>
                  </a:srgbClr>
                </a:gs>
                <a:gs pos="14286">
                  <a:srgbClr val="3E3E40">
                    <a:alpha val="8655"/>
                  </a:srgbClr>
                </a:gs>
                <a:gs pos="28571">
                  <a:srgbClr val="3E3E40">
                    <a:alpha val="6787"/>
                  </a:srgbClr>
                </a:gs>
                <a:gs pos="42857">
                  <a:srgbClr val="3E3E40">
                    <a:alpha val="4506"/>
                  </a:srgbClr>
                </a:gs>
                <a:gs pos="57143">
                  <a:srgbClr val="3E3E40">
                    <a:alpha val="2522"/>
                  </a:srgbClr>
                </a:gs>
                <a:gs pos="71429">
                  <a:srgbClr val="3E3E40">
                    <a:alpha val="1189"/>
                  </a:srgbClr>
                </a:gs>
                <a:gs pos="85714">
                  <a:srgbClr val="3E3E40">
                    <a:alpha val="472"/>
                  </a:srgbClr>
                </a:gs>
                <a:gs pos="100000">
                  <a:srgbClr val="3E3E40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4645523">
              <a:off x="1690900" y="1036103"/>
              <a:ext cx="510798" cy="159514"/>
            </a:xfrm>
            <a:prstGeom prst="ellipse">
              <a:avLst/>
            </a:prstGeom>
            <a:gradFill>
              <a:gsLst>
                <a:gs pos="0">
                  <a:srgbClr val="999998">
                    <a:alpha val="22809"/>
                  </a:srgbClr>
                </a:gs>
                <a:gs pos="14286">
                  <a:srgbClr val="999998">
                    <a:alpha val="21176"/>
                  </a:srgbClr>
                </a:gs>
                <a:gs pos="28571">
                  <a:srgbClr val="999998">
                    <a:alpha val="16869"/>
                  </a:srgbClr>
                </a:gs>
                <a:gs pos="42857">
                  <a:srgbClr val="999998">
                    <a:alpha val="11413"/>
                  </a:srgbClr>
                </a:gs>
                <a:gs pos="57143">
                  <a:srgbClr val="999998">
                    <a:alpha val="6494"/>
                  </a:srgbClr>
                </a:gs>
                <a:gs pos="71429">
                  <a:srgbClr val="999998">
                    <a:alpha val="3094"/>
                  </a:srgbClr>
                </a:gs>
                <a:gs pos="85714">
                  <a:srgbClr val="999998">
                    <a:alpha val="1235"/>
                  </a:srgbClr>
                </a:gs>
                <a:gs pos="100000">
                  <a:srgbClr val="999998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6476620">
              <a:off x="3005889" y="2411887"/>
              <a:ext cx="354577" cy="173462"/>
            </a:xfrm>
            <a:prstGeom prst="ellipse">
              <a:avLst/>
            </a:prstGeom>
            <a:gradFill>
              <a:gsLst>
                <a:gs pos="0">
                  <a:srgbClr val="001200">
                    <a:alpha val="7074"/>
                  </a:srgbClr>
                </a:gs>
                <a:gs pos="14286">
                  <a:srgbClr val="001200">
                    <a:alpha val="6521"/>
                  </a:srgbClr>
                </a:gs>
                <a:gs pos="28571">
                  <a:srgbClr val="001200">
                    <a:alpha val="5101"/>
                  </a:srgbClr>
                </a:gs>
                <a:gs pos="42857">
                  <a:srgbClr val="001200">
                    <a:alpha val="3376"/>
                  </a:srgbClr>
                </a:gs>
                <a:gs pos="57143">
                  <a:srgbClr val="001200">
                    <a:alpha val="1885"/>
                  </a:srgbClr>
                </a:gs>
                <a:gs pos="71429">
                  <a:srgbClr val="001200">
                    <a:alpha val="887"/>
                  </a:srgbClr>
                </a:gs>
                <a:gs pos="85714">
                  <a:srgbClr val="001200">
                    <a:alpha val="352"/>
                  </a:srgbClr>
                </a:gs>
                <a:gs pos="100000">
                  <a:srgbClr val="001200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6925802">
              <a:off x="586811" y="2001839"/>
              <a:ext cx="407730" cy="51429"/>
            </a:xfrm>
            <a:prstGeom prst="ellipse">
              <a:avLst/>
            </a:prstGeom>
            <a:gradFill>
              <a:gsLst>
                <a:gs pos="0">
                  <a:srgbClr val="A1A2A1">
                    <a:alpha val="1921"/>
                  </a:srgbClr>
                </a:gs>
                <a:gs pos="14286">
                  <a:srgbClr val="A1A2A1">
                    <a:alpha val="1767"/>
                  </a:srgbClr>
                </a:gs>
                <a:gs pos="28571">
                  <a:srgbClr val="A1A2A1">
                    <a:alpha val="1375"/>
                  </a:srgbClr>
                </a:gs>
                <a:gs pos="42857">
                  <a:srgbClr val="A1A2A1">
                    <a:alpha val="904"/>
                  </a:srgbClr>
                </a:gs>
                <a:gs pos="57143">
                  <a:srgbClr val="A1A2A1">
                    <a:alpha val="502"/>
                  </a:srgbClr>
                </a:gs>
                <a:gs pos="71429">
                  <a:srgbClr val="A1A2A1">
                    <a:alpha val="235"/>
                  </a:srgbClr>
                </a:gs>
                <a:gs pos="85714">
                  <a:srgbClr val="A1A2A1">
                    <a:alpha val="93"/>
                  </a:srgbClr>
                </a:gs>
                <a:gs pos="100000">
                  <a:srgbClr val="A1A2A1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-9952990">
              <a:off x="621016" y="2187553"/>
              <a:ext cx="597390" cy="45911"/>
            </a:xfrm>
            <a:prstGeom prst="ellipse">
              <a:avLst/>
            </a:prstGeom>
            <a:gradFill>
              <a:gsLst>
                <a:gs pos="0">
                  <a:srgbClr val="1A180F">
                    <a:alpha val="3577"/>
                  </a:srgbClr>
                </a:gs>
                <a:gs pos="14286">
                  <a:srgbClr val="1A180F">
                    <a:alpha val="3293"/>
                  </a:srgbClr>
                </a:gs>
                <a:gs pos="28571">
                  <a:srgbClr val="1A180F">
                    <a:alpha val="2566"/>
                  </a:srgbClr>
                </a:gs>
                <a:gs pos="42857">
                  <a:srgbClr val="1A180F">
                    <a:alpha val="1691"/>
                  </a:srgbClr>
                </a:gs>
                <a:gs pos="57143">
                  <a:srgbClr val="1A180F">
                    <a:alpha val="940"/>
                  </a:srgbClr>
                </a:gs>
                <a:gs pos="71429">
                  <a:srgbClr val="1A180F">
                    <a:alpha val="441"/>
                  </a:srgbClr>
                </a:gs>
                <a:gs pos="85714">
                  <a:srgbClr val="1A180F">
                    <a:alpha val="175"/>
                  </a:srgbClr>
                </a:gs>
                <a:gs pos="100000">
                  <a:srgbClr val="1A180F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3541318">
              <a:off x="2446031" y="315910"/>
              <a:ext cx="669162" cy="96505"/>
            </a:xfrm>
            <a:prstGeom prst="ellipse">
              <a:avLst/>
            </a:prstGeom>
            <a:gradFill>
              <a:gsLst>
                <a:gs pos="0">
                  <a:srgbClr val="0E220E">
                    <a:alpha val="2614"/>
                  </a:srgbClr>
                </a:gs>
                <a:gs pos="14286">
                  <a:srgbClr val="0E220E">
                    <a:alpha val="2405"/>
                  </a:srgbClr>
                </a:gs>
                <a:gs pos="28571">
                  <a:srgbClr val="0E220E">
                    <a:alpha val="1872"/>
                  </a:srgbClr>
                </a:gs>
                <a:gs pos="42857">
                  <a:srgbClr val="0E220E">
                    <a:alpha val="1232"/>
                  </a:srgbClr>
                </a:gs>
                <a:gs pos="57143">
                  <a:srgbClr val="0E220E">
                    <a:alpha val="685"/>
                  </a:srgbClr>
                </a:gs>
                <a:gs pos="71429">
                  <a:srgbClr val="0E220E">
                    <a:alpha val="321"/>
                  </a:srgbClr>
                </a:gs>
                <a:gs pos="85714">
                  <a:srgbClr val="0E220E">
                    <a:alpha val="127"/>
                  </a:srgbClr>
                </a:gs>
                <a:gs pos="100000">
                  <a:srgbClr val="0E220E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6670580">
              <a:off x="1791323" y="1394390"/>
              <a:ext cx="423430" cy="239450"/>
            </a:xfrm>
            <a:prstGeom prst="ellipse">
              <a:avLst/>
            </a:prstGeom>
            <a:gradFill>
              <a:gsLst>
                <a:gs pos="0">
                  <a:srgbClr val="C9C9C9">
                    <a:alpha val="28028"/>
                  </a:srgbClr>
                </a:gs>
                <a:gs pos="14286">
                  <a:srgbClr val="C9C9C9">
                    <a:alpha val="26088"/>
                  </a:srgbClr>
                </a:gs>
                <a:gs pos="28571">
                  <a:srgbClr val="C9C9C9">
                    <a:alpha val="20920"/>
                  </a:srgbClr>
                </a:gs>
                <a:gs pos="42857">
                  <a:srgbClr val="C9C9C9">
                    <a:alpha val="14269"/>
                  </a:srgbClr>
                </a:gs>
                <a:gs pos="57143">
                  <a:srgbClr val="C9C9C9">
                    <a:alpha val="8177"/>
                  </a:srgbClr>
                </a:gs>
                <a:gs pos="71429">
                  <a:srgbClr val="C9C9C9">
                    <a:alpha val="3914"/>
                  </a:srgbClr>
                </a:gs>
                <a:gs pos="85714">
                  <a:srgbClr val="C9C9C9">
                    <a:alpha val="1567"/>
                  </a:srgbClr>
                </a:gs>
                <a:gs pos="100000">
                  <a:srgbClr val="C9C9C9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6515728">
              <a:off x="1635160" y="1332219"/>
              <a:ext cx="692194" cy="185656"/>
            </a:xfrm>
            <a:prstGeom prst="ellipse">
              <a:avLst/>
            </a:prstGeom>
            <a:gradFill>
              <a:gsLst>
                <a:gs pos="0">
                  <a:srgbClr val="B5B4B5">
                    <a:alpha val="32968"/>
                  </a:srgbClr>
                </a:gs>
                <a:gs pos="14286">
                  <a:srgbClr val="B5B4B5">
                    <a:alpha val="30764"/>
                  </a:srgbClr>
                </a:gs>
                <a:gs pos="28571">
                  <a:srgbClr val="B5B4B5">
                    <a:alpha val="24833"/>
                  </a:srgbClr>
                </a:gs>
                <a:gs pos="42857">
                  <a:srgbClr val="B5B4B5">
                    <a:alpha val="17075"/>
                  </a:srgbClr>
                </a:gs>
                <a:gs pos="57143">
                  <a:srgbClr val="B5B4B5">
                    <a:alpha val="9855"/>
                  </a:srgbClr>
                </a:gs>
                <a:gs pos="71429">
                  <a:srgbClr val="B5B4B5">
                    <a:alpha val="4740"/>
                  </a:srgbClr>
                </a:gs>
                <a:gs pos="85714">
                  <a:srgbClr val="B5B4B5">
                    <a:alpha val="1902"/>
                  </a:srgbClr>
                </a:gs>
                <a:gs pos="100000">
                  <a:srgbClr val="B5B4B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2859065">
              <a:off x="2297338" y="3026134"/>
              <a:ext cx="654213" cy="175000"/>
            </a:xfrm>
            <a:prstGeom prst="ellipse">
              <a:avLst/>
            </a:prstGeom>
            <a:gradFill>
              <a:gsLst>
                <a:gs pos="0">
                  <a:srgbClr val="989998">
                    <a:alpha val="3789"/>
                  </a:srgbClr>
                </a:gs>
                <a:gs pos="14286">
                  <a:srgbClr val="989998">
                    <a:alpha val="3488"/>
                  </a:srgbClr>
                </a:gs>
                <a:gs pos="28571">
                  <a:srgbClr val="989998">
                    <a:alpha val="2719"/>
                  </a:srgbClr>
                </a:gs>
                <a:gs pos="42857">
                  <a:srgbClr val="989998">
                    <a:alpha val="1792"/>
                  </a:srgbClr>
                </a:gs>
                <a:gs pos="57143">
                  <a:srgbClr val="989998">
                    <a:alpha val="997"/>
                  </a:srgbClr>
                </a:gs>
                <a:gs pos="71429">
                  <a:srgbClr val="989998">
                    <a:alpha val="468"/>
                  </a:srgbClr>
                </a:gs>
                <a:gs pos="85714">
                  <a:srgbClr val="989998">
                    <a:alpha val="185"/>
                  </a:srgbClr>
                </a:gs>
                <a:gs pos="100000">
                  <a:srgbClr val="989998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5212528">
              <a:off x="1381158" y="1608587"/>
              <a:ext cx="69746" cy="31661"/>
            </a:xfrm>
            <a:prstGeom prst="ellipse">
              <a:avLst/>
            </a:prstGeom>
            <a:gradFill>
              <a:gsLst>
                <a:gs pos="0">
                  <a:srgbClr val="150C03">
                    <a:alpha val="15175"/>
                  </a:srgbClr>
                </a:gs>
                <a:gs pos="14286">
                  <a:srgbClr val="150C03">
                    <a:alpha val="14038"/>
                  </a:srgbClr>
                </a:gs>
                <a:gs pos="28571">
                  <a:srgbClr val="150C03">
                    <a:alpha val="11081"/>
                  </a:srgbClr>
                </a:gs>
                <a:gs pos="42857">
                  <a:srgbClr val="150C03">
                    <a:alpha val="7414"/>
                  </a:srgbClr>
                </a:gs>
                <a:gs pos="57143">
                  <a:srgbClr val="150C03">
                    <a:alpha val="4179"/>
                  </a:srgbClr>
                </a:gs>
                <a:gs pos="71429">
                  <a:srgbClr val="150C03">
                    <a:alpha val="1978"/>
                  </a:srgbClr>
                </a:gs>
                <a:gs pos="85714">
                  <a:srgbClr val="150C03">
                    <a:alpha val="787"/>
                  </a:srgbClr>
                </a:gs>
                <a:gs pos="100000">
                  <a:srgbClr val="150C03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4494579">
              <a:off x="900007" y="958562"/>
              <a:ext cx="388010" cy="41789"/>
            </a:xfrm>
            <a:prstGeom prst="ellipse">
              <a:avLst/>
            </a:prstGeom>
            <a:gradFill>
              <a:gsLst>
                <a:gs pos="0">
                  <a:srgbClr val="929394">
                    <a:alpha val="6726"/>
                  </a:srgbClr>
                </a:gs>
                <a:gs pos="14286">
                  <a:srgbClr val="929394">
                    <a:alpha val="6199"/>
                  </a:srgbClr>
                </a:gs>
                <a:gs pos="28571">
                  <a:srgbClr val="929394">
                    <a:alpha val="4847"/>
                  </a:srgbClr>
                </a:gs>
                <a:gs pos="42857">
                  <a:srgbClr val="929394">
                    <a:alpha val="3207"/>
                  </a:srgbClr>
                </a:gs>
                <a:gs pos="57143">
                  <a:srgbClr val="929394">
                    <a:alpha val="1790"/>
                  </a:srgbClr>
                </a:gs>
                <a:gs pos="71429">
                  <a:srgbClr val="929394">
                    <a:alpha val="842"/>
                  </a:srgbClr>
                </a:gs>
                <a:gs pos="85714">
                  <a:srgbClr val="929394">
                    <a:alpha val="334"/>
                  </a:srgbClr>
                </a:gs>
                <a:gs pos="100000">
                  <a:srgbClr val="929394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8971778">
              <a:off x="976815" y="2939082"/>
              <a:ext cx="118122" cy="903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5165234">
              <a:off x="3413460" y="1402822"/>
              <a:ext cx="454640" cy="44297"/>
            </a:xfrm>
            <a:prstGeom prst="ellipse">
              <a:avLst/>
            </a:prstGeom>
            <a:gradFill>
              <a:gsLst>
                <a:gs pos="0">
                  <a:srgbClr val="A5A6A6">
                    <a:alpha val="1698"/>
                  </a:srgbClr>
                </a:gs>
                <a:gs pos="14286">
                  <a:srgbClr val="A5A6A6">
                    <a:alpha val="1562"/>
                  </a:srgbClr>
                </a:gs>
                <a:gs pos="28571">
                  <a:srgbClr val="A5A6A6">
                    <a:alpha val="1215"/>
                  </a:srgbClr>
                </a:gs>
                <a:gs pos="42857">
                  <a:srgbClr val="A5A6A6">
                    <a:alpha val="798"/>
                  </a:srgbClr>
                </a:gs>
                <a:gs pos="57143">
                  <a:srgbClr val="A5A6A6">
                    <a:alpha val="443"/>
                  </a:srgbClr>
                </a:gs>
                <a:gs pos="71429">
                  <a:srgbClr val="A5A6A6">
                    <a:alpha val="208"/>
                  </a:srgbClr>
                </a:gs>
                <a:gs pos="85714">
                  <a:srgbClr val="A5A6A6">
                    <a:alpha val="82"/>
                  </a:srgbClr>
                </a:gs>
                <a:gs pos="100000">
                  <a:srgbClr val="A5A6A6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6553342">
              <a:off x="1196304" y="2501064"/>
              <a:ext cx="212440" cy="50627"/>
            </a:xfrm>
            <a:prstGeom prst="ellipse">
              <a:avLst/>
            </a:prstGeom>
            <a:gradFill>
              <a:gsLst>
                <a:gs pos="0">
                  <a:srgbClr val="7B7A79">
                    <a:alpha val="30354"/>
                  </a:srgbClr>
                </a:gs>
                <a:gs pos="14286">
                  <a:srgbClr val="7B7A79">
                    <a:alpha val="28286"/>
                  </a:srgbClr>
                </a:gs>
                <a:gs pos="28571">
                  <a:srgbClr val="7B7A79">
                    <a:alpha val="22753"/>
                  </a:srgbClr>
                </a:gs>
                <a:gs pos="42857">
                  <a:srgbClr val="7B7A79">
                    <a:alpha val="15577"/>
                  </a:srgbClr>
                </a:gs>
                <a:gs pos="57143">
                  <a:srgbClr val="7B7A79">
                    <a:alpha val="8956"/>
                  </a:srgbClr>
                </a:gs>
                <a:gs pos="71429">
                  <a:srgbClr val="7B7A79">
                    <a:alpha val="4297"/>
                  </a:srgbClr>
                </a:gs>
                <a:gs pos="85714">
                  <a:srgbClr val="7B7A79">
                    <a:alpha val="1722"/>
                  </a:srgbClr>
                </a:gs>
                <a:gs pos="100000">
                  <a:srgbClr val="7B7A79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4864944">
              <a:off x="603825" y="1145001"/>
              <a:ext cx="290040" cy="72898"/>
            </a:xfrm>
            <a:prstGeom prst="ellipse">
              <a:avLst/>
            </a:prstGeom>
            <a:gradFill>
              <a:gsLst>
                <a:gs pos="0">
                  <a:srgbClr val="18282D">
                    <a:alpha val="32968"/>
                  </a:srgbClr>
                </a:gs>
                <a:gs pos="14286">
                  <a:srgbClr val="18282D">
                    <a:alpha val="30764"/>
                  </a:srgbClr>
                </a:gs>
                <a:gs pos="28571">
                  <a:srgbClr val="18282D">
                    <a:alpha val="24833"/>
                  </a:srgbClr>
                </a:gs>
                <a:gs pos="42857">
                  <a:srgbClr val="18282D">
                    <a:alpha val="17075"/>
                  </a:srgbClr>
                </a:gs>
                <a:gs pos="57143">
                  <a:srgbClr val="18282D">
                    <a:alpha val="9855"/>
                  </a:srgbClr>
                </a:gs>
                <a:gs pos="71429">
                  <a:srgbClr val="18282D">
                    <a:alpha val="4740"/>
                  </a:srgbClr>
                </a:gs>
                <a:gs pos="85714">
                  <a:srgbClr val="18282D">
                    <a:alpha val="1902"/>
                  </a:srgbClr>
                </a:gs>
                <a:gs pos="100000">
                  <a:srgbClr val="1828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-10132382">
              <a:off x="3196333" y="1578757"/>
              <a:ext cx="556465" cy="195662"/>
            </a:xfrm>
            <a:prstGeom prst="ellipse">
              <a:avLst/>
            </a:prstGeom>
            <a:gradFill>
              <a:gsLst>
                <a:gs pos="0">
                  <a:srgbClr val="353A36">
                    <a:alpha val="11629"/>
                  </a:srgbClr>
                </a:gs>
                <a:gs pos="14286">
                  <a:srgbClr val="353A36">
                    <a:alpha val="10741"/>
                  </a:srgbClr>
                </a:gs>
                <a:gs pos="28571">
                  <a:srgbClr val="353A36">
                    <a:alpha val="8444"/>
                  </a:srgbClr>
                </a:gs>
                <a:gs pos="42857">
                  <a:srgbClr val="353A36">
                    <a:alpha val="5622"/>
                  </a:srgbClr>
                </a:gs>
                <a:gs pos="57143">
                  <a:srgbClr val="353A36">
                    <a:alpha val="3156"/>
                  </a:srgbClr>
                </a:gs>
                <a:gs pos="71429">
                  <a:srgbClr val="353A36">
                    <a:alpha val="1490"/>
                  </a:srgbClr>
                </a:gs>
                <a:gs pos="85714">
                  <a:srgbClr val="353A36">
                    <a:alpha val="592"/>
                  </a:srgbClr>
                </a:gs>
                <a:gs pos="100000">
                  <a:srgbClr val="353A36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-10001179">
              <a:off x="3208043" y="3267884"/>
              <a:ext cx="493880" cy="84117"/>
            </a:xfrm>
            <a:prstGeom prst="ellipse">
              <a:avLst/>
            </a:prstGeom>
            <a:gradFill>
              <a:gsLst>
                <a:gs pos="0">
                  <a:srgbClr val="353938">
                    <a:alpha val="1404"/>
                  </a:srgbClr>
                </a:gs>
                <a:gs pos="14286">
                  <a:srgbClr val="353938">
                    <a:alpha val="1291"/>
                  </a:srgbClr>
                </a:gs>
                <a:gs pos="28571">
                  <a:srgbClr val="353938">
                    <a:alpha val="1004"/>
                  </a:srgbClr>
                </a:gs>
                <a:gs pos="42857">
                  <a:srgbClr val="353938">
                    <a:alpha val="659"/>
                  </a:srgbClr>
                </a:gs>
                <a:gs pos="57143">
                  <a:srgbClr val="353938">
                    <a:alpha val="366"/>
                  </a:srgbClr>
                </a:gs>
                <a:gs pos="71429">
                  <a:srgbClr val="353938">
                    <a:alpha val="171"/>
                  </a:srgbClr>
                </a:gs>
                <a:gs pos="85714">
                  <a:srgbClr val="353938">
                    <a:alpha val="68"/>
                  </a:srgbClr>
                </a:gs>
                <a:gs pos="100000">
                  <a:srgbClr val="353938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10099656">
              <a:off x="1160835" y="2015405"/>
              <a:ext cx="465397" cy="119268"/>
            </a:xfrm>
            <a:prstGeom prst="ellipse">
              <a:avLst/>
            </a:prstGeom>
            <a:gradFill>
              <a:gsLst>
                <a:gs pos="0">
                  <a:srgbClr val="767575">
                    <a:alpha val="32968"/>
                  </a:srgbClr>
                </a:gs>
                <a:gs pos="14286">
                  <a:srgbClr val="767575">
                    <a:alpha val="30764"/>
                  </a:srgbClr>
                </a:gs>
                <a:gs pos="28571">
                  <a:srgbClr val="767575">
                    <a:alpha val="24833"/>
                  </a:srgbClr>
                </a:gs>
                <a:gs pos="42857">
                  <a:srgbClr val="767575">
                    <a:alpha val="17075"/>
                  </a:srgbClr>
                </a:gs>
                <a:gs pos="57143">
                  <a:srgbClr val="767575">
                    <a:alpha val="9855"/>
                  </a:srgbClr>
                </a:gs>
                <a:gs pos="71429">
                  <a:srgbClr val="767575">
                    <a:alpha val="4740"/>
                  </a:srgbClr>
                </a:gs>
                <a:gs pos="85714">
                  <a:srgbClr val="767575">
                    <a:alpha val="1902"/>
                  </a:srgbClr>
                </a:gs>
                <a:gs pos="100000">
                  <a:srgbClr val="7675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-8782422">
              <a:off x="1790018" y="1129"/>
              <a:ext cx="512723" cy="119856"/>
            </a:xfrm>
            <a:prstGeom prst="ellipse">
              <a:avLst/>
            </a:prstGeom>
            <a:gradFill>
              <a:gsLst>
                <a:gs pos="0">
                  <a:srgbClr val="666766">
                    <a:alpha val="32968"/>
                  </a:srgbClr>
                </a:gs>
                <a:gs pos="14286">
                  <a:srgbClr val="666766">
                    <a:alpha val="30764"/>
                  </a:srgbClr>
                </a:gs>
                <a:gs pos="28571">
                  <a:srgbClr val="666766">
                    <a:alpha val="24833"/>
                  </a:srgbClr>
                </a:gs>
                <a:gs pos="42857">
                  <a:srgbClr val="666766">
                    <a:alpha val="17075"/>
                  </a:srgbClr>
                </a:gs>
                <a:gs pos="57143">
                  <a:srgbClr val="666766">
                    <a:alpha val="9855"/>
                  </a:srgbClr>
                </a:gs>
                <a:gs pos="71429">
                  <a:srgbClr val="666766">
                    <a:alpha val="4740"/>
                  </a:srgbClr>
                </a:gs>
                <a:gs pos="85714">
                  <a:srgbClr val="666766">
                    <a:alpha val="1902"/>
                  </a:srgbClr>
                </a:gs>
                <a:gs pos="100000">
                  <a:srgbClr val="6667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-9027039">
              <a:off x="715547" y="1728652"/>
              <a:ext cx="483476" cy="282879"/>
            </a:xfrm>
            <a:prstGeom prst="ellipse">
              <a:avLst/>
            </a:prstGeom>
            <a:gradFill>
              <a:gsLst>
                <a:gs pos="0">
                  <a:srgbClr val="231D1D">
                    <a:alpha val="1371"/>
                  </a:srgbClr>
                </a:gs>
                <a:gs pos="14286">
                  <a:srgbClr val="231D1D">
                    <a:alpha val="1261"/>
                  </a:srgbClr>
                </a:gs>
                <a:gs pos="28571">
                  <a:srgbClr val="231D1D">
                    <a:alpha val="980"/>
                  </a:srgbClr>
                </a:gs>
                <a:gs pos="42857">
                  <a:srgbClr val="231D1D">
                    <a:alpha val="644"/>
                  </a:srgbClr>
                </a:gs>
                <a:gs pos="57143">
                  <a:srgbClr val="231D1D">
                    <a:alpha val="357"/>
                  </a:srgbClr>
                </a:gs>
                <a:gs pos="71429">
                  <a:srgbClr val="231D1D">
                    <a:alpha val="167"/>
                  </a:srgbClr>
                </a:gs>
                <a:gs pos="85714">
                  <a:srgbClr val="231D1D">
                    <a:alpha val="66"/>
                  </a:srgbClr>
                </a:gs>
                <a:gs pos="100000">
                  <a:srgbClr val="231D1D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4925401">
              <a:off x="2288892" y="2261847"/>
              <a:ext cx="480929" cy="173392"/>
            </a:xfrm>
            <a:prstGeom prst="ellipse">
              <a:avLst/>
            </a:prstGeom>
            <a:gradFill>
              <a:gsLst>
                <a:gs pos="0">
                  <a:srgbClr val="9F9E9E">
                    <a:alpha val="5147"/>
                  </a:srgbClr>
                </a:gs>
                <a:gs pos="14286">
                  <a:srgbClr val="9F9E9E">
                    <a:alpha val="4741"/>
                  </a:srgbClr>
                </a:gs>
                <a:gs pos="28571">
                  <a:srgbClr val="9F9E9E">
                    <a:alpha val="3701"/>
                  </a:srgbClr>
                </a:gs>
                <a:gs pos="42857">
                  <a:srgbClr val="9F9E9E">
                    <a:alpha val="2443"/>
                  </a:srgbClr>
                </a:gs>
                <a:gs pos="57143">
                  <a:srgbClr val="9F9E9E">
                    <a:alpha val="1361"/>
                  </a:srgbClr>
                </a:gs>
                <a:gs pos="71429">
                  <a:srgbClr val="9F9E9E">
                    <a:alpha val="639"/>
                  </a:srgbClr>
                </a:gs>
                <a:gs pos="85714">
                  <a:srgbClr val="9F9E9E">
                    <a:alpha val="253"/>
                  </a:srgbClr>
                </a:gs>
                <a:gs pos="100000">
                  <a:srgbClr val="9F9E9E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4559643">
              <a:off x="3311126" y="1207605"/>
              <a:ext cx="458754" cy="229474"/>
            </a:xfrm>
            <a:prstGeom prst="ellipse">
              <a:avLst/>
            </a:prstGeom>
            <a:gradFill>
              <a:gsLst>
                <a:gs pos="0">
                  <a:srgbClr val="4A4949">
                    <a:alpha val="12422"/>
                  </a:srgbClr>
                </a:gs>
                <a:gs pos="14286">
                  <a:srgbClr val="4A4949">
                    <a:alpha val="11478"/>
                  </a:srgbClr>
                </a:gs>
                <a:gs pos="28571">
                  <a:srgbClr val="4A4949">
                    <a:alpha val="9032"/>
                  </a:srgbClr>
                </a:gs>
                <a:gs pos="42857">
                  <a:srgbClr val="4A4949">
                    <a:alpha val="6020"/>
                  </a:srgbClr>
                </a:gs>
                <a:gs pos="57143">
                  <a:srgbClr val="4A4949">
                    <a:alpha val="3382"/>
                  </a:srgbClr>
                </a:gs>
                <a:gs pos="71429">
                  <a:srgbClr val="4A4949">
                    <a:alpha val="1598"/>
                  </a:srgbClr>
                </a:gs>
                <a:gs pos="85714">
                  <a:srgbClr val="4A4949">
                    <a:alpha val="635"/>
                  </a:srgbClr>
                </a:gs>
                <a:gs pos="100000">
                  <a:srgbClr val="4A4949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10151459">
              <a:off x="274560" y="3482306"/>
              <a:ext cx="403916" cy="177631"/>
            </a:xfrm>
            <a:prstGeom prst="ellipse">
              <a:avLst/>
            </a:prstGeom>
            <a:gradFill>
              <a:gsLst>
                <a:gs pos="0">
                  <a:srgbClr val="A4A3A3">
                    <a:alpha val="1551"/>
                  </a:srgbClr>
                </a:gs>
                <a:gs pos="14286">
                  <a:srgbClr val="A4A3A3">
                    <a:alpha val="1426"/>
                  </a:srgbClr>
                </a:gs>
                <a:gs pos="28571">
                  <a:srgbClr val="A4A3A3">
                    <a:alpha val="1109"/>
                  </a:srgbClr>
                </a:gs>
                <a:gs pos="42857">
                  <a:srgbClr val="A4A3A3">
                    <a:alpha val="729"/>
                  </a:srgbClr>
                </a:gs>
                <a:gs pos="57143">
                  <a:srgbClr val="A4A3A3">
                    <a:alpha val="404"/>
                  </a:srgbClr>
                </a:gs>
                <a:gs pos="71429">
                  <a:srgbClr val="A4A3A3">
                    <a:alpha val="190"/>
                  </a:srgbClr>
                </a:gs>
                <a:gs pos="85714">
                  <a:srgbClr val="A4A3A3">
                    <a:alpha val="75"/>
                  </a:srgbClr>
                </a:gs>
                <a:gs pos="100000">
                  <a:srgbClr val="A4A3A3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-8136613">
              <a:off x="3084889" y="1028881"/>
              <a:ext cx="618042" cy="255564"/>
            </a:xfrm>
            <a:prstGeom prst="ellipse">
              <a:avLst/>
            </a:prstGeom>
            <a:gradFill>
              <a:gsLst>
                <a:gs pos="0">
                  <a:srgbClr val="919191">
                    <a:alpha val="3995"/>
                  </a:srgbClr>
                </a:gs>
                <a:gs pos="14286">
                  <a:srgbClr val="919191">
                    <a:alpha val="3678"/>
                  </a:srgbClr>
                </a:gs>
                <a:gs pos="28571">
                  <a:srgbClr val="919191">
                    <a:alpha val="2867"/>
                  </a:srgbClr>
                </a:gs>
                <a:gs pos="42857">
                  <a:srgbClr val="919191">
                    <a:alpha val="1890"/>
                  </a:srgbClr>
                </a:gs>
                <a:gs pos="57143">
                  <a:srgbClr val="919191">
                    <a:alpha val="1052"/>
                  </a:srgbClr>
                </a:gs>
                <a:gs pos="71429">
                  <a:srgbClr val="919191">
                    <a:alpha val="494"/>
                  </a:srgbClr>
                </a:gs>
                <a:gs pos="85714">
                  <a:srgbClr val="919191">
                    <a:alpha val="196"/>
                  </a:srgbClr>
                </a:gs>
                <a:gs pos="100000">
                  <a:srgbClr val="919191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-10025846">
              <a:off x="1229057" y="1673875"/>
              <a:ext cx="293031" cy="82054"/>
            </a:xfrm>
            <a:prstGeom prst="ellipse">
              <a:avLst/>
            </a:prstGeom>
            <a:gradFill>
              <a:gsLst>
                <a:gs pos="0">
                  <a:srgbClr val="908F8F">
                    <a:alpha val="7283"/>
                  </a:srgbClr>
                </a:gs>
                <a:gs pos="14286">
                  <a:srgbClr val="908F8F">
                    <a:alpha val="6714"/>
                  </a:srgbClr>
                </a:gs>
                <a:gs pos="28571">
                  <a:srgbClr val="908F8F">
                    <a:alpha val="5253"/>
                  </a:srgbClr>
                </a:gs>
                <a:gs pos="42857">
                  <a:srgbClr val="908F8F">
                    <a:alpha val="3478"/>
                  </a:srgbClr>
                </a:gs>
                <a:gs pos="57143">
                  <a:srgbClr val="908F8F">
                    <a:alpha val="1942"/>
                  </a:srgbClr>
                </a:gs>
                <a:gs pos="71429">
                  <a:srgbClr val="908F8F">
                    <a:alpha val="914"/>
                  </a:srgbClr>
                </a:gs>
                <a:gs pos="85714">
                  <a:srgbClr val="908F8F">
                    <a:alpha val="362"/>
                  </a:srgbClr>
                </a:gs>
                <a:gs pos="100000">
                  <a:srgbClr val="908F8F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5397565">
              <a:off x="2967746" y="985164"/>
              <a:ext cx="362893" cy="77960"/>
            </a:xfrm>
            <a:prstGeom prst="ellipse">
              <a:avLst/>
            </a:prstGeom>
            <a:gradFill>
              <a:gsLst>
                <a:gs pos="0">
                  <a:srgbClr val="0B070A">
                    <a:alpha val="3773"/>
                  </a:srgbClr>
                </a:gs>
                <a:gs pos="14286">
                  <a:srgbClr val="0B070A">
                    <a:alpha val="3473"/>
                  </a:srgbClr>
                </a:gs>
                <a:gs pos="28571">
                  <a:srgbClr val="0B070A">
                    <a:alpha val="2707"/>
                  </a:srgbClr>
                </a:gs>
                <a:gs pos="42857">
                  <a:srgbClr val="0B070A">
                    <a:alpha val="1784"/>
                  </a:srgbClr>
                </a:gs>
                <a:gs pos="57143">
                  <a:srgbClr val="0B070A">
                    <a:alpha val="992"/>
                  </a:srgbClr>
                </a:gs>
                <a:gs pos="71429">
                  <a:srgbClr val="0B070A">
                    <a:alpha val="466"/>
                  </a:srgbClr>
                </a:gs>
                <a:gs pos="85714">
                  <a:srgbClr val="0B070A">
                    <a:alpha val="184"/>
                  </a:srgbClr>
                </a:gs>
                <a:gs pos="100000">
                  <a:srgbClr val="0B070A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8740723">
              <a:off x="2031445" y="2447281"/>
              <a:ext cx="216815" cy="1215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-8371253">
              <a:off x="67218" y="1736637"/>
              <a:ext cx="362064" cy="147610"/>
            </a:xfrm>
            <a:prstGeom prst="ellipse">
              <a:avLst/>
            </a:prstGeom>
            <a:gradFill>
              <a:gsLst>
                <a:gs pos="0">
                  <a:srgbClr val="9F9FA0">
                    <a:alpha val="1543"/>
                  </a:srgbClr>
                </a:gs>
                <a:gs pos="14286">
                  <a:srgbClr val="9F9FA0">
                    <a:alpha val="1419"/>
                  </a:srgbClr>
                </a:gs>
                <a:gs pos="28571">
                  <a:srgbClr val="9F9FA0">
                    <a:alpha val="1103"/>
                  </a:srgbClr>
                </a:gs>
                <a:gs pos="42857">
                  <a:srgbClr val="9F9FA0">
                    <a:alpha val="725"/>
                  </a:srgbClr>
                </a:gs>
                <a:gs pos="57143">
                  <a:srgbClr val="9F9FA0">
                    <a:alpha val="402"/>
                  </a:srgbClr>
                </a:gs>
                <a:gs pos="71429">
                  <a:srgbClr val="9F9FA0">
                    <a:alpha val="189"/>
                  </a:srgbClr>
                </a:gs>
                <a:gs pos="85714">
                  <a:srgbClr val="9F9FA0">
                    <a:alpha val="75"/>
                  </a:srgbClr>
                </a:gs>
                <a:gs pos="100000">
                  <a:srgbClr val="9F9FA0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8337382">
              <a:off x="3191369" y="2692281"/>
              <a:ext cx="393330" cy="55882"/>
            </a:xfrm>
            <a:prstGeom prst="ellipse">
              <a:avLst/>
            </a:prstGeom>
            <a:gradFill>
              <a:gsLst>
                <a:gs pos="0">
                  <a:srgbClr val="0A0C1A">
                    <a:alpha val="3228"/>
                  </a:srgbClr>
                </a:gs>
                <a:gs pos="14286">
                  <a:srgbClr val="0A0C1A">
                    <a:alpha val="2971"/>
                  </a:srgbClr>
                </a:gs>
                <a:gs pos="28571">
                  <a:srgbClr val="0A0C1A">
                    <a:alpha val="2315"/>
                  </a:srgbClr>
                </a:gs>
                <a:gs pos="42857">
                  <a:srgbClr val="0A0C1A">
                    <a:alpha val="1524"/>
                  </a:srgbClr>
                </a:gs>
                <a:gs pos="57143">
                  <a:srgbClr val="0A0C1A">
                    <a:alpha val="848"/>
                  </a:srgbClr>
                </a:gs>
                <a:gs pos="71429">
                  <a:srgbClr val="0A0C1A">
                    <a:alpha val="398"/>
                  </a:srgbClr>
                </a:gs>
                <a:gs pos="85714">
                  <a:srgbClr val="0A0C1A">
                    <a:alpha val="157"/>
                  </a:srgbClr>
                </a:gs>
                <a:gs pos="100000">
                  <a:srgbClr val="0A0C1A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6201760">
              <a:off x="1970555" y="1977499"/>
              <a:ext cx="653657" cy="79474"/>
            </a:xfrm>
            <a:prstGeom prst="ellipse">
              <a:avLst/>
            </a:prstGeom>
            <a:gradFill>
              <a:gsLst>
                <a:gs pos="0">
                  <a:srgbClr val="060B0F">
                    <a:alpha val="2778"/>
                  </a:srgbClr>
                </a:gs>
                <a:gs pos="14286">
                  <a:srgbClr val="060B0F">
                    <a:alpha val="2556"/>
                  </a:srgbClr>
                </a:gs>
                <a:gs pos="28571">
                  <a:srgbClr val="060B0F">
                    <a:alpha val="1990"/>
                  </a:srgbClr>
                </a:gs>
                <a:gs pos="42857">
                  <a:srgbClr val="060B0F">
                    <a:alpha val="1310"/>
                  </a:srgbClr>
                </a:gs>
                <a:gs pos="57143">
                  <a:srgbClr val="060B0F">
                    <a:alpha val="728"/>
                  </a:srgbClr>
                </a:gs>
                <a:gs pos="71429">
                  <a:srgbClr val="060B0F">
                    <a:alpha val="341"/>
                  </a:srgbClr>
                </a:gs>
                <a:gs pos="85714">
                  <a:srgbClr val="060B0F">
                    <a:alpha val="135"/>
                  </a:srgbClr>
                </a:gs>
                <a:gs pos="100000">
                  <a:srgbClr val="060B0F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7711721">
              <a:off x="333276" y="151322"/>
              <a:ext cx="465510" cy="341440"/>
            </a:xfrm>
            <a:prstGeom prst="ellipse">
              <a:avLst/>
            </a:prstGeom>
            <a:gradFill>
              <a:gsLst>
                <a:gs pos="0">
                  <a:srgbClr val="050307">
                    <a:alpha val="6006"/>
                  </a:srgbClr>
                </a:gs>
                <a:gs pos="14286">
                  <a:srgbClr val="050307">
                    <a:alpha val="5534"/>
                  </a:srgbClr>
                </a:gs>
                <a:gs pos="28571">
                  <a:srgbClr val="050307">
                    <a:alpha val="4324"/>
                  </a:srgbClr>
                </a:gs>
                <a:gs pos="42857">
                  <a:srgbClr val="050307">
                    <a:alpha val="2858"/>
                  </a:srgbClr>
                </a:gs>
                <a:gs pos="57143">
                  <a:srgbClr val="050307">
                    <a:alpha val="1594"/>
                  </a:srgbClr>
                </a:gs>
                <a:gs pos="71429">
                  <a:srgbClr val="050307">
                    <a:alpha val="749"/>
                  </a:srgbClr>
                </a:gs>
                <a:gs pos="85714">
                  <a:srgbClr val="050307">
                    <a:alpha val="297"/>
                  </a:srgbClr>
                </a:gs>
                <a:gs pos="100000">
                  <a:srgbClr val="050307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4859195">
              <a:off x="1350526" y="2195652"/>
              <a:ext cx="99221" cy="50866"/>
            </a:xfrm>
            <a:prstGeom prst="ellipse">
              <a:avLst/>
            </a:prstGeom>
            <a:gradFill>
              <a:gsLst>
                <a:gs pos="0">
                  <a:srgbClr val="000002">
                    <a:alpha val="29192"/>
                  </a:srgbClr>
                </a:gs>
                <a:gs pos="14286">
                  <a:srgbClr val="000002">
                    <a:alpha val="27187"/>
                  </a:srgbClr>
                </a:gs>
                <a:gs pos="28571">
                  <a:srgbClr val="000002">
                    <a:alpha val="21835"/>
                  </a:srgbClr>
                </a:gs>
                <a:gs pos="42857">
                  <a:srgbClr val="000002">
                    <a:alpha val="14921"/>
                  </a:srgbClr>
                </a:gs>
                <a:gs pos="57143">
                  <a:srgbClr val="000002">
                    <a:alpha val="8564"/>
                  </a:srgbClr>
                </a:gs>
                <a:gs pos="71429">
                  <a:srgbClr val="000002">
                    <a:alpha val="4104"/>
                  </a:srgbClr>
                </a:gs>
                <a:gs pos="85714">
                  <a:srgbClr val="000002">
                    <a:alpha val="1644"/>
                  </a:srgbClr>
                </a:gs>
                <a:gs pos="100000">
                  <a:srgbClr val="000002">
                    <a:alpha val="5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3479732">
              <a:off x="421645" y="2265035"/>
              <a:ext cx="63722" cy="31521"/>
            </a:xfrm>
            <a:prstGeom prst="ellipse">
              <a:avLst/>
            </a:prstGeom>
            <a:gradFill>
              <a:gsLst>
                <a:gs pos="0">
                  <a:srgbClr val="A8A8A8">
                    <a:alpha val="6633"/>
                  </a:srgbClr>
                </a:gs>
                <a:gs pos="14286">
                  <a:srgbClr val="A8A8A8">
                    <a:alpha val="6113"/>
                  </a:srgbClr>
                </a:gs>
                <a:gs pos="28571">
                  <a:srgbClr val="A8A8A8">
                    <a:alpha val="4780"/>
                  </a:srgbClr>
                </a:gs>
                <a:gs pos="42857">
                  <a:srgbClr val="A8A8A8">
                    <a:alpha val="3161"/>
                  </a:srgbClr>
                </a:gs>
                <a:gs pos="57143">
                  <a:srgbClr val="A8A8A8">
                    <a:alpha val="1764"/>
                  </a:srgbClr>
                </a:gs>
                <a:gs pos="71429">
                  <a:srgbClr val="A8A8A8">
                    <a:alpha val="830"/>
                  </a:srgbClr>
                </a:gs>
                <a:gs pos="85714">
                  <a:srgbClr val="A8A8A8">
                    <a:alpha val="329"/>
                  </a:srgbClr>
                </a:gs>
                <a:gs pos="100000">
                  <a:srgbClr val="A8A8A8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5586554">
              <a:off x="2001090" y="566477"/>
              <a:ext cx="259042" cy="139331"/>
            </a:xfrm>
            <a:prstGeom prst="ellipse">
              <a:avLst/>
            </a:prstGeom>
            <a:gradFill>
              <a:gsLst>
                <a:gs pos="0">
                  <a:srgbClr val="B2B2B2">
                    <a:alpha val="18983"/>
                  </a:srgbClr>
                </a:gs>
                <a:gs pos="14286">
                  <a:srgbClr val="B2B2B2">
                    <a:alpha val="17592"/>
                  </a:srgbClr>
                </a:gs>
                <a:gs pos="28571">
                  <a:srgbClr val="B2B2B2">
                    <a:alpha val="13949"/>
                  </a:srgbClr>
                </a:gs>
                <a:gs pos="42857">
                  <a:srgbClr val="B2B2B2">
                    <a:alpha val="9384"/>
                  </a:srgbClr>
                </a:gs>
                <a:gs pos="57143">
                  <a:srgbClr val="B2B2B2">
                    <a:alpha val="5314"/>
                  </a:srgbClr>
                </a:gs>
                <a:gs pos="71429">
                  <a:srgbClr val="B2B2B2">
                    <a:alpha val="2524"/>
                  </a:srgbClr>
                </a:gs>
                <a:gs pos="85714">
                  <a:srgbClr val="B2B2B2">
                    <a:alpha val="1006"/>
                  </a:srgbClr>
                </a:gs>
                <a:gs pos="100000">
                  <a:srgbClr val="B2B2B2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7031210">
              <a:off x="752304" y="2392238"/>
              <a:ext cx="422722" cy="62786"/>
            </a:xfrm>
            <a:prstGeom prst="ellipse">
              <a:avLst/>
            </a:prstGeom>
            <a:gradFill>
              <a:gsLst>
                <a:gs pos="0">
                  <a:srgbClr val="939594">
                    <a:alpha val="3510"/>
                  </a:srgbClr>
                </a:gs>
                <a:gs pos="14286">
                  <a:srgbClr val="939594">
                    <a:alpha val="3230"/>
                  </a:srgbClr>
                </a:gs>
                <a:gs pos="28571">
                  <a:srgbClr val="939594">
                    <a:alpha val="2517"/>
                  </a:srgbClr>
                </a:gs>
                <a:gs pos="42857">
                  <a:srgbClr val="939594">
                    <a:alpha val="1658"/>
                  </a:srgbClr>
                </a:gs>
                <a:gs pos="57143">
                  <a:srgbClr val="939594">
                    <a:alpha val="922"/>
                  </a:srgbClr>
                </a:gs>
                <a:gs pos="71429">
                  <a:srgbClr val="939594">
                    <a:alpha val="433"/>
                  </a:srgbClr>
                </a:gs>
                <a:gs pos="85714">
                  <a:srgbClr val="939594">
                    <a:alpha val="171"/>
                  </a:srgbClr>
                </a:gs>
                <a:gs pos="100000">
                  <a:srgbClr val="939594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-10628154">
              <a:off x="3102408" y="750485"/>
              <a:ext cx="494941" cy="115332"/>
            </a:xfrm>
            <a:prstGeom prst="ellipse">
              <a:avLst/>
            </a:prstGeom>
            <a:gradFill>
              <a:gsLst>
                <a:gs pos="0">
                  <a:srgbClr val="5D5D5D">
                    <a:alpha val="8946"/>
                  </a:srgbClr>
                </a:gs>
                <a:gs pos="14286">
                  <a:srgbClr val="5D5D5D">
                    <a:alpha val="8253"/>
                  </a:srgbClr>
                </a:gs>
                <a:gs pos="28571">
                  <a:srgbClr val="5D5D5D">
                    <a:alpha val="6469"/>
                  </a:srgbClr>
                </a:gs>
                <a:gs pos="42857">
                  <a:srgbClr val="5D5D5D">
                    <a:alpha val="4292"/>
                  </a:srgbClr>
                </a:gs>
                <a:gs pos="57143">
                  <a:srgbClr val="5D5D5D">
                    <a:alpha val="2401"/>
                  </a:srgbClr>
                </a:gs>
                <a:gs pos="71429">
                  <a:srgbClr val="5D5D5D">
                    <a:alpha val="1131"/>
                  </a:srgbClr>
                </a:gs>
                <a:gs pos="85714">
                  <a:srgbClr val="5D5D5D">
                    <a:alpha val="449"/>
                  </a:srgbClr>
                </a:gs>
                <a:gs pos="100000">
                  <a:srgbClr val="5D5D5D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9362870">
              <a:off x="777410" y="1921605"/>
              <a:ext cx="512136" cy="346679"/>
            </a:xfrm>
            <a:prstGeom prst="ellipse">
              <a:avLst/>
            </a:prstGeom>
            <a:gradFill>
              <a:gsLst>
                <a:gs pos="0">
                  <a:srgbClr val="848384">
                    <a:alpha val="22341"/>
                  </a:srgbClr>
                </a:gs>
                <a:gs pos="14286">
                  <a:srgbClr val="848384">
                    <a:alpha val="20736"/>
                  </a:srgbClr>
                </a:gs>
                <a:gs pos="28571">
                  <a:srgbClr val="848384">
                    <a:alpha val="16509"/>
                  </a:srgbClr>
                </a:gs>
                <a:gs pos="42857">
                  <a:srgbClr val="848384">
                    <a:alpha val="11162"/>
                  </a:srgbClr>
                </a:gs>
                <a:gs pos="57143">
                  <a:srgbClr val="848384">
                    <a:alpha val="6347"/>
                  </a:srgbClr>
                </a:gs>
                <a:gs pos="71429">
                  <a:srgbClr val="848384">
                    <a:alpha val="3023"/>
                  </a:srgbClr>
                </a:gs>
                <a:gs pos="85714">
                  <a:srgbClr val="848384">
                    <a:alpha val="1207"/>
                  </a:srgbClr>
                </a:gs>
                <a:gs pos="100000">
                  <a:srgbClr val="848384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4357882">
              <a:off x="723713" y="1898548"/>
              <a:ext cx="262995" cy="62861"/>
            </a:xfrm>
            <a:prstGeom prst="ellipse">
              <a:avLst/>
            </a:prstGeom>
            <a:gradFill>
              <a:gsLst>
                <a:gs pos="0">
                  <a:srgbClr val="363333">
                    <a:alpha val="6366"/>
                  </a:srgbClr>
                </a:gs>
                <a:gs pos="14286">
                  <a:srgbClr val="363333">
                    <a:alpha val="5867"/>
                  </a:srgbClr>
                </a:gs>
                <a:gs pos="28571">
                  <a:srgbClr val="363333">
                    <a:alpha val="4586"/>
                  </a:srgbClr>
                </a:gs>
                <a:gs pos="42857">
                  <a:srgbClr val="363333">
                    <a:alpha val="3032"/>
                  </a:srgbClr>
                </a:gs>
                <a:gs pos="57143">
                  <a:srgbClr val="363333">
                    <a:alpha val="1692"/>
                  </a:srgbClr>
                </a:gs>
                <a:gs pos="71429">
                  <a:srgbClr val="363333">
                    <a:alpha val="795"/>
                  </a:srgbClr>
                </a:gs>
                <a:gs pos="85714">
                  <a:srgbClr val="363333">
                    <a:alpha val="315"/>
                  </a:srgbClr>
                </a:gs>
                <a:gs pos="100000">
                  <a:srgbClr val="363333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-8193796">
              <a:off x="1972653" y="273746"/>
              <a:ext cx="342331" cy="293498"/>
            </a:xfrm>
            <a:prstGeom prst="ellipse">
              <a:avLst/>
            </a:prstGeom>
            <a:gradFill>
              <a:gsLst>
                <a:gs pos="0">
                  <a:srgbClr val="9A9A9A">
                    <a:alpha val="32646"/>
                  </a:srgbClr>
                </a:gs>
                <a:gs pos="14286">
                  <a:srgbClr val="9A9A9A">
                    <a:alpha val="30458"/>
                  </a:srgbClr>
                </a:gs>
                <a:gs pos="28571">
                  <a:srgbClr val="9A9A9A">
                    <a:alpha val="24576"/>
                  </a:srgbClr>
                </a:gs>
                <a:gs pos="42857">
                  <a:srgbClr val="9A9A9A">
                    <a:alpha val="16889"/>
                  </a:srgbClr>
                </a:gs>
                <a:gs pos="57143">
                  <a:srgbClr val="9A9A9A">
                    <a:alpha val="9743"/>
                  </a:srgbClr>
                </a:gs>
                <a:gs pos="71429">
                  <a:srgbClr val="9A9A9A">
                    <a:alpha val="4685"/>
                  </a:srgbClr>
                </a:gs>
                <a:gs pos="85714">
                  <a:srgbClr val="9A9A9A">
                    <a:alpha val="1880"/>
                  </a:srgbClr>
                </a:gs>
                <a:gs pos="100000">
                  <a:srgbClr val="9A9A9A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9941377">
              <a:off x="2725739" y="2763940"/>
              <a:ext cx="399645" cy="221322"/>
            </a:xfrm>
            <a:prstGeom prst="ellipse">
              <a:avLst/>
            </a:prstGeom>
            <a:gradFill>
              <a:gsLst>
                <a:gs pos="0">
                  <a:srgbClr val="9D9D9C">
                    <a:alpha val="3317"/>
                  </a:srgbClr>
                </a:gs>
                <a:gs pos="14286">
                  <a:srgbClr val="9D9D9C">
                    <a:alpha val="3053"/>
                  </a:srgbClr>
                </a:gs>
                <a:gs pos="28571">
                  <a:srgbClr val="9D9D9C">
                    <a:alpha val="2379"/>
                  </a:srgbClr>
                </a:gs>
                <a:gs pos="42857">
                  <a:srgbClr val="9D9D9C">
                    <a:alpha val="1567"/>
                  </a:srgbClr>
                </a:gs>
                <a:gs pos="57143">
                  <a:srgbClr val="9D9D9C">
                    <a:alpha val="871"/>
                  </a:srgbClr>
                </a:gs>
                <a:gs pos="71429">
                  <a:srgbClr val="9D9D9C">
                    <a:alpha val="409"/>
                  </a:srgbClr>
                </a:gs>
                <a:gs pos="85714">
                  <a:srgbClr val="9D9D9C">
                    <a:alpha val="162"/>
                  </a:srgbClr>
                </a:gs>
                <a:gs pos="100000">
                  <a:srgbClr val="9D9D9C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-9741216">
              <a:off x="1438376" y="62298"/>
              <a:ext cx="388591" cy="113787"/>
            </a:xfrm>
            <a:prstGeom prst="ellipse">
              <a:avLst/>
            </a:prstGeom>
            <a:gradFill>
              <a:gsLst>
                <a:gs pos="0">
                  <a:srgbClr val="A1A2A2">
                    <a:alpha val="2370"/>
                  </a:srgbClr>
                </a:gs>
                <a:gs pos="14286">
                  <a:srgbClr val="A1A2A2">
                    <a:alpha val="2180"/>
                  </a:srgbClr>
                </a:gs>
                <a:gs pos="28571">
                  <a:srgbClr val="A1A2A2">
                    <a:alpha val="1697"/>
                  </a:srgbClr>
                </a:gs>
                <a:gs pos="42857">
                  <a:srgbClr val="A1A2A2">
                    <a:alpha val="1116"/>
                  </a:srgbClr>
                </a:gs>
                <a:gs pos="57143">
                  <a:srgbClr val="A1A2A2">
                    <a:alpha val="620"/>
                  </a:srgbClr>
                </a:gs>
                <a:gs pos="71429">
                  <a:srgbClr val="A1A2A2">
                    <a:alpha val="291"/>
                  </a:srgbClr>
                </a:gs>
                <a:gs pos="85714">
                  <a:srgbClr val="A1A2A2">
                    <a:alpha val="115"/>
                  </a:srgbClr>
                </a:gs>
                <a:gs pos="100000">
                  <a:srgbClr val="A1A2A2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2952642">
              <a:off x="129002" y="3413313"/>
              <a:ext cx="362605" cy="213739"/>
            </a:xfrm>
            <a:prstGeom prst="ellipse">
              <a:avLst/>
            </a:prstGeom>
            <a:gradFill>
              <a:gsLst>
                <a:gs pos="0">
                  <a:srgbClr val="A1A1A0">
                    <a:alpha val="2528"/>
                  </a:srgbClr>
                </a:gs>
                <a:gs pos="14286">
                  <a:srgbClr val="A1A1A0">
                    <a:alpha val="2326"/>
                  </a:srgbClr>
                </a:gs>
                <a:gs pos="28571">
                  <a:srgbClr val="A1A1A0">
                    <a:alpha val="1811"/>
                  </a:srgbClr>
                </a:gs>
                <a:gs pos="42857">
                  <a:srgbClr val="A1A1A0">
                    <a:alpha val="1191"/>
                  </a:srgbClr>
                </a:gs>
                <a:gs pos="57143">
                  <a:srgbClr val="A1A1A0">
                    <a:alpha val="662"/>
                  </a:srgbClr>
                </a:gs>
                <a:gs pos="71429">
                  <a:srgbClr val="A1A1A0">
                    <a:alpha val="310"/>
                  </a:srgbClr>
                </a:gs>
                <a:gs pos="85714">
                  <a:srgbClr val="A1A1A0">
                    <a:alpha val="123"/>
                  </a:srgbClr>
                </a:gs>
                <a:gs pos="100000">
                  <a:srgbClr val="A1A1A0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10300822">
              <a:off x="2377358" y="-80484"/>
              <a:ext cx="468196" cy="224491"/>
            </a:xfrm>
            <a:prstGeom prst="ellipse">
              <a:avLst/>
            </a:prstGeom>
            <a:gradFill>
              <a:gsLst>
                <a:gs pos="0">
                  <a:srgbClr val="818081">
                    <a:alpha val="30596"/>
                  </a:srgbClr>
                </a:gs>
                <a:gs pos="14286">
                  <a:srgbClr val="818081">
                    <a:alpha val="28515"/>
                  </a:srgbClr>
                </a:gs>
                <a:gs pos="28571">
                  <a:srgbClr val="818081">
                    <a:alpha val="22944"/>
                  </a:srgbClr>
                </a:gs>
                <a:gs pos="42857">
                  <a:srgbClr val="818081">
                    <a:alpha val="15715"/>
                  </a:srgbClr>
                </a:gs>
                <a:gs pos="57143">
                  <a:srgbClr val="818081">
                    <a:alpha val="9038"/>
                  </a:srgbClr>
                </a:gs>
                <a:gs pos="71429">
                  <a:srgbClr val="818081">
                    <a:alpha val="4337"/>
                  </a:srgbClr>
                </a:gs>
                <a:gs pos="85714">
                  <a:srgbClr val="818081">
                    <a:alpha val="1738"/>
                  </a:srgbClr>
                </a:gs>
                <a:gs pos="100000">
                  <a:srgbClr val="818081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4917646">
              <a:off x="1428971" y="1406561"/>
              <a:ext cx="142444" cy="59594"/>
            </a:xfrm>
            <a:prstGeom prst="ellipse">
              <a:avLst/>
            </a:prstGeom>
            <a:gradFill>
              <a:gsLst>
                <a:gs pos="0">
                  <a:srgbClr val="0F020D">
                    <a:alpha val="22763"/>
                  </a:srgbClr>
                </a:gs>
                <a:gs pos="14286">
                  <a:srgbClr val="0F020D">
                    <a:alpha val="21132"/>
                  </a:srgbClr>
                </a:gs>
                <a:gs pos="28571">
                  <a:srgbClr val="0F020D">
                    <a:alpha val="16834"/>
                  </a:srgbClr>
                </a:gs>
                <a:gs pos="42857">
                  <a:srgbClr val="0F020D">
                    <a:alpha val="11388"/>
                  </a:srgbClr>
                </a:gs>
                <a:gs pos="57143">
                  <a:srgbClr val="0F020D">
                    <a:alpha val="6480"/>
                  </a:srgbClr>
                </a:gs>
                <a:gs pos="71429">
                  <a:srgbClr val="0F020D">
                    <a:alpha val="3087"/>
                  </a:srgbClr>
                </a:gs>
                <a:gs pos="85714">
                  <a:srgbClr val="0F020D">
                    <a:alpha val="1232"/>
                  </a:srgbClr>
                </a:gs>
                <a:gs pos="100000">
                  <a:srgbClr val="0F020D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7802868">
              <a:off x="130053" y="2137361"/>
              <a:ext cx="384612" cy="208138"/>
            </a:xfrm>
            <a:prstGeom prst="ellipse">
              <a:avLst/>
            </a:prstGeom>
            <a:gradFill>
              <a:gsLst>
                <a:gs pos="0">
                  <a:srgbClr val="69696A">
                    <a:alpha val="19607"/>
                  </a:srgbClr>
                </a:gs>
                <a:gs pos="14286">
                  <a:srgbClr val="69696A">
                    <a:alpha val="18176"/>
                  </a:srgbClr>
                </a:gs>
                <a:gs pos="28571">
                  <a:srgbClr val="69696A">
                    <a:alpha val="14423"/>
                  </a:srgbClr>
                </a:gs>
                <a:gs pos="42857">
                  <a:srgbClr val="69696A">
                    <a:alpha val="9712"/>
                  </a:srgbClr>
                </a:gs>
                <a:gs pos="57143">
                  <a:srgbClr val="69696A">
                    <a:alpha val="5504"/>
                  </a:srgbClr>
                </a:gs>
                <a:gs pos="71429">
                  <a:srgbClr val="69696A">
                    <a:alpha val="2615"/>
                  </a:srgbClr>
                </a:gs>
                <a:gs pos="85714">
                  <a:srgbClr val="69696A">
                    <a:alpha val="1042"/>
                  </a:srgbClr>
                </a:gs>
                <a:gs pos="100000">
                  <a:srgbClr val="69696A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8886355">
              <a:off x="903190" y="2807342"/>
              <a:ext cx="456821" cy="243077"/>
            </a:xfrm>
            <a:prstGeom prst="ellipse">
              <a:avLst/>
            </a:prstGeom>
            <a:gradFill>
              <a:gsLst>
                <a:gs pos="0">
                  <a:srgbClr val="848483">
                    <a:alpha val="6484"/>
                  </a:srgbClr>
                </a:gs>
                <a:gs pos="14286">
                  <a:srgbClr val="848483">
                    <a:alpha val="5975"/>
                  </a:srgbClr>
                </a:gs>
                <a:gs pos="28571">
                  <a:srgbClr val="848483">
                    <a:alpha val="4671"/>
                  </a:srgbClr>
                </a:gs>
                <a:gs pos="42857">
                  <a:srgbClr val="848483">
                    <a:alpha val="3089"/>
                  </a:srgbClr>
                </a:gs>
                <a:gs pos="57143">
                  <a:srgbClr val="848483">
                    <a:alpha val="1724"/>
                  </a:srgbClr>
                </a:gs>
                <a:gs pos="71429">
                  <a:srgbClr val="848483">
                    <a:alpha val="811"/>
                  </a:srgbClr>
                </a:gs>
                <a:gs pos="85714">
                  <a:srgbClr val="848483">
                    <a:alpha val="321"/>
                  </a:srgbClr>
                </a:gs>
                <a:gs pos="100000">
                  <a:srgbClr val="848483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5370522">
              <a:off x="637543" y="1672679"/>
              <a:ext cx="213997" cy="89205"/>
            </a:xfrm>
            <a:prstGeom prst="ellipse">
              <a:avLst/>
            </a:prstGeom>
            <a:gradFill>
              <a:gsLst>
                <a:gs pos="0">
                  <a:srgbClr val="000111">
                    <a:alpha val="5822"/>
                  </a:srgbClr>
                </a:gs>
                <a:gs pos="14286">
                  <a:srgbClr val="000111">
                    <a:alpha val="5364"/>
                  </a:srgbClr>
                </a:gs>
                <a:gs pos="28571">
                  <a:srgbClr val="000111">
                    <a:alpha val="4190"/>
                  </a:srgbClr>
                </a:gs>
                <a:gs pos="42857">
                  <a:srgbClr val="000111">
                    <a:alpha val="2769"/>
                  </a:srgbClr>
                </a:gs>
                <a:gs pos="57143">
                  <a:srgbClr val="000111">
                    <a:alpha val="1544"/>
                  </a:srgbClr>
                </a:gs>
                <a:gs pos="71429">
                  <a:srgbClr val="000111">
                    <a:alpha val="726"/>
                  </a:srgbClr>
                </a:gs>
                <a:gs pos="85714">
                  <a:srgbClr val="000111">
                    <a:alpha val="288"/>
                  </a:srgbClr>
                </a:gs>
                <a:gs pos="100000">
                  <a:srgbClr val="000111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5550367">
              <a:off x="423582" y="3095930"/>
              <a:ext cx="530533" cy="182125"/>
            </a:xfrm>
            <a:prstGeom prst="ellipse">
              <a:avLst/>
            </a:prstGeom>
            <a:gradFill>
              <a:gsLst>
                <a:gs pos="0">
                  <a:srgbClr val="777777">
                    <a:alpha val="28878"/>
                  </a:srgbClr>
                </a:gs>
                <a:gs pos="14286">
                  <a:srgbClr val="777777">
                    <a:alpha val="26890"/>
                  </a:srgbClr>
                </a:gs>
                <a:gs pos="28571">
                  <a:srgbClr val="777777">
                    <a:alpha val="21588"/>
                  </a:srgbClr>
                </a:gs>
                <a:gs pos="42857">
                  <a:srgbClr val="777777">
                    <a:alpha val="14744"/>
                  </a:srgbClr>
                </a:gs>
                <a:gs pos="57143">
                  <a:srgbClr val="777777">
                    <a:alpha val="8459"/>
                  </a:srgbClr>
                </a:gs>
                <a:gs pos="71429">
                  <a:srgbClr val="777777">
                    <a:alpha val="4053"/>
                  </a:srgbClr>
                </a:gs>
                <a:gs pos="85714">
                  <a:srgbClr val="777777">
                    <a:alpha val="1623"/>
                  </a:srgbClr>
                </a:gs>
                <a:gs pos="100000">
                  <a:srgbClr val="777777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-8907220">
              <a:off x="2783759" y="1860317"/>
              <a:ext cx="322265" cy="113139"/>
            </a:xfrm>
            <a:prstGeom prst="ellipse">
              <a:avLst/>
            </a:prstGeom>
            <a:gradFill>
              <a:gsLst>
                <a:gs pos="0">
                  <a:srgbClr val="B6B5B6">
                    <a:alpha val="32807"/>
                  </a:srgbClr>
                </a:gs>
                <a:gs pos="14286">
                  <a:srgbClr val="B6B5B6">
                    <a:alpha val="30611"/>
                  </a:srgbClr>
                </a:gs>
                <a:gs pos="28571">
                  <a:srgbClr val="B6B5B6">
                    <a:alpha val="24704"/>
                  </a:srgbClr>
                </a:gs>
                <a:gs pos="42857">
                  <a:srgbClr val="B6B5B6">
                    <a:alpha val="16982"/>
                  </a:srgbClr>
                </a:gs>
                <a:gs pos="57143">
                  <a:srgbClr val="B6B5B6">
                    <a:alpha val="9799"/>
                  </a:srgbClr>
                </a:gs>
                <a:gs pos="71429">
                  <a:srgbClr val="B6B5B6">
                    <a:alpha val="4713"/>
                  </a:srgbClr>
                </a:gs>
                <a:gs pos="85714">
                  <a:srgbClr val="B6B5B6">
                    <a:alpha val="1891"/>
                  </a:srgbClr>
                </a:gs>
                <a:gs pos="100000">
                  <a:srgbClr val="B6B5B6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-8785168">
              <a:off x="2730781" y="1843000"/>
              <a:ext cx="408594" cy="137629"/>
            </a:xfrm>
            <a:prstGeom prst="ellipse">
              <a:avLst/>
            </a:prstGeom>
            <a:gradFill>
              <a:gsLst>
                <a:gs pos="0">
                  <a:srgbClr val="151418">
                    <a:alpha val="28152"/>
                  </a:srgbClr>
                </a:gs>
                <a:gs pos="14286">
                  <a:srgbClr val="151418">
                    <a:alpha val="26205"/>
                  </a:srgbClr>
                </a:gs>
                <a:gs pos="28571">
                  <a:srgbClr val="151418">
                    <a:alpha val="21018"/>
                  </a:srgbClr>
                </a:gs>
                <a:gs pos="42857">
                  <a:srgbClr val="151418">
                    <a:alpha val="14338"/>
                  </a:srgbClr>
                </a:gs>
                <a:gs pos="57143">
                  <a:srgbClr val="151418">
                    <a:alpha val="8218"/>
                  </a:srgbClr>
                </a:gs>
                <a:gs pos="71429">
                  <a:srgbClr val="151418">
                    <a:alpha val="3935"/>
                  </a:srgbClr>
                </a:gs>
                <a:gs pos="85714">
                  <a:srgbClr val="151418">
                    <a:alpha val="1575"/>
                  </a:srgbClr>
                </a:gs>
                <a:gs pos="100000">
                  <a:srgbClr val="151418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6795425">
              <a:off x="53022" y="2295478"/>
              <a:ext cx="476408" cy="183637"/>
            </a:xfrm>
            <a:prstGeom prst="ellipse">
              <a:avLst/>
            </a:prstGeom>
            <a:gradFill>
              <a:gsLst>
                <a:gs pos="0">
                  <a:srgbClr val="444343">
                    <a:alpha val="2995"/>
                  </a:srgbClr>
                </a:gs>
                <a:gs pos="14286">
                  <a:srgbClr val="444343">
                    <a:alpha val="2756"/>
                  </a:srgbClr>
                </a:gs>
                <a:gs pos="28571">
                  <a:srgbClr val="444343">
                    <a:alpha val="2146"/>
                  </a:srgbClr>
                </a:gs>
                <a:gs pos="42857">
                  <a:srgbClr val="444343">
                    <a:alpha val="1413"/>
                  </a:srgbClr>
                </a:gs>
                <a:gs pos="57143">
                  <a:srgbClr val="444343">
                    <a:alpha val="785"/>
                  </a:srgbClr>
                </a:gs>
                <a:gs pos="71429">
                  <a:srgbClr val="444343">
                    <a:alpha val="368"/>
                  </a:srgbClr>
                </a:gs>
                <a:gs pos="85714">
                  <a:srgbClr val="444343">
                    <a:alpha val="146"/>
                  </a:srgbClr>
                </a:gs>
                <a:gs pos="100000">
                  <a:srgbClr val="444343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7987698">
              <a:off x="1064742" y="248422"/>
              <a:ext cx="88482" cy="55790"/>
            </a:xfrm>
            <a:prstGeom prst="ellipse">
              <a:avLst/>
            </a:prstGeom>
            <a:gradFill>
              <a:gsLst>
                <a:gs pos="0">
                  <a:srgbClr val="010204">
                    <a:alpha val="6668"/>
                  </a:srgbClr>
                </a:gs>
                <a:gs pos="14286">
                  <a:srgbClr val="010204">
                    <a:alpha val="6146"/>
                  </a:srgbClr>
                </a:gs>
                <a:gs pos="28571">
                  <a:srgbClr val="010204">
                    <a:alpha val="4805"/>
                  </a:srgbClr>
                </a:gs>
                <a:gs pos="42857">
                  <a:srgbClr val="010204">
                    <a:alpha val="3179"/>
                  </a:srgbClr>
                </a:gs>
                <a:gs pos="57143">
                  <a:srgbClr val="010204">
                    <a:alpha val="1774"/>
                  </a:srgbClr>
                </a:gs>
                <a:gs pos="71429">
                  <a:srgbClr val="010204">
                    <a:alpha val="834"/>
                  </a:srgbClr>
                </a:gs>
                <a:gs pos="85714">
                  <a:srgbClr val="010204">
                    <a:alpha val="331"/>
                  </a:srgbClr>
                </a:gs>
                <a:gs pos="100000">
                  <a:srgbClr val="010204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10454177">
              <a:off x="2981811" y="-72146"/>
              <a:ext cx="504891" cy="170370"/>
            </a:xfrm>
            <a:prstGeom prst="ellipse">
              <a:avLst/>
            </a:prstGeom>
            <a:gradFill>
              <a:gsLst>
                <a:gs pos="0">
                  <a:srgbClr val="999A9A">
                    <a:alpha val="22016"/>
                  </a:srgbClr>
                </a:gs>
                <a:gs pos="14286">
                  <a:srgbClr val="999A9A">
                    <a:alpha val="20431"/>
                  </a:srgbClr>
                </a:gs>
                <a:gs pos="28571">
                  <a:srgbClr val="999A9A">
                    <a:alpha val="16260"/>
                  </a:srgbClr>
                </a:gs>
                <a:gs pos="42857">
                  <a:srgbClr val="999A9A">
                    <a:alpha val="10988"/>
                  </a:srgbClr>
                </a:gs>
                <a:gs pos="57143">
                  <a:srgbClr val="999A9A">
                    <a:alpha val="6246"/>
                  </a:srgbClr>
                </a:gs>
                <a:gs pos="71429">
                  <a:srgbClr val="999A9A">
                    <a:alpha val="2974"/>
                  </a:srgbClr>
                </a:gs>
                <a:gs pos="85714">
                  <a:srgbClr val="999A9A">
                    <a:alpha val="1187"/>
                  </a:srgbClr>
                </a:gs>
                <a:gs pos="100000">
                  <a:srgbClr val="999A9A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4084177">
              <a:off x="839595" y="966161"/>
              <a:ext cx="60942" cy="48035"/>
            </a:xfrm>
            <a:prstGeom prst="ellipse">
              <a:avLst/>
            </a:prstGeom>
            <a:gradFill>
              <a:gsLst>
                <a:gs pos="0">
                  <a:srgbClr val="FFFFFF">
                    <a:alpha val="19438"/>
                  </a:srgbClr>
                </a:gs>
                <a:gs pos="14286">
                  <a:srgbClr val="FFFFFF">
                    <a:alpha val="18017"/>
                  </a:srgbClr>
                </a:gs>
                <a:gs pos="28571">
                  <a:srgbClr val="FFFFFF">
                    <a:alpha val="14294"/>
                  </a:srgbClr>
                </a:gs>
                <a:gs pos="42857">
                  <a:srgbClr val="FFFFFF">
                    <a:alpha val="9623"/>
                  </a:srgbClr>
                </a:gs>
                <a:gs pos="57143">
                  <a:srgbClr val="FFFFFF">
                    <a:alpha val="5452"/>
                  </a:srgbClr>
                </a:gs>
                <a:gs pos="71429">
                  <a:srgbClr val="FFFFFF">
                    <a:alpha val="2590"/>
                  </a:srgbClr>
                </a:gs>
                <a:gs pos="85714">
                  <a:srgbClr val="FFFFFF">
                    <a:alpha val="1032"/>
                  </a:srgbClr>
                </a:gs>
                <a:gs pos="100000">
                  <a:srgbClr val="FFFFFF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10554130">
              <a:off x="-105338" y="741368"/>
              <a:ext cx="496617" cy="218920"/>
            </a:xfrm>
            <a:prstGeom prst="ellipse">
              <a:avLst/>
            </a:prstGeom>
            <a:gradFill>
              <a:gsLst>
                <a:gs pos="0">
                  <a:srgbClr val="9A999A">
                    <a:alpha val="1616"/>
                  </a:srgbClr>
                </a:gs>
                <a:gs pos="14286">
                  <a:srgbClr val="9A999A">
                    <a:alpha val="1486"/>
                  </a:srgbClr>
                </a:gs>
                <a:gs pos="28571">
                  <a:srgbClr val="9A999A">
                    <a:alpha val="1156"/>
                  </a:srgbClr>
                </a:gs>
                <a:gs pos="42857">
                  <a:srgbClr val="9A999A">
                    <a:alpha val="760"/>
                  </a:srgbClr>
                </a:gs>
                <a:gs pos="57143">
                  <a:srgbClr val="9A999A">
                    <a:alpha val="422"/>
                  </a:srgbClr>
                </a:gs>
                <a:gs pos="71429">
                  <a:srgbClr val="9A999A">
                    <a:alpha val="198"/>
                  </a:srgbClr>
                </a:gs>
                <a:gs pos="85714">
                  <a:srgbClr val="9A999A">
                    <a:alpha val="78"/>
                  </a:srgbClr>
                </a:gs>
                <a:gs pos="100000">
                  <a:srgbClr val="9A999A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3388643">
              <a:off x="2825624" y="2577259"/>
              <a:ext cx="70889" cy="537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7458229">
              <a:off x="289218" y="3314501"/>
              <a:ext cx="381788" cy="203083"/>
            </a:xfrm>
            <a:prstGeom prst="ellipse">
              <a:avLst/>
            </a:prstGeom>
            <a:gradFill>
              <a:gsLst>
                <a:gs pos="0">
                  <a:srgbClr val="9C9D9E">
                    <a:alpha val="1321"/>
                  </a:srgbClr>
                </a:gs>
                <a:gs pos="14286">
                  <a:srgbClr val="9C9D9E">
                    <a:alpha val="1215"/>
                  </a:srgbClr>
                </a:gs>
                <a:gs pos="28571">
                  <a:srgbClr val="9C9D9E">
                    <a:alpha val="944"/>
                  </a:srgbClr>
                </a:gs>
                <a:gs pos="42857">
                  <a:srgbClr val="9C9D9E">
                    <a:alpha val="620"/>
                  </a:srgbClr>
                </a:gs>
                <a:gs pos="57143">
                  <a:srgbClr val="9C9D9E">
                    <a:alpha val="344"/>
                  </a:srgbClr>
                </a:gs>
                <a:gs pos="71429">
                  <a:srgbClr val="9C9D9E">
                    <a:alpha val="161"/>
                  </a:srgbClr>
                </a:gs>
                <a:gs pos="85714">
                  <a:srgbClr val="9C9D9E">
                    <a:alpha val="64"/>
                  </a:srgbClr>
                </a:gs>
                <a:gs pos="100000">
                  <a:srgbClr val="9C9D9E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5147786">
              <a:off x="2906509" y="835141"/>
              <a:ext cx="472326" cy="266186"/>
            </a:xfrm>
            <a:prstGeom prst="ellipse">
              <a:avLst/>
            </a:prstGeom>
            <a:gradFill>
              <a:gsLst>
                <a:gs pos="0">
                  <a:srgbClr val="A7A7A7">
                    <a:alpha val="4011"/>
                  </a:srgbClr>
                </a:gs>
                <a:gs pos="14286">
                  <a:srgbClr val="A7A7A7">
                    <a:alpha val="3693"/>
                  </a:srgbClr>
                </a:gs>
                <a:gs pos="28571">
                  <a:srgbClr val="A7A7A7">
                    <a:alpha val="2879"/>
                  </a:srgbClr>
                </a:gs>
                <a:gs pos="42857">
                  <a:srgbClr val="A7A7A7">
                    <a:alpha val="1898"/>
                  </a:srgbClr>
                </a:gs>
                <a:gs pos="57143">
                  <a:srgbClr val="A7A7A7">
                    <a:alpha val="1056"/>
                  </a:srgbClr>
                </a:gs>
                <a:gs pos="71429">
                  <a:srgbClr val="A7A7A7">
                    <a:alpha val="496"/>
                  </a:srgbClr>
                </a:gs>
                <a:gs pos="85714">
                  <a:srgbClr val="A7A7A7">
                    <a:alpha val="196"/>
                  </a:srgbClr>
                </a:gs>
                <a:gs pos="100000">
                  <a:srgbClr val="A7A7A7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-10551550">
              <a:off x="2829140" y="3398143"/>
              <a:ext cx="519898" cy="356341"/>
            </a:xfrm>
            <a:prstGeom prst="ellipse">
              <a:avLst/>
            </a:prstGeom>
            <a:gradFill>
              <a:gsLst>
                <a:gs pos="0">
                  <a:srgbClr val="04050D">
                    <a:alpha val="7252"/>
                  </a:srgbClr>
                </a:gs>
                <a:gs pos="14286">
                  <a:srgbClr val="04050D">
                    <a:alpha val="6686"/>
                  </a:srgbClr>
                </a:gs>
                <a:gs pos="28571">
                  <a:srgbClr val="04050D">
                    <a:alpha val="5231"/>
                  </a:srgbClr>
                </a:gs>
                <a:gs pos="42857">
                  <a:srgbClr val="04050D">
                    <a:alpha val="3463"/>
                  </a:srgbClr>
                </a:gs>
                <a:gs pos="57143">
                  <a:srgbClr val="04050D">
                    <a:alpha val="1934"/>
                  </a:srgbClr>
                </a:gs>
                <a:gs pos="71429">
                  <a:srgbClr val="04050D">
                    <a:alpha val="910"/>
                  </a:srgbClr>
                </a:gs>
                <a:gs pos="85714">
                  <a:srgbClr val="04050D">
                    <a:alpha val="361"/>
                  </a:srgbClr>
                </a:gs>
                <a:gs pos="100000">
                  <a:srgbClr val="04050D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7310247">
              <a:off x="784342" y="1541765"/>
              <a:ext cx="485137" cy="217020"/>
            </a:xfrm>
            <a:prstGeom prst="ellipse">
              <a:avLst/>
            </a:prstGeom>
            <a:gradFill>
              <a:gsLst>
                <a:gs pos="0">
                  <a:srgbClr val="262229">
                    <a:alpha val="1789"/>
                  </a:srgbClr>
                </a:gs>
                <a:gs pos="14286">
                  <a:srgbClr val="262229">
                    <a:alpha val="1646"/>
                  </a:srgbClr>
                </a:gs>
                <a:gs pos="28571">
                  <a:srgbClr val="262229">
                    <a:alpha val="1280"/>
                  </a:srgbClr>
                </a:gs>
                <a:gs pos="42857">
                  <a:srgbClr val="262229">
                    <a:alpha val="842"/>
                  </a:srgbClr>
                </a:gs>
                <a:gs pos="57143">
                  <a:srgbClr val="262229">
                    <a:alpha val="467"/>
                  </a:srgbClr>
                </a:gs>
                <a:gs pos="71429">
                  <a:srgbClr val="262229">
                    <a:alpha val="219"/>
                  </a:srgbClr>
                </a:gs>
                <a:gs pos="85714">
                  <a:srgbClr val="262229">
                    <a:alpha val="87"/>
                  </a:srgbClr>
                </a:gs>
                <a:gs pos="100000">
                  <a:srgbClr val="262229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4509413">
              <a:off x="2268461" y="1440366"/>
              <a:ext cx="439294" cy="223283"/>
            </a:xfrm>
            <a:prstGeom prst="ellipse">
              <a:avLst/>
            </a:prstGeom>
            <a:gradFill>
              <a:gsLst>
                <a:gs pos="0">
                  <a:srgbClr val="2D302D">
                    <a:alpha val="32968"/>
                  </a:srgbClr>
                </a:gs>
                <a:gs pos="14286">
                  <a:srgbClr val="2D302D">
                    <a:alpha val="30764"/>
                  </a:srgbClr>
                </a:gs>
                <a:gs pos="28571">
                  <a:srgbClr val="2D302D">
                    <a:alpha val="24833"/>
                  </a:srgbClr>
                </a:gs>
                <a:gs pos="42857">
                  <a:srgbClr val="2D302D">
                    <a:alpha val="17075"/>
                  </a:srgbClr>
                </a:gs>
                <a:gs pos="57143">
                  <a:srgbClr val="2D302D">
                    <a:alpha val="9855"/>
                  </a:srgbClr>
                </a:gs>
                <a:gs pos="71429">
                  <a:srgbClr val="2D302D">
                    <a:alpha val="4740"/>
                  </a:srgbClr>
                </a:gs>
                <a:gs pos="85714">
                  <a:srgbClr val="2D302D">
                    <a:alpha val="1902"/>
                  </a:srgbClr>
                </a:gs>
                <a:gs pos="100000">
                  <a:srgbClr val="2D30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2895271">
              <a:off x="117690" y="2085835"/>
              <a:ext cx="283663" cy="99227"/>
            </a:xfrm>
            <a:prstGeom prst="ellipse">
              <a:avLst/>
            </a:prstGeom>
            <a:gradFill>
              <a:gsLst>
                <a:gs pos="0">
                  <a:srgbClr val="C4C4C3">
                    <a:alpha val="6447"/>
                  </a:srgbClr>
                </a:gs>
                <a:gs pos="14286">
                  <a:srgbClr val="C4C4C3">
                    <a:alpha val="5941"/>
                  </a:srgbClr>
                </a:gs>
                <a:gs pos="28571">
                  <a:srgbClr val="C4C4C3">
                    <a:alpha val="4644"/>
                  </a:srgbClr>
                </a:gs>
                <a:gs pos="42857">
                  <a:srgbClr val="C4C4C3">
                    <a:alpha val="3071"/>
                  </a:srgbClr>
                </a:gs>
                <a:gs pos="57143">
                  <a:srgbClr val="C4C4C3">
                    <a:alpha val="1714"/>
                  </a:srgbClr>
                </a:gs>
                <a:gs pos="71429">
                  <a:srgbClr val="C4C4C3">
                    <a:alpha val="806"/>
                  </a:srgbClr>
                </a:gs>
                <a:gs pos="85714">
                  <a:srgbClr val="C4C4C3">
                    <a:alpha val="319"/>
                  </a:srgbClr>
                </a:gs>
                <a:gs pos="100000">
                  <a:srgbClr val="C4C4C3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10772495">
              <a:off x="1827390" y="404536"/>
              <a:ext cx="340990" cy="190042"/>
            </a:xfrm>
            <a:prstGeom prst="ellipse">
              <a:avLst/>
            </a:prstGeom>
            <a:gradFill>
              <a:gsLst>
                <a:gs pos="0">
                  <a:srgbClr val="A1A2A1">
                    <a:alpha val="1442"/>
                  </a:srgbClr>
                </a:gs>
                <a:gs pos="14286">
                  <a:srgbClr val="A1A2A1">
                    <a:alpha val="1326"/>
                  </a:srgbClr>
                </a:gs>
                <a:gs pos="28571">
                  <a:srgbClr val="A1A2A1">
                    <a:alpha val="1031"/>
                  </a:srgbClr>
                </a:gs>
                <a:gs pos="42857">
                  <a:srgbClr val="A1A2A1">
                    <a:alpha val="678"/>
                  </a:srgbClr>
                </a:gs>
                <a:gs pos="57143">
                  <a:srgbClr val="A1A2A1">
                    <a:alpha val="376"/>
                  </a:srgbClr>
                </a:gs>
                <a:gs pos="71429">
                  <a:srgbClr val="A1A2A1">
                    <a:alpha val="176"/>
                  </a:srgbClr>
                </a:gs>
                <a:gs pos="85714">
                  <a:srgbClr val="A1A2A1">
                    <a:alpha val="70"/>
                  </a:srgbClr>
                </a:gs>
                <a:gs pos="100000">
                  <a:srgbClr val="A1A2A1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8940408">
              <a:off x="2780413" y="1143699"/>
              <a:ext cx="304152" cy="41001"/>
            </a:xfrm>
            <a:prstGeom prst="ellipse">
              <a:avLst/>
            </a:prstGeom>
            <a:gradFill>
              <a:gsLst>
                <a:gs pos="0">
                  <a:srgbClr val="B0B2B0">
                    <a:alpha val="3856"/>
                  </a:srgbClr>
                </a:gs>
                <a:gs pos="14286">
                  <a:srgbClr val="B0B2B0">
                    <a:alpha val="3550"/>
                  </a:srgbClr>
                </a:gs>
                <a:gs pos="28571">
                  <a:srgbClr val="B0B2B0">
                    <a:alpha val="2768"/>
                  </a:srgbClr>
                </a:gs>
                <a:gs pos="42857">
                  <a:srgbClr val="B0B2B0">
                    <a:alpha val="1824"/>
                  </a:srgbClr>
                </a:gs>
                <a:gs pos="57143">
                  <a:srgbClr val="B0B2B0">
                    <a:alpha val="1015"/>
                  </a:srgbClr>
                </a:gs>
                <a:gs pos="71429">
                  <a:srgbClr val="B0B2B0">
                    <a:alpha val="476"/>
                  </a:srgbClr>
                </a:gs>
                <a:gs pos="85714">
                  <a:srgbClr val="B0B2B0">
                    <a:alpha val="189"/>
                  </a:srgbClr>
                </a:gs>
                <a:gs pos="100000">
                  <a:srgbClr val="B0B2B0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6261783">
              <a:off x="2510226" y="3464311"/>
              <a:ext cx="494954" cy="255127"/>
            </a:xfrm>
            <a:prstGeom prst="ellipse">
              <a:avLst/>
            </a:prstGeom>
            <a:gradFill>
              <a:gsLst>
                <a:gs pos="0">
                  <a:srgbClr val="9E9D9E">
                    <a:alpha val="3023"/>
                  </a:srgbClr>
                </a:gs>
                <a:gs pos="14286">
                  <a:srgbClr val="9E9D9E">
                    <a:alpha val="2782"/>
                  </a:srgbClr>
                </a:gs>
                <a:gs pos="28571">
                  <a:srgbClr val="9E9D9E">
                    <a:alpha val="2167"/>
                  </a:srgbClr>
                </a:gs>
                <a:gs pos="42857">
                  <a:srgbClr val="9E9D9E">
                    <a:alpha val="1426"/>
                  </a:srgbClr>
                </a:gs>
                <a:gs pos="57143">
                  <a:srgbClr val="9E9D9E">
                    <a:alpha val="793"/>
                  </a:srgbClr>
                </a:gs>
                <a:gs pos="71429">
                  <a:srgbClr val="9E9D9E">
                    <a:alpha val="372"/>
                  </a:srgbClr>
                </a:gs>
                <a:gs pos="85714">
                  <a:srgbClr val="9E9D9E">
                    <a:alpha val="147"/>
                  </a:srgbClr>
                </a:gs>
                <a:gs pos="100000">
                  <a:srgbClr val="9E9D9E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5398629">
              <a:off x="3471990" y="162483"/>
              <a:ext cx="352170" cy="60055"/>
            </a:xfrm>
            <a:prstGeom prst="ellipse">
              <a:avLst/>
            </a:prstGeom>
            <a:gradFill>
              <a:gsLst>
                <a:gs pos="0">
                  <a:srgbClr val="F1F1F1">
                    <a:alpha val="4905"/>
                  </a:srgbClr>
                </a:gs>
                <a:gs pos="14286">
                  <a:srgbClr val="F1F1F1">
                    <a:alpha val="4518"/>
                  </a:srgbClr>
                </a:gs>
                <a:gs pos="28571">
                  <a:srgbClr val="F1F1F1">
                    <a:alpha val="3526"/>
                  </a:srgbClr>
                </a:gs>
                <a:gs pos="42857">
                  <a:srgbClr val="F1F1F1">
                    <a:alpha val="2327"/>
                  </a:srgbClr>
                </a:gs>
                <a:gs pos="57143">
                  <a:srgbClr val="F1F1F1">
                    <a:alpha val="1296"/>
                  </a:srgbClr>
                </a:gs>
                <a:gs pos="71429">
                  <a:srgbClr val="F1F1F1">
                    <a:alpha val="609"/>
                  </a:srgbClr>
                </a:gs>
                <a:gs pos="85714">
                  <a:srgbClr val="F1F1F1">
                    <a:alpha val="241"/>
                  </a:srgbClr>
                </a:gs>
                <a:gs pos="100000">
                  <a:srgbClr val="F1F1F1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2972531">
              <a:off x="688244" y="1968564"/>
              <a:ext cx="54156" cy="35987"/>
            </a:xfrm>
            <a:prstGeom prst="ellipse">
              <a:avLst/>
            </a:prstGeom>
            <a:gradFill>
              <a:gsLst>
                <a:gs pos="0">
                  <a:srgbClr val="A6A7A7">
                    <a:alpha val="11420"/>
                  </a:srgbClr>
                </a:gs>
                <a:gs pos="14286">
                  <a:srgbClr val="A6A7A7">
                    <a:alpha val="10547"/>
                  </a:srgbClr>
                </a:gs>
                <a:gs pos="28571">
                  <a:srgbClr val="A6A7A7">
                    <a:alpha val="8290"/>
                  </a:srgbClr>
                </a:gs>
                <a:gs pos="42857">
                  <a:srgbClr val="A6A7A7">
                    <a:alpha val="5518"/>
                  </a:srgbClr>
                </a:gs>
                <a:gs pos="57143">
                  <a:srgbClr val="A6A7A7">
                    <a:alpha val="3096"/>
                  </a:srgbClr>
                </a:gs>
                <a:gs pos="71429">
                  <a:srgbClr val="A6A7A7">
                    <a:alpha val="1461"/>
                  </a:srgbClr>
                </a:gs>
                <a:gs pos="85714">
                  <a:srgbClr val="A6A7A7">
                    <a:alpha val="580"/>
                  </a:srgbClr>
                </a:gs>
                <a:gs pos="100000">
                  <a:srgbClr val="A6A7A7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8786093">
              <a:off x="-96578" y="-98379"/>
              <a:ext cx="458327" cy="303322"/>
            </a:xfrm>
            <a:prstGeom prst="ellipse">
              <a:avLst/>
            </a:prstGeom>
            <a:gradFill>
              <a:gsLst>
                <a:gs pos="0">
                  <a:srgbClr val="131B1C">
                    <a:alpha val="4696"/>
                  </a:srgbClr>
                </a:gs>
                <a:gs pos="14286">
                  <a:srgbClr val="131B1C">
                    <a:alpha val="4324"/>
                  </a:srgbClr>
                </a:gs>
                <a:gs pos="28571">
                  <a:srgbClr val="131B1C">
                    <a:alpha val="3374"/>
                  </a:srgbClr>
                </a:gs>
                <a:gs pos="42857">
                  <a:srgbClr val="131B1C">
                    <a:alpha val="2226"/>
                  </a:srgbClr>
                </a:gs>
                <a:gs pos="57143">
                  <a:srgbClr val="131B1C">
                    <a:alpha val="1240"/>
                  </a:srgbClr>
                </a:gs>
                <a:gs pos="71429">
                  <a:srgbClr val="131B1C">
                    <a:alpha val="582"/>
                  </a:srgbClr>
                </a:gs>
                <a:gs pos="85714">
                  <a:srgbClr val="131B1C">
                    <a:alpha val="231"/>
                  </a:srgbClr>
                </a:gs>
                <a:gs pos="100000">
                  <a:srgbClr val="131B1C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9631336">
              <a:off x="334489" y="3113252"/>
              <a:ext cx="243354" cy="98576"/>
            </a:xfrm>
            <a:prstGeom prst="ellipse">
              <a:avLst/>
            </a:prstGeom>
            <a:gradFill>
              <a:gsLst>
                <a:gs pos="0">
                  <a:srgbClr val="0C0B04">
                    <a:alpha val="5221"/>
                  </a:srgbClr>
                </a:gs>
                <a:gs pos="14286">
                  <a:srgbClr val="0C0B04">
                    <a:alpha val="4809"/>
                  </a:srgbClr>
                </a:gs>
                <a:gs pos="28571">
                  <a:srgbClr val="0C0B04">
                    <a:alpha val="3754"/>
                  </a:srgbClr>
                </a:gs>
                <a:gs pos="42857">
                  <a:srgbClr val="0C0B04">
                    <a:alpha val="2479"/>
                  </a:srgbClr>
                </a:gs>
                <a:gs pos="57143">
                  <a:srgbClr val="0C0B04">
                    <a:alpha val="1381"/>
                  </a:srgbClr>
                </a:gs>
                <a:gs pos="71429">
                  <a:srgbClr val="0C0B04">
                    <a:alpha val="649"/>
                  </a:srgbClr>
                </a:gs>
                <a:gs pos="85714">
                  <a:srgbClr val="0C0B04">
                    <a:alpha val="257"/>
                  </a:srgbClr>
                </a:gs>
                <a:gs pos="100000">
                  <a:srgbClr val="0C0B04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8996884">
              <a:off x="803357" y="1803084"/>
              <a:ext cx="530842" cy="237241"/>
            </a:xfrm>
            <a:prstGeom prst="ellipse">
              <a:avLst/>
            </a:prstGeom>
            <a:gradFill>
              <a:gsLst>
                <a:gs pos="0">
                  <a:srgbClr val="A6A7A7">
                    <a:alpha val="2908"/>
                  </a:srgbClr>
                </a:gs>
                <a:gs pos="14286">
                  <a:srgbClr val="A6A7A7">
                    <a:alpha val="2676"/>
                  </a:srgbClr>
                </a:gs>
                <a:gs pos="28571">
                  <a:srgbClr val="A6A7A7">
                    <a:alpha val="2084"/>
                  </a:srgbClr>
                </a:gs>
                <a:gs pos="42857">
                  <a:srgbClr val="A6A7A7">
                    <a:alpha val="1372"/>
                  </a:srgbClr>
                </a:gs>
                <a:gs pos="57143">
                  <a:srgbClr val="A6A7A7">
                    <a:alpha val="762"/>
                  </a:srgbClr>
                </a:gs>
                <a:gs pos="71429">
                  <a:srgbClr val="A6A7A7">
                    <a:alpha val="358"/>
                  </a:srgbClr>
                </a:gs>
                <a:gs pos="85714">
                  <a:srgbClr val="A6A7A7">
                    <a:alpha val="142"/>
                  </a:srgbClr>
                </a:gs>
                <a:gs pos="100000">
                  <a:srgbClr val="A6A7A7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6857450">
              <a:off x="-24550" y="2010378"/>
              <a:ext cx="475826" cy="196228"/>
            </a:xfrm>
            <a:prstGeom prst="ellipse">
              <a:avLst/>
            </a:prstGeom>
            <a:gradFill>
              <a:gsLst>
                <a:gs pos="0">
                  <a:srgbClr val="B6B6B6">
                    <a:alpha val="3548"/>
                  </a:srgbClr>
                </a:gs>
                <a:gs pos="14286">
                  <a:srgbClr val="B6B6B6">
                    <a:alpha val="3266"/>
                  </a:srgbClr>
                </a:gs>
                <a:gs pos="28571">
                  <a:srgbClr val="B6B6B6">
                    <a:alpha val="2545"/>
                  </a:srgbClr>
                </a:gs>
                <a:gs pos="42857">
                  <a:srgbClr val="B6B6B6">
                    <a:alpha val="1677"/>
                  </a:srgbClr>
                </a:gs>
                <a:gs pos="57143">
                  <a:srgbClr val="B6B6B6">
                    <a:alpha val="933"/>
                  </a:srgbClr>
                </a:gs>
                <a:gs pos="71429">
                  <a:srgbClr val="B6B6B6">
                    <a:alpha val="438"/>
                  </a:srgbClr>
                </a:gs>
                <a:gs pos="85714">
                  <a:srgbClr val="B6B6B6">
                    <a:alpha val="173"/>
                  </a:srgbClr>
                </a:gs>
                <a:gs pos="100000">
                  <a:srgbClr val="B6B6B6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6587659">
              <a:off x="1493999" y="284486"/>
              <a:ext cx="321779" cy="57054"/>
            </a:xfrm>
            <a:prstGeom prst="ellipse">
              <a:avLst/>
            </a:prstGeom>
            <a:gradFill>
              <a:gsLst>
                <a:gs pos="0">
                  <a:srgbClr val="9C9C9D">
                    <a:alpha val="2945"/>
                  </a:srgbClr>
                </a:gs>
                <a:gs pos="14286">
                  <a:srgbClr val="9C9C9D">
                    <a:alpha val="2710"/>
                  </a:srgbClr>
                </a:gs>
                <a:gs pos="28571">
                  <a:srgbClr val="9C9C9D">
                    <a:alpha val="2111"/>
                  </a:srgbClr>
                </a:gs>
                <a:gs pos="42857">
                  <a:srgbClr val="9C9C9D">
                    <a:alpha val="1390"/>
                  </a:srgbClr>
                </a:gs>
                <a:gs pos="57143">
                  <a:srgbClr val="9C9C9D">
                    <a:alpha val="772"/>
                  </a:srgbClr>
                </a:gs>
                <a:gs pos="71429">
                  <a:srgbClr val="9C9C9D">
                    <a:alpha val="362"/>
                  </a:srgbClr>
                </a:gs>
                <a:gs pos="85714">
                  <a:srgbClr val="9C9C9D">
                    <a:alpha val="143"/>
                  </a:srgbClr>
                </a:gs>
                <a:gs pos="100000">
                  <a:srgbClr val="9C9C9D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-9321997">
              <a:off x="2169566" y="114164"/>
              <a:ext cx="395126" cy="57931"/>
            </a:xfrm>
            <a:prstGeom prst="ellipse">
              <a:avLst/>
            </a:prstGeom>
            <a:gradFill>
              <a:gsLst>
                <a:gs pos="0">
                  <a:srgbClr val="2D2731">
                    <a:alpha val="3741"/>
                  </a:srgbClr>
                </a:gs>
                <a:gs pos="14286">
                  <a:srgbClr val="2D2731">
                    <a:alpha val="3444"/>
                  </a:srgbClr>
                </a:gs>
                <a:gs pos="28571">
                  <a:srgbClr val="2D2731">
                    <a:alpha val="2685"/>
                  </a:srgbClr>
                </a:gs>
                <a:gs pos="42857">
                  <a:srgbClr val="2D2731">
                    <a:alpha val="1769"/>
                  </a:srgbClr>
                </a:gs>
                <a:gs pos="57143">
                  <a:srgbClr val="2D2731">
                    <a:alpha val="984"/>
                  </a:srgbClr>
                </a:gs>
                <a:gs pos="71429">
                  <a:srgbClr val="2D2731">
                    <a:alpha val="462"/>
                  </a:srgbClr>
                </a:gs>
                <a:gs pos="85714">
                  <a:srgbClr val="2D2731">
                    <a:alpha val="183"/>
                  </a:srgbClr>
                </a:gs>
                <a:gs pos="100000">
                  <a:srgbClr val="2D2731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5960132">
              <a:off x="245893" y="1559862"/>
              <a:ext cx="445755" cy="135242"/>
            </a:xfrm>
            <a:prstGeom prst="ellipse">
              <a:avLst/>
            </a:prstGeom>
            <a:gradFill>
              <a:gsLst>
                <a:gs pos="0">
                  <a:srgbClr val="A1A0A1">
                    <a:alpha val="2719"/>
                  </a:srgbClr>
                </a:gs>
                <a:gs pos="14286">
                  <a:srgbClr val="A1A0A1">
                    <a:alpha val="2502"/>
                  </a:srgbClr>
                </a:gs>
                <a:gs pos="28571">
                  <a:srgbClr val="A1A0A1">
                    <a:alpha val="1948"/>
                  </a:srgbClr>
                </a:gs>
                <a:gs pos="42857">
                  <a:srgbClr val="A1A0A1">
                    <a:alpha val="1282"/>
                  </a:srgbClr>
                </a:gs>
                <a:gs pos="57143">
                  <a:srgbClr val="A1A0A1">
                    <a:alpha val="713"/>
                  </a:srgbClr>
                </a:gs>
                <a:gs pos="71429">
                  <a:srgbClr val="A1A0A1">
                    <a:alpha val="334"/>
                  </a:srgbClr>
                </a:gs>
                <a:gs pos="85714">
                  <a:srgbClr val="A1A0A1">
                    <a:alpha val="132"/>
                  </a:srgbClr>
                </a:gs>
                <a:gs pos="100000">
                  <a:srgbClr val="A1A0A1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3685072">
              <a:off x="713279" y="759354"/>
              <a:ext cx="312642" cy="304816"/>
            </a:xfrm>
            <a:prstGeom prst="ellipse">
              <a:avLst/>
            </a:prstGeom>
            <a:gradFill>
              <a:gsLst>
                <a:gs pos="0">
                  <a:srgbClr val="6B6A6A">
                    <a:alpha val="32948"/>
                  </a:srgbClr>
                </a:gs>
                <a:gs pos="14286">
                  <a:srgbClr val="6B6A6A">
                    <a:alpha val="30745"/>
                  </a:srgbClr>
                </a:gs>
                <a:gs pos="28571">
                  <a:srgbClr val="6B6A6A">
                    <a:alpha val="24817"/>
                  </a:srgbClr>
                </a:gs>
                <a:gs pos="42857">
                  <a:srgbClr val="6B6A6A">
                    <a:alpha val="17064"/>
                  </a:srgbClr>
                </a:gs>
                <a:gs pos="57143">
                  <a:srgbClr val="6B6A6A">
                    <a:alpha val="9848"/>
                  </a:srgbClr>
                </a:gs>
                <a:gs pos="71429">
                  <a:srgbClr val="6B6A6A">
                    <a:alpha val="4737"/>
                  </a:srgbClr>
                </a:gs>
                <a:gs pos="85714">
                  <a:srgbClr val="6B6A6A">
                    <a:alpha val="1901"/>
                  </a:srgbClr>
                </a:gs>
                <a:gs pos="100000">
                  <a:srgbClr val="6B6A6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8409259">
              <a:off x="2899635" y="2244092"/>
              <a:ext cx="470941" cy="276442"/>
            </a:xfrm>
            <a:prstGeom prst="ellipse">
              <a:avLst/>
            </a:prstGeom>
            <a:gradFill>
              <a:gsLst>
                <a:gs pos="0">
                  <a:srgbClr val="868685">
                    <a:alpha val="25570"/>
                  </a:srgbClr>
                </a:gs>
                <a:gs pos="14286">
                  <a:srgbClr val="868685">
                    <a:alpha val="23770"/>
                  </a:srgbClr>
                </a:gs>
                <a:gs pos="28571">
                  <a:srgbClr val="868685">
                    <a:alpha val="19002"/>
                  </a:srgbClr>
                </a:gs>
                <a:gs pos="42857">
                  <a:srgbClr val="868685">
                    <a:alpha val="12910"/>
                  </a:srgbClr>
                </a:gs>
                <a:gs pos="57143">
                  <a:srgbClr val="868685">
                    <a:alpha val="7373"/>
                  </a:srgbClr>
                </a:gs>
                <a:gs pos="71429">
                  <a:srgbClr val="868685">
                    <a:alpha val="3522"/>
                  </a:srgbClr>
                </a:gs>
                <a:gs pos="85714">
                  <a:srgbClr val="868685">
                    <a:alpha val="1408"/>
                  </a:srgbClr>
                </a:gs>
                <a:gs pos="100000">
                  <a:srgbClr val="868685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6113441">
              <a:off x="19624" y="587979"/>
              <a:ext cx="203617" cy="49200"/>
            </a:xfrm>
            <a:prstGeom prst="ellipse">
              <a:avLst/>
            </a:prstGeom>
            <a:gradFill>
              <a:gsLst>
                <a:gs pos="0">
                  <a:srgbClr val="A3A5A3">
                    <a:alpha val="3530"/>
                  </a:srgbClr>
                </a:gs>
                <a:gs pos="14286">
                  <a:srgbClr val="A3A5A3">
                    <a:alpha val="3249"/>
                  </a:srgbClr>
                </a:gs>
                <a:gs pos="28571">
                  <a:srgbClr val="A3A5A3">
                    <a:alpha val="2532"/>
                  </a:srgbClr>
                </a:gs>
                <a:gs pos="42857">
                  <a:srgbClr val="A3A5A3">
                    <a:alpha val="1668"/>
                  </a:srgbClr>
                </a:gs>
                <a:gs pos="57143">
                  <a:srgbClr val="A3A5A3">
                    <a:alpha val="928"/>
                  </a:srgbClr>
                </a:gs>
                <a:gs pos="71429">
                  <a:srgbClr val="A3A5A3">
                    <a:alpha val="435"/>
                  </a:srgbClr>
                </a:gs>
                <a:gs pos="85714">
                  <a:srgbClr val="A3A5A3">
                    <a:alpha val="172"/>
                  </a:srgbClr>
                </a:gs>
                <a:gs pos="100000">
                  <a:srgbClr val="A3A5A3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3212486">
              <a:off x="-79859" y="3177733"/>
              <a:ext cx="402928" cy="279028"/>
            </a:xfrm>
            <a:prstGeom prst="ellipse">
              <a:avLst/>
            </a:prstGeom>
            <a:gradFill>
              <a:gsLst>
                <a:gs pos="0">
                  <a:srgbClr val="110A02">
                    <a:alpha val="1534"/>
                  </a:srgbClr>
                </a:gs>
                <a:gs pos="14286">
                  <a:srgbClr val="110A02">
                    <a:alpha val="1411"/>
                  </a:srgbClr>
                </a:gs>
                <a:gs pos="28571">
                  <a:srgbClr val="110A02">
                    <a:alpha val="1097"/>
                  </a:srgbClr>
                </a:gs>
                <a:gs pos="42857">
                  <a:srgbClr val="110A02">
                    <a:alpha val="721"/>
                  </a:srgbClr>
                </a:gs>
                <a:gs pos="57143">
                  <a:srgbClr val="110A02">
                    <a:alpha val="400"/>
                  </a:srgbClr>
                </a:gs>
                <a:gs pos="71429">
                  <a:srgbClr val="110A02">
                    <a:alpha val="188"/>
                  </a:srgbClr>
                </a:gs>
                <a:gs pos="85714">
                  <a:srgbClr val="110A02">
                    <a:alpha val="74"/>
                  </a:srgbClr>
                </a:gs>
                <a:gs pos="100000">
                  <a:srgbClr val="110A02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6099278">
              <a:off x="151432" y="194850"/>
              <a:ext cx="231408" cy="95725"/>
            </a:xfrm>
            <a:prstGeom prst="ellipse">
              <a:avLst/>
            </a:prstGeom>
            <a:gradFill>
              <a:gsLst>
                <a:gs pos="0">
                  <a:srgbClr val="8F8E8D">
                    <a:alpha val="7920"/>
                  </a:srgbClr>
                </a:gs>
                <a:gs pos="14286">
                  <a:srgbClr val="8F8E8D">
                    <a:alpha val="7303"/>
                  </a:srgbClr>
                </a:gs>
                <a:gs pos="28571">
                  <a:srgbClr val="8F8E8D">
                    <a:alpha val="5718"/>
                  </a:srgbClr>
                </a:gs>
                <a:gs pos="42857">
                  <a:srgbClr val="8F8E8D">
                    <a:alpha val="3789"/>
                  </a:srgbClr>
                </a:gs>
                <a:gs pos="57143">
                  <a:srgbClr val="8F8E8D">
                    <a:alpha val="2117"/>
                  </a:srgbClr>
                </a:gs>
                <a:gs pos="71429">
                  <a:srgbClr val="8F8E8D">
                    <a:alpha val="997"/>
                  </a:srgbClr>
                </a:gs>
                <a:gs pos="85714">
                  <a:srgbClr val="8F8E8D">
                    <a:alpha val="395"/>
                  </a:srgbClr>
                </a:gs>
                <a:gs pos="100000">
                  <a:srgbClr val="8F8E8D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6893638">
              <a:off x="1525254" y="85533"/>
              <a:ext cx="408272" cy="186445"/>
            </a:xfrm>
            <a:prstGeom prst="ellipse">
              <a:avLst/>
            </a:prstGeom>
            <a:gradFill>
              <a:gsLst>
                <a:gs pos="0">
                  <a:srgbClr val="251922">
                    <a:alpha val="3192"/>
                  </a:srgbClr>
                </a:gs>
                <a:gs pos="14286">
                  <a:srgbClr val="251922">
                    <a:alpha val="2937"/>
                  </a:srgbClr>
                </a:gs>
                <a:gs pos="28571">
                  <a:srgbClr val="251922">
                    <a:alpha val="2288"/>
                  </a:srgbClr>
                </a:gs>
                <a:gs pos="42857">
                  <a:srgbClr val="251922">
                    <a:alpha val="1507"/>
                  </a:srgbClr>
                </a:gs>
                <a:gs pos="57143">
                  <a:srgbClr val="251922">
                    <a:alpha val="838"/>
                  </a:srgbClr>
                </a:gs>
                <a:gs pos="71429">
                  <a:srgbClr val="251922">
                    <a:alpha val="393"/>
                  </a:srgbClr>
                </a:gs>
                <a:gs pos="85714">
                  <a:srgbClr val="251922">
                    <a:alpha val="156"/>
                  </a:srgbClr>
                </a:gs>
                <a:gs pos="100000">
                  <a:srgbClr val="251922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3184329">
              <a:off x="147069" y="1919024"/>
              <a:ext cx="62964" cy="455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6103387">
              <a:off x="832410" y="3015980"/>
              <a:ext cx="547643" cy="95520"/>
            </a:xfrm>
            <a:prstGeom prst="ellipse">
              <a:avLst/>
            </a:prstGeom>
            <a:gradFill>
              <a:gsLst>
                <a:gs pos="0">
                  <a:srgbClr val="989797">
                    <a:alpha val="2023"/>
                  </a:srgbClr>
                </a:gs>
                <a:gs pos="14286">
                  <a:srgbClr val="989797">
                    <a:alpha val="1861"/>
                  </a:srgbClr>
                </a:gs>
                <a:gs pos="28571">
                  <a:srgbClr val="989797">
                    <a:alpha val="1448"/>
                  </a:srgbClr>
                </a:gs>
                <a:gs pos="42857">
                  <a:srgbClr val="989797">
                    <a:alpha val="952"/>
                  </a:srgbClr>
                </a:gs>
                <a:gs pos="57143">
                  <a:srgbClr val="989797">
                    <a:alpha val="529"/>
                  </a:srgbClr>
                </a:gs>
                <a:gs pos="71429">
                  <a:srgbClr val="989797">
                    <a:alpha val="248"/>
                  </a:srgbClr>
                </a:gs>
                <a:gs pos="85714">
                  <a:srgbClr val="989797">
                    <a:alpha val="98"/>
                  </a:srgbClr>
                </a:gs>
                <a:gs pos="100000">
                  <a:srgbClr val="989797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7686637">
              <a:off x="321908" y="1079475"/>
              <a:ext cx="769850" cy="60877"/>
            </a:xfrm>
            <a:prstGeom prst="ellipse">
              <a:avLst/>
            </a:prstGeom>
            <a:gradFill>
              <a:gsLst>
                <a:gs pos="0">
                  <a:srgbClr val="757475">
                    <a:alpha val="32968"/>
                  </a:srgbClr>
                </a:gs>
                <a:gs pos="14286">
                  <a:srgbClr val="757475">
                    <a:alpha val="30764"/>
                  </a:srgbClr>
                </a:gs>
                <a:gs pos="28571">
                  <a:srgbClr val="757475">
                    <a:alpha val="24833"/>
                  </a:srgbClr>
                </a:gs>
                <a:gs pos="42857">
                  <a:srgbClr val="757475">
                    <a:alpha val="17075"/>
                  </a:srgbClr>
                </a:gs>
                <a:gs pos="57143">
                  <a:srgbClr val="757475">
                    <a:alpha val="9855"/>
                  </a:srgbClr>
                </a:gs>
                <a:gs pos="71429">
                  <a:srgbClr val="757475">
                    <a:alpha val="4740"/>
                  </a:srgbClr>
                </a:gs>
                <a:gs pos="85714">
                  <a:srgbClr val="757475">
                    <a:alpha val="1902"/>
                  </a:srgbClr>
                </a:gs>
                <a:gs pos="100000">
                  <a:srgbClr val="7574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-10043885">
              <a:off x="3124597" y="2082664"/>
              <a:ext cx="367135" cy="205825"/>
            </a:xfrm>
            <a:prstGeom prst="ellipse">
              <a:avLst/>
            </a:prstGeom>
            <a:gradFill>
              <a:gsLst>
                <a:gs pos="0">
                  <a:srgbClr val="120E00">
                    <a:alpha val="3658"/>
                  </a:srgbClr>
                </a:gs>
                <a:gs pos="14286">
                  <a:srgbClr val="120E00">
                    <a:alpha val="3367"/>
                  </a:srgbClr>
                </a:gs>
                <a:gs pos="28571">
                  <a:srgbClr val="120E00">
                    <a:alpha val="2624"/>
                  </a:srgbClr>
                </a:gs>
                <a:gs pos="42857">
                  <a:srgbClr val="120E00">
                    <a:alpha val="1729"/>
                  </a:srgbClr>
                </a:gs>
                <a:gs pos="57143">
                  <a:srgbClr val="120E00">
                    <a:alpha val="962"/>
                  </a:srgbClr>
                </a:gs>
                <a:gs pos="71429">
                  <a:srgbClr val="120E00">
                    <a:alpha val="451"/>
                  </a:srgbClr>
                </a:gs>
                <a:gs pos="85714">
                  <a:srgbClr val="120E00">
                    <a:alpha val="179"/>
                  </a:srgbClr>
                </a:gs>
                <a:gs pos="100000">
                  <a:srgbClr val="120E00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5455066">
              <a:off x="-195109" y="671104"/>
              <a:ext cx="536976" cy="242335"/>
            </a:xfrm>
            <a:prstGeom prst="ellipse">
              <a:avLst/>
            </a:prstGeom>
            <a:gradFill>
              <a:gsLst>
                <a:gs pos="0">
                  <a:srgbClr val="333432">
                    <a:alpha val="2917"/>
                  </a:srgbClr>
                </a:gs>
                <a:gs pos="14286">
                  <a:srgbClr val="333432">
                    <a:alpha val="2684"/>
                  </a:srgbClr>
                </a:gs>
                <a:gs pos="28571">
                  <a:srgbClr val="333432">
                    <a:alpha val="2090"/>
                  </a:srgbClr>
                </a:gs>
                <a:gs pos="42857">
                  <a:srgbClr val="333432">
                    <a:alpha val="1376"/>
                  </a:srgbClr>
                </a:gs>
                <a:gs pos="57143">
                  <a:srgbClr val="333432">
                    <a:alpha val="765"/>
                  </a:srgbClr>
                </a:gs>
                <a:gs pos="71429">
                  <a:srgbClr val="333432">
                    <a:alpha val="359"/>
                  </a:srgbClr>
                </a:gs>
                <a:gs pos="85714">
                  <a:srgbClr val="333432">
                    <a:alpha val="142"/>
                  </a:srgbClr>
                </a:gs>
                <a:gs pos="100000">
                  <a:srgbClr val="333432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7812317">
              <a:off x="2447456" y="1711660"/>
              <a:ext cx="584334" cy="202004"/>
            </a:xfrm>
            <a:prstGeom prst="ellipse">
              <a:avLst/>
            </a:prstGeom>
            <a:gradFill>
              <a:gsLst>
                <a:gs pos="0">
                  <a:srgbClr val="6A6968">
                    <a:alpha val="32968"/>
                  </a:srgbClr>
                </a:gs>
                <a:gs pos="14286">
                  <a:srgbClr val="6A6968">
                    <a:alpha val="30764"/>
                  </a:srgbClr>
                </a:gs>
                <a:gs pos="28571">
                  <a:srgbClr val="6A6968">
                    <a:alpha val="24833"/>
                  </a:srgbClr>
                </a:gs>
                <a:gs pos="42857">
                  <a:srgbClr val="6A6968">
                    <a:alpha val="17075"/>
                  </a:srgbClr>
                </a:gs>
                <a:gs pos="57143">
                  <a:srgbClr val="6A6968">
                    <a:alpha val="9855"/>
                  </a:srgbClr>
                </a:gs>
                <a:gs pos="71429">
                  <a:srgbClr val="6A6968">
                    <a:alpha val="4740"/>
                  </a:srgbClr>
                </a:gs>
                <a:gs pos="85714">
                  <a:srgbClr val="6A6968">
                    <a:alpha val="1902"/>
                  </a:srgbClr>
                </a:gs>
                <a:gs pos="100000">
                  <a:srgbClr val="6A69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8353513">
              <a:off x="446403" y="1137364"/>
              <a:ext cx="616206" cy="97988"/>
            </a:xfrm>
            <a:prstGeom prst="ellipse">
              <a:avLst/>
            </a:prstGeom>
            <a:gradFill>
              <a:gsLst>
                <a:gs pos="0">
                  <a:srgbClr val="6D6E6E">
                    <a:alpha val="32968"/>
                  </a:srgbClr>
                </a:gs>
                <a:gs pos="14286">
                  <a:srgbClr val="6D6E6E">
                    <a:alpha val="30764"/>
                  </a:srgbClr>
                </a:gs>
                <a:gs pos="28571">
                  <a:srgbClr val="6D6E6E">
                    <a:alpha val="24833"/>
                  </a:srgbClr>
                </a:gs>
                <a:gs pos="42857">
                  <a:srgbClr val="6D6E6E">
                    <a:alpha val="17075"/>
                  </a:srgbClr>
                </a:gs>
                <a:gs pos="57143">
                  <a:srgbClr val="6D6E6E">
                    <a:alpha val="9855"/>
                  </a:srgbClr>
                </a:gs>
                <a:gs pos="71429">
                  <a:srgbClr val="6D6E6E">
                    <a:alpha val="4740"/>
                  </a:srgbClr>
                </a:gs>
                <a:gs pos="85714">
                  <a:srgbClr val="6D6E6E">
                    <a:alpha val="1902"/>
                  </a:srgbClr>
                </a:gs>
                <a:gs pos="100000">
                  <a:srgbClr val="6D6E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10036458">
              <a:off x="2892838" y="3438061"/>
              <a:ext cx="399520" cy="221057"/>
            </a:xfrm>
            <a:prstGeom prst="ellipse">
              <a:avLst/>
            </a:prstGeom>
            <a:gradFill>
              <a:gsLst>
                <a:gs pos="0">
                  <a:srgbClr val="8D8D8D">
                    <a:alpha val="9389"/>
                  </a:srgbClr>
                </a:gs>
                <a:gs pos="14286">
                  <a:srgbClr val="8D8D8D">
                    <a:alpha val="8663"/>
                  </a:srgbClr>
                </a:gs>
                <a:gs pos="28571">
                  <a:srgbClr val="8D8D8D">
                    <a:alpha val="6794"/>
                  </a:srgbClr>
                </a:gs>
                <a:gs pos="42857">
                  <a:srgbClr val="8D8D8D">
                    <a:alpha val="4510"/>
                  </a:srgbClr>
                </a:gs>
                <a:gs pos="57143">
                  <a:srgbClr val="8D8D8D">
                    <a:alpha val="2525"/>
                  </a:srgbClr>
                </a:gs>
                <a:gs pos="71429">
                  <a:srgbClr val="8D8D8D">
                    <a:alpha val="1190"/>
                  </a:srgbClr>
                </a:gs>
                <a:gs pos="85714">
                  <a:srgbClr val="8D8D8D">
                    <a:alpha val="472"/>
                  </a:srgbClr>
                </a:gs>
                <a:gs pos="100000">
                  <a:srgbClr val="8D8D8D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3476584">
              <a:off x="-54021" y="3233036"/>
              <a:ext cx="108041" cy="38743"/>
            </a:xfrm>
            <a:prstGeom prst="ellipse">
              <a:avLst/>
            </a:prstGeom>
            <a:gradFill>
              <a:gsLst>
                <a:gs pos="0">
                  <a:srgbClr val="001512">
                    <a:alpha val="6111"/>
                  </a:srgbClr>
                </a:gs>
                <a:gs pos="14286">
                  <a:srgbClr val="001512">
                    <a:alpha val="5631"/>
                  </a:srgbClr>
                </a:gs>
                <a:gs pos="28571">
                  <a:srgbClr val="001512">
                    <a:alpha val="4401"/>
                  </a:srgbClr>
                </a:gs>
                <a:gs pos="42857">
                  <a:srgbClr val="001512">
                    <a:alpha val="2909"/>
                  </a:srgbClr>
                </a:gs>
                <a:gs pos="57143">
                  <a:srgbClr val="001512">
                    <a:alpha val="1622"/>
                  </a:srgbClr>
                </a:gs>
                <a:gs pos="71429">
                  <a:srgbClr val="001512">
                    <a:alpha val="763"/>
                  </a:srgbClr>
                </a:gs>
                <a:gs pos="85714">
                  <a:srgbClr val="001512">
                    <a:alpha val="302"/>
                  </a:srgbClr>
                </a:gs>
                <a:gs pos="100000">
                  <a:srgbClr val="001512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3168279">
              <a:off x="2118550" y="47344"/>
              <a:ext cx="405371" cy="258183"/>
            </a:xfrm>
            <a:prstGeom prst="ellipse">
              <a:avLst/>
            </a:prstGeom>
            <a:gradFill>
              <a:gsLst>
                <a:gs pos="0">
                  <a:srgbClr val="10000B">
                    <a:alpha val="6401"/>
                  </a:srgbClr>
                </a:gs>
                <a:gs pos="14286">
                  <a:srgbClr val="10000B">
                    <a:alpha val="5899"/>
                  </a:srgbClr>
                </a:gs>
                <a:gs pos="28571">
                  <a:srgbClr val="10000B">
                    <a:alpha val="4611"/>
                  </a:srgbClr>
                </a:gs>
                <a:gs pos="42857">
                  <a:srgbClr val="10000B">
                    <a:alpha val="3049"/>
                  </a:srgbClr>
                </a:gs>
                <a:gs pos="57143">
                  <a:srgbClr val="10000B">
                    <a:alpha val="1701"/>
                  </a:srgbClr>
                </a:gs>
                <a:gs pos="71429">
                  <a:srgbClr val="10000B">
                    <a:alpha val="800"/>
                  </a:srgbClr>
                </a:gs>
                <a:gs pos="85714">
                  <a:srgbClr val="10000B">
                    <a:alpha val="317"/>
                  </a:srgbClr>
                </a:gs>
                <a:gs pos="100000">
                  <a:srgbClr val="10000B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5176076">
              <a:off x="376110" y="2291764"/>
              <a:ext cx="433885" cy="209750"/>
            </a:xfrm>
            <a:prstGeom prst="ellipse">
              <a:avLst/>
            </a:prstGeom>
            <a:gradFill>
              <a:gsLst>
                <a:gs pos="0">
                  <a:srgbClr val="9D9D9D">
                    <a:alpha val="1526"/>
                  </a:srgbClr>
                </a:gs>
                <a:gs pos="14286">
                  <a:srgbClr val="9D9D9D">
                    <a:alpha val="1404"/>
                  </a:srgbClr>
                </a:gs>
                <a:gs pos="28571">
                  <a:srgbClr val="9D9D9D">
                    <a:alpha val="1092"/>
                  </a:srgbClr>
                </a:gs>
                <a:gs pos="42857">
                  <a:srgbClr val="9D9D9D">
                    <a:alpha val="717"/>
                  </a:srgbClr>
                </a:gs>
                <a:gs pos="57143">
                  <a:srgbClr val="9D9D9D">
                    <a:alpha val="398"/>
                  </a:srgbClr>
                </a:gs>
                <a:gs pos="71429">
                  <a:srgbClr val="9D9D9D">
                    <a:alpha val="187"/>
                  </a:srgbClr>
                </a:gs>
                <a:gs pos="85714">
                  <a:srgbClr val="9D9D9D">
                    <a:alpha val="74"/>
                  </a:srgbClr>
                </a:gs>
                <a:gs pos="100000">
                  <a:srgbClr val="9D9D9D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8949051">
              <a:off x="240063" y="1662180"/>
              <a:ext cx="583038" cy="128913"/>
            </a:xfrm>
            <a:prstGeom prst="ellipse">
              <a:avLst/>
            </a:prstGeom>
            <a:gradFill>
              <a:gsLst>
                <a:gs pos="0">
                  <a:srgbClr val="909091">
                    <a:alpha val="2761"/>
                  </a:srgbClr>
                </a:gs>
                <a:gs pos="14286">
                  <a:srgbClr val="909091">
                    <a:alpha val="2540"/>
                  </a:srgbClr>
                </a:gs>
                <a:gs pos="28571">
                  <a:srgbClr val="909091">
                    <a:alpha val="1978"/>
                  </a:srgbClr>
                </a:gs>
                <a:gs pos="42857">
                  <a:srgbClr val="909091">
                    <a:alpha val="1302"/>
                  </a:srgbClr>
                </a:gs>
                <a:gs pos="57143">
                  <a:srgbClr val="909091">
                    <a:alpha val="724"/>
                  </a:srgbClr>
                </a:gs>
                <a:gs pos="71429">
                  <a:srgbClr val="909091">
                    <a:alpha val="339"/>
                  </a:srgbClr>
                </a:gs>
                <a:gs pos="85714">
                  <a:srgbClr val="909091">
                    <a:alpha val="134"/>
                  </a:srgbClr>
                </a:gs>
                <a:gs pos="100000">
                  <a:srgbClr val="909091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4095638">
              <a:off x="2746964" y="369780"/>
              <a:ext cx="462383" cy="344418"/>
            </a:xfrm>
            <a:prstGeom prst="ellipse">
              <a:avLst/>
            </a:prstGeom>
            <a:gradFill>
              <a:gsLst>
                <a:gs pos="0">
                  <a:srgbClr val="464747">
                    <a:alpha val="19803"/>
                  </a:srgbClr>
                </a:gs>
                <a:gs pos="14286">
                  <a:srgbClr val="464747">
                    <a:alpha val="18359"/>
                  </a:srgbClr>
                </a:gs>
                <a:gs pos="28571">
                  <a:srgbClr val="464747">
                    <a:alpha val="14572"/>
                  </a:srgbClr>
                </a:gs>
                <a:gs pos="42857">
                  <a:srgbClr val="464747">
                    <a:alpha val="9815"/>
                  </a:srgbClr>
                </a:gs>
                <a:gs pos="57143">
                  <a:srgbClr val="464747">
                    <a:alpha val="5563"/>
                  </a:srgbClr>
                </a:gs>
                <a:gs pos="71429">
                  <a:srgbClr val="464747">
                    <a:alpha val="2644"/>
                  </a:srgbClr>
                </a:gs>
                <a:gs pos="85714">
                  <a:srgbClr val="464747">
                    <a:alpha val="1054"/>
                  </a:srgbClr>
                </a:gs>
                <a:gs pos="100000">
                  <a:srgbClr val="464747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4153587">
              <a:off x="445308" y="2024890"/>
              <a:ext cx="344488" cy="26441"/>
            </a:xfrm>
            <a:prstGeom prst="ellipse">
              <a:avLst/>
            </a:prstGeom>
            <a:gradFill>
              <a:gsLst>
                <a:gs pos="0">
                  <a:srgbClr val="100414">
                    <a:alpha val="1378"/>
                  </a:srgbClr>
                </a:gs>
                <a:gs pos="14286">
                  <a:srgbClr val="100414">
                    <a:alpha val="1267"/>
                  </a:srgbClr>
                </a:gs>
                <a:gs pos="28571">
                  <a:srgbClr val="100414">
                    <a:alpha val="986"/>
                  </a:srgbClr>
                </a:gs>
                <a:gs pos="42857">
                  <a:srgbClr val="100414">
                    <a:alpha val="648"/>
                  </a:srgbClr>
                </a:gs>
                <a:gs pos="57143">
                  <a:srgbClr val="100414">
                    <a:alpha val="359"/>
                  </a:srgbClr>
                </a:gs>
                <a:gs pos="71429">
                  <a:srgbClr val="100414">
                    <a:alpha val="168"/>
                  </a:srgbClr>
                </a:gs>
                <a:gs pos="85714">
                  <a:srgbClr val="100414">
                    <a:alpha val="67"/>
                  </a:srgbClr>
                </a:gs>
                <a:gs pos="100000">
                  <a:srgbClr val="100414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4153543">
              <a:off x="2908488" y="2152603"/>
              <a:ext cx="533857" cy="32293"/>
            </a:xfrm>
            <a:prstGeom prst="ellipse">
              <a:avLst/>
            </a:prstGeom>
            <a:gradFill>
              <a:gsLst>
                <a:gs pos="0">
                  <a:srgbClr val="6A696A">
                    <a:alpha val="26217"/>
                  </a:srgbClr>
                </a:gs>
                <a:gs pos="14286">
                  <a:srgbClr val="6A696A">
                    <a:alpha val="24380"/>
                  </a:srgbClr>
                </a:gs>
                <a:gs pos="28571">
                  <a:srgbClr val="6A696A">
                    <a:alpha val="19505"/>
                  </a:srgbClr>
                </a:gs>
                <a:gs pos="42857">
                  <a:srgbClr val="6A696A">
                    <a:alpha val="13266"/>
                  </a:srgbClr>
                </a:gs>
                <a:gs pos="57143">
                  <a:srgbClr val="6A696A">
                    <a:alpha val="7583"/>
                  </a:srgbClr>
                </a:gs>
                <a:gs pos="71429">
                  <a:srgbClr val="6A696A">
                    <a:alpha val="3624"/>
                  </a:srgbClr>
                </a:gs>
                <a:gs pos="85714">
                  <a:srgbClr val="6A696A">
                    <a:alpha val="1449"/>
                  </a:srgbClr>
                </a:gs>
                <a:gs pos="100000">
                  <a:srgbClr val="6A696A">
                    <a:alpha val="4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-9893798">
              <a:off x="1103886" y="9762"/>
              <a:ext cx="324980" cy="193459"/>
            </a:xfrm>
            <a:prstGeom prst="ellipse">
              <a:avLst/>
            </a:prstGeom>
            <a:gradFill>
              <a:gsLst>
                <a:gs pos="0">
                  <a:srgbClr val="A6A6A4">
                    <a:alpha val="2767"/>
                  </a:srgbClr>
                </a:gs>
                <a:gs pos="14286">
                  <a:srgbClr val="A6A6A4">
                    <a:alpha val="2546"/>
                  </a:srgbClr>
                </a:gs>
                <a:gs pos="28571">
                  <a:srgbClr val="A6A6A4">
                    <a:alpha val="1983"/>
                  </a:srgbClr>
                </a:gs>
                <a:gs pos="42857">
                  <a:srgbClr val="A6A6A4">
                    <a:alpha val="1305"/>
                  </a:srgbClr>
                </a:gs>
                <a:gs pos="57143">
                  <a:srgbClr val="A6A6A4">
                    <a:alpha val="725"/>
                  </a:srgbClr>
                </a:gs>
                <a:gs pos="71429">
                  <a:srgbClr val="A6A6A4">
                    <a:alpha val="340"/>
                  </a:srgbClr>
                </a:gs>
                <a:gs pos="85714">
                  <a:srgbClr val="A6A6A4">
                    <a:alpha val="135"/>
                  </a:srgbClr>
                </a:gs>
                <a:gs pos="100000">
                  <a:srgbClr val="A6A6A4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7266903">
              <a:off x="1447148" y="334225"/>
              <a:ext cx="371042" cy="97050"/>
            </a:xfrm>
            <a:prstGeom prst="ellipse">
              <a:avLst/>
            </a:prstGeom>
            <a:gradFill>
              <a:gsLst>
                <a:gs pos="0">
                  <a:srgbClr val="222521">
                    <a:alpha val="2121"/>
                  </a:srgbClr>
                </a:gs>
                <a:gs pos="14286">
                  <a:srgbClr val="222521">
                    <a:alpha val="1951"/>
                  </a:srgbClr>
                </a:gs>
                <a:gs pos="28571">
                  <a:srgbClr val="222521">
                    <a:alpha val="1518"/>
                  </a:srgbClr>
                </a:gs>
                <a:gs pos="42857">
                  <a:srgbClr val="222521">
                    <a:alpha val="998"/>
                  </a:srgbClr>
                </a:gs>
                <a:gs pos="57143">
                  <a:srgbClr val="222521">
                    <a:alpha val="554"/>
                  </a:srgbClr>
                </a:gs>
                <a:gs pos="71429">
                  <a:srgbClr val="222521">
                    <a:alpha val="260"/>
                  </a:srgbClr>
                </a:gs>
                <a:gs pos="85714">
                  <a:srgbClr val="222521">
                    <a:alpha val="103"/>
                  </a:srgbClr>
                </a:gs>
                <a:gs pos="100000">
                  <a:srgbClr val="222521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3107026">
              <a:off x="227178" y="1423611"/>
              <a:ext cx="306385" cy="44619"/>
            </a:xfrm>
            <a:prstGeom prst="ellipse">
              <a:avLst/>
            </a:prstGeom>
            <a:gradFill>
              <a:gsLst>
                <a:gs pos="0">
                  <a:srgbClr val="A6A6A7">
                    <a:alpha val="3587"/>
                  </a:srgbClr>
                </a:gs>
                <a:gs pos="14286">
                  <a:srgbClr val="A6A6A7">
                    <a:alpha val="3302"/>
                  </a:srgbClr>
                </a:gs>
                <a:gs pos="28571">
                  <a:srgbClr val="A6A6A7">
                    <a:alpha val="2573"/>
                  </a:srgbClr>
                </a:gs>
                <a:gs pos="42857">
                  <a:srgbClr val="A6A6A7">
                    <a:alpha val="1696"/>
                  </a:srgbClr>
                </a:gs>
                <a:gs pos="57143">
                  <a:srgbClr val="A6A6A7">
                    <a:alpha val="943"/>
                  </a:srgbClr>
                </a:gs>
                <a:gs pos="71429">
                  <a:srgbClr val="A6A6A7">
                    <a:alpha val="443"/>
                  </a:srgbClr>
                </a:gs>
                <a:gs pos="85714">
                  <a:srgbClr val="A6A6A7">
                    <a:alpha val="175"/>
                  </a:srgbClr>
                </a:gs>
                <a:gs pos="100000">
                  <a:srgbClr val="A6A6A7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6982585">
              <a:off x="3270993" y="3243471"/>
              <a:ext cx="246159" cy="41503"/>
            </a:xfrm>
            <a:prstGeom prst="ellipse">
              <a:avLst/>
            </a:prstGeom>
            <a:gradFill>
              <a:gsLst>
                <a:gs pos="0">
                  <a:srgbClr val="050607">
                    <a:alpha val="3987"/>
                  </a:srgbClr>
                </a:gs>
                <a:gs pos="14286">
                  <a:srgbClr val="050607">
                    <a:alpha val="3670"/>
                  </a:srgbClr>
                </a:gs>
                <a:gs pos="28571">
                  <a:srgbClr val="050607">
                    <a:alpha val="2861"/>
                  </a:srgbClr>
                </a:gs>
                <a:gs pos="42857">
                  <a:srgbClr val="050607">
                    <a:alpha val="1886"/>
                  </a:srgbClr>
                </a:gs>
                <a:gs pos="57143">
                  <a:srgbClr val="050607">
                    <a:alpha val="1050"/>
                  </a:srgbClr>
                </a:gs>
                <a:gs pos="71429">
                  <a:srgbClr val="050607">
                    <a:alpha val="493"/>
                  </a:srgbClr>
                </a:gs>
                <a:gs pos="85714">
                  <a:srgbClr val="050607">
                    <a:alpha val="195"/>
                  </a:srgbClr>
                </a:gs>
                <a:gs pos="100000">
                  <a:srgbClr val="050607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-8602386">
              <a:off x="94467" y="1326292"/>
              <a:ext cx="629129" cy="136366"/>
            </a:xfrm>
            <a:prstGeom prst="ellipse">
              <a:avLst/>
            </a:prstGeom>
            <a:gradFill>
              <a:gsLst>
                <a:gs pos="0">
                  <a:srgbClr val="9D9E9D">
                    <a:alpha val="2148"/>
                  </a:srgbClr>
                </a:gs>
                <a:gs pos="14286">
                  <a:srgbClr val="9D9E9D">
                    <a:alpha val="1976"/>
                  </a:srgbClr>
                </a:gs>
                <a:gs pos="28571">
                  <a:srgbClr val="9D9E9D">
                    <a:alpha val="1538"/>
                  </a:srgbClr>
                </a:gs>
                <a:gs pos="42857">
                  <a:srgbClr val="9D9E9D">
                    <a:alpha val="1011"/>
                  </a:srgbClr>
                </a:gs>
                <a:gs pos="57143">
                  <a:srgbClr val="9D9E9D">
                    <a:alpha val="562"/>
                  </a:srgbClr>
                </a:gs>
                <a:gs pos="71429">
                  <a:srgbClr val="9D9E9D">
                    <a:alpha val="263"/>
                  </a:srgbClr>
                </a:gs>
                <a:gs pos="85714">
                  <a:srgbClr val="9D9E9D">
                    <a:alpha val="104"/>
                  </a:srgbClr>
                </a:gs>
                <a:gs pos="100000">
                  <a:srgbClr val="9D9E9D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-10602238">
              <a:off x="2911426" y="3549454"/>
              <a:ext cx="422998" cy="144142"/>
            </a:xfrm>
            <a:prstGeom prst="ellipse">
              <a:avLst/>
            </a:prstGeom>
            <a:gradFill>
              <a:gsLst>
                <a:gs pos="0">
                  <a:srgbClr val="A3A3A3">
                    <a:alpha val="3171"/>
                  </a:srgbClr>
                </a:gs>
                <a:gs pos="14286">
                  <a:srgbClr val="A3A3A3">
                    <a:alpha val="2918"/>
                  </a:srgbClr>
                </a:gs>
                <a:gs pos="28571">
                  <a:srgbClr val="A3A3A3">
                    <a:alpha val="2273"/>
                  </a:srgbClr>
                </a:gs>
                <a:gs pos="42857">
                  <a:srgbClr val="A3A3A3">
                    <a:alpha val="1497"/>
                  </a:srgbClr>
                </a:gs>
                <a:gs pos="57143">
                  <a:srgbClr val="A3A3A3">
                    <a:alpha val="832"/>
                  </a:srgbClr>
                </a:gs>
                <a:gs pos="71429">
                  <a:srgbClr val="A3A3A3">
                    <a:alpha val="390"/>
                  </a:srgbClr>
                </a:gs>
                <a:gs pos="85714">
                  <a:srgbClr val="A3A3A3">
                    <a:alpha val="155"/>
                  </a:srgbClr>
                </a:gs>
                <a:gs pos="100000">
                  <a:srgbClr val="A3A3A3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5493549">
              <a:off x="578609" y="2388522"/>
              <a:ext cx="50514" cy="22349"/>
            </a:xfrm>
            <a:prstGeom prst="ellipse">
              <a:avLst/>
            </a:prstGeom>
            <a:gradFill>
              <a:gsLst>
                <a:gs pos="0">
                  <a:srgbClr val="040600">
                    <a:alpha val="17913"/>
                  </a:srgbClr>
                </a:gs>
                <a:gs pos="14286">
                  <a:srgbClr val="040600">
                    <a:alpha val="16592"/>
                  </a:srgbClr>
                </a:gs>
                <a:gs pos="28571">
                  <a:srgbClr val="040600">
                    <a:alpha val="13140"/>
                  </a:srgbClr>
                </a:gs>
                <a:gs pos="42857">
                  <a:srgbClr val="040600">
                    <a:alpha val="8826"/>
                  </a:srgbClr>
                </a:gs>
                <a:gs pos="57143">
                  <a:srgbClr val="040600">
                    <a:alpha val="4991"/>
                  </a:srgbClr>
                </a:gs>
                <a:gs pos="71429">
                  <a:srgbClr val="040600">
                    <a:alpha val="2368"/>
                  </a:srgbClr>
                </a:gs>
                <a:gs pos="85714">
                  <a:srgbClr val="040600">
                    <a:alpha val="943"/>
                  </a:srgbClr>
                </a:gs>
                <a:gs pos="100000">
                  <a:srgbClr val="040600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10693754">
              <a:off x="2555272" y="185326"/>
              <a:ext cx="457546" cy="169983"/>
            </a:xfrm>
            <a:prstGeom prst="ellipse">
              <a:avLst/>
            </a:prstGeom>
            <a:gradFill>
              <a:gsLst>
                <a:gs pos="0">
                  <a:srgbClr val="110C00">
                    <a:alpha val="2685"/>
                  </a:srgbClr>
                </a:gs>
                <a:gs pos="14286">
                  <a:srgbClr val="110C00">
                    <a:alpha val="2471"/>
                  </a:srgbClr>
                </a:gs>
                <a:gs pos="28571">
                  <a:srgbClr val="110C00">
                    <a:alpha val="1924"/>
                  </a:srgbClr>
                </a:gs>
                <a:gs pos="42857">
                  <a:srgbClr val="110C00">
                    <a:alpha val="1266"/>
                  </a:srgbClr>
                </a:gs>
                <a:gs pos="57143">
                  <a:srgbClr val="110C00">
                    <a:alpha val="704"/>
                  </a:srgbClr>
                </a:gs>
                <a:gs pos="71429">
                  <a:srgbClr val="110C00">
                    <a:alpha val="330"/>
                  </a:srgbClr>
                </a:gs>
                <a:gs pos="85714">
                  <a:srgbClr val="110C00">
                    <a:alpha val="131"/>
                  </a:srgbClr>
                </a:gs>
                <a:gs pos="100000">
                  <a:srgbClr val="110C00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-8460223">
              <a:off x="1062419" y="469387"/>
              <a:ext cx="372620" cy="215214"/>
            </a:xfrm>
            <a:prstGeom prst="ellipse">
              <a:avLst/>
            </a:prstGeom>
            <a:gradFill>
              <a:gsLst>
                <a:gs pos="0">
                  <a:srgbClr val="979797">
                    <a:alpha val="3015"/>
                  </a:srgbClr>
                </a:gs>
                <a:gs pos="14286">
                  <a:srgbClr val="979797">
                    <a:alpha val="2774"/>
                  </a:srgbClr>
                </a:gs>
                <a:gs pos="28571">
                  <a:srgbClr val="979797">
                    <a:alpha val="2161"/>
                  </a:srgbClr>
                </a:gs>
                <a:gs pos="42857">
                  <a:srgbClr val="979797">
                    <a:alpha val="1423"/>
                  </a:srgbClr>
                </a:gs>
                <a:gs pos="57143">
                  <a:srgbClr val="979797">
                    <a:alpha val="791"/>
                  </a:srgbClr>
                </a:gs>
                <a:gs pos="71429">
                  <a:srgbClr val="979797">
                    <a:alpha val="371"/>
                  </a:srgbClr>
                </a:gs>
                <a:gs pos="85714">
                  <a:srgbClr val="979797">
                    <a:alpha val="147"/>
                  </a:srgbClr>
                </a:gs>
                <a:gs pos="100000">
                  <a:srgbClr val="979797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6207047">
              <a:off x="-53004" y="61401"/>
              <a:ext cx="753217" cy="55567"/>
            </a:xfrm>
            <a:prstGeom prst="ellipse">
              <a:avLst/>
            </a:prstGeom>
            <a:gradFill>
              <a:gsLst>
                <a:gs pos="0">
                  <a:srgbClr val="7B7B7B">
                    <a:alpha val="20251"/>
                  </a:srgbClr>
                </a:gs>
                <a:gs pos="14286">
                  <a:srgbClr val="7B7B7B">
                    <a:alpha val="18778"/>
                  </a:srgbClr>
                </a:gs>
                <a:gs pos="28571">
                  <a:srgbClr val="7B7B7B">
                    <a:alpha val="14912"/>
                  </a:srgbClr>
                </a:gs>
                <a:gs pos="42857">
                  <a:srgbClr val="7B7B7B">
                    <a:alpha val="10050"/>
                  </a:srgbClr>
                </a:gs>
                <a:gs pos="57143">
                  <a:srgbClr val="7B7B7B">
                    <a:alpha val="5700"/>
                  </a:srgbClr>
                </a:gs>
                <a:gs pos="71429">
                  <a:srgbClr val="7B7B7B">
                    <a:alpha val="2710"/>
                  </a:srgbClr>
                </a:gs>
                <a:gs pos="85714">
                  <a:srgbClr val="7B7B7B">
                    <a:alpha val="1080"/>
                  </a:srgbClr>
                </a:gs>
                <a:gs pos="100000">
                  <a:srgbClr val="7B7B7B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3377602">
              <a:off x="3018531" y="221724"/>
              <a:ext cx="486226" cy="183156"/>
            </a:xfrm>
            <a:prstGeom prst="ellipse">
              <a:avLst/>
            </a:prstGeom>
            <a:gradFill>
              <a:gsLst>
                <a:gs pos="0">
                  <a:srgbClr val="A3A3A3">
                    <a:alpha val="2871"/>
                  </a:srgbClr>
                </a:gs>
                <a:gs pos="14286">
                  <a:srgbClr val="A3A3A3">
                    <a:alpha val="2641"/>
                  </a:srgbClr>
                </a:gs>
                <a:gs pos="28571">
                  <a:srgbClr val="A3A3A3">
                    <a:alpha val="2057"/>
                  </a:srgbClr>
                </a:gs>
                <a:gs pos="42857">
                  <a:srgbClr val="A3A3A3">
                    <a:alpha val="1354"/>
                  </a:srgbClr>
                </a:gs>
                <a:gs pos="57143">
                  <a:srgbClr val="A3A3A3">
                    <a:alpha val="753"/>
                  </a:srgbClr>
                </a:gs>
                <a:gs pos="71429">
                  <a:srgbClr val="A3A3A3">
                    <a:alpha val="353"/>
                  </a:srgbClr>
                </a:gs>
                <a:gs pos="85714">
                  <a:srgbClr val="A3A3A3">
                    <a:alpha val="140"/>
                  </a:srgbClr>
                </a:gs>
                <a:gs pos="100000">
                  <a:srgbClr val="A3A3A3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4276496">
              <a:off x="1934575" y="188914"/>
              <a:ext cx="351191" cy="261497"/>
            </a:xfrm>
            <a:prstGeom prst="ellipse">
              <a:avLst/>
            </a:prstGeom>
            <a:gradFill>
              <a:gsLst>
                <a:gs pos="0">
                  <a:srgbClr val="B3B4B3">
                    <a:alpha val="20700"/>
                  </a:srgbClr>
                </a:gs>
                <a:gs pos="14286">
                  <a:srgbClr val="B3B4B3">
                    <a:alpha val="19198"/>
                  </a:srgbClr>
                </a:gs>
                <a:gs pos="28571">
                  <a:srgbClr val="B3B4B3">
                    <a:alpha val="15255"/>
                  </a:srgbClr>
                </a:gs>
                <a:gs pos="42857">
                  <a:srgbClr val="B3B4B3">
                    <a:alpha val="10288"/>
                  </a:srgbClr>
                </a:gs>
                <a:gs pos="57143">
                  <a:srgbClr val="B3B4B3">
                    <a:alpha val="5838"/>
                  </a:srgbClr>
                </a:gs>
                <a:gs pos="71429">
                  <a:srgbClr val="B3B4B3">
                    <a:alpha val="2777"/>
                  </a:srgbClr>
                </a:gs>
                <a:gs pos="85714">
                  <a:srgbClr val="B3B4B3">
                    <a:alpha val="1107"/>
                  </a:srgbClr>
                </a:gs>
                <a:gs pos="100000">
                  <a:srgbClr val="B3B4B3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4589120">
              <a:off x="1636722" y="302570"/>
              <a:ext cx="108834" cy="41941"/>
            </a:xfrm>
            <a:prstGeom prst="ellipse">
              <a:avLst/>
            </a:prstGeom>
            <a:gradFill>
              <a:gsLst>
                <a:gs pos="0">
                  <a:srgbClr val="0A0008">
                    <a:alpha val="7579"/>
                  </a:srgbClr>
                </a:gs>
                <a:gs pos="14286">
                  <a:srgbClr val="0A0008">
                    <a:alpha val="6988"/>
                  </a:srgbClr>
                </a:gs>
                <a:gs pos="28571">
                  <a:srgbClr val="0A0008">
                    <a:alpha val="5469"/>
                  </a:srgbClr>
                </a:gs>
                <a:gs pos="42857">
                  <a:srgbClr val="0A0008">
                    <a:alpha val="3622"/>
                  </a:srgbClr>
                </a:gs>
                <a:gs pos="57143">
                  <a:srgbClr val="0A0008">
                    <a:alpha val="2023"/>
                  </a:srgbClr>
                </a:gs>
                <a:gs pos="71429">
                  <a:srgbClr val="0A0008">
                    <a:alpha val="952"/>
                  </a:srgbClr>
                </a:gs>
                <a:gs pos="85714">
                  <a:srgbClr val="0A0008">
                    <a:alpha val="378"/>
                  </a:srgbClr>
                </a:gs>
                <a:gs pos="100000">
                  <a:srgbClr val="0A0008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8152077">
              <a:off x="2681656" y="249633"/>
              <a:ext cx="488461" cy="162109"/>
            </a:xfrm>
            <a:prstGeom prst="ellipse">
              <a:avLst/>
            </a:prstGeom>
            <a:gradFill>
              <a:gsLst>
                <a:gs pos="0">
                  <a:srgbClr val="494B4A">
                    <a:alpha val="5702"/>
                  </a:srgbClr>
                </a:gs>
                <a:gs pos="14286">
                  <a:srgbClr val="494B4A">
                    <a:alpha val="5253"/>
                  </a:srgbClr>
                </a:gs>
                <a:gs pos="28571">
                  <a:srgbClr val="494B4A">
                    <a:alpha val="4103"/>
                  </a:srgbClr>
                </a:gs>
                <a:gs pos="42857">
                  <a:srgbClr val="494B4A">
                    <a:alpha val="2711"/>
                  </a:srgbClr>
                </a:gs>
                <a:gs pos="57143">
                  <a:srgbClr val="494B4A">
                    <a:alpha val="1511"/>
                  </a:srgbClr>
                </a:gs>
                <a:gs pos="71429">
                  <a:srgbClr val="494B4A">
                    <a:alpha val="710"/>
                  </a:srgbClr>
                </a:gs>
                <a:gs pos="85714">
                  <a:srgbClr val="494B4A">
                    <a:alpha val="281"/>
                  </a:srgbClr>
                </a:gs>
                <a:gs pos="100000">
                  <a:srgbClr val="494B4A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-8351318">
              <a:off x="-261394" y="1965372"/>
              <a:ext cx="632751" cy="49876"/>
            </a:xfrm>
            <a:prstGeom prst="ellipse">
              <a:avLst/>
            </a:prstGeom>
            <a:gradFill>
              <a:gsLst>
                <a:gs pos="0">
                  <a:srgbClr val="929190">
                    <a:alpha val="4985"/>
                  </a:srgbClr>
                </a:gs>
                <a:gs pos="14286">
                  <a:srgbClr val="929190">
                    <a:alpha val="4591"/>
                  </a:srgbClr>
                </a:gs>
                <a:gs pos="28571">
                  <a:srgbClr val="929190">
                    <a:alpha val="3583"/>
                  </a:srgbClr>
                </a:gs>
                <a:gs pos="42857">
                  <a:srgbClr val="929190">
                    <a:alpha val="2365"/>
                  </a:srgbClr>
                </a:gs>
                <a:gs pos="57143">
                  <a:srgbClr val="929190">
                    <a:alpha val="1317"/>
                  </a:srgbClr>
                </a:gs>
                <a:gs pos="71429">
                  <a:srgbClr val="929190">
                    <a:alpha val="619"/>
                  </a:srgbClr>
                </a:gs>
                <a:gs pos="85714">
                  <a:srgbClr val="929190">
                    <a:alpha val="245"/>
                  </a:srgbClr>
                </a:gs>
                <a:gs pos="100000">
                  <a:srgbClr val="929190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3177290">
              <a:off x="1640467" y="445433"/>
              <a:ext cx="356147" cy="64678"/>
            </a:xfrm>
            <a:prstGeom prst="ellipse">
              <a:avLst/>
            </a:prstGeom>
            <a:gradFill>
              <a:gsLst>
                <a:gs pos="0">
                  <a:srgbClr val="A2A0A0">
                    <a:alpha val="2025"/>
                  </a:srgbClr>
                </a:gs>
                <a:gs pos="14286">
                  <a:srgbClr val="A2A0A0">
                    <a:alpha val="1862"/>
                  </a:srgbClr>
                </a:gs>
                <a:gs pos="28571">
                  <a:srgbClr val="A2A0A0">
                    <a:alpha val="1449"/>
                  </a:srgbClr>
                </a:gs>
                <a:gs pos="42857">
                  <a:srgbClr val="A2A0A0">
                    <a:alpha val="953"/>
                  </a:srgbClr>
                </a:gs>
                <a:gs pos="57143">
                  <a:srgbClr val="A2A0A0">
                    <a:alpha val="529"/>
                  </a:srgbClr>
                </a:gs>
                <a:gs pos="71429">
                  <a:srgbClr val="A2A0A0">
                    <a:alpha val="248"/>
                  </a:srgbClr>
                </a:gs>
                <a:gs pos="85714">
                  <a:srgbClr val="A2A0A0">
                    <a:alpha val="98"/>
                  </a:srgbClr>
                </a:gs>
                <a:gs pos="100000">
                  <a:srgbClr val="A2A0A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5671084">
              <a:off x="3047674" y="3457707"/>
              <a:ext cx="442296" cy="139293"/>
            </a:xfrm>
            <a:prstGeom prst="ellipse">
              <a:avLst/>
            </a:prstGeom>
            <a:gradFill>
              <a:gsLst>
                <a:gs pos="0">
                  <a:srgbClr val="02090D">
                    <a:alpha val="1283"/>
                  </a:srgbClr>
                </a:gs>
                <a:gs pos="14286">
                  <a:srgbClr val="02090D">
                    <a:alpha val="1180"/>
                  </a:srgbClr>
                </a:gs>
                <a:gs pos="28571">
                  <a:srgbClr val="02090D">
                    <a:alpha val="917"/>
                  </a:srgbClr>
                </a:gs>
                <a:gs pos="42857">
                  <a:srgbClr val="02090D">
                    <a:alpha val="603"/>
                  </a:srgbClr>
                </a:gs>
                <a:gs pos="57143">
                  <a:srgbClr val="02090D">
                    <a:alpha val="334"/>
                  </a:srgbClr>
                </a:gs>
                <a:gs pos="71429">
                  <a:srgbClr val="02090D">
                    <a:alpha val="157"/>
                  </a:srgbClr>
                </a:gs>
                <a:gs pos="85714">
                  <a:srgbClr val="02090D">
                    <a:alpha val="62"/>
                  </a:srgbClr>
                </a:gs>
                <a:gs pos="100000">
                  <a:srgbClr val="02090D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3392343">
              <a:off x="2655216" y="607551"/>
              <a:ext cx="440522" cy="49609"/>
            </a:xfrm>
            <a:prstGeom prst="ellipse">
              <a:avLst/>
            </a:prstGeom>
            <a:gradFill>
              <a:gsLst>
                <a:gs pos="0">
                  <a:srgbClr val="2E2529">
                    <a:alpha val="8424"/>
                  </a:srgbClr>
                </a:gs>
                <a:gs pos="14286">
                  <a:srgbClr val="2E2529">
                    <a:alpha val="7770"/>
                  </a:srgbClr>
                </a:gs>
                <a:gs pos="28571">
                  <a:srgbClr val="2E2529">
                    <a:alpha val="6087"/>
                  </a:srgbClr>
                </a:gs>
                <a:gs pos="42857">
                  <a:srgbClr val="2E2529">
                    <a:alpha val="4036"/>
                  </a:srgbClr>
                </a:gs>
                <a:gs pos="57143">
                  <a:srgbClr val="2E2529">
                    <a:alpha val="2257"/>
                  </a:srgbClr>
                </a:gs>
                <a:gs pos="71429">
                  <a:srgbClr val="2E2529">
                    <a:alpha val="1063"/>
                  </a:srgbClr>
                </a:gs>
                <a:gs pos="85714">
                  <a:srgbClr val="2E2529">
                    <a:alpha val="422"/>
                  </a:srgbClr>
                </a:gs>
                <a:gs pos="100000">
                  <a:srgbClr val="2E2529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6918538">
              <a:off x="1482509" y="-24755"/>
              <a:ext cx="452730" cy="221290"/>
            </a:xfrm>
            <a:prstGeom prst="ellipse">
              <a:avLst/>
            </a:prstGeom>
            <a:gradFill>
              <a:gsLst>
                <a:gs pos="0">
                  <a:srgbClr val="2A2827">
                    <a:alpha val="2870"/>
                  </a:srgbClr>
                </a:gs>
                <a:gs pos="14286">
                  <a:srgbClr val="2A2827">
                    <a:alpha val="2641"/>
                  </a:srgbClr>
                </a:gs>
                <a:gs pos="28571">
                  <a:srgbClr val="2A2827">
                    <a:alpha val="2057"/>
                  </a:srgbClr>
                </a:gs>
                <a:gs pos="42857">
                  <a:srgbClr val="2A2827">
                    <a:alpha val="1354"/>
                  </a:srgbClr>
                </a:gs>
                <a:gs pos="57143">
                  <a:srgbClr val="2A2827">
                    <a:alpha val="752"/>
                  </a:srgbClr>
                </a:gs>
                <a:gs pos="71429">
                  <a:srgbClr val="2A2827">
                    <a:alpha val="353"/>
                  </a:srgbClr>
                </a:gs>
                <a:gs pos="85714">
                  <a:srgbClr val="2A2827">
                    <a:alpha val="140"/>
                  </a:srgbClr>
                </a:gs>
                <a:gs pos="100000">
                  <a:srgbClr val="2A2827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-9770991">
              <a:off x="2081062" y="392825"/>
              <a:ext cx="654698" cy="148021"/>
            </a:xfrm>
            <a:prstGeom prst="ellipse">
              <a:avLst/>
            </a:prstGeom>
            <a:gradFill>
              <a:gsLst>
                <a:gs pos="0">
                  <a:srgbClr val="777876">
                    <a:alpha val="32968"/>
                  </a:srgbClr>
                </a:gs>
                <a:gs pos="14286">
                  <a:srgbClr val="777876">
                    <a:alpha val="30764"/>
                  </a:srgbClr>
                </a:gs>
                <a:gs pos="28571">
                  <a:srgbClr val="777876">
                    <a:alpha val="24833"/>
                  </a:srgbClr>
                </a:gs>
                <a:gs pos="42857">
                  <a:srgbClr val="777876">
                    <a:alpha val="17075"/>
                  </a:srgbClr>
                </a:gs>
                <a:gs pos="57143">
                  <a:srgbClr val="777876">
                    <a:alpha val="9855"/>
                  </a:srgbClr>
                </a:gs>
                <a:gs pos="71429">
                  <a:srgbClr val="777876">
                    <a:alpha val="4740"/>
                  </a:srgbClr>
                </a:gs>
                <a:gs pos="85714">
                  <a:srgbClr val="777876">
                    <a:alpha val="1902"/>
                  </a:srgbClr>
                </a:gs>
                <a:gs pos="100000">
                  <a:srgbClr val="7778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7652788">
              <a:off x="2388924" y="3380161"/>
              <a:ext cx="695223" cy="459229"/>
            </a:xfrm>
            <a:prstGeom prst="ellipse">
              <a:avLst/>
            </a:prstGeom>
            <a:gradFill>
              <a:gsLst>
                <a:gs pos="0">
                  <a:srgbClr val="06000C">
                    <a:alpha val="4435"/>
                  </a:srgbClr>
                </a:gs>
                <a:gs pos="14286">
                  <a:srgbClr val="06000C">
                    <a:alpha val="4084"/>
                  </a:srgbClr>
                </a:gs>
                <a:gs pos="28571">
                  <a:srgbClr val="06000C">
                    <a:alpha val="3185"/>
                  </a:srgbClr>
                </a:gs>
                <a:gs pos="42857">
                  <a:srgbClr val="06000C">
                    <a:alpha val="2101"/>
                  </a:srgbClr>
                </a:gs>
                <a:gs pos="57143">
                  <a:srgbClr val="06000C">
                    <a:alpha val="1170"/>
                  </a:srgbClr>
                </a:gs>
                <a:gs pos="71429">
                  <a:srgbClr val="06000C">
                    <a:alpha val="549"/>
                  </a:srgbClr>
                </a:gs>
                <a:gs pos="85714">
                  <a:srgbClr val="06000C">
                    <a:alpha val="218"/>
                  </a:srgbClr>
                </a:gs>
                <a:gs pos="100000">
                  <a:srgbClr val="06000C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8085803">
              <a:off x="2281807" y="3283171"/>
              <a:ext cx="538946" cy="502240"/>
            </a:xfrm>
            <a:prstGeom prst="ellipse">
              <a:avLst/>
            </a:prstGeom>
            <a:gradFill>
              <a:gsLst>
                <a:gs pos="0">
                  <a:srgbClr val="1E2223">
                    <a:alpha val="2140"/>
                  </a:srgbClr>
                </a:gs>
                <a:gs pos="14286">
                  <a:srgbClr val="1E2223">
                    <a:alpha val="1968"/>
                  </a:srgbClr>
                </a:gs>
                <a:gs pos="28571">
                  <a:srgbClr val="1E2223">
                    <a:alpha val="1532"/>
                  </a:srgbClr>
                </a:gs>
                <a:gs pos="42857">
                  <a:srgbClr val="1E2223">
                    <a:alpha val="1007"/>
                  </a:srgbClr>
                </a:gs>
                <a:gs pos="57143">
                  <a:srgbClr val="1E2223">
                    <a:alpha val="559"/>
                  </a:srgbClr>
                </a:gs>
                <a:gs pos="71429">
                  <a:srgbClr val="1E2223">
                    <a:alpha val="262"/>
                  </a:srgbClr>
                </a:gs>
                <a:gs pos="85714">
                  <a:srgbClr val="1E2223">
                    <a:alpha val="104"/>
                  </a:srgbClr>
                </a:gs>
                <a:gs pos="100000">
                  <a:srgbClr val="1E2223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6252900">
              <a:off x="1981381" y="3338695"/>
              <a:ext cx="656308" cy="521507"/>
            </a:xfrm>
            <a:prstGeom prst="ellipse">
              <a:avLst/>
            </a:prstGeom>
            <a:gradFill>
              <a:gsLst>
                <a:gs pos="0">
                  <a:srgbClr val="171819">
                    <a:alpha val="2722"/>
                  </a:srgbClr>
                </a:gs>
                <a:gs pos="14286">
                  <a:srgbClr val="171819">
                    <a:alpha val="2505"/>
                  </a:srgbClr>
                </a:gs>
                <a:gs pos="28571">
                  <a:srgbClr val="171819">
                    <a:alpha val="1951"/>
                  </a:srgbClr>
                </a:gs>
                <a:gs pos="42857">
                  <a:srgbClr val="171819">
                    <a:alpha val="1284"/>
                  </a:srgbClr>
                </a:gs>
                <a:gs pos="57143">
                  <a:srgbClr val="171819">
                    <a:alpha val="713"/>
                  </a:srgbClr>
                </a:gs>
                <a:gs pos="71429">
                  <a:srgbClr val="171819">
                    <a:alpha val="335"/>
                  </a:srgbClr>
                </a:gs>
                <a:gs pos="85714">
                  <a:srgbClr val="171819">
                    <a:alpha val="132"/>
                  </a:srgbClr>
                </a:gs>
                <a:gs pos="100000">
                  <a:srgbClr val="171819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5856330">
              <a:off x="1724566" y="3265331"/>
              <a:ext cx="704682" cy="501963"/>
            </a:xfrm>
            <a:prstGeom prst="ellipse">
              <a:avLst/>
            </a:prstGeom>
            <a:gradFill>
              <a:gsLst>
                <a:gs pos="0">
                  <a:srgbClr val="000000">
                    <a:alpha val="16992"/>
                  </a:srgbClr>
                </a:gs>
                <a:gs pos="14286">
                  <a:srgbClr val="000000">
                    <a:alpha val="15732"/>
                  </a:srgbClr>
                </a:gs>
                <a:gs pos="28571">
                  <a:srgbClr val="000000">
                    <a:alpha val="12445"/>
                  </a:srgbClr>
                </a:gs>
                <a:gs pos="42857">
                  <a:srgbClr val="000000">
                    <a:alpha val="8348"/>
                  </a:srgbClr>
                </a:gs>
                <a:gs pos="57143">
                  <a:srgbClr val="000000">
                    <a:alpha val="4716"/>
                  </a:srgbClr>
                </a:gs>
                <a:gs pos="71429">
                  <a:srgbClr val="000000">
                    <a:alpha val="2236"/>
                  </a:srgbClr>
                </a:gs>
                <a:gs pos="85714">
                  <a:srgbClr val="000000">
                    <a:alpha val="890"/>
                  </a:srgbClr>
                </a:gs>
                <a:gs pos="100000">
                  <a:srgbClr val="000000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10351249">
              <a:off x="1371473" y="3343574"/>
              <a:ext cx="733795" cy="451179"/>
            </a:xfrm>
            <a:prstGeom prst="ellipse">
              <a:avLst/>
            </a:prstGeom>
            <a:gradFill>
              <a:gsLst>
                <a:gs pos="0">
                  <a:srgbClr val="000200">
                    <a:alpha val="22553"/>
                  </a:srgbClr>
                </a:gs>
                <a:gs pos="14286">
                  <a:srgbClr val="000200">
                    <a:alpha val="20935"/>
                  </a:srgbClr>
                </a:gs>
                <a:gs pos="28571">
                  <a:srgbClr val="000200">
                    <a:alpha val="16672"/>
                  </a:srgbClr>
                </a:gs>
                <a:gs pos="42857">
                  <a:srgbClr val="000200">
                    <a:alpha val="11275"/>
                  </a:srgbClr>
                </a:gs>
                <a:gs pos="57143">
                  <a:srgbClr val="000200">
                    <a:alpha val="6414"/>
                  </a:srgbClr>
                </a:gs>
                <a:gs pos="71429">
                  <a:srgbClr val="000200">
                    <a:alpha val="3055"/>
                  </a:srgbClr>
                </a:gs>
                <a:gs pos="85714">
                  <a:srgbClr val="000200">
                    <a:alpha val="1220"/>
                  </a:srgbClr>
                </a:gs>
                <a:gs pos="100000">
                  <a:srgbClr val="000200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3892457">
              <a:off x="1290026" y="3331218"/>
              <a:ext cx="563062" cy="303959"/>
            </a:xfrm>
            <a:prstGeom prst="ellipse">
              <a:avLst/>
            </a:prstGeom>
            <a:gradFill>
              <a:gsLst>
                <a:gs pos="0">
                  <a:srgbClr val="D7D7D7">
                    <a:alpha val="6203"/>
                  </a:srgbClr>
                </a:gs>
                <a:gs pos="14286">
                  <a:srgbClr val="D7D7D7">
                    <a:alpha val="5715"/>
                  </a:srgbClr>
                </a:gs>
                <a:gs pos="28571">
                  <a:srgbClr val="D7D7D7">
                    <a:alpha val="4467"/>
                  </a:srgbClr>
                </a:gs>
                <a:gs pos="42857">
                  <a:srgbClr val="D7D7D7">
                    <a:alpha val="2953"/>
                  </a:srgbClr>
                </a:gs>
                <a:gs pos="57143">
                  <a:srgbClr val="D7D7D7">
                    <a:alpha val="1647"/>
                  </a:srgbClr>
                </a:gs>
                <a:gs pos="71429">
                  <a:srgbClr val="D7D7D7">
                    <a:alpha val="774"/>
                  </a:srgbClr>
                </a:gs>
                <a:gs pos="85714">
                  <a:srgbClr val="D7D7D7">
                    <a:alpha val="307"/>
                  </a:srgbClr>
                </a:gs>
                <a:gs pos="100000">
                  <a:srgbClr val="D7D7D7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6003640">
              <a:off x="1004488" y="3322510"/>
              <a:ext cx="871859" cy="440021"/>
            </a:xfrm>
            <a:prstGeom prst="ellipse">
              <a:avLst/>
            </a:prstGeom>
            <a:gradFill>
              <a:gsLst>
                <a:gs pos="0">
                  <a:srgbClr val="000300">
                    <a:alpha val="12208"/>
                  </a:srgbClr>
                </a:gs>
                <a:gs pos="14286">
                  <a:srgbClr val="000300">
                    <a:alpha val="11278"/>
                  </a:srgbClr>
                </a:gs>
                <a:gs pos="28571">
                  <a:srgbClr val="000300">
                    <a:alpha val="8873"/>
                  </a:srgbClr>
                </a:gs>
                <a:gs pos="42857">
                  <a:srgbClr val="000300">
                    <a:alpha val="5912"/>
                  </a:srgbClr>
                </a:gs>
                <a:gs pos="57143">
                  <a:srgbClr val="000300">
                    <a:alpha val="3321"/>
                  </a:srgbClr>
                </a:gs>
                <a:gs pos="71429">
                  <a:srgbClr val="000300">
                    <a:alpha val="1568"/>
                  </a:srgbClr>
                </a:gs>
                <a:gs pos="85714">
                  <a:srgbClr val="000300">
                    <a:alpha val="623"/>
                  </a:srgbClr>
                </a:gs>
                <a:gs pos="100000">
                  <a:srgbClr val="000300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-9503404">
              <a:off x="688210" y="3337100"/>
              <a:ext cx="786934" cy="497890"/>
            </a:xfrm>
            <a:prstGeom prst="ellipse">
              <a:avLst/>
            </a:prstGeom>
            <a:gradFill>
              <a:gsLst>
                <a:gs pos="0">
                  <a:srgbClr val="000100">
                    <a:alpha val="8993"/>
                  </a:srgbClr>
                </a:gs>
                <a:gs pos="14286">
                  <a:srgbClr val="000100">
                    <a:alpha val="8296"/>
                  </a:srgbClr>
                </a:gs>
                <a:gs pos="28571">
                  <a:srgbClr val="000100">
                    <a:alpha val="6504"/>
                  </a:srgbClr>
                </a:gs>
                <a:gs pos="42857">
                  <a:srgbClr val="000100">
                    <a:alpha val="4315"/>
                  </a:srgbClr>
                </a:gs>
                <a:gs pos="57143">
                  <a:srgbClr val="000100">
                    <a:alpha val="2414"/>
                  </a:srgbClr>
                </a:gs>
                <a:gs pos="71429">
                  <a:srgbClr val="000100">
                    <a:alpha val="1138"/>
                  </a:srgbClr>
                </a:gs>
                <a:gs pos="85714">
                  <a:srgbClr val="000100">
                    <a:alpha val="451"/>
                  </a:srgbClr>
                </a:gs>
                <a:gs pos="100000">
                  <a:srgbClr val="000100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4654996">
              <a:off x="637088" y="3243812"/>
              <a:ext cx="624828" cy="593862"/>
            </a:xfrm>
            <a:prstGeom prst="ellipse">
              <a:avLst/>
            </a:prstGeom>
            <a:gradFill>
              <a:gsLst>
                <a:gs pos="0">
                  <a:srgbClr val="000000">
                    <a:alpha val="13948"/>
                  </a:srgbClr>
                </a:gs>
                <a:gs pos="14286">
                  <a:srgbClr val="000000">
                    <a:alpha val="12896"/>
                  </a:srgbClr>
                </a:gs>
                <a:gs pos="28571">
                  <a:srgbClr val="000000">
                    <a:alpha val="10165"/>
                  </a:srgbClr>
                </a:gs>
                <a:gs pos="42857">
                  <a:srgbClr val="000000">
                    <a:alpha val="6790"/>
                  </a:srgbClr>
                </a:gs>
                <a:gs pos="57143">
                  <a:srgbClr val="000000">
                    <a:alpha val="3821"/>
                  </a:srgbClr>
                </a:gs>
                <a:gs pos="71429">
                  <a:srgbClr val="000000">
                    <a:alpha val="1807"/>
                  </a:srgbClr>
                </a:gs>
                <a:gs pos="85714">
                  <a:srgbClr val="000000">
                    <a:alpha val="719"/>
                  </a:srgbClr>
                </a:gs>
                <a:gs pos="100000">
                  <a:srgbClr val="000000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10453677">
              <a:off x="349005" y="3391376"/>
              <a:ext cx="621164" cy="448355"/>
            </a:xfrm>
            <a:prstGeom prst="ellipse">
              <a:avLst/>
            </a:prstGeom>
            <a:gradFill>
              <a:gsLst>
                <a:gs pos="0">
                  <a:srgbClr val="2E2C2E">
                    <a:alpha val="20376"/>
                  </a:srgbClr>
                </a:gs>
                <a:gs pos="14286">
                  <a:srgbClr val="2E2C2E">
                    <a:alpha val="18895"/>
                  </a:srgbClr>
                </a:gs>
                <a:gs pos="28571">
                  <a:srgbClr val="2E2C2E">
                    <a:alpha val="15007"/>
                  </a:srgbClr>
                </a:gs>
                <a:gs pos="42857">
                  <a:srgbClr val="2E2C2E">
                    <a:alpha val="10116"/>
                  </a:srgbClr>
                </a:gs>
                <a:gs pos="57143">
                  <a:srgbClr val="2E2C2E">
                    <a:alpha val="5739"/>
                  </a:srgbClr>
                </a:gs>
                <a:gs pos="71429">
                  <a:srgbClr val="2E2C2E">
                    <a:alpha val="2728"/>
                  </a:srgbClr>
                </a:gs>
                <a:gs pos="85714">
                  <a:srgbClr val="2E2C2E">
                    <a:alpha val="1088"/>
                  </a:srgbClr>
                </a:gs>
                <a:gs pos="100000">
                  <a:srgbClr val="2E2C2E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-8489134">
              <a:off x="-46240" y="3292162"/>
              <a:ext cx="685544" cy="554199"/>
            </a:xfrm>
            <a:prstGeom prst="ellipse">
              <a:avLst/>
            </a:prstGeom>
            <a:gradFill>
              <a:gsLst>
                <a:gs pos="0">
                  <a:srgbClr val="1C1D1A">
                    <a:alpha val="3602"/>
                  </a:srgbClr>
                </a:gs>
                <a:gs pos="14286">
                  <a:srgbClr val="1C1D1A">
                    <a:alpha val="3315"/>
                  </a:srgbClr>
                </a:gs>
                <a:gs pos="28571">
                  <a:srgbClr val="1C1D1A">
                    <a:alpha val="2584"/>
                  </a:srgbClr>
                </a:gs>
                <a:gs pos="42857">
                  <a:srgbClr val="1C1D1A">
                    <a:alpha val="1702"/>
                  </a:srgbClr>
                </a:gs>
                <a:gs pos="57143">
                  <a:srgbClr val="1C1D1A">
                    <a:alpha val="947"/>
                  </a:srgbClr>
                </a:gs>
                <a:gs pos="71429">
                  <a:srgbClr val="1C1D1A">
                    <a:alpha val="444"/>
                  </a:srgbClr>
                </a:gs>
                <a:gs pos="85714">
                  <a:srgbClr val="1C1D1A">
                    <a:alpha val="176"/>
                  </a:srgbClr>
                </a:gs>
                <a:gs pos="100000">
                  <a:srgbClr val="1C1D1A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9712246">
              <a:off x="-237731" y="3381283"/>
              <a:ext cx="657915" cy="400801"/>
            </a:xfrm>
            <a:prstGeom prst="ellipse">
              <a:avLst/>
            </a:prstGeom>
            <a:gradFill>
              <a:gsLst>
                <a:gs pos="0">
                  <a:srgbClr val="010700">
                    <a:alpha val="2704"/>
                  </a:srgbClr>
                </a:gs>
                <a:gs pos="14286">
                  <a:srgbClr val="010700">
                    <a:alpha val="2488"/>
                  </a:srgbClr>
                </a:gs>
                <a:gs pos="28571">
                  <a:srgbClr val="010700">
                    <a:alpha val="1937"/>
                  </a:srgbClr>
                </a:gs>
                <a:gs pos="42857">
                  <a:srgbClr val="010700">
                    <a:alpha val="1275"/>
                  </a:srgbClr>
                </a:gs>
                <a:gs pos="57143">
                  <a:srgbClr val="010700">
                    <a:alpha val="708"/>
                  </a:srgbClr>
                </a:gs>
                <a:gs pos="71429">
                  <a:srgbClr val="010700">
                    <a:alpha val="332"/>
                  </a:srgbClr>
                </a:gs>
                <a:gs pos="85714">
                  <a:srgbClr val="010700">
                    <a:alpha val="132"/>
                  </a:srgbClr>
                </a:gs>
                <a:gs pos="100000">
                  <a:srgbClr val="010700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7061204">
              <a:off x="3156224" y="3012312"/>
              <a:ext cx="801137" cy="732792"/>
            </a:xfrm>
            <a:prstGeom prst="ellipse">
              <a:avLst/>
            </a:prstGeom>
            <a:gradFill>
              <a:gsLst>
                <a:gs pos="0">
                  <a:srgbClr val="989797">
                    <a:alpha val="1885"/>
                  </a:srgbClr>
                </a:gs>
                <a:gs pos="14286">
                  <a:srgbClr val="989797">
                    <a:alpha val="1734"/>
                  </a:srgbClr>
                </a:gs>
                <a:gs pos="28571">
                  <a:srgbClr val="989797">
                    <a:alpha val="1349"/>
                  </a:srgbClr>
                </a:gs>
                <a:gs pos="42857">
                  <a:srgbClr val="989797">
                    <a:alpha val="887"/>
                  </a:srgbClr>
                </a:gs>
                <a:gs pos="57143">
                  <a:srgbClr val="989797">
                    <a:alpha val="492"/>
                  </a:srgbClr>
                </a:gs>
                <a:gs pos="71429">
                  <a:srgbClr val="989797">
                    <a:alpha val="231"/>
                  </a:srgbClr>
                </a:gs>
                <a:gs pos="85714">
                  <a:srgbClr val="989797">
                    <a:alpha val="91"/>
                  </a:srgbClr>
                </a:gs>
                <a:gs pos="100000">
                  <a:srgbClr val="989797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6371761">
              <a:off x="2929563" y="3028475"/>
              <a:ext cx="784740" cy="568666"/>
            </a:xfrm>
            <a:prstGeom prst="ellipse">
              <a:avLst/>
            </a:prstGeom>
            <a:gradFill>
              <a:gsLst>
                <a:gs pos="0">
                  <a:srgbClr val="919292">
                    <a:alpha val="1303"/>
                  </a:srgbClr>
                </a:gs>
                <a:gs pos="14286">
                  <a:srgbClr val="919292">
                    <a:alpha val="1198"/>
                  </a:srgbClr>
                </a:gs>
                <a:gs pos="28571">
                  <a:srgbClr val="919292">
                    <a:alpha val="931"/>
                  </a:srgbClr>
                </a:gs>
                <a:gs pos="42857">
                  <a:srgbClr val="919292">
                    <a:alpha val="612"/>
                  </a:srgbClr>
                </a:gs>
                <a:gs pos="57143">
                  <a:srgbClr val="919292">
                    <a:alpha val="340"/>
                  </a:srgbClr>
                </a:gs>
                <a:gs pos="71429">
                  <a:srgbClr val="919292">
                    <a:alpha val="159"/>
                  </a:srgbClr>
                </a:gs>
                <a:gs pos="85714">
                  <a:srgbClr val="919292">
                    <a:alpha val="63"/>
                  </a:srgbClr>
                </a:gs>
                <a:gs pos="100000">
                  <a:srgbClr val="919292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8963298">
              <a:off x="2804534" y="3047225"/>
              <a:ext cx="624786" cy="606125"/>
            </a:xfrm>
            <a:prstGeom prst="ellipse">
              <a:avLst/>
            </a:prstGeom>
            <a:gradFill>
              <a:gsLst>
                <a:gs pos="0">
                  <a:srgbClr val="454545">
                    <a:alpha val="1386"/>
                  </a:srgbClr>
                </a:gs>
                <a:gs pos="14286">
                  <a:srgbClr val="454545">
                    <a:alpha val="1274"/>
                  </a:srgbClr>
                </a:gs>
                <a:gs pos="28571">
                  <a:srgbClr val="454545">
                    <a:alpha val="991"/>
                  </a:srgbClr>
                </a:gs>
                <a:gs pos="42857">
                  <a:srgbClr val="454545">
                    <a:alpha val="651"/>
                  </a:srgbClr>
                </a:gs>
                <a:gs pos="57143">
                  <a:srgbClr val="454545">
                    <a:alpha val="361"/>
                  </a:srgbClr>
                </a:gs>
                <a:gs pos="71429">
                  <a:srgbClr val="454545">
                    <a:alpha val="169"/>
                  </a:srgbClr>
                </a:gs>
                <a:gs pos="85714">
                  <a:srgbClr val="454545">
                    <a:alpha val="67"/>
                  </a:srgbClr>
                </a:gs>
                <a:gs pos="100000">
                  <a:srgbClr val="454545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7949455">
              <a:off x="2593663" y="3092223"/>
              <a:ext cx="721503" cy="534042"/>
            </a:xfrm>
            <a:prstGeom prst="ellipse">
              <a:avLst/>
            </a:prstGeom>
            <a:gradFill>
              <a:gsLst>
                <a:gs pos="0">
                  <a:srgbClr val="242322">
                    <a:alpha val="3757"/>
                  </a:srgbClr>
                </a:gs>
                <a:gs pos="14286">
                  <a:srgbClr val="242322">
                    <a:alpha val="3458"/>
                  </a:srgbClr>
                </a:gs>
                <a:gs pos="28571">
                  <a:srgbClr val="242322">
                    <a:alpha val="2696"/>
                  </a:srgbClr>
                </a:gs>
                <a:gs pos="42857">
                  <a:srgbClr val="242322">
                    <a:alpha val="1776"/>
                  </a:srgbClr>
                </a:gs>
                <a:gs pos="57143">
                  <a:srgbClr val="242322">
                    <a:alpha val="988"/>
                  </a:srgbClr>
                </a:gs>
                <a:gs pos="71429">
                  <a:srgbClr val="242322">
                    <a:alpha val="464"/>
                  </a:srgbClr>
                </a:gs>
                <a:gs pos="85714">
                  <a:srgbClr val="242322">
                    <a:alpha val="184"/>
                  </a:srgbClr>
                </a:gs>
                <a:gs pos="100000">
                  <a:srgbClr val="242322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-10023570">
              <a:off x="2370298" y="3060041"/>
              <a:ext cx="757308" cy="487869"/>
            </a:xfrm>
            <a:prstGeom prst="ellipse">
              <a:avLst/>
            </a:prstGeom>
            <a:gradFill>
              <a:gsLst>
                <a:gs pos="0">
                  <a:srgbClr val="22241E">
                    <a:alpha val="2877"/>
                  </a:srgbClr>
                </a:gs>
                <a:gs pos="14286">
                  <a:srgbClr val="22241E">
                    <a:alpha val="2647"/>
                  </a:srgbClr>
                </a:gs>
                <a:gs pos="28571">
                  <a:srgbClr val="22241E">
                    <a:alpha val="2061"/>
                  </a:srgbClr>
                </a:gs>
                <a:gs pos="42857">
                  <a:srgbClr val="22241E">
                    <a:alpha val="1357"/>
                  </a:srgbClr>
                </a:gs>
                <a:gs pos="57143">
                  <a:srgbClr val="22241E">
                    <a:alpha val="754"/>
                  </a:srgbClr>
                </a:gs>
                <a:gs pos="71429">
                  <a:srgbClr val="22241E">
                    <a:alpha val="354"/>
                  </a:srgbClr>
                </a:gs>
                <a:gs pos="85714">
                  <a:srgbClr val="22241E">
                    <a:alpha val="140"/>
                  </a:srgbClr>
                </a:gs>
                <a:gs pos="100000">
                  <a:srgbClr val="22241E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6751408">
              <a:off x="2145946" y="3061558"/>
              <a:ext cx="678678" cy="605015"/>
            </a:xfrm>
            <a:prstGeom prst="ellipse">
              <a:avLst/>
            </a:prstGeom>
            <a:gradFill>
              <a:gsLst>
                <a:gs pos="0">
                  <a:srgbClr val="3B3C3B">
                    <a:alpha val="2894"/>
                  </a:srgbClr>
                </a:gs>
                <a:gs pos="14286">
                  <a:srgbClr val="3B3C3B">
                    <a:alpha val="2663"/>
                  </a:srgbClr>
                </a:gs>
                <a:gs pos="28571">
                  <a:srgbClr val="3B3C3B">
                    <a:alpha val="2074"/>
                  </a:srgbClr>
                </a:gs>
                <a:gs pos="42857">
                  <a:srgbClr val="3B3C3B">
                    <a:alpha val="1365"/>
                  </a:srgbClr>
                </a:gs>
                <a:gs pos="57143">
                  <a:srgbClr val="3B3C3B">
                    <a:alpha val="759"/>
                  </a:srgbClr>
                </a:gs>
                <a:gs pos="71429">
                  <a:srgbClr val="3B3C3B">
                    <a:alpha val="356"/>
                  </a:srgbClr>
                </a:gs>
                <a:gs pos="85714">
                  <a:srgbClr val="3B3C3B">
                    <a:alpha val="141"/>
                  </a:srgbClr>
                </a:gs>
                <a:gs pos="100000">
                  <a:srgbClr val="3B3C3B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3716130">
              <a:off x="2012659" y="3076469"/>
              <a:ext cx="732163" cy="437308"/>
            </a:xfrm>
            <a:prstGeom prst="ellipse">
              <a:avLst/>
            </a:prstGeom>
            <a:gradFill>
              <a:gsLst>
                <a:gs pos="0">
                  <a:srgbClr val="070308">
                    <a:alpha val="3695"/>
                  </a:srgbClr>
                </a:gs>
                <a:gs pos="14286">
                  <a:srgbClr val="070308">
                    <a:alpha val="3402"/>
                  </a:srgbClr>
                </a:gs>
                <a:gs pos="28571">
                  <a:srgbClr val="070308">
                    <a:alpha val="2651"/>
                  </a:srgbClr>
                </a:gs>
                <a:gs pos="42857">
                  <a:srgbClr val="070308">
                    <a:alpha val="1747"/>
                  </a:srgbClr>
                </a:gs>
                <a:gs pos="57143">
                  <a:srgbClr val="070308">
                    <a:alpha val="972"/>
                  </a:srgbClr>
                </a:gs>
                <a:gs pos="71429">
                  <a:srgbClr val="070308">
                    <a:alpha val="456"/>
                  </a:srgbClr>
                </a:gs>
                <a:gs pos="85714">
                  <a:srgbClr val="070308">
                    <a:alpha val="181"/>
                  </a:srgbClr>
                </a:gs>
                <a:gs pos="100000">
                  <a:srgbClr val="070308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7719151">
              <a:off x="1840255" y="3050032"/>
              <a:ext cx="621063" cy="556424"/>
            </a:xfrm>
            <a:prstGeom prst="ellipse">
              <a:avLst/>
            </a:prstGeom>
            <a:gradFill>
              <a:gsLst>
                <a:gs pos="0">
                  <a:srgbClr val="000000">
                    <a:alpha val="4501"/>
                  </a:srgbClr>
                </a:gs>
                <a:gs pos="14286">
                  <a:srgbClr val="000000">
                    <a:alpha val="4144"/>
                  </a:srgbClr>
                </a:gs>
                <a:gs pos="28571">
                  <a:srgbClr val="000000">
                    <a:alpha val="3233"/>
                  </a:srgbClr>
                </a:gs>
                <a:gs pos="42857">
                  <a:srgbClr val="000000">
                    <a:alpha val="2133"/>
                  </a:srgbClr>
                </a:gs>
                <a:gs pos="57143">
                  <a:srgbClr val="000000">
                    <a:alpha val="1187"/>
                  </a:srgbClr>
                </a:gs>
                <a:gs pos="71429">
                  <a:srgbClr val="000000">
                    <a:alpha val="558"/>
                  </a:srgbClr>
                </a:gs>
                <a:gs pos="85714">
                  <a:srgbClr val="000000">
                    <a:alpha val="221"/>
                  </a:srgbClr>
                </a:gs>
                <a:gs pos="100000">
                  <a:srgbClr val="000000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-10070272">
              <a:off x="1405726" y="3099950"/>
              <a:ext cx="688822" cy="480311"/>
            </a:xfrm>
            <a:prstGeom prst="ellipse">
              <a:avLst/>
            </a:prstGeom>
            <a:gradFill>
              <a:gsLst>
                <a:gs pos="0">
                  <a:srgbClr val="000000">
                    <a:alpha val="16069"/>
                  </a:srgbClr>
                </a:gs>
                <a:gs pos="14286">
                  <a:srgbClr val="000000">
                    <a:alpha val="14871"/>
                  </a:srgbClr>
                </a:gs>
                <a:gs pos="28571">
                  <a:srgbClr val="000000">
                    <a:alpha val="11751"/>
                  </a:srgbClr>
                </a:gs>
                <a:gs pos="42857">
                  <a:srgbClr val="000000">
                    <a:alpha val="7873"/>
                  </a:srgbClr>
                </a:gs>
                <a:gs pos="57143">
                  <a:srgbClr val="000000">
                    <a:alpha val="4442"/>
                  </a:srgbClr>
                </a:gs>
                <a:gs pos="71429">
                  <a:srgbClr val="000000">
                    <a:alpha val="2104"/>
                  </a:srgbClr>
                </a:gs>
                <a:gs pos="85714">
                  <a:srgbClr val="000000">
                    <a:alpha val="837"/>
                  </a:srgbClr>
                </a:gs>
                <a:gs pos="100000">
                  <a:srgbClr val="000000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9209489">
              <a:off x="917442" y="2978871"/>
              <a:ext cx="790645" cy="622742"/>
            </a:xfrm>
            <a:prstGeom prst="ellipse">
              <a:avLst/>
            </a:prstGeom>
            <a:gradFill>
              <a:gsLst>
                <a:gs pos="0">
                  <a:srgbClr val="000000">
                    <a:alpha val="9461"/>
                  </a:srgbClr>
                </a:gs>
                <a:gs pos="14286">
                  <a:srgbClr val="000000">
                    <a:alpha val="8730"/>
                  </a:srgbClr>
                </a:gs>
                <a:gs pos="28571">
                  <a:srgbClr val="000000">
                    <a:alpha val="6847"/>
                  </a:srgbClr>
                </a:gs>
                <a:gs pos="42857">
                  <a:srgbClr val="000000">
                    <a:alpha val="4546"/>
                  </a:srgbClr>
                </a:gs>
                <a:gs pos="57143">
                  <a:srgbClr val="000000">
                    <a:alpha val="2545"/>
                  </a:srgbClr>
                </a:gs>
                <a:gs pos="71429">
                  <a:srgbClr val="000000">
                    <a:alpha val="1199"/>
                  </a:srgbClr>
                </a:gs>
                <a:gs pos="85714">
                  <a:srgbClr val="000000">
                    <a:alpha val="476"/>
                  </a:srgbClr>
                </a:gs>
                <a:gs pos="100000">
                  <a:srgbClr val="000000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10154383">
              <a:off x="986726" y="3155911"/>
              <a:ext cx="459329" cy="322492"/>
            </a:xfrm>
            <a:prstGeom prst="ellipse">
              <a:avLst/>
            </a:prstGeom>
            <a:gradFill>
              <a:gsLst>
                <a:gs pos="0">
                  <a:srgbClr val="898A8A">
                    <a:alpha val="7822"/>
                  </a:srgbClr>
                </a:gs>
                <a:gs pos="14286">
                  <a:srgbClr val="898A8A">
                    <a:alpha val="7213"/>
                  </a:srgbClr>
                </a:gs>
                <a:gs pos="28571">
                  <a:srgbClr val="898A8A">
                    <a:alpha val="5647"/>
                  </a:srgbClr>
                </a:gs>
                <a:gs pos="42857">
                  <a:srgbClr val="898A8A">
                    <a:alpha val="3741"/>
                  </a:srgbClr>
                </a:gs>
                <a:gs pos="57143">
                  <a:srgbClr val="898A8A">
                    <a:alpha val="2090"/>
                  </a:srgbClr>
                </a:gs>
                <a:gs pos="71429">
                  <a:srgbClr val="898A8A">
                    <a:alpha val="984"/>
                  </a:srgbClr>
                </a:gs>
                <a:gs pos="85714">
                  <a:srgbClr val="898A8A">
                    <a:alpha val="390"/>
                  </a:srgbClr>
                </a:gs>
                <a:gs pos="100000">
                  <a:srgbClr val="898A8A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3300671">
              <a:off x="309423" y="3125120"/>
              <a:ext cx="671848" cy="462261"/>
            </a:xfrm>
            <a:prstGeom prst="ellipse">
              <a:avLst/>
            </a:prstGeom>
            <a:gradFill>
              <a:gsLst>
                <a:gs pos="0">
                  <a:srgbClr val="000000">
                    <a:alpha val="3473"/>
                  </a:srgbClr>
                </a:gs>
                <a:gs pos="14286">
                  <a:srgbClr val="000000">
                    <a:alpha val="3197"/>
                  </a:srgbClr>
                </a:gs>
                <a:gs pos="28571">
                  <a:srgbClr val="000000">
                    <a:alpha val="2491"/>
                  </a:srgbClr>
                </a:gs>
                <a:gs pos="42857">
                  <a:srgbClr val="000000">
                    <a:alpha val="1641"/>
                  </a:srgbClr>
                </a:gs>
                <a:gs pos="57143">
                  <a:srgbClr val="000000">
                    <a:alpha val="913"/>
                  </a:srgbClr>
                </a:gs>
                <a:gs pos="71429">
                  <a:srgbClr val="000000">
                    <a:alpha val="428"/>
                  </a:srgbClr>
                </a:gs>
                <a:gs pos="85714">
                  <a:srgbClr val="000000">
                    <a:alpha val="170"/>
                  </a:srgbClr>
                </a:gs>
                <a:gs pos="100000">
                  <a:srgbClr val="000000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5821607">
              <a:off x="172178" y="3138956"/>
              <a:ext cx="628455" cy="479937"/>
            </a:xfrm>
            <a:prstGeom prst="ellipse">
              <a:avLst/>
            </a:prstGeom>
            <a:gradFill>
              <a:gsLst>
                <a:gs pos="0">
                  <a:srgbClr val="020802">
                    <a:alpha val="2863"/>
                  </a:srgbClr>
                </a:gs>
                <a:gs pos="14286">
                  <a:srgbClr val="020802">
                    <a:alpha val="2634"/>
                  </a:srgbClr>
                </a:gs>
                <a:gs pos="28571">
                  <a:srgbClr val="020802">
                    <a:alpha val="2051"/>
                  </a:srgbClr>
                </a:gs>
                <a:gs pos="42857">
                  <a:srgbClr val="020802">
                    <a:alpha val="1350"/>
                  </a:srgbClr>
                </a:gs>
                <a:gs pos="57143">
                  <a:srgbClr val="020802">
                    <a:alpha val="751"/>
                  </a:srgbClr>
                </a:gs>
                <a:gs pos="71429">
                  <a:srgbClr val="020802">
                    <a:alpha val="352"/>
                  </a:srgbClr>
                </a:gs>
                <a:gs pos="85714">
                  <a:srgbClr val="020802">
                    <a:alpha val="139"/>
                  </a:srgbClr>
                </a:gs>
                <a:gs pos="100000">
                  <a:srgbClr val="020802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10702564">
              <a:off x="3128743" y="2795363"/>
              <a:ext cx="813445" cy="580679"/>
            </a:xfrm>
            <a:prstGeom prst="ellipse">
              <a:avLst/>
            </a:prstGeom>
            <a:gradFill>
              <a:gsLst>
                <a:gs pos="0">
                  <a:srgbClr val="989899">
                    <a:alpha val="4941"/>
                  </a:srgbClr>
                </a:gs>
                <a:gs pos="14286">
                  <a:srgbClr val="989899">
                    <a:alpha val="4551"/>
                  </a:srgbClr>
                </a:gs>
                <a:gs pos="28571">
                  <a:srgbClr val="989899">
                    <a:alpha val="3552"/>
                  </a:srgbClr>
                </a:gs>
                <a:gs pos="42857">
                  <a:srgbClr val="989899">
                    <a:alpha val="2344"/>
                  </a:srgbClr>
                </a:gs>
                <a:gs pos="57143">
                  <a:srgbClr val="989899">
                    <a:alpha val="1306"/>
                  </a:srgbClr>
                </a:gs>
                <a:gs pos="71429">
                  <a:srgbClr val="989899">
                    <a:alpha val="613"/>
                  </a:srgbClr>
                </a:gs>
                <a:gs pos="85714">
                  <a:srgbClr val="989899">
                    <a:alpha val="243"/>
                  </a:srgbClr>
                </a:gs>
                <a:gs pos="100000">
                  <a:srgbClr val="989899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10727880">
              <a:off x="2947751" y="2988472"/>
              <a:ext cx="767936" cy="252236"/>
            </a:xfrm>
            <a:prstGeom prst="ellipse">
              <a:avLst/>
            </a:prstGeom>
            <a:gradFill>
              <a:gsLst>
                <a:gs pos="0">
                  <a:srgbClr val="2C2F31">
                    <a:alpha val="2887"/>
                  </a:srgbClr>
                </a:gs>
                <a:gs pos="14286">
                  <a:srgbClr val="2C2F31">
                    <a:alpha val="2657"/>
                  </a:srgbClr>
                </a:gs>
                <a:gs pos="28571">
                  <a:srgbClr val="2C2F31">
                    <a:alpha val="2069"/>
                  </a:srgbClr>
                </a:gs>
                <a:gs pos="42857">
                  <a:srgbClr val="2C2F31">
                    <a:alpha val="1362"/>
                  </a:srgbClr>
                </a:gs>
                <a:gs pos="57143">
                  <a:srgbClr val="2C2F31">
                    <a:alpha val="757"/>
                  </a:srgbClr>
                </a:gs>
                <a:gs pos="71429">
                  <a:srgbClr val="2C2F31">
                    <a:alpha val="355"/>
                  </a:srgbClr>
                </a:gs>
                <a:gs pos="85714">
                  <a:srgbClr val="2C2F31">
                    <a:alpha val="141"/>
                  </a:srgbClr>
                </a:gs>
                <a:gs pos="100000">
                  <a:srgbClr val="2C2F31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7206304">
              <a:off x="2848145" y="2922380"/>
              <a:ext cx="569298" cy="424795"/>
            </a:xfrm>
            <a:prstGeom prst="ellipse">
              <a:avLst/>
            </a:prstGeom>
            <a:gradFill>
              <a:gsLst>
                <a:gs pos="0">
                  <a:srgbClr val="000803">
                    <a:alpha val="2658"/>
                  </a:srgbClr>
                </a:gs>
                <a:gs pos="14286">
                  <a:srgbClr val="000803">
                    <a:alpha val="2446"/>
                  </a:srgbClr>
                </a:gs>
                <a:gs pos="28571">
                  <a:srgbClr val="000803">
                    <a:alpha val="1904"/>
                  </a:srgbClr>
                </a:gs>
                <a:gs pos="42857">
                  <a:srgbClr val="000803">
                    <a:alpha val="1253"/>
                  </a:srgbClr>
                </a:gs>
                <a:gs pos="57143">
                  <a:srgbClr val="000803">
                    <a:alpha val="696"/>
                  </a:srgbClr>
                </a:gs>
                <a:gs pos="71429">
                  <a:srgbClr val="000803">
                    <a:alpha val="327"/>
                  </a:srgbClr>
                </a:gs>
                <a:gs pos="85714">
                  <a:srgbClr val="000803">
                    <a:alpha val="129"/>
                  </a:srgbClr>
                </a:gs>
                <a:gs pos="100000">
                  <a:srgbClr val="000803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8241387">
              <a:off x="2559745" y="2907054"/>
              <a:ext cx="782701" cy="386804"/>
            </a:xfrm>
            <a:prstGeom prst="ellipse">
              <a:avLst/>
            </a:prstGeom>
            <a:gradFill>
              <a:gsLst>
                <a:gs pos="0">
                  <a:srgbClr val="020900">
                    <a:alpha val="3852"/>
                  </a:srgbClr>
                </a:gs>
                <a:gs pos="14286">
                  <a:srgbClr val="020900">
                    <a:alpha val="3546"/>
                  </a:srgbClr>
                </a:gs>
                <a:gs pos="28571">
                  <a:srgbClr val="020900">
                    <a:alpha val="2764"/>
                  </a:srgbClr>
                </a:gs>
                <a:gs pos="42857">
                  <a:srgbClr val="020900">
                    <a:alpha val="1822"/>
                  </a:srgbClr>
                </a:gs>
                <a:gs pos="57143">
                  <a:srgbClr val="020900">
                    <a:alpha val="1014"/>
                  </a:srgbClr>
                </a:gs>
                <a:gs pos="71429">
                  <a:srgbClr val="020900">
                    <a:alpha val="476"/>
                  </a:srgbClr>
                </a:gs>
                <a:gs pos="85714">
                  <a:srgbClr val="020900">
                    <a:alpha val="188"/>
                  </a:srgbClr>
                </a:gs>
                <a:gs pos="100000">
                  <a:srgbClr val="020900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7063399">
              <a:off x="2376349" y="2879587"/>
              <a:ext cx="689047" cy="398873"/>
            </a:xfrm>
            <a:prstGeom prst="ellipse">
              <a:avLst/>
            </a:prstGeom>
            <a:gradFill>
              <a:gsLst>
                <a:gs pos="0">
                  <a:srgbClr val="000703">
                    <a:alpha val="10153"/>
                  </a:srgbClr>
                </a:gs>
                <a:gs pos="14286">
                  <a:srgbClr val="000703">
                    <a:alpha val="9372"/>
                  </a:srgbClr>
                </a:gs>
                <a:gs pos="28571">
                  <a:srgbClr val="000703">
                    <a:alpha val="7356"/>
                  </a:srgbClr>
                </a:gs>
                <a:gs pos="42857">
                  <a:srgbClr val="000703">
                    <a:alpha val="4888"/>
                  </a:srgbClr>
                </a:gs>
                <a:gs pos="57143">
                  <a:srgbClr val="000703">
                    <a:alpha val="2739"/>
                  </a:srgbClr>
                </a:gs>
                <a:gs pos="71429">
                  <a:srgbClr val="000703">
                    <a:alpha val="1291"/>
                  </a:srgbClr>
                </a:gs>
                <a:gs pos="85714">
                  <a:srgbClr val="000703">
                    <a:alpha val="513"/>
                  </a:srgbClr>
                </a:gs>
                <a:gs pos="100000">
                  <a:srgbClr val="000703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9911511">
              <a:off x="2155371" y="2780863"/>
              <a:ext cx="661985" cy="590097"/>
            </a:xfrm>
            <a:prstGeom prst="ellipse">
              <a:avLst/>
            </a:prstGeom>
            <a:gradFill>
              <a:gsLst>
                <a:gs pos="0">
                  <a:srgbClr val="1A201D">
                    <a:alpha val="2669"/>
                  </a:srgbClr>
                </a:gs>
                <a:gs pos="14286">
                  <a:srgbClr val="1A201D">
                    <a:alpha val="2456"/>
                  </a:srgbClr>
                </a:gs>
                <a:gs pos="28571">
                  <a:srgbClr val="1A201D">
                    <a:alpha val="1912"/>
                  </a:srgbClr>
                </a:gs>
                <a:gs pos="42857">
                  <a:srgbClr val="1A201D">
                    <a:alpha val="1258"/>
                  </a:srgbClr>
                </a:gs>
                <a:gs pos="57143">
                  <a:srgbClr val="1A201D">
                    <a:alpha val="699"/>
                  </a:srgbClr>
                </a:gs>
                <a:gs pos="71429">
                  <a:srgbClr val="1A201D">
                    <a:alpha val="328"/>
                  </a:srgbClr>
                </a:gs>
                <a:gs pos="85714">
                  <a:srgbClr val="1A201D">
                    <a:alpha val="130"/>
                  </a:srgbClr>
                </a:gs>
                <a:gs pos="100000">
                  <a:srgbClr val="1A201D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10608484">
              <a:off x="1833394" y="2952489"/>
              <a:ext cx="640849" cy="523886"/>
            </a:xfrm>
            <a:prstGeom prst="ellipse">
              <a:avLst/>
            </a:prstGeom>
            <a:gradFill>
              <a:gsLst>
                <a:gs pos="0">
                  <a:srgbClr val="000000">
                    <a:alpha val="2448"/>
                  </a:srgbClr>
                </a:gs>
                <a:gs pos="14286">
                  <a:srgbClr val="000000">
                    <a:alpha val="2252"/>
                  </a:srgbClr>
                </a:gs>
                <a:gs pos="28571">
                  <a:srgbClr val="000000">
                    <a:alpha val="1753"/>
                  </a:srgbClr>
                </a:gs>
                <a:gs pos="42857">
                  <a:srgbClr val="000000">
                    <a:alpha val="1153"/>
                  </a:srgbClr>
                </a:gs>
                <a:gs pos="57143">
                  <a:srgbClr val="000000">
                    <a:alpha val="641"/>
                  </a:srgbClr>
                </a:gs>
                <a:gs pos="71429">
                  <a:srgbClr val="000000">
                    <a:alpha val="300"/>
                  </a:srgbClr>
                </a:gs>
                <a:gs pos="85714">
                  <a:srgbClr val="000000">
                    <a:alpha val="119"/>
                  </a:srgbClr>
                </a:gs>
                <a:gs pos="100000">
                  <a:srgbClr val="000000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4490209">
              <a:off x="1664548" y="2888502"/>
              <a:ext cx="599654" cy="555928"/>
            </a:xfrm>
            <a:prstGeom prst="ellipse">
              <a:avLst/>
            </a:prstGeom>
            <a:gradFill>
              <a:gsLst>
                <a:gs pos="0">
                  <a:srgbClr val="000000">
                    <a:alpha val="16857"/>
                  </a:srgbClr>
                </a:gs>
                <a:gs pos="14286">
                  <a:srgbClr val="000000">
                    <a:alpha val="15606"/>
                  </a:srgbClr>
                </a:gs>
                <a:gs pos="28571">
                  <a:srgbClr val="000000">
                    <a:alpha val="12344"/>
                  </a:srgbClr>
                </a:gs>
                <a:gs pos="42857">
                  <a:srgbClr val="000000">
                    <a:alpha val="8279"/>
                  </a:srgbClr>
                </a:gs>
                <a:gs pos="57143">
                  <a:srgbClr val="000000">
                    <a:alpha val="4675"/>
                  </a:srgbClr>
                </a:gs>
                <a:gs pos="71429">
                  <a:srgbClr val="000000">
                    <a:alpha val="2216"/>
                  </a:srgbClr>
                </a:gs>
                <a:gs pos="85714">
                  <a:srgbClr val="000000">
                    <a:alpha val="882"/>
                  </a:srgbClr>
                </a:gs>
                <a:gs pos="100000">
                  <a:srgbClr val="000000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3465808">
              <a:off x="1443059" y="2821713"/>
              <a:ext cx="625376" cy="590104"/>
            </a:xfrm>
            <a:prstGeom prst="ellipse">
              <a:avLst/>
            </a:prstGeom>
            <a:gradFill>
              <a:gsLst>
                <a:gs pos="0">
                  <a:srgbClr val="000000">
                    <a:alpha val="30054"/>
                  </a:srgbClr>
                </a:gs>
                <a:gs pos="14286">
                  <a:srgbClr val="000000">
                    <a:alpha val="28002"/>
                  </a:srgbClr>
                </a:gs>
                <a:gs pos="28571">
                  <a:srgbClr val="000000">
                    <a:alpha val="22515"/>
                  </a:srgbClr>
                </a:gs>
                <a:gs pos="42857">
                  <a:srgbClr val="000000">
                    <a:alpha val="15407"/>
                  </a:srgbClr>
                </a:gs>
                <a:gs pos="57143">
                  <a:srgbClr val="000000">
                    <a:alpha val="8854"/>
                  </a:srgbClr>
                </a:gs>
                <a:gs pos="71429">
                  <a:srgbClr val="000000">
                    <a:alpha val="4247"/>
                  </a:srgbClr>
                </a:gs>
                <a:gs pos="85714">
                  <a:srgbClr val="000000">
                    <a:alpha val="1701"/>
                  </a:srgbClr>
                </a:gs>
                <a:gs pos="100000">
                  <a:srgbClr val="000000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8537708">
              <a:off x="685505" y="2896950"/>
              <a:ext cx="755984" cy="589409"/>
            </a:xfrm>
            <a:prstGeom prst="ellipse">
              <a:avLst/>
            </a:prstGeom>
            <a:gradFill>
              <a:gsLst>
                <a:gs pos="0">
                  <a:srgbClr val="000000">
                    <a:alpha val="3618"/>
                  </a:srgbClr>
                </a:gs>
                <a:gs pos="14286">
                  <a:srgbClr val="000000">
                    <a:alpha val="3330"/>
                  </a:srgbClr>
                </a:gs>
                <a:gs pos="28571">
                  <a:srgbClr val="000000">
                    <a:alpha val="2595"/>
                  </a:srgbClr>
                </a:gs>
                <a:gs pos="42857">
                  <a:srgbClr val="000000">
                    <a:alpha val="1710"/>
                  </a:srgbClr>
                </a:gs>
                <a:gs pos="57143">
                  <a:srgbClr val="000000">
                    <a:alpha val="951"/>
                  </a:srgbClr>
                </a:gs>
                <a:gs pos="71429">
                  <a:srgbClr val="000000">
                    <a:alpha val="446"/>
                  </a:srgbClr>
                </a:gs>
                <a:gs pos="85714">
                  <a:srgbClr val="000000">
                    <a:alpha val="177"/>
                  </a:srgbClr>
                </a:gs>
                <a:gs pos="100000">
                  <a:srgbClr val="00000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-10431795">
              <a:off x="328235" y="2902224"/>
              <a:ext cx="715194" cy="516910"/>
            </a:xfrm>
            <a:prstGeom prst="ellipse">
              <a:avLst/>
            </a:prstGeom>
            <a:gradFill>
              <a:gsLst>
                <a:gs pos="0">
                  <a:srgbClr val="000000">
                    <a:alpha val="5590"/>
                  </a:srgbClr>
                </a:gs>
                <a:gs pos="14286">
                  <a:srgbClr val="000000">
                    <a:alpha val="5150"/>
                  </a:srgbClr>
                </a:gs>
                <a:gs pos="28571">
                  <a:srgbClr val="000000">
                    <a:alpha val="4022"/>
                  </a:srgbClr>
                </a:gs>
                <a:gs pos="42857">
                  <a:srgbClr val="000000">
                    <a:alpha val="2657"/>
                  </a:srgbClr>
                </a:gs>
                <a:gs pos="57143">
                  <a:srgbClr val="000000">
                    <a:alpha val="1481"/>
                  </a:srgbClr>
                </a:gs>
                <a:gs pos="71429">
                  <a:srgbClr val="000000">
                    <a:alpha val="696"/>
                  </a:srgbClr>
                </a:gs>
                <a:gs pos="85714">
                  <a:srgbClr val="000000">
                    <a:alpha val="276"/>
                  </a:srgbClr>
                </a:gs>
                <a:gs pos="100000">
                  <a:srgbClr val="000000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6262628">
              <a:off x="179150" y="2824416"/>
              <a:ext cx="679642" cy="525596"/>
            </a:xfrm>
            <a:prstGeom prst="ellipse">
              <a:avLst/>
            </a:prstGeom>
            <a:gradFill>
              <a:gsLst>
                <a:gs pos="0">
                  <a:srgbClr val="2B2C2A">
                    <a:alpha val="2231"/>
                  </a:srgbClr>
                </a:gs>
                <a:gs pos="14286">
                  <a:srgbClr val="2B2C2A">
                    <a:alpha val="2053"/>
                  </a:srgbClr>
                </a:gs>
                <a:gs pos="28571">
                  <a:srgbClr val="2B2C2A">
                    <a:alpha val="1598"/>
                  </a:srgbClr>
                </a:gs>
                <a:gs pos="42857">
                  <a:srgbClr val="2B2C2A">
                    <a:alpha val="1051"/>
                  </a:srgbClr>
                </a:gs>
                <a:gs pos="57143">
                  <a:srgbClr val="2B2C2A">
                    <a:alpha val="584"/>
                  </a:srgbClr>
                </a:gs>
                <a:gs pos="71429">
                  <a:srgbClr val="2B2C2A">
                    <a:alpha val="274"/>
                  </a:srgbClr>
                </a:gs>
                <a:gs pos="85714">
                  <a:srgbClr val="2B2C2A">
                    <a:alpha val="108"/>
                  </a:srgbClr>
                </a:gs>
                <a:gs pos="100000">
                  <a:srgbClr val="2B2C2A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-8126611">
              <a:off x="-8095" y="2887098"/>
              <a:ext cx="650488" cy="540874"/>
            </a:xfrm>
            <a:prstGeom prst="ellipse">
              <a:avLst/>
            </a:prstGeom>
            <a:gradFill>
              <a:gsLst>
                <a:gs pos="0">
                  <a:srgbClr val="232825">
                    <a:alpha val="1768"/>
                  </a:srgbClr>
                </a:gs>
                <a:gs pos="14286">
                  <a:srgbClr val="232825">
                    <a:alpha val="1626"/>
                  </a:srgbClr>
                </a:gs>
                <a:gs pos="28571">
                  <a:srgbClr val="232825">
                    <a:alpha val="1265"/>
                  </a:srgbClr>
                </a:gs>
                <a:gs pos="42857">
                  <a:srgbClr val="232825">
                    <a:alpha val="832"/>
                  </a:srgbClr>
                </a:gs>
                <a:gs pos="57143">
                  <a:srgbClr val="232825">
                    <a:alpha val="462"/>
                  </a:srgbClr>
                </a:gs>
                <a:gs pos="71429">
                  <a:srgbClr val="232825">
                    <a:alpha val="216"/>
                  </a:srgbClr>
                </a:gs>
                <a:gs pos="85714">
                  <a:srgbClr val="232825">
                    <a:alpha val="86"/>
                  </a:srgbClr>
                </a:gs>
                <a:gs pos="100000">
                  <a:srgbClr val="232825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8377717">
              <a:off x="3188352" y="2846188"/>
              <a:ext cx="637943" cy="300896"/>
            </a:xfrm>
            <a:prstGeom prst="ellipse">
              <a:avLst/>
            </a:prstGeom>
            <a:gradFill>
              <a:gsLst>
                <a:gs pos="0">
                  <a:srgbClr val="030207">
                    <a:alpha val="4984"/>
                  </a:srgbClr>
                </a:gs>
                <a:gs pos="14286">
                  <a:srgbClr val="030207">
                    <a:alpha val="4590"/>
                  </a:srgbClr>
                </a:gs>
                <a:gs pos="28571">
                  <a:srgbClr val="030207">
                    <a:alpha val="3583"/>
                  </a:srgbClr>
                </a:gs>
                <a:gs pos="42857">
                  <a:srgbClr val="030207">
                    <a:alpha val="2365"/>
                  </a:srgbClr>
                </a:gs>
                <a:gs pos="57143">
                  <a:srgbClr val="030207">
                    <a:alpha val="1317"/>
                  </a:srgbClr>
                </a:gs>
                <a:gs pos="71429">
                  <a:srgbClr val="030207">
                    <a:alpha val="619"/>
                  </a:srgbClr>
                </a:gs>
                <a:gs pos="85714">
                  <a:srgbClr val="030207">
                    <a:alpha val="245"/>
                  </a:srgbClr>
                </a:gs>
                <a:gs pos="100000">
                  <a:srgbClr val="030207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10074400">
              <a:off x="2680749" y="2653805"/>
              <a:ext cx="583419" cy="507300"/>
            </a:xfrm>
            <a:prstGeom prst="ellipse">
              <a:avLst/>
            </a:prstGeom>
            <a:gradFill>
              <a:gsLst>
                <a:gs pos="0">
                  <a:srgbClr val="000600">
                    <a:alpha val="5691"/>
                  </a:srgbClr>
                </a:gs>
                <a:gs pos="14286">
                  <a:srgbClr val="000600">
                    <a:alpha val="5243"/>
                  </a:srgbClr>
                </a:gs>
                <a:gs pos="28571">
                  <a:srgbClr val="000600">
                    <a:alpha val="4095"/>
                  </a:srgbClr>
                </a:gs>
                <a:gs pos="42857">
                  <a:srgbClr val="000600">
                    <a:alpha val="2705"/>
                  </a:srgbClr>
                </a:gs>
                <a:gs pos="57143">
                  <a:srgbClr val="000600">
                    <a:alpha val="1508"/>
                  </a:srgbClr>
                </a:gs>
                <a:gs pos="71429">
                  <a:srgbClr val="000600">
                    <a:alpha val="709"/>
                  </a:srgbClr>
                </a:gs>
                <a:gs pos="85714">
                  <a:srgbClr val="000600">
                    <a:alpha val="281"/>
                  </a:srgbClr>
                </a:gs>
                <a:gs pos="100000">
                  <a:srgbClr val="000600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5379672">
              <a:off x="2432837" y="2847351"/>
              <a:ext cx="718103" cy="315030"/>
            </a:xfrm>
            <a:prstGeom prst="ellipse">
              <a:avLst/>
            </a:prstGeom>
            <a:gradFill>
              <a:gsLst>
                <a:gs pos="0">
                  <a:srgbClr val="9B9A9A">
                    <a:alpha val="3163"/>
                  </a:srgbClr>
                </a:gs>
                <a:gs pos="14286">
                  <a:srgbClr val="9B9A9A">
                    <a:alpha val="2911"/>
                  </a:srgbClr>
                </a:gs>
                <a:gs pos="28571">
                  <a:srgbClr val="9B9A9A">
                    <a:alpha val="2268"/>
                  </a:srgbClr>
                </a:gs>
                <a:gs pos="42857">
                  <a:srgbClr val="9B9A9A">
                    <a:alpha val="1493"/>
                  </a:srgbClr>
                </a:gs>
                <a:gs pos="57143">
                  <a:srgbClr val="9B9A9A">
                    <a:alpha val="830"/>
                  </a:srgbClr>
                </a:gs>
                <a:gs pos="71429">
                  <a:srgbClr val="9B9A9A">
                    <a:alpha val="390"/>
                  </a:srgbClr>
                </a:gs>
                <a:gs pos="85714">
                  <a:srgbClr val="9B9A9A">
                    <a:alpha val="154"/>
                  </a:srgbClr>
                </a:gs>
                <a:gs pos="100000">
                  <a:srgbClr val="9B9A9A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-10169506">
              <a:off x="2297003" y="2758308"/>
              <a:ext cx="539681" cy="371756"/>
            </a:xfrm>
            <a:prstGeom prst="ellipse">
              <a:avLst/>
            </a:prstGeom>
            <a:gradFill>
              <a:gsLst>
                <a:gs pos="0">
                  <a:srgbClr val="9A9A9A">
                    <a:alpha val="3677"/>
                  </a:srgbClr>
                </a:gs>
                <a:gs pos="14286">
                  <a:srgbClr val="9A9A9A">
                    <a:alpha val="3385"/>
                  </a:srgbClr>
                </a:gs>
                <a:gs pos="28571">
                  <a:srgbClr val="9A9A9A">
                    <a:alpha val="2638"/>
                  </a:srgbClr>
                </a:gs>
                <a:gs pos="42857">
                  <a:srgbClr val="9A9A9A">
                    <a:alpha val="1739"/>
                  </a:srgbClr>
                </a:gs>
                <a:gs pos="57143">
                  <a:srgbClr val="9A9A9A">
                    <a:alpha val="967"/>
                  </a:srgbClr>
                </a:gs>
                <a:gs pos="71429">
                  <a:srgbClr val="9A9A9A">
                    <a:alpha val="454"/>
                  </a:srgbClr>
                </a:gs>
                <a:gs pos="85714">
                  <a:srgbClr val="9A9A9A">
                    <a:alpha val="180"/>
                  </a:srgbClr>
                </a:gs>
                <a:gs pos="100000">
                  <a:srgbClr val="9A9A9A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-8631815">
              <a:off x="2054254" y="2653977"/>
              <a:ext cx="674408" cy="546468"/>
            </a:xfrm>
            <a:prstGeom prst="ellipse">
              <a:avLst/>
            </a:prstGeom>
            <a:gradFill>
              <a:gsLst>
                <a:gs pos="0">
                  <a:srgbClr val="000303">
                    <a:alpha val="9336"/>
                  </a:srgbClr>
                </a:gs>
                <a:gs pos="14286">
                  <a:srgbClr val="000303">
                    <a:alpha val="8614"/>
                  </a:srgbClr>
                </a:gs>
                <a:gs pos="28571">
                  <a:srgbClr val="000303">
                    <a:alpha val="6755"/>
                  </a:srgbClr>
                </a:gs>
                <a:gs pos="42857">
                  <a:srgbClr val="000303">
                    <a:alpha val="4484"/>
                  </a:srgbClr>
                </a:gs>
                <a:gs pos="57143">
                  <a:srgbClr val="000303">
                    <a:alpha val="2510"/>
                  </a:srgbClr>
                </a:gs>
                <a:gs pos="71429">
                  <a:srgbClr val="000303">
                    <a:alpha val="1183"/>
                  </a:srgbClr>
                </a:gs>
                <a:gs pos="85714">
                  <a:srgbClr val="000303">
                    <a:alpha val="469"/>
                  </a:srgbClr>
                </a:gs>
                <a:gs pos="100000">
                  <a:srgbClr val="000303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8516834">
              <a:off x="1827261" y="2705733"/>
              <a:ext cx="585799" cy="522340"/>
            </a:xfrm>
            <a:prstGeom prst="ellipse">
              <a:avLst/>
            </a:prstGeom>
            <a:gradFill>
              <a:gsLst>
                <a:gs pos="0">
                  <a:srgbClr val="000000">
                    <a:alpha val="6902"/>
                  </a:srgbClr>
                </a:gs>
                <a:gs pos="14286">
                  <a:srgbClr val="000000">
                    <a:alpha val="6362"/>
                  </a:srgbClr>
                </a:gs>
                <a:gs pos="28571">
                  <a:srgbClr val="000000">
                    <a:alpha val="4976"/>
                  </a:srgbClr>
                </a:gs>
                <a:gs pos="42857">
                  <a:srgbClr val="000000">
                    <a:alpha val="3292"/>
                  </a:srgbClr>
                </a:gs>
                <a:gs pos="57143">
                  <a:srgbClr val="000000">
                    <a:alpha val="1838"/>
                  </a:srgbClr>
                </a:gs>
                <a:gs pos="71429">
                  <a:srgbClr val="000000">
                    <a:alpha val="865"/>
                  </a:srgbClr>
                </a:gs>
                <a:gs pos="85714">
                  <a:srgbClr val="000000">
                    <a:alpha val="343"/>
                  </a:srgbClr>
                </a:gs>
                <a:gs pos="100000">
                  <a:srgbClr val="000000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-9221621">
              <a:off x="1562135" y="2609626"/>
              <a:ext cx="621282" cy="531179"/>
            </a:xfrm>
            <a:prstGeom prst="ellipse">
              <a:avLst/>
            </a:prstGeom>
            <a:gradFill>
              <a:gsLst>
                <a:gs pos="0">
                  <a:srgbClr val="000000">
                    <a:alpha val="12537"/>
                  </a:srgbClr>
                </a:gs>
                <a:gs pos="14286">
                  <a:srgbClr val="000000">
                    <a:alpha val="11584"/>
                  </a:srgbClr>
                </a:gs>
                <a:gs pos="28571">
                  <a:srgbClr val="000000">
                    <a:alpha val="9117"/>
                  </a:srgbClr>
                </a:gs>
                <a:gs pos="42857">
                  <a:srgbClr val="000000">
                    <a:alpha val="6078"/>
                  </a:srgbClr>
                </a:gs>
                <a:gs pos="57143">
                  <a:srgbClr val="000000">
                    <a:alpha val="3415"/>
                  </a:srgbClr>
                </a:gs>
                <a:gs pos="71429">
                  <a:srgbClr val="000000">
                    <a:alpha val="1613"/>
                  </a:srgbClr>
                </a:gs>
                <a:gs pos="85714">
                  <a:srgbClr val="000000">
                    <a:alpha val="641"/>
                  </a:srgbClr>
                </a:gs>
                <a:gs pos="100000">
                  <a:srgbClr val="000000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6872567">
              <a:off x="1383231" y="2698825"/>
              <a:ext cx="639143" cy="523965"/>
            </a:xfrm>
            <a:prstGeom prst="ellipse">
              <a:avLst/>
            </a:prstGeom>
            <a:gradFill>
              <a:gsLst>
                <a:gs pos="0">
                  <a:srgbClr val="000000">
                    <a:alpha val="32948"/>
                  </a:srgbClr>
                </a:gs>
                <a:gs pos="14286">
                  <a:srgbClr val="000000">
                    <a:alpha val="30745"/>
                  </a:srgbClr>
                </a:gs>
                <a:gs pos="28571">
                  <a:srgbClr val="000000">
                    <a:alpha val="24817"/>
                  </a:srgbClr>
                </a:gs>
                <a:gs pos="42857">
                  <a:srgbClr val="000000">
                    <a:alpha val="17064"/>
                  </a:srgbClr>
                </a:gs>
                <a:gs pos="57143">
                  <a:srgbClr val="000000">
                    <a:alpha val="9848"/>
                  </a:srgbClr>
                </a:gs>
                <a:gs pos="71429">
                  <a:srgbClr val="000000">
                    <a:alpha val="4737"/>
                  </a:srgbClr>
                </a:gs>
                <a:gs pos="85714">
                  <a:srgbClr val="000000">
                    <a:alpha val="1901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9015936">
              <a:off x="592168" y="2695828"/>
              <a:ext cx="664774" cy="495371"/>
            </a:xfrm>
            <a:prstGeom prst="ellipse">
              <a:avLst/>
            </a:prstGeom>
            <a:gradFill>
              <a:gsLst>
                <a:gs pos="0">
                  <a:srgbClr val="313031">
                    <a:alpha val="1831"/>
                  </a:srgbClr>
                </a:gs>
                <a:gs pos="14286">
                  <a:srgbClr val="313031">
                    <a:alpha val="1684"/>
                  </a:srgbClr>
                </a:gs>
                <a:gs pos="28571">
                  <a:srgbClr val="313031">
                    <a:alpha val="1310"/>
                  </a:srgbClr>
                </a:gs>
                <a:gs pos="42857">
                  <a:srgbClr val="313031">
                    <a:alpha val="861"/>
                  </a:srgbClr>
                </a:gs>
                <a:gs pos="57143">
                  <a:srgbClr val="313031">
                    <a:alpha val="478"/>
                  </a:srgbClr>
                </a:gs>
                <a:gs pos="71429">
                  <a:srgbClr val="313031">
                    <a:alpha val="224"/>
                  </a:srgbClr>
                </a:gs>
                <a:gs pos="85714">
                  <a:srgbClr val="313031">
                    <a:alpha val="89"/>
                  </a:srgbClr>
                </a:gs>
                <a:gs pos="100000">
                  <a:srgbClr val="313031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-8893287">
              <a:off x="427200" y="2688466"/>
              <a:ext cx="677061" cy="486842"/>
            </a:xfrm>
            <a:prstGeom prst="ellipse">
              <a:avLst/>
            </a:prstGeom>
            <a:gradFill>
              <a:gsLst>
                <a:gs pos="0">
                  <a:srgbClr val="444243">
                    <a:alpha val="2988"/>
                  </a:srgbClr>
                </a:gs>
                <a:gs pos="14286">
                  <a:srgbClr val="444243">
                    <a:alpha val="2750"/>
                  </a:srgbClr>
                </a:gs>
                <a:gs pos="28571">
                  <a:srgbClr val="444243">
                    <a:alpha val="2142"/>
                  </a:srgbClr>
                </a:gs>
                <a:gs pos="42857">
                  <a:srgbClr val="444243">
                    <a:alpha val="1410"/>
                  </a:srgbClr>
                </a:gs>
                <a:gs pos="57143">
                  <a:srgbClr val="444243">
                    <a:alpha val="784"/>
                  </a:srgbClr>
                </a:gs>
                <a:gs pos="71429">
                  <a:srgbClr val="444243">
                    <a:alpha val="368"/>
                  </a:srgbClr>
                </a:gs>
                <a:gs pos="85714">
                  <a:srgbClr val="444243">
                    <a:alpha val="146"/>
                  </a:srgbClr>
                </a:gs>
                <a:gs pos="100000">
                  <a:srgbClr val="444243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10683027">
              <a:off x="242500" y="2810335"/>
              <a:ext cx="677146" cy="436784"/>
            </a:xfrm>
            <a:prstGeom prst="ellipse">
              <a:avLst/>
            </a:prstGeom>
            <a:gradFill>
              <a:gsLst>
                <a:gs pos="0">
                  <a:srgbClr val="838484">
                    <a:alpha val="4918"/>
                  </a:srgbClr>
                </a:gs>
                <a:gs pos="14286">
                  <a:srgbClr val="838484">
                    <a:alpha val="4529"/>
                  </a:srgbClr>
                </a:gs>
                <a:gs pos="28571">
                  <a:srgbClr val="838484">
                    <a:alpha val="3535"/>
                  </a:srgbClr>
                </a:gs>
                <a:gs pos="42857">
                  <a:srgbClr val="838484">
                    <a:alpha val="2333"/>
                  </a:srgbClr>
                </a:gs>
                <a:gs pos="57143">
                  <a:srgbClr val="838484">
                    <a:alpha val="1299"/>
                  </a:srgbClr>
                </a:gs>
                <a:gs pos="71429">
                  <a:srgbClr val="838484">
                    <a:alpha val="610"/>
                  </a:srgbClr>
                </a:gs>
                <a:gs pos="85714">
                  <a:srgbClr val="838484">
                    <a:alpha val="242"/>
                  </a:srgbClr>
                </a:gs>
                <a:gs pos="100000">
                  <a:srgbClr val="838484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8210770">
              <a:off x="-265919" y="2805745"/>
              <a:ext cx="727300" cy="175879"/>
            </a:xfrm>
            <a:prstGeom prst="ellipse">
              <a:avLst/>
            </a:prstGeom>
            <a:gradFill>
              <a:gsLst>
                <a:gs pos="0">
                  <a:srgbClr val="040105">
                    <a:alpha val="3383"/>
                  </a:srgbClr>
                </a:gs>
                <a:gs pos="14286">
                  <a:srgbClr val="040105">
                    <a:alpha val="3114"/>
                  </a:srgbClr>
                </a:gs>
                <a:gs pos="28571">
                  <a:srgbClr val="040105">
                    <a:alpha val="2426"/>
                  </a:srgbClr>
                </a:gs>
                <a:gs pos="42857">
                  <a:srgbClr val="040105">
                    <a:alpha val="1598"/>
                  </a:srgbClr>
                </a:gs>
                <a:gs pos="57143">
                  <a:srgbClr val="040105">
                    <a:alpha val="889"/>
                  </a:srgbClr>
                </a:gs>
                <a:gs pos="71429">
                  <a:srgbClr val="040105">
                    <a:alpha val="417"/>
                  </a:srgbClr>
                </a:gs>
                <a:gs pos="85714">
                  <a:srgbClr val="040105">
                    <a:alpha val="165"/>
                  </a:srgbClr>
                </a:gs>
                <a:gs pos="100000">
                  <a:srgbClr val="040105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-8567759">
              <a:off x="3300086" y="2412639"/>
              <a:ext cx="635152" cy="619366"/>
            </a:xfrm>
            <a:prstGeom prst="ellipse">
              <a:avLst/>
            </a:prstGeom>
            <a:gradFill>
              <a:gsLst>
                <a:gs pos="0">
                  <a:srgbClr val="9A9A9A">
                    <a:alpha val="20353"/>
                  </a:srgbClr>
                </a:gs>
                <a:gs pos="14286">
                  <a:srgbClr val="9A9A9A">
                    <a:alpha val="18873"/>
                  </a:srgbClr>
                </a:gs>
                <a:gs pos="28571">
                  <a:srgbClr val="9A9A9A">
                    <a:alpha val="14990"/>
                  </a:srgbClr>
                </a:gs>
                <a:gs pos="42857">
                  <a:srgbClr val="9A9A9A">
                    <a:alpha val="10104"/>
                  </a:srgbClr>
                </a:gs>
                <a:gs pos="57143">
                  <a:srgbClr val="9A9A9A">
                    <a:alpha val="5732"/>
                  </a:srgbClr>
                </a:gs>
                <a:gs pos="71429">
                  <a:srgbClr val="9A9A9A">
                    <a:alpha val="2725"/>
                  </a:srgbClr>
                </a:gs>
                <a:gs pos="85714">
                  <a:srgbClr val="9A9A9A">
                    <a:alpha val="1087"/>
                  </a:srgbClr>
                </a:gs>
                <a:gs pos="100000">
                  <a:srgbClr val="9A9A9A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9662872">
              <a:off x="2961173" y="2505120"/>
              <a:ext cx="698479" cy="541811"/>
            </a:xfrm>
            <a:prstGeom prst="ellipse">
              <a:avLst/>
            </a:prstGeom>
            <a:gradFill>
              <a:gsLst>
                <a:gs pos="0">
                  <a:srgbClr val="969595">
                    <a:alpha val="4177"/>
                  </a:srgbClr>
                </a:gs>
                <a:gs pos="14286">
                  <a:srgbClr val="969595">
                    <a:alpha val="3845"/>
                  </a:srgbClr>
                </a:gs>
                <a:gs pos="28571">
                  <a:srgbClr val="969595">
                    <a:alpha val="2999"/>
                  </a:srgbClr>
                </a:gs>
                <a:gs pos="42857">
                  <a:srgbClr val="969595">
                    <a:alpha val="1977"/>
                  </a:srgbClr>
                </a:gs>
                <a:gs pos="57143">
                  <a:srgbClr val="969595">
                    <a:alpha val="1100"/>
                  </a:srgbClr>
                </a:gs>
                <a:gs pos="71429">
                  <a:srgbClr val="969595">
                    <a:alpha val="517"/>
                  </a:srgbClr>
                </a:gs>
                <a:gs pos="85714">
                  <a:srgbClr val="969595">
                    <a:alpha val="205"/>
                  </a:srgbClr>
                </a:gs>
                <a:gs pos="100000">
                  <a:srgbClr val="969595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3804138">
              <a:off x="2787852" y="2524972"/>
              <a:ext cx="735985" cy="478001"/>
            </a:xfrm>
            <a:prstGeom prst="ellipse">
              <a:avLst/>
            </a:prstGeom>
            <a:gradFill>
              <a:gsLst>
                <a:gs pos="0">
                  <a:srgbClr val="4E4C4E">
                    <a:alpha val="1889"/>
                  </a:srgbClr>
                </a:gs>
                <a:gs pos="14286">
                  <a:srgbClr val="4E4C4E">
                    <a:alpha val="1737"/>
                  </a:srgbClr>
                </a:gs>
                <a:gs pos="28571">
                  <a:srgbClr val="4E4C4E">
                    <a:alpha val="1351"/>
                  </a:srgbClr>
                </a:gs>
                <a:gs pos="42857">
                  <a:srgbClr val="4E4C4E">
                    <a:alpha val="888"/>
                  </a:srgbClr>
                </a:gs>
                <a:gs pos="57143">
                  <a:srgbClr val="4E4C4E">
                    <a:alpha val="493"/>
                  </a:srgbClr>
                </a:gs>
                <a:gs pos="71429">
                  <a:srgbClr val="4E4C4E">
                    <a:alpha val="231"/>
                  </a:srgbClr>
                </a:gs>
                <a:gs pos="85714">
                  <a:srgbClr val="4E4C4E">
                    <a:alpha val="91"/>
                  </a:srgbClr>
                </a:gs>
                <a:gs pos="100000">
                  <a:srgbClr val="4E4C4E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7690312">
              <a:off x="2437885" y="2558322"/>
              <a:ext cx="683294" cy="265294"/>
            </a:xfrm>
            <a:prstGeom prst="ellipse">
              <a:avLst/>
            </a:prstGeom>
            <a:gradFill>
              <a:gsLst>
                <a:gs pos="0">
                  <a:srgbClr val="000B00">
                    <a:alpha val="4313"/>
                  </a:srgbClr>
                </a:gs>
                <a:gs pos="14286">
                  <a:srgbClr val="000B00">
                    <a:alpha val="3971"/>
                  </a:srgbClr>
                </a:gs>
                <a:gs pos="28571">
                  <a:srgbClr val="000B00">
                    <a:alpha val="3097"/>
                  </a:srgbClr>
                </a:gs>
                <a:gs pos="42857">
                  <a:srgbClr val="000B00">
                    <a:alpha val="2043"/>
                  </a:srgbClr>
                </a:gs>
                <a:gs pos="57143">
                  <a:srgbClr val="000B00">
                    <a:alpha val="1137"/>
                  </a:srgbClr>
                </a:gs>
                <a:gs pos="71429">
                  <a:srgbClr val="000B00">
                    <a:alpha val="534"/>
                  </a:srgbClr>
                </a:gs>
                <a:gs pos="85714">
                  <a:srgbClr val="000B00">
                    <a:alpha val="211"/>
                  </a:srgbClr>
                </a:gs>
                <a:gs pos="100000">
                  <a:srgbClr val="000B00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-8528178">
              <a:off x="2233702" y="2548150"/>
              <a:ext cx="630191" cy="334024"/>
            </a:xfrm>
            <a:prstGeom prst="ellipse">
              <a:avLst/>
            </a:prstGeom>
            <a:gradFill>
              <a:gsLst>
                <a:gs pos="0">
                  <a:srgbClr val="020705">
                    <a:alpha val="3070"/>
                  </a:srgbClr>
                </a:gs>
                <a:gs pos="14286">
                  <a:srgbClr val="020705">
                    <a:alpha val="2825"/>
                  </a:srgbClr>
                </a:gs>
                <a:gs pos="28571">
                  <a:srgbClr val="020705">
                    <a:alpha val="2201"/>
                  </a:srgbClr>
                </a:gs>
                <a:gs pos="42857">
                  <a:srgbClr val="020705">
                    <a:alpha val="1449"/>
                  </a:srgbClr>
                </a:gs>
                <a:gs pos="57143">
                  <a:srgbClr val="020705">
                    <a:alpha val="805"/>
                  </a:srgbClr>
                </a:gs>
                <a:gs pos="71429">
                  <a:srgbClr val="020705">
                    <a:alpha val="378"/>
                  </a:srgbClr>
                </a:gs>
                <a:gs pos="85714">
                  <a:srgbClr val="020705">
                    <a:alpha val="150"/>
                  </a:srgbClr>
                </a:gs>
                <a:gs pos="100000">
                  <a:srgbClr val="020705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5387369">
              <a:off x="1996127" y="2523858"/>
              <a:ext cx="632565" cy="393461"/>
            </a:xfrm>
            <a:prstGeom prst="ellipse">
              <a:avLst/>
            </a:prstGeom>
            <a:gradFill>
              <a:gsLst>
                <a:gs pos="0">
                  <a:srgbClr val="777576">
                    <a:alpha val="16909"/>
                  </a:srgbClr>
                </a:gs>
                <a:gs pos="14286">
                  <a:srgbClr val="777576">
                    <a:alpha val="15654"/>
                  </a:srgbClr>
                </a:gs>
                <a:gs pos="28571">
                  <a:srgbClr val="777576">
                    <a:alpha val="12382"/>
                  </a:srgbClr>
                </a:gs>
                <a:gs pos="42857">
                  <a:srgbClr val="777576">
                    <a:alpha val="8305"/>
                  </a:srgbClr>
                </a:gs>
                <a:gs pos="57143">
                  <a:srgbClr val="777576">
                    <a:alpha val="4691"/>
                  </a:srgbClr>
                </a:gs>
                <a:gs pos="71429">
                  <a:srgbClr val="777576">
                    <a:alpha val="2224"/>
                  </a:srgbClr>
                </a:gs>
                <a:gs pos="85714">
                  <a:srgbClr val="777576">
                    <a:alpha val="885"/>
                  </a:srgbClr>
                </a:gs>
                <a:gs pos="100000">
                  <a:srgbClr val="777576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10383043">
              <a:off x="1844991" y="2520389"/>
              <a:ext cx="643984" cy="492447"/>
            </a:xfrm>
            <a:prstGeom prst="ellipse">
              <a:avLst/>
            </a:prstGeom>
            <a:gradFill>
              <a:gsLst>
                <a:gs pos="0">
                  <a:srgbClr val="0B0207">
                    <a:alpha val="4283"/>
                  </a:srgbClr>
                </a:gs>
                <a:gs pos="14286">
                  <a:srgbClr val="0B0207">
                    <a:alpha val="3943"/>
                  </a:srgbClr>
                </a:gs>
                <a:gs pos="28571">
                  <a:srgbClr val="0B0207">
                    <a:alpha val="3076"/>
                  </a:srgbClr>
                </a:gs>
                <a:gs pos="42857">
                  <a:srgbClr val="0B0207">
                    <a:alpha val="2028"/>
                  </a:srgbClr>
                </a:gs>
                <a:gs pos="57143">
                  <a:srgbClr val="0B0207">
                    <a:alpha val="1129"/>
                  </a:srgbClr>
                </a:gs>
                <a:gs pos="71429">
                  <a:srgbClr val="0B0207">
                    <a:alpha val="530"/>
                  </a:srgbClr>
                </a:gs>
                <a:gs pos="85714">
                  <a:srgbClr val="0B0207">
                    <a:alpha val="210"/>
                  </a:srgbClr>
                </a:gs>
                <a:gs pos="100000">
                  <a:srgbClr val="0B0207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-9262711">
              <a:off x="1426956" y="2474610"/>
              <a:ext cx="654705" cy="575342"/>
            </a:xfrm>
            <a:prstGeom prst="ellipse">
              <a:avLst/>
            </a:prstGeom>
            <a:gradFill>
              <a:gsLst>
                <a:gs pos="0">
                  <a:srgbClr val="000000">
                    <a:alpha val="12599"/>
                  </a:srgbClr>
                </a:gs>
                <a:gs pos="14286">
                  <a:srgbClr val="000000">
                    <a:alpha val="11641"/>
                  </a:srgbClr>
                </a:gs>
                <a:gs pos="28571">
                  <a:srgbClr val="000000">
                    <a:alpha val="9163"/>
                  </a:srgbClr>
                </a:gs>
                <a:gs pos="42857">
                  <a:srgbClr val="000000">
                    <a:alpha val="6109"/>
                  </a:srgbClr>
                </a:gs>
                <a:gs pos="57143">
                  <a:srgbClr val="000000">
                    <a:alpha val="3432"/>
                  </a:srgbClr>
                </a:gs>
                <a:gs pos="71429">
                  <a:srgbClr val="000000">
                    <a:alpha val="1622"/>
                  </a:srgbClr>
                </a:gs>
                <a:gs pos="85714">
                  <a:srgbClr val="000000">
                    <a:alpha val="644"/>
                  </a:srgbClr>
                </a:gs>
                <a:gs pos="100000">
                  <a:srgbClr val="000000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-10067240">
              <a:off x="965492" y="2498534"/>
              <a:ext cx="696059" cy="532098"/>
            </a:xfrm>
            <a:prstGeom prst="ellipse">
              <a:avLst/>
            </a:prstGeom>
            <a:gradFill>
              <a:gsLst>
                <a:gs pos="0">
                  <a:srgbClr val="5B5B5B">
                    <a:alpha val="7878"/>
                  </a:srgbClr>
                </a:gs>
                <a:gs pos="14286">
                  <a:srgbClr val="5B5B5B">
                    <a:alpha val="7265"/>
                  </a:srgbClr>
                </a:gs>
                <a:gs pos="28571">
                  <a:srgbClr val="5B5B5B">
                    <a:alpha val="5688"/>
                  </a:srgbClr>
                </a:gs>
                <a:gs pos="42857">
                  <a:srgbClr val="5B5B5B">
                    <a:alpha val="3768"/>
                  </a:srgbClr>
                </a:gs>
                <a:gs pos="57143">
                  <a:srgbClr val="5B5B5B">
                    <a:alpha val="2106"/>
                  </a:srgbClr>
                </a:gs>
                <a:gs pos="71429">
                  <a:srgbClr val="5B5B5B">
                    <a:alpha val="991"/>
                  </a:srgbClr>
                </a:gs>
                <a:gs pos="85714">
                  <a:srgbClr val="5B5B5B">
                    <a:alpha val="393"/>
                  </a:srgbClr>
                </a:gs>
                <a:gs pos="100000">
                  <a:srgbClr val="5B5B5B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4581045">
              <a:off x="784728" y="2456795"/>
              <a:ext cx="627456" cy="534745"/>
            </a:xfrm>
            <a:prstGeom prst="ellipse">
              <a:avLst/>
            </a:prstGeom>
            <a:gradFill>
              <a:gsLst>
                <a:gs pos="0">
                  <a:srgbClr val="555455">
                    <a:alpha val="4709"/>
                  </a:srgbClr>
                </a:gs>
                <a:gs pos="14286">
                  <a:srgbClr val="555455">
                    <a:alpha val="4336"/>
                  </a:srgbClr>
                </a:gs>
                <a:gs pos="28571">
                  <a:srgbClr val="555455">
                    <a:alpha val="3384"/>
                  </a:srgbClr>
                </a:gs>
                <a:gs pos="42857">
                  <a:srgbClr val="555455">
                    <a:alpha val="2232"/>
                  </a:srgbClr>
                </a:gs>
                <a:gs pos="57143">
                  <a:srgbClr val="555455">
                    <a:alpha val="1243"/>
                  </a:srgbClr>
                </a:gs>
                <a:gs pos="71429">
                  <a:srgbClr val="555455">
                    <a:alpha val="584"/>
                  </a:srgbClr>
                </a:gs>
                <a:gs pos="85714">
                  <a:srgbClr val="555455">
                    <a:alpha val="231"/>
                  </a:srgbClr>
                </a:gs>
                <a:gs pos="100000">
                  <a:srgbClr val="555455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-8626295">
              <a:off x="628947" y="2456163"/>
              <a:ext cx="671619" cy="592741"/>
            </a:xfrm>
            <a:prstGeom prst="ellipse">
              <a:avLst/>
            </a:prstGeom>
            <a:gradFill>
              <a:gsLst>
                <a:gs pos="0">
                  <a:srgbClr val="444344">
                    <a:alpha val="2714"/>
                  </a:srgbClr>
                </a:gs>
                <a:gs pos="14286">
                  <a:srgbClr val="444344">
                    <a:alpha val="2497"/>
                  </a:srgbClr>
                </a:gs>
                <a:gs pos="28571">
                  <a:srgbClr val="444344">
                    <a:alpha val="1944"/>
                  </a:srgbClr>
                </a:gs>
                <a:gs pos="42857">
                  <a:srgbClr val="444344">
                    <a:alpha val="1280"/>
                  </a:srgbClr>
                </a:gs>
                <a:gs pos="57143">
                  <a:srgbClr val="444344">
                    <a:alpha val="711"/>
                  </a:srgbClr>
                </a:gs>
                <a:gs pos="71429">
                  <a:srgbClr val="444344">
                    <a:alpha val="334"/>
                  </a:srgbClr>
                </a:gs>
                <a:gs pos="85714">
                  <a:srgbClr val="444344">
                    <a:alpha val="132"/>
                  </a:srgbClr>
                </a:gs>
                <a:gs pos="100000">
                  <a:srgbClr val="444344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7907326">
              <a:off x="-131533" y="2659793"/>
              <a:ext cx="495928" cy="289383"/>
            </a:xfrm>
            <a:prstGeom prst="ellipse">
              <a:avLst/>
            </a:prstGeom>
            <a:gradFill>
              <a:gsLst>
                <a:gs pos="0">
                  <a:srgbClr val="ADADAD">
                    <a:alpha val="4289"/>
                  </a:srgbClr>
                </a:gs>
                <a:gs pos="14286">
                  <a:srgbClr val="ADADAD">
                    <a:alpha val="3949"/>
                  </a:srgbClr>
                </a:gs>
                <a:gs pos="28571">
                  <a:srgbClr val="ADADAD">
                    <a:alpha val="3080"/>
                  </a:srgbClr>
                </a:gs>
                <a:gs pos="42857">
                  <a:srgbClr val="ADADAD">
                    <a:alpha val="2031"/>
                  </a:srgbClr>
                </a:gs>
                <a:gs pos="57143">
                  <a:srgbClr val="ADADAD">
                    <a:alpha val="1131"/>
                  </a:srgbClr>
                </a:gs>
                <a:gs pos="71429">
                  <a:srgbClr val="ADADAD">
                    <a:alpha val="531"/>
                  </a:srgbClr>
                </a:gs>
                <a:gs pos="85714">
                  <a:srgbClr val="ADADAD">
                    <a:alpha val="210"/>
                  </a:srgbClr>
                </a:gs>
                <a:gs pos="100000">
                  <a:srgbClr val="ADADAD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5459507">
              <a:off x="3215876" y="2228257"/>
              <a:ext cx="627163" cy="507479"/>
            </a:xfrm>
            <a:prstGeom prst="ellipse">
              <a:avLst/>
            </a:prstGeom>
            <a:gradFill>
              <a:gsLst>
                <a:gs pos="0">
                  <a:srgbClr val="69696A">
                    <a:alpha val="14867"/>
                  </a:srgbClr>
                </a:gs>
                <a:gs pos="14286">
                  <a:srgbClr val="69696A">
                    <a:alpha val="13751"/>
                  </a:srgbClr>
                </a:gs>
                <a:gs pos="28571">
                  <a:srgbClr val="69696A">
                    <a:alpha val="10851"/>
                  </a:srgbClr>
                </a:gs>
                <a:gs pos="42857">
                  <a:srgbClr val="69696A">
                    <a:alpha val="7257"/>
                  </a:srgbClr>
                </a:gs>
                <a:gs pos="57143">
                  <a:srgbClr val="69696A">
                    <a:alpha val="4089"/>
                  </a:srgbClr>
                </a:gs>
                <a:gs pos="71429">
                  <a:srgbClr val="69696A">
                    <a:alpha val="1935"/>
                  </a:srgbClr>
                </a:gs>
                <a:gs pos="85714">
                  <a:srgbClr val="69696A">
                    <a:alpha val="770"/>
                  </a:srgbClr>
                </a:gs>
                <a:gs pos="100000">
                  <a:srgbClr val="69696A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9844242">
              <a:off x="2987451" y="2252068"/>
              <a:ext cx="751935" cy="553309"/>
            </a:xfrm>
            <a:prstGeom prst="ellipse">
              <a:avLst/>
            </a:prstGeom>
            <a:gradFill>
              <a:gsLst>
                <a:gs pos="0">
                  <a:srgbClr val="908F8F">
                    <a:alpha val="3253"/>
                  </a:srgbClr>
                </a:gs>
                <a:gs pos="14286">
                  <a:srgbClr val="908F8F">
                    <a:alpha val="2994"/>
                  </a:srgbClr>
                </a:gs>
                <a:gs pos="28571">
                  <a:srgbClr val="908F8F">
                    <a:alpha val="2333"/>
                  </a:srgbClr>
                </a:gs>
                <a:gs pos="42857">
                  <a:srgbClr val="908F8F">
                    <a:alpha val="1536"/>
                  </a:srgbClr>
                </a:gs>
                <a:gs pos="57143">
                  <a:srgbClr val="908F8F">
                    <a:alpha val="854"/>
                  </a:srgbClr>
                </a:gs>
                <a:gs pos="71429">
                  <a:srgbClr val="908F8F">
                    <a:alpha val="401"/>
                  </a:srgbClr>
                </a:gs>
                <a:gs pos="85714">
                  <a:srgbClr val="908F8F">
                    <a:alpha val="159"/>
                  </a:srgbClr>
                </a:gs>
                <a:gs pos="100000">
                  <a:srgbClr val="908F8F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3886054">
              <a:off x="2730975" y="2360248"/>
              <a:ext cx="679145" cy="434577"/>
            </a:xfrm>
            <a:prstGeom prst="ellipse">
              <a:avLst/>
            </a:prstGeom>
            <a:gradFill>
              <a:gsLst>
                <a:gs pos="0">
                  <a:srgbClr val="484948">
                    <a:alpha val="2401"/>
                  </a:srgbClr>
                </a:gs>
                <a:gs pos="14286">
                  <a:srgbClr val="484948">
                    <a:alpha val="2209"/>
                  </a:srgbClr>
                </a:gs>
                <a:gs pos="28571">
                  <a:srgbClr val="484948">
                    <a:alpha val="1719"/>
                  </a:srgbClr>
                </a:gs>
                <a:gs pos="42857">
                  <a:srgbClr val="484948">
                    <a:alpha val="1131"/>
                  </a:srgbClr>
                </a:gs>
                <a:gs pos="57143">
                  <a:srgbClr val="484948">
                    <a:alpha val="628"/>
                  </a:srgbClr>
                </a:gs>
                <a:gs pos="71429">
                  <a:srgbClr val="484948">
                    <a:alpha val="295"/>
                  </a:srgbClr>
                </a:gs>
                <a:gs pos="85714">
                  <a:srgbClr val="484948">
                    <a:alpha val="117"/>
                  </a:srgbClr>
                </a:gs>
                <a:gs pos="100000">
                  <a:srgbClr val="484948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7558498">
              <a:off x="2648150" y="2393153"/>
              <a:ext cx="709362" cy="269527"/>
            </a:xfrm>
            <a:prstGeom prst="ellipse">
              <a:avLst/>
            </a:prstGeom>
            <a:gradFill>
              <a:gsLst>
                <a:gs pos="0">
                  <a:srgbClr val="6D6E6E">
                    <a:alpha val="10461"/>
                  </a:srgbClr>
                </a:gs>
                <a:gs pos="14286">
                  <a:srgbClr val="6D6E6E">
                    <a:alpha val="9657"/>
                  </a:srgbClr>
                </a:gs>
                <a:gs pos="28571">
                  <a:srgbClr val="6D6E6E">
                    <a:alpha val="7583"/>
                  </a:srgbClr>
                </a:gs>
                <a:gs pos="42857">
                  <a:srgbClr val="6D6E6E">
                    <a:alpha val="5041"/>
                  </a:srgbClr>
                </a:gs>
                <a:gs pos="57143">
                  <a:srgbClr val="6D6E6E">
                    <a:alpha val="2825"/>
                  </a:srgbClr>
                </a:gs>
                <a:gs pos="71429">
                  <a:srgbClr val="6D6E6E">
                    <a:alpha val="1333"/>
                  </a:srgbClr>
                </a:gs>
                <a:gs pos="85714">
                  <a:srgbClr val="6D6E6E">
                    <a:alpha val="529"/>
                  </a:srgbClr>
                </a:gs>
                <a:gs pos="100000">
                  <a:srgbClr val="6D6E6E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-8333225">
              <a:off x="2384511" y="2239896"/>
              <a:ext cx="695710" cy="570371"/>
            </a:xfrm>
            <a:prstGeom prst="ellipse">
              <a:avLst/>
            </a:prstGeom>
            <a:gradFill>
              <a:gsLst>
                <a:gs pos="0">
                  <a:srgbClr val="060900">
                    <a:alpha val="3691"/>
                  </a:srgbClr>
                </a:gs>
                <a:gs pos="14286">
                  <a:srgbClr val="060900">
                    <a:alpha val="3398"/>
                  </a:srgbClr>
                </a:gs>
                <a:gs pos="28571">
                  <a:srgbClr val="060900">
                    <a:alpha val="2648"/>
                  </a:srgbClr>
                </a:gs>
                <a:gs pos="42857">
                  <a:srgbClr val="060900">
                    <a:alpha val="1745"/>
                  </a:srgbClr>
                </a:gs>
                <a:gs pos="57143">
                  <a:srgbClr val="060900">
                    <a:alpha val="971"/>
                  </a:srgbClr>
                </a:gs>
                <a:gs pos="71429">
                  <a:srgbClr val="060900">
                    <a:alpha val="456"/>
                  </a:srgbClr>
                </a:gs>
                <a:gs pos="85714">
                  <a:srgbClr val="060900">
                    <a:alpha val="180"/>
                  </a:srgbClr>
                </a:gs>
                <a:gs pos="100000">
                  <a:srgbClr val="060900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7331609">
              <a:off x="2056350" y="2281005"/>
              <a:ext cx="606879" cy="530823"/>
            </a:xfrm>
            <a:prstGeom prst="ellipse">
              <a:avLst/>
            </a:prstGeom>
            <a:gradFill>
              <a:gsLst>
                <a:gs pos="0">
                  <a:srgbClr val="0A0104">
                    <a:alpha val="15269"/>
                  </a:srgbClr>
                </a:gs>
                <a:gs pos="14286">
                  <a:srgbClr val="0A0104">
                    <a:alpha val="14126"/>
                  </a:srgbClr>
                </a:gs>
                <a:gs pos="28571">
                  <a:srgbClr val="0A0104">
                    <a:alpha val="11152"/>
                  </a:srgbClr>
                </a:gs>
                <a:gs pos="42857">
                  <a:srgbClr val="0A0104">
                    <a:alpha val="7463"/>
                  </a:srgbClr>
                </a:gs>
                <a:gs pos="57143">
                  <a:srgbClr val="0A0104">
                    <a:alpha val="4206"/>
                  </a:srgbClr>
                </a:gs>
                <a:gs pos="71429">
                  <a:srgbClr val="0A0104">
                    <a:alpha val="1992"/>
                  </a:srgbClr>
                </a:gs>
                <a:gs pos="85714">
                  <a:srgbClr val="0A0104">
                    <a:alpha val="792"/>
                  </a:srgbClr>
                </a:gs>
                <a:gs pos="100000">
                  <a:srgbClr val="0A0104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7781636">
              <a:off x="1815047" y="2305865"/>
              <a:ext cx="653690" cy="420091"/>
            </a:xfrm>
            <a:prstGeom prst="ellipse">
              <a:avLst/>
            </a:prstGeom>
            <a:gradFill>
              <a:gsLst>
                <a:gs pos="0">
                  <a:srgbClr val="010002">
                    <a:alpha val="4349"/>
                  </a:srgbClr>
                </a:gs>
                <a:gs pos="14286">
                  <a:srgbClr val="010002">
                    <a:alpha val="4004"/>
                  </a:srgbClr>
                </a:gs>
                <a:gs pos="28571">
                  <a:srgbClr val="010002">
                    <a:alpha val="3123"/>
                  </a:srgbClr>
                </a:gs>
                <a:gs pos="42857">
                  <a:srgbClr val="010002">
                    <a:alpha val="2060"/>
                  </a:srgbClr>
                </a:gs>
                <a:gs pos="57143">
                  <a:srgbClr val="010002">
                    <a:alpha val="1147"/>
                  </a:srgbClr>
                </a:gs>
                <a:gs pos="71429">
                  <a:srgbClr val="010002">
                    <a:alpha val="538"/>
                  </a:srgbClr>
                </a:gs>
                <a:gs pos="85714">
                  <a:srgbClr val="010002">
                    <a:alpha val="213"/>
                  </a:srgbClr>
                </a:gs>
                <a:gs pos="100000">
                  <a:srgbClr val="010002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-10439417">
              <a:off x="1651509" y="2322368"/>
              <a:ext cx="618367" cy="430341"/>
            </a:xfrm>
            <a:prstGeom prst="ellipse">
              <a:avLst/>
            </a:prstGeom>
            <a:gradFill>
              <a:gsLst>
                <a:gs pos="0">
                  <a:srgbClr val="000003">
                    <a:alpha val="3633"/>
                  </a:srgbClr>
                </a:gs>
                <a:gs pos="14286">
                  <a:srgbClr val="000003">
                    <a:alpha val="3344"/>
                  </a:srgbClr>
                </a:gs>
                <a:gs pos="28571">
                  <a:srgbClr val="000003">
                    <a:alpha val="2606"/>
                  </a:srgbClr>
                </a:gs>
                <a:gs pos="42857">
                  <a:srgbClr val="000003">
                    <a:alpha val="1717"/>
                  </a:srgbClr>
                </a:gs>
                <a:gs pos="57143">
                  <a:srgbClr val="000003">
                    <a:alpha val="955"/>
                  </a:srgbClr>
                </a:gs>
                <a:gs pos="71429">
                  <a:srgbClr val="000003">
                    <a:alpha val="448"/>
                  </a:srgbClr>
                </a:gs>
                <a:gs pos="85714">
                  <a:srgbClr val="000003">
                    <a:alpha val="178"/>
                  </a:srgbClr>
                </a:gs>
                <a:gs pos="100000">
                  <a:srgbClr val="000003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-10496384">
              <a:off x="1354966" y="2230185"/>
              <a:ext cx="681818" cy="548966"/>
            </a:xfrm>
            <a:prstGeom prst="ellipse">
              <a:avLst/>
            </a:prstGeom>
            <a:gradFill>
              <a:gsLst>
                <a:gs pos="0">
                  <a:srgbClr val="000000">
                    <a:alpha val="2473"/>
                  </a:srgbClr>
                </a:gs>
                <a:gs pos="14286">
                  <a:srgbClr val="000000">
                    <a:alpha val="2275"/>
                  </a:srgbClr>
                </a:gs>
                <a:gs pos="28571">
                  <a:srgbClr val="000000">
                    <a:alpha val="1771"/>
                  </a:srgbClr>
                </a:gs>
                <a:gs pos="42857">
                  <a:srgbClr val="000000">
                    <a:alpha val="1165"/>
                  </a:srgbClr>
                </a:gs>
                <a:gs pos="57143">
                  <a:srgbClr val="000000">
                    <a:alpha val="647"/>
                  </a:srgbClr>
                </a:gs>
                <a:gs pos="71429">
                  <a:srgbClr val="000000">
                    <a:alpha val="304"/>
                  </a:srgbClr>
                </a:gs>
                <a:gs pos="85714">
                  <a:srgbClr val="000000">
                    <a:alpha val="120"/>
                  </a:srgbClr>
                </a:gs>
                <a:gs pos="100000">
                  <a:srgbClr val="000000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3406795">
              <a:off x="1219512" y="2356111"/>
              <a:ext cx="590824" cy="426366"/>
            </a:xfrm>
            <a:prstGeom prst="ellipse">
              <a:avLst/>
            </a:prstGeom>
            <a:gradFill>
              <a:gsLst>
                <a:gs pos="0">
                  <a:srgbClr val="000000">
                    <a:alpha val="32954"/>
                  </a:srgbClr>
                </a:gs>
                <a:gs pos="14286">
                  <a:srgbClr val="000000">
                    <a:alpha val="30751"/>
                  </a:srgbClr>
                </a:gs>
                <a:gs pos="28571">
                  <a:srgbClr val="000000">
                    <a:alpha val="24822"/>
                  </a:srgbClr>
                </a:gs>
                <a:gs pos="42857">
                  <a:srgbClr val="000000">
                    <a:alpha val="17067"/>
                  </a:srgbClr>
                </a:gs>
                <a:gs pos="57143">
                  <a:srgbClr val="000000">
                    <a:alpha val="9850"/>
                  </a:srgbClr>
                </a:gs>
                <a:gs pos="71429">
                  <a:srgbClr val="000000">
                    <a:alpha val="4738"/>
                  </a:srgbClr>
                </a:gs>
                <a:gs pos="85714">
                  <a:srgbClr val="000000">
                    <a:alpha val="1901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2906330">
              <a:off x="1010278" y="2363589"/>
              <a:ext cx="624536" cy="514448"/>
            </a:xfrm>
            <a:prstGeom prst="ellipse">
              <a:avLst/>
            </a:prstGeom>
            <a:gradFill>
              <a:gsLst>
                <a:gs pos="0">
                  <a:srgbClr val="BBBBBB">
                    <a:alpha val="3634"/>
                  </a:srgbClr>
                </a:gs>
                <a:gs pos="14286">
                  <a:srgbClr val="BBBBBB">
                    <a:alpha val="3345"/>
                  </a:srgbClr>
                </a:gs>
                <a:gs pos="28571">
                  <a:srgbClr val="BBBBBB">
                    <a:alpha val="2607"/>
                  </a:srgbClr>
                </a:gs>
                <a:gs pos="42857">
                  <a:srgbClr val="BBBBBB">
                    <a:alpha val="1718"/>
                  </a:srgbClr>
                </a:gs>
                <a:gs pos="57143">
                  <a:srgbClr val="BBBBBB">
                    <a:alpha val="955"/>
                  </a:srgbClr>
                </a:gs>
                <a:gs pos="71429">
                  <a:srgbClr val="BBBBBB">
                    <a:alpha val="448"/>
                  </a:srgbClr>
                </a:gs>
                <a:gs pos="85714">
                  <a:srgbClr val="BBBBBB">
                    <a:alpha val="178"/>
                  </a:srgbClr>
                </a:gs>
                <a:gs pos="100000">
                  <a:srgbClr val="BBBBBB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8743592">
              <a:off x="854690" y="2316896"/>
              <a:ext cx="638853" cy="471537"/>
            </a:xfrm>
            <a:prstGeom prst="ellipse">
              <a:avLst/>
            </a:prstGeom>
            <a:gradFill>
              <a:gsLst>
                <a:gs pos="0">
                  <a:srgbClr val="232321">
                    <a:alpha val="5628"/>
                  </a:srgbClr>
                </a:gs>
                <a:gs pos="14286">
                  <a:srgbClr val="232321">
                    <a:alpha val="5185"/>
                  </a:srgbClr>
                </a:gs>
                <a:gs pos="28571">
                  <a:srgbClr val="232321">
                    <a:alpha val="4050"/>
                  </a:srgbClr>
                </a:gs>
                <a:gs pos="42857">
                  <a:srgbClr val="232321">
                    <a:alpha val="2675"/>
                  </a:srgbClr>
                </a:gs>
                <a:gs pos="57143">
                  <a:srgbClr val="232321">
                    <a:alpha val="1491"/>
                  </a:srgbClr>
                </a:gs>
                <a:gs pos="71429">
                  <a:srgbClr val="232321">
                    <a:alpha val="701"/>
                  </a:srgbClr>
                </a:gs>
                <a:gs pos="85714">
                  <a:srgbClr val="232321">
                    <a:alpha val="278"/>
                  </a:srgbClr>
                </a:gs>
                <a:gs pos="100000">
                  <a:srgbClr val="232321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8774658">
              <a:off x="370643" y="2330825"/>
              <a:ext cx="662714" cy="446056"/>
            </a:xfrm>
            <a:prstGeom prst="ellipse">
              <a:avLst/>
            </a:prstGeom>
            <a:gradFill>
              <a:gsLst>
                <a:gs pos="0">
                  <a:srgbClr val="2C2D36">
                    <a:alpha val="2437"/>
                  </a:srgbClr>
                </a:gs>
                <a:gs pos="14286">
                  <a:srgbClr val="2C2D36">
                    <a:alpha val="2242"/>
                  </a:srgbClr>
                </a:gs>
                <a:gs pos="28571">
                  <a:srgbClr val="2C2D36">
                    <a:alpha val="1745"/>
                  </a:srgbClr>
                </a:gs>
                <a:gs pos="42857">
                  <a:srgbClr val="2C2D36">
                    <a:alpha val="1148"/>
                  </a:srgbClr>
                </a:gs>
                <a:gs pos="57143">
                  <a:srgbClr val="2C2D36">
                    <a:alpha val="638"/>
                  </a:srgbClr>
                </a:gs>
                <a:gs pos="71429">
                  <a:srgbClr val="2C2D36">
                    <a:alpha val="299"/>
                  </a:srgbClr>
                </a:gs>
                <a:gs pos="85714">
                  <a:srgbClr val="2C2D36">
                    <a:alpha val="118"/>
                  </a:srgbClr>
                </a:gs>
                <a:gs pos="100000">
                  <a:srgbClr val="2C2D36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-8769730">
              <a:off x="3272236" y="2101650"/>
              <a:ext cx="545137" cy="518007"/>
            </a:xfrm>
            <a:prstGeom prst="ellipse">
              <a:avLst/>
            </a:prstGeom>
            <a:gradFill>
              <a:gsLst>
                <a:gs pos="0">
                  <a:srgbClr val="7B7A79">
                    <a:alpha val="2885"/>
                  </a:srgbClr>
                </a:gs>
                <a:gs pos="14286">
                  <a:srgbClr val="7B7A79">
                    <a:alpha val="2655"/>
                  </a:srgbClr>
                </a:gs>
                <a:gs pos="28571">
                  <a:srgbClr val="7B7A79">
                    <a:alpha val="2068"/>
                  </a:srgbClr>
                </a:gs>
                <a:gs pos="42857">
                  <a:srgbClr val="7B7A79">
                    <a:alpha val="1361"/>
                  </a:srgbClr>
                </a:gs>
                <a:gs pos="57143">
                  <a:srgbClr val="7B7A79">
                    <a:alpha val="756"/>
                  </a:srgbClr>
                </a:gs>
                <a:gs pos="71429">
                  <a:srgbClr val="7B7A79">
                    <a:alpha val="355"/>
                  </a:srgbClr>
                </a:gs>
                <a:gs pos="85714">
                  <a:srgbClr val="7B7A79">
                    <a:alpha val="140"/>
                  </a:srgbClr>
                </a:gs>
                <a:gs pos="100000">
                  <a:srgbClr val="7B7A79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7430330">
              <a:off x="2964155" y="2098922"/>
              <a:ext cx="709360" cy="561292"/>
            </a:xfrm>
            <a:prstGeom prst="ellipse">
              <a:avLst/>
            </a:prstGeom>
            <a:gradFill>
              <a:gsLst>
                <a:gs pos="0">
                  <a:srgbClr val="A3A1A1">
                    <a:alpha val="2479"/>
                  </a:srgbClr>
                </a:gs>
                <a:gs pos="14286">
                  <a:srgbClr val="A3A1A1">
                    <a:alpha val="2280"/>
                  </a:srgbClr>
                </a:gs>
                <a:gs pos="28571">
                  <a:srgbClr val="A3A1A1">
                    <a:alpha val="1775"/>
                  </a:srgbClr>
                </a:gs>
                <a:gs pos="42857">
                  <a:srgbClr val="A3A1A1">
                    <a:alpha val="1168"/>
                  </a:srgbClr>
                </a:gs>
                <a:gs pos="57143">
                  <a:srgbClr val="A3A1A1">
                    <a:alpha val="649"/>
                  </a:srgbClr>
                </a:gs>
                <a:gs pos="71429">
                  <a:srgbClr val="A3A1A1">
                    <a:alpha val="304"/>
                  </a:srgbClr>
                </a:gs>
                <a:gs pos="85714">
                  <a:srgbClr val="A3A1A1">
                    <a:alpha val="120"/>
                  </a:srgbClr>
                </a:gs>
                <a:gs pos="100000">
                  <a:srgbClr val="A3A1A1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9063609">
              <a:off x="2872131" y="2133618"/>
              <a:ext cx="608015" cy="473717"/>
            </a:xfrm>
            <a:prstGeom prst="ellipse">
              <a:avLst/>
            </a:prstGeom>
            <a:gradFill>
              <a:gsLst>
                <a:gs pos="0">
                  <a:srgbClr val="07170A">
                    <a:alpha val="8557"/>
                  </a:srgbClr>
                </a:gs>
                <a:gs pos="14286">
                  <a:srgbClr val="07170A">
                    <a:alpha val="7893"/>
                  </a:srgbClr>
                </a:gs>
                <a:gs pos="28571">
                  <a:srgbClr val="07170A">
                    <a:alpha val="6184"/>
                  </a:srgbClr>
                </a:gs>
                <a:gs pos="42857">
                  <a:srgbClr val="07170A">
                    <a:alpha val="4101"/>
                  </a:srgbClr>
                </a:gs>
                <a:gs pos="57143">
                  <a:srgbClr val="07170A">
                    <a:alpha val="2294"/>
                  </a:srgbClr>
                </a:gs>
                <a:gs pos="71429">
                  <a:srgbClr val="07170A">
                    <a:alpha val="1080"/>
                  </a:srgbClr>
                </a:gs>
                <a:gs pos="85714">
                  <a:srgbClr val="07170A">
                    <a:alpha val="429"/>
                  </a:srgbClr>
                </a:gs>
                <a:gs pos="100000">
                  <a:srgbClr val="07170A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4561982">
              <a:off x="2666053" y="2143923"/>
              <a:ext cx="650576" cy="442777"/>
            </a:xfrm>
            <a:prstGeom prst="ellipse">
              <a:avLst/>
            </a:prstGeom>
            <a:gradFill>
              <a:gsLst>
                <a:gs pos="0">
                  <a:srgbClr val="848483">
                    <a:alpha val="2432"/>
                  </a:srgbClr>
                </a:gs>
                <a:gs pos="14286">
                  <a:srgbClr val="848483">
                    <a:alpha val="2238"/>
                  </a:srgbClr>
                </a:gs>
                <a:gs pos="28571">
                  <a:srgbClr val="848483">
                    <a:alpha val="1742"/>
                  </a:srgbClr>
                </a:gs>
                <a:gs pos="42857">
                  <a:srgbClr val="848483">
                    <a:alpha val="1146"/>
                  </a:srgbClr>
                </a:gs>
                <a:gs pos="57143">
                  <a:srgbClr val="848483">
                    <a:alpha val="637"/>
                  </a:srgbClr>
                </a:gs>
                <a:gs pos="71429">
                  <a:srgbClr val="848483">
                    <a:alpha val="299"/>
                  </a:srgbClr>
                </a:gs>
                <a:gs pos="85714">
                  <a:srgbClr val="848483">
                    <a:alpha val="118"/>
                  </a:srgbClr>
                </a:gs>
                <a:gs pos="100000">
                  <a:srgbClr val="848483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3239045">
              <a:off x="2334215" y="2093873"/>
              <a:ext cx="827161" cy="510852"/>
            </a:xfrm>
            <a:prstGeom prst="ellipse">
              <a:avLst/>
            </a:prstGeom>
            <a:gradFill>
              <a:gsLst>
                <a:gs pos="0">
                  <a:srgbClr val="060B00">
                    <a:alpha val="1405"/>
                  </a:srgbClr>
                </a:gs>
                <a:gs pos="14286">
                  <a:srgbClr val="060B00">
                    <a:alpha val="1292"/>
                  </a:srgbClr>
                </a:gs>
                <a:gs pos="28571">
                  <a:srgbClr val="060B00">
                    <a:alpha val="1004"/>
                  </a:srgbClr>
                </a:gs>
                <a:gs pos="42857">
                  <a:srgbClr val="060B00">
                    <a:alpha val="660"/>
                  </a:srgbClr>
                </a:gs>
                <a:gs pos="57143">
                  <a:srgbClr val="060B00">
                    <a:alpha val="366"/>
                  </a:srgbClr>
                </a:gs>
                <a:gs pos="71429">
                  <a:srgbClr val="060B00">
                    <a:alpha val="172"/>
                  </a:srgbClr>
                </a:gs>
                <a:gs pos="85714">
                  <a:srgbClr val="060B00">
                    <a:alpha val="68"/>
                  </a:srgbClr>
                </a:gs>
                <a:gs pos="100000">
                  <a:srgbClr val="060B00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3401288">
              <a:off x="2181534" y="2159284"/>
              <a:ext cx="641966" cy="232980"/>
            </a:xfrm>
            <a:prstGeom prst="ellipse">
              <a:avLst/>
            </a:prstGeom>
            <a:gradFill>
              <a:gsLst>
                <a:gs pos="0">
                  <a:srgbClr val="030B00">
                    <a:alpha val="4222"/>
                  </a:srgbClr>
                </a:gs>
                <a:gs pos="14286">
                  <a:srgbClr val="030B00">
                    <a:alpha val="3887"/>
                  </a:srgbClr>
                </a:gs>
                <a:gs pos="28571">
                  <a:srgbClr val="030B00">
                    <a:alpha val="3032"/>
                  </a:srgbClr>
                </a:gs>
                <a:gs pos="42857">
                  <a:srgbClr val="030B00">
                    <a:alpha val="1999"/>
                  </a:srgbClr>
                </a:gs>
                <a:gs pos="57143">
                  <a:srgbClr val="030B00">
                    <a:alpha val="1113"/>
                  </a:srgbClr>
                </a:gs>
                <a:gs pos="71429">
                  <a:srgbClr val="030B00">
                    <a:alpha val="522"/>
                  </a:srgbClr>
                </a:gs>
                <a:gs pos="85714">
                  <a:srgbClr val="030B00">
                    <a:alpha val="207"/>
                  </a:srgbClr>
                </a:gs>
                <a:gs pos="100000">
                  <a:srgbClr val="030B00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8450426">
              <a:off x="2004000" y="1995231"/>
              <a:ext cx="678097" cy="589767"/>
            </a:xfrm>
            <a:prstGeom prst="ellipse">
              <a:avLst/>
            </a:prstGeom>
            <a:gradFill>
              <a:gsLst>
                <a:gs pos="0">
                  <a:srgbClr val="1A1F17">
                    <a:alpha val="2533"/>
                  </a:srgbClr>
                </a:gs>
                <a:gs pos="14286">
                  <a:srgbClr val="1A1F17">
                    <a:alpha val="2330"/>
                  </a:srgbClr>
                </a:gs>
                <a:gs pos="28571">
                  <a:srgbClr val="1A1F17">
                    <a:alpha val="1814"/>
                  </a:srgbClr>
                </a:gs>
                <a:gs pos="42857">
                  <a:srgbClr val="1A1F17">
                    <a:alpha val="1194"/>
                  </a:srgbClr>
                </a:gs>
                <a:gs pos="57143">
                  <a:srgbClr val="1A1F17">
                    <a:alpha val="663"/>
                  </a:srgbClr>
                </a:gs>
                <a:gs pos="71429">
                  <a:srgbClr val="1A1F17">
                    <a:alpha val="311"/>
                  </a:srgbClr>
                </a:gs>
                <a:gs pos="85714">
                  <a:srgbClr val="1A1F17">
                    <a:alpha val="123"/>
                  </a:srgbClr>
                </a:gs>
                <a:gs pos="100000">
                  <a:srgbClr val="1A1F17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6259497">
              <a:off x="1889337" y="2097689"/>
              <a:ext cx="601409" cy="537674"/>
            </a:xfrm>
            <a:prstGeom prst="ellipse">
              <a:avLst/>
            </a:prstGeom>
            <a:gradFill>
              <a:gsLst>
                <a:gs pos="0">
                  <a:srgbClr val="050600">
                    <a:alpha val="1974"/>
                  </a:srgbClr>
                </a:gs>
                <a:gs pos="14286">
                  <a:srgbClr val="050600">
                    <a:alpha val="1816"/>
                  </a:srgbClr>
                </a:gs>
                <a:gs pos="28571">
                  <a:srgbClr val="050600">
                    <a:alpha val="1413"/>
                  </a:srgbClr>
                </a:gs>
                <a:gs pos="42857">
                  <a:srgbClr val="050600">
                    <a:alpha val="929"/>
                  </a:srgbClr>
                </a:gs>
                <a:gs pos="57143">
                  <a:srgbClr val="050600">
                    <a:alpha val="516"/>
                  </a:srgbClr>
                </a:gs>
                <a:gs pos="71429">
                  <a:srgbClr val="050600">
                    <a:alpha val="242"/>
                  </a:srgbClr>
                </a:gs>
                <a:gs pos="85714">
                  <a:srgbClr val="050600">
                    <a:alpha val="96"/>
                  </a:srgbClr>
                </a:gs>
                <a:gs pos="100000">
                  <a:srgbClr val="050600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9924274">
              <a:off x="1674377" y="2124462"/>
              <a:ext cx="582255" cy="439420"/>
            </a:xfrm>
            <a:prstGeom prst="ellipse">
              <a:avLst/>
            </a:prstGeom>
            <a:gradFill>
              <a:gsLst>
                <a:gs pos="0">
                  <a:srgbClr val="323131">
                    <a:alpha val="1733"/>
                  </a:srgbClr>
                </a:gs>
                <a:gs pos="14286">
                  <a:srgbClr val="323131">
                    <a:alpha val="1594"/>
                  </a:srgbClr>
                </a:gs>
                <a:gs pos="28571">
                  <a:srgbClr val="323131">
                    <a:alpha val="1240"/>
                  </a:srgbClr>
                </a:gs>
                <a:gs pos="42857">
                  <a:srgbClr val="323131">
                    <a:alpha val="815"/>
                  </a:srgbClr>
                </a:gs>
                <a:gs pos="57143">
                  <a:srgbClr val="323131">
                    <a:alpha val="452"/>
                  </a:srgbClr>
                </a:gs>
                <a:gs pos="71429">
                  <a:srgbClr val="323131">
                    <a:alpha val="212"/>
                  </a:srgbClr>
                </a:gs>
                <a:gs pos="85714">
                  <a:srgbClr val="323131">
                    <a:alpha val="84"/>
                  </a:srgbClr>
                </a:gs>
                <a:gs pos="100000">
                  <a:srgbClr val="323131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-10442069">
              <a:off x="1347500" y="2023418"/>
              <a:ext cx="808534" cy="598339"/>
            </a:xfrm>
            <a:prstGeom prst="ellipse">
              <a:avLst/>
            </a:prstGeom>
            <a:gradFill>
              <a:gsLst>
                <a:gs pos="0">
                  <a:srgbClr val="000000">
                    <a:alpha val="3006"/>
                  </a:srgbClr>
                </a:gs>
                <a:gs pos="14286">
                  <a:srgbClr val="000000">
                    <a:alpha val="2767"/>
                  </a:srgbClr>
                </a:gs>
                <a:gs pos="28571">
                  <a:srgbClr val="000000">
                    <a:alpha val="2155"/>
                  </a:srgbClr>
                </a:gs>
                <a:gs pos="42857">
                  <a:srgbClr val="000000">
                    <a:alpha val="1419"/>
                  </a:srgbClr>
                </a:gs>
                <a:gs pos="57143">
                  <a:srgbClr val="000000">
                    <a:alpha val="789"/>
                  </a:srgbClr>
                </a:gs>
                <a:gs pos="71429">
                  <a:srgbClr val="000000">
                    <a:alpha val="370"/>
                  </a:srgbClr>
                </a:gs>
                <a:gs pos="85714">
                  <a:srgbClr val="000000">
                    <a:alpha val="146"/>
                  </a:srgbClr>
                </a:gs>
                <a:gs pos="100000">
                  <a:srgbClr val="000000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9046988">
              <a:off x="954596" y="2242790"/>
              <a:ext cx="662237" cy="274185"/>
            </a:xfrm>
            <a:prstGeom prst="ellipse">
              <a:avLst/>
            </a:prstGeom>
            <a:gradFill>
              <a:gsLst>
                <a:gs pos="0">
                  <a:srgbClr val="2A2829">
                    <a:alpha val="4447"/>
                  </a:srgbClr>
                </a:gs>
                <a:gs pos="14286">
                  <a:srgbClr val="2A2829">
                    <a:alpha val="4094"/>
                  </a:srgbClr>
                </a:gs>
                <a:gs pos="28571">
                  <a:srgbClr val="2A2829">
                    <a:alpha val="3194"/>
                  </a:srgbClr>
                </a:gs>
                <a:gs pos="42857">
                  <a:srgbClr val="2A2829">
                    <a:alpha val="2107"/>
                  </a:srgbClr>
                </a:gs>
                <a:gs pos="57143">
                  <a:srgbClr val="2A2829">
                    <a:alpha val="1173"/>
                  </a:srgbClr>
                </a:gs>
                <a:gs pos="71429">
                  <a:srgbClr val="2A2829">
                    <a:alpha val="551"/>
                  </a:srgbClr>
                </a:gs>
                <a:gs pos="85714">
                  <a:srgbClr val="2A2829">
                    <a:alpha val="218"/>
                  </a:srgbClr>
                </a:gs>
                <a:gs pos="100000">
                  <a:srgbClr val="2A2829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7528043">
              <a:off x="738105" y="2091742"/>
              <a:ext cx="670544" cy="561806"/>
            </a:xfrm>
            <a:prstGeom prst="ellipse">
              <a:avLst/>
            </a:prstGeom>
            <a:gradFill>
              <a:gsLst>
                <a:gs pos="0">
                  <a:srgbClr val="1A1811">
                    <a:alpha val="2543"/>
                  </a:srgbClr>
                </a:gs>
                <a:gs pos="14286">
                  <a:srgbClr val="1A1811">
                    <a:alpha val="2340"/>
                  </a:srgbClr>
                </a:gs>
                <a:gs pos="28571">
                  <a:srgbClr val="1A1811">
                    <a:alpha val="1821"/>
                  </a:srgbClr>
                </a:gs>
                <a:gs pos="42857">
                  <a:srgbClr val="1A1811">
                    <a:alpha val="1198"/>
                  </a:srgbClr>
                </a:gs>
                <a:gs pos="57143">
                  <a:srgbClr val="1A1811">
                    <a:alpha val="666"/>
                  </a:srgbClr>
                </a:gs>
                <a:gs pos="71429">
                  <a:srgbClr val="1A1811">
                    <a:alpha val="312"/>
                  </a:srgbClr>
                </a:gs>
                <a:gs pos="85714">
                  <a:srgbClr val="1A1811">
                    <a:alpha val="124"/>
                  </a:srgbClr>
                </a:gs>
                <a:gs pos="100000">
                  <a:srgbClr val="1A1811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3534752">
              <a:off x="554868" y="2146288"/>
              <a:ext cx="714070" cy="454923"/>
            </a:xfrm>
            <a:prstGeom prst="ellipse">
              <a:avLst/>
            </a:prstGeom>
            <a:gradFill>
              <a:gsLst>
                <a:gs pos="0">
                  <a:srgbClr val="070007">
                    <a:alpha val="5155"/>
                  </a:srgbClr>
                </a:gs>
                <a:gs pos="14286">
                  <a:srgbClr val="070007">
                    <a:alpha val="4748"/>
                  </a:srgbClr>
                </a:gs>
                <a:gs pos="28571">
                  <a:srgbClr val="070007">
                    <a:alpha val="3707"/>
                  </a:srgbClr>
                </a:gs>
                <a:gs pos="42857">
                  <a:srgbClr val="070007">
                    <a:alpha val="2447"/>
                  </a:srgbClr>
                </a:gs>
                <a:gs pos="57143">
                  <a:srgbClr val="070007">
                    <a:alpha val="1363"/>
                  </a:srgbClr>
                </a:gs>
                <a:gs pos="71429">
                  <a:srgbClr val="070007">
                    <a:alpha val="641"/>
                  </a:srgbClr>
                </a:gs>
                <a:gs pos="85714">
                  <a:srgbClr val="070007">
                    <a:alpha val="254"/>
                  </a:srgbClr>
                </a:gs>
                <a:gs pos="100000">
                  <a:srgbClr val="070007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6600757">
              <a:off x="153722" y="2111574"/>
              <a:ext cx="638626" cy="551889"/>
            </a:xfrm>
            <a:prstGeom prst="ellipse">
              <a:avLst/>
            </a:prstGeom>
            <a:gradFill>
              <a:gsLst>
                <a:gs pos="0">
                  <a:srgbClr val="3F3E3D">
                    <a:alpha val="4771"/>
                  </a:srgbClr>
                </a:gs>
                <a:gs pos="14286">
                  <a:srgbClr val="3F3E3D">
                    <a:alpha val="4394"/>
                  </a:srgbClr>
                </a:gs>
                <a:gs pos="28571">
                  <a:srgbClr val="3F3E3D">
                    <a:alpha val="3429"/>
                  </a:srgbClr>
                </a:gs>
                <a:gs pos="42857">
                  <a:srgbClr val="3F3E3D">
                    <a:alpha val="2262"/>
                  </a:srgbClr>
                </a:gs>
                <a:gs pos="57143">
                  <a:srgbClr val="3F3E3D">
                    <a:alpha val="1260"/>
                  </a:srgbClr>
                </a:gs>
                <a:gs pos="71429">
                  <a:srgbClr val="3F3E3D">
                    <a:alpha val="592"/>
                  </a:srgbClr>
                </a:gs>
                <a:gs pos="85714">
                  <a:srgbClr val="3F3E3D">
                    <a:alpha val="234"/>
                  </a:srgbClr>
                </a:gs>
                <a:gs pos="100000">
                  <a:srgbClr val="3F3E3D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-9024912">
              <a:off x="-113539" y="2040815"/>
              <a:ext cx="495438" cy="387746"/>
            </a:xfrm>
            <a:prstGeom prst="ellipse">
              <a:avLst/>
            </a:prstGeom>
            <a:gradFill>
              <a:gsLst>
                <a:gs pos="0">
                  <a:srgbClr val="2F2B2E">
                    <a:alpha val="6076"/>
                  </a:srgbClr>
                </a:gs>
                <a:gs pos="14286">
                  <a:srgbClr val="2F2B2E">
                    <a:alpha val="5599"/>
                  </a:srgbClr>
                </a:gs>
                <a:gs pos="28571">
                  <a:srgbClr val="2F2B2E">
                    <a:alpha val="4375"/>
                  </a:srgbClr>
                </a:gs>
                <a:gs pos="42857">
                  <a:srgbClr val="2F2B2E">
                    <a:alpha val="2892"/>
                  </a:srgbClr>
                </a:gs>
                <a:gs pos="57143">
                  <a:srgbClr val="2F2B2E">
                    <a:alpha val="1613"/>
                  </a:srgbClr>
                </a:gs>
                <a:gs pos="71429">
                  <a:srgbClr val="2F2B2E">
                    <a:alpha val="758"/>
                  </a:srgbClr>
                </a:gs>
                <a:gs pos="85714">
                  <a:srgbClr val="2F2B2E">
                    <a:alpha val="300"/>
                  </a:srgbClr>
                </a:gs>
                <a:gs pos="100000">
                  <a:srgbClr val="2F2B2E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2799028">
              <a:off x="3086851" y="1902689"/>
              <a:ext cx="608327" cy="576278"/>
            </a:xfrm>
            <a:prstGeom prst="ellipse">
              <a:avLst/>
            </a:prstGeom>
            <a:gradFill>
              <a:gsLst>
                <a:gs pos="0">
                  <a:srgbClr val="959494">
                    <a:alpha val="1333"/>
                  </a:srgbClr>
                </a:gs>
                <a:gs pos="14286">
                  <a:srgbClr val="959494">
                    <a:alpha val="1225"/>
                  </a:srgbClr>
                </a:gs>
                <a:gs pos="28571">
                  <a:srgbClr val="959494">
                    <a:alpha val="953"/>
                  </a:srgbClr>
                </a:gs>
                <a:gs pos="42857">
                  <a:srgbClr val="959494">
                    <a:alpha val="626"/>
                  </a:srgbClr>
                </a:gs>
                <a:gs pos="57143">
                  <a:srgbClr val="959494">
                    <a:alpha val="347"/>
                  </a:srgbClr>
                </a:gs>
                <a:gs pos="71429">
                  <a:srgbClr val="959494">
                    <a:alpha val="163"/>
                  </a:srgbClr>
                </a:gs>
                <a:gs pos="85714">
                  <a:srgbClr val="959494">
                    <a:alpha val="64"/>
                  </a:srgbClr>
                </a:gs>
                <a:gs pos="100000">
                  <a:srgbClr val="959494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5059549">
              <a:off x="2869076" y="1909776"/>
              <a:ext cx="639752" cy="495926"/>
            </a:xfrm>
            <a:prstGeom prst="ellipse">
              <a:avLst/>
            </a:prstGeom>
            <a:gradFill>
              <a:gsLst>
                <a:gs pos="0">
                  <a:srgbClr val="959595">
                    <a:alpha val="5080"/>
                  </a:srgbClr>
                </a:gs>
                <a:gs pos="14286">
                  <a:srgbClr val="959595">
                    <a:alpha val="4679"/>
                  </a:srgbClr>
                </a:gs>
                <a:gs pos="28571">
                  <a:srgbClr val="959595">
                    <a:alpha val="3653"/>
                  </a:srgbClr>
                </a:gs>
                <a:gs pos="42857">
                  <a:srgbClr val="959595">
                    <a:alpha val="2411"/>
                  </a:srgbClr>
                </a:gs>
                <a:gs pos="57143">
                  <a:srgbClr val="959595">
                    <a:alpha val="1343"/>
                  </a:srgbClr>
                </a:gs>
                <a:gs pos="71429">
                  <a:srgbClr val="959595">
                    <a:alpha val="631"/>
                  </a:srgbClr>
                </a:gs>
                <a:gs pos="85714">
                  <a:srgbClr val="959595">
                    <a:alpha val="250"/>
                  </a:srgbClr>
                </a:gs>
                <a:gs pos="100000">
                  <a:srgbClr val="959595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8232063">
              <a:off x="2586612" y="1904467"/>
              <a:ext cx="718728" cy="535095"/>
            </a:xfrm>
            <a:prstGeom prst="ellipse">
              <a:avLst/>
            </a:prstGeom>
            <a:gradFill>
              <a:gsLst>
                <a:gs pos="0">
                  <a:srgbClr val="959494">
                    <a:alpha val="1853"/>
                  </a:srgbClr>
                </a:gs>
                <a:gs pos="14286">
                  <a:srgbClr val="959494">
                    <a:alpha val="1704"/>
                  </a:srgbClr>
                </a:gs>
                <a:gs pos="28571">
                  <a:srgbClr val="959494">
                    <a:alpha val="1326"/>
                  </a:srgbClr>
                </a:gs>
                <a:gs pos="42857">
                  <a:srgbClr val="959494">
                    <a:alpha val="872"/>
                  </a:srgbClr>
                </a:gs>
                <a:gs pos="57143">
                  <a:srgbClr val="959494">
                    <a:alpha val="484"/>
                  </a:srgbClr>
                </a:gs>
                <a:gs pos="71429">
                  <a:srgbClr val="959494">
                    <a:alpha val="227"/>
                  </a:srgbClr>
                </a:gs>
                <a:gs pos="85714">
                  <a:srgbClr val="959494">
                    <a:alpha val="90"/>
                  </a:srgbClr>
                </a:gs>
                <a:gs pos="100000">
                  <a:srgbClr val="959494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3022391">
              <a:off x="2367305" y="1934134"/>
              <a:ext cx="751255" cy="491123"/>
            </a:xfrm>
            <a:prstGeom prst="ellipse">
              <a:avLst/>
            </a:prstGeom>
            <a:gradFill>
              <a:gsLst>
                <a:gs pos="0">
                  <a:srgbClr val="939394">
                    <a:alpha val="1243"/>
                  </a:srgbClr>
                </a:gs>
                <a:gs pos="14286">
                  <a:srgbClr val="939394">
                    <a:alpha val="1143"/>
                  </a:srgbClr>
                </a:gs>
                <a:gs pos="28571">
                  <a:srgbClr val="939394">
                    <a:alpha val="889"/>
                  </a:srgbClr>
                </a:gs>
                <a:gs pos="42857">
                  <a:srgbClr val="939394">
                    <a:alpha val="584"/>
                  </a:srgbClr>
                </a:gs>
                <a:gs pos="57143">
                  <a:srgbClr val="939394">
                    <a:alpha val="324"/>
                  </a:srgbClr>
                </a:gs>
                <a:gs pos="71429">
                  <a:srgbClr val="939394">
                    <a:alpha val="152"/>
                  </a:srgbClr>
                </a:gs>
                <a:gs pos="85714">
                  <a:srgbClr val="939394">
                    <a:alpha val="60"/>
                  </a:srgbClr>
                </a:gs>
                <a:gs pos="100000">
                  <a:srgbClr val="939394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-10692692">
              <a:off x="2256733" y="1984081"/>
              <a:ext cx="687239" cy="411004"/>
            </a:xfrm>
            <a:prstGeom prst="ellipse">
              <a:avLst/>
            </a:prstGeom>
            <a:gradFill>
              <a:gsLst>
                <a:gs pos="0">
                  <a:srgbClr val="001203">
                    <a:alpha val="1523"/>
                  </a:srgbClr>
                </a:gs>
                <a:gs pos="14286">
                  <a:srgbClr val="001203">
                    <a:alpha val="1401"/>
                  </a:srgbClr>
                </a:gs>
                <a:gs pos="28571">
                  <a:srgbClr val="001203">
                    <a:alpha val="1089"/>
                  </a:srgbClr>
                </a:gs>
                <a:gs pos="42857">
                  <a:srgbClr val="001203">
                    <a:alpha val="716"/>
                  </a:srgbClr>
                </a:gs>
                <a:gs pos="57143">
                  <a:srgbClr val="001203">
                    <a:alpha val="397"/>
                  </a:srgbClr>
                </a:gs>
                <a:gs pos="71429">
                  <a:srgbClr val="001203">
                    <a:alpha val="186"/>
                  </a:srgbClr>
                </a:gs>
                <a:gs pos="85714">
                  <a:srgbClr val="001203">
                    <a:alpha val="74"/>
                  </a:srgbClr>
                </a:gs>
                <a:gs pos="100000">
                  <a:srgbClr val="001203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6838574">
              <a:off x="2037492" y="1808281"/>
              <a:ext cx="718678" cy="510188"/>
            </a:xfrm>
            <a:prstGeom prst="ellipse">
              <a:avLst/>
            </a:prstGeom>
            <a:gradFill>
              <a:gsLst>
                <a:gs pos="0">
                  <a:srgbClr val="262922">
                    <a:alpha val="2642"/>
                  </a:srgbClr>
                </a:gs>
                <a:gs pos="14286">
                  <a:srgbClr val="262922">
                    <a:alpha val="2431"/>
                  </a:srgbClr>
                </a:gs>
                <a:gs pos="28571">
                  <a:srgbClr val="262922">
                    <a:alpha val="1893"/>
                  </a:srgbClr>
                </a:gs>
                <a:gs pos="42857">
                  <a:srgbClr val="262922">
                    <a:alpha val="1245"/>
                  </a:srgbClr>
                </a:gs>
                <a:gs pos="57143">
                  <a:srgbClr val="262922">
                    <a:alpha val="692"/>
                  </a:srgbClr>
                </a:gs>
                <a:gs pos="71429">
                  <a:srgbClr val="262922">
                    <a:alpha val="325"/>
                  </a:srgbClr>
                </a:gs>
                <a:gs pos="85714">
                  <a:srgbClr val="262922">
                    <a:alpha val="128"/>
                  </a:srgbClr>
                </a:gs>
                <a:gs pos="100000">
                  <a:srgbClr val="262922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4429318">
              <a:off x="1780990" y="1864826"/>
              <a:ext cx="652975" cy="469553"/>
            </a:xfrm>
            <a:prstGeom prst="ellipse">
              <a:avLst/>
            </a:prstGeom>
            <a:gradFill>
              <a:gsLst>
                <a:gs pos="0">
                  <a:srgbClr val="000A01">
                    <a:alpha val="6590"/>
                  </a:srgbClr>
                </a:gs>
                <a:gs pos="14286">
                  <a:srgbClr val="000A01">
                    <a:alpha val="6073"/>
                  </a:srgbClr>
                </a:gs>
                <a:gs pos="28571">
                  <a:srgbClr val="000A01">
                    <a:alpha val="4748"/>
                  </a:srgbClr>
                </a:gs>
                <a:gs pos="42857">
                  <a:srgbClr val="000A01">
                    <a:alpha val="3141"/>
                  </a:srgbClr>
                </a:gs>
                <a:gs pos="57143">
                  <a:srgbClr val="000A01">
                    <a:alpha val="1753"/>
                  </a:srgbClr>
                </a:gs>
                <a:gs pos="71429">
                  <a:srgbClr val="000A01">
                    <a:alpha val="824"/>
                  </a:srgbClr>
                </a:gs>
                <a:gs pos="85714">
                  <a:srgbClr val="000A01">
                    <a:alpha val="327"/>
                  </a:srgbClr>
                </a:gs>
                <a:gs pos="100000">
                  <a:srgbClr val="000A01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10443381">
              <a:off x="1567751" y="1878589"/>
              <a:ext cx="672835" cy="506432"/>
            </a:xfrm>
            <a:prstGeom prst="ellipse">
              <a:avLst/>
            </a:prstGeom>
            <a:gradFill>
              <a:gsLst>
                <a:gs pos="0">
                  <a:srgbClr val="000001">
                    <a:alpha val="3727"/>
                  </a:srgbClr>
                </a:gs>
                <a:gs pos="14286">
                  <a:srgbClr val="000001">
                    <a:alpha val="3431"/>
                  </a:srgbClr>
                </a:gs>
                <a:gs pos="28571">
                  <a:srgbClr val="000001">
                    <a:alpha val="2674"/>
                  </a:srgbClr>
                </a:gs>
                <a:gs pos="42857">
                  <a:srgbClr val="000001">
                    <a:alpha val="1762"/>
                  </a:srgbClr>
                </a:gs>
                <a:gs pos="57143">
                  <a:srgbClr val="000001">
                    <a:alpha val="980"/>
                  </a:srgbClr>
                </a:gs>
                <a:gs pos="71429">
                  <a:srgbClr val="000001">
                    <a:alpha val="460"/>
                  </a:srgbClr>
                </a:gs>
                <a:gs pos="85714">
                  <a:srgbClr val="000001">
                    <a:alpha val="182"/>
                  </a:srgbClr>
                </a:gs>
                <a:gs pos="100000">
                  <a:srgbClr val="000001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8971811">
              <a:off x="981413" y="1982631"/>
              <a:ext cx="686222" cy="365593"/>
            </a:xfrm>
            <a:prstGeom prst="ellipse">
              <a:avLst/>
            </a:prstGeom>
            <a:gradFill>
              <a:gsLst>
                <a:gs pos="0">
                  <a:srgbClr val="4C4C4C">
                    <a:alpha val="6182"/>
                  </a:srgbClr>
                </a:gs>
                <a:gs pos="14286">
                  <a:srgbClr val="4C4C4C">
                    <a:alpha val="5697"/>
                  </a:srgbClr>
                </a:gs>
                <a:gs pos="28571">
                  <a:srgbClr val="4C4C4C">
                    <a:alpha val="4452"/>
                  </a:srgbClr>
                </a:gs>
                <a:gs pos="42857">
                  <a:srgbClr val="4C4C4C">
                    <a:alpha val="2943"/>
                  </a:srgbClr>
                </a:gs>
                <a:gs pos="57143">
                  <a:srgbClr val="4C4C4C">
                    <a:alpha val="1642"/>
                  </a:srgbClr>
                </a:gs>
                <a:gs pos="71429">
                  <a:srgbClr val="4C4C4C">
                    <a:alpha val="772"/>
                  </a:srgbClr>
                </a:gs>
                <a:gs pos="85714">
                  <a:srgbClr val="4C4C4C">
                    <a:alpha val="306"/>
                  </a:srgbClr>
                </a:gs>
                <a:gs pos="100000">
                  <a:srgbClr val="4C4C4C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4167821">
              <a:off x="787344" y="1862298"/>
              <a:ext cx="610635" cy="569318"/>
            </a:xfrm>
            <a:prstGeom prst="ellipse">
              <a:avLst/>
            </a:prstGeom>
            <a:gradFill>
              <a:gsLst>
                <a:gs pos="0">
                  <a:srgbClr val="5A5A5A">
                    <a:alpha val="2223"/>
                  </a:srgbClr>
                </a:gs>
                <a:gs pos="14286">
                  <a:srgbClr val="5A5A5A">
                    <a:alpha val="2045"/>
                  </a:srgbClr>
                </a:gs>
                <a:gs pos="28571">
                  <a:srgbClr val="5A5A5A">
                    <a:alpha val="1592"/>
                  </a:srgbClr>
                </a:gs>
                <a:gs pos="42857">
                  <a:srgbClr val="5A5A5A">
                    <a:alpha val="1047"/>
                  </a:srgbClr>
                </a:gs>
                <a:gs pos="57143">
                  <a:srgbClr val="5A5A5A">
                    <a:alpha val="582"/>
                  </a:srgbClr>
                </a:gs>
                <a:gs pos="71429">
                  <a:srgbClr val="5A5A5A">
                    <a:alpha val="273"/>
                  </a:srgbClr>
                </a:gs>
                <a:gs pos="85714">
                  <a:srgbClr val="5A5A5A">
                    <a:alpha val="108"/>
                  </a:srgbClr>
                </a:gs>
                <a:gs pos="100000">
                  <a:srgbClr val="5A5A5A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-8920055">
              <a:off x="672383" y="1859196"/>
              <a:ext cx="632745" cy="483283"/>
            </a:xfrm>
            <a:prstGeom prst="ellipse">
              <a:avLst/>
            </a:prstGeom>
            <a:gradFill>
              <a:gsLst>
                <a:gs pos="0">
                  <a:srgbClr val="4D4C4D">
                    <a:alpha val="11851"/>
                  </a:srgbClr>
                </a:gs>
                <a:gs pos="14286">
                  <a:srgbClr val="4D4C4D">
                    <a:alpha val="10947"/>
                  </a:srgbClr>
                </a:gs>
                <a:gs pos="28571">
                  <a:srgbClr val="4D4C4D">
                    <a:alpha val="8608"/>
                  </a:srgbClr>
                </a:gs>
                <a:gs pos="42857">
                  <a:srgbClr val="4D4C4D">
                    <a:alpha val="5733"/>
                  </a:srgbClr>
                </a:gs>
                <a:gs pos="57143">
                  <a:srgbClr val="4D4C4D">
                    <a:alpha val="3219"/>
                  </a:srgbClr>
                </a:gs>
                <a:gs pos="71429">
                  <a:srgbClr val="4D4C4D">
                    <a:alpha val="1520"/>
                  </a:srgbClr>
                </a:gs>
                <a:gs pos="85714">
                  <a:srgbClr val="4D4C4D">
                    <a:alpha val="604"/>
                  </a:srgbClr>
                </a:gs>
                <a:gs pos="100000">
                  <a:srgbClr val="4D4C4D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4800547">
              <a:off x="393027" y="1789326"/>
              <a:ext cx="703174" cy="622738"/>
            </a:xfrm>
            <a:prstGeom prst="ellipse">
              <a:avLst/>
            </a:prstGeom>
            <a:gradFill>
              <a:gsLst>
                <a:gs pos="0">
                  <a:srgbClr val="090009">
                    <a:alpha val="3109"/>
                  </a:srgbClr>
                </a:gs>
                <a:gs pos="14286">
                  <a:srgbClr val="090009">
                    <a:alpha val="2862"/>
                  </a:srgbClr>
                </a:gs>
                <a:gs pos="28571">
                  <a:srgbClr val="090009">
                    <a:alpha val="2229"/>
                  </a:srgbClr>
                </a:gs>
                <a:gs pos="42857">
                  <a:srgbClr val="090009">
                    <a:alpha val="1468"/>
                  </a:srgbClr>
                </a:gs>
                <a:gs pos="57143">
                  <a:srgbClr val="090009">
                    <a:alpha val="816"/>
                  </a:srgbClr>
                </a:gs>
                <a:gs pos="71429">
                  <a:srgbClr val="090009">
                    <a:alpha val="383"/>
                  </a:srgbClr>
                </a:gs>
                <a:gs pos="85714">
                  <a:srgbClr val="090009">
                    <a:alpha val="152"/>
                  </a:srgbClr>
                </a:gs>
                <a:gs pos="100000">
                  <a:srgbClr val="090009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3227509">
              <a:off x="160676" y="1806912"/>
              <a:ext cx="621859" cy="559099"/>
            </a:xfrm>
            <a:prstGeom prst="ellipse">
              <a:avLst/>
            </a:prstGeom>
            <a:gradFill>
              <a:gsLst>
                <a:gs pos="0">
                  <a:srgbClr val="04020C">
                    <a:alpha val="1466"/>
                  </a:srgbClr>
                </a:gs>
                <a:gs pos="14286">
                  <a:srgbClr val="04020C">
                    <a:alpha val="1348"/>
                  </a:srgbClr>
                </a:gs>
                <a:gs pos="28571">
                  <a:srgbClr val="04020C">
                    <a:alpha val="1048"/>
                  </a:srgbClr>
                </a:gs>
                <a:gs pos="42857">
                  <a:srgbClr val="04020C">
                    <a:alpha val="689"/>
                  </a:srgbClr>
                </a:gs>
                <a:gs pos="57143">
                  <a:srgbClr val="04020C">
                    <a:alpha val="382"/>
                  </a:srgbClr>
                </a:gs>
                <a:gs pos="71429">
                  <a:srgbClr val="04020C">
                    <a:alpha val="179"/>
                  </a:srgbClr>
                </a:gs>
                <a:gs pos="85714">
                  <a:srgbClr val="04020C">
                    <a:alpha val="71"/>
                  </a:srgbClr>
                </a:gs>
                <a:gs pos="100000">
                  <a:srgbClr val="04020C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-9343666">
              <a:off x="28986" y="1914539"/>
              <a:ext cx="544674" cy="390272"/>
            </a:xfrm>
            <a:prstGeom prst="ellipse">
              <a:avLst/>
            </a:prstGeom>
            <a:gradFill>
              <a:gsLst>
                <a:gs pos="0">
                  <a:srgbClr val="000200">
                    <a:alpha val="17196"/>
                  </a:srgbClr>
                </a:gs>
                <a:gs pos="14286">
                  <a:srgbClr val="000200">
                    <a:alpha val="15923"/>
                  </a:srgbClr>
                </a:gs>
                <a:gs pos="28571">
                  <a:srgbClr val="000200">
                    <a:alpha val="12599"/>
                  </a:srgbClr>
                </a:gs>
                <a:gs pos="42857">
                  <a:srgbClr val="000200">
                    <a:alpha val="8454"/>
                  </a:srgbClr>
                </a:gs>
                <a:gs pos="57143">
                  <a:srgbClr val="000200">
                    <a:alpha val="4776"/>
                  </a:srgbClr>
                </a:gs>
                <a:gs pos="71429">
                  <a:srgbClr val="000200">
                    <a:alpha val="2265"/>
                  </a:srgbClr>
                </a:gs>
                <a:gs pos="85714">
                  <a:srgbClr val="000200">
                    <a:alpha val="902"/>
                  </a:srgbClr>
                </a:gs>
                <a:gs pos="100000">
                  <a:srgbClr val="000200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-9981135">
              <a:off x="3177080" y="1634612"/>
              <a:ext cx="734052" cy="564117"/>
            </a:xfrm>
            <a:prstGeom prst="ellipse">
              <a:avLst/>
            </a:prstGeom>
            <a:gradFill>
              <a:gsLst>
                <a:gs pos="0">
                  <a:srgbClr val="949594">
                    <a:alpha val="6741"/>
                  </a:srgbClr>
                </a:gs>
                <a:gs pos="14286">
                  <a:srgbClr val="949594">
                    <a:alpha val="6213"/>
                  </a:srgbClr>
                </a:gs>
                <a:gs pos="28571">
                  <a:srgbClr val="949594">
                    <a:alpha val="4859"/>
                  </a:srgbClr>
                </a:gs>
                <a:gs pos="42857">
                  <a:srgbClr val="949594">
                    <a:alpha val="3214"/>
                  </a:srgbClr>
                </a:gs>
                <a:gs pos="57143">
                  <a:srgbClr val="949594">
                    <a:alpha val="1794"/>
                  </a:srgbClr>
                </a:gs>
                <a:gs pos="71429">
                  <a:srgbClr val="949594">
                    <a:alpha val="844"/>
                  </a:srgbClr>
                </a:gs>
                <a:gs pos="85714">
                  <a:srgbClr val="949594">
                    <a:alpha val="335"/>
                  </a:srgbClr>
                </a:gs>
                <a:gs pos="100000">
                  <a:srgbClr val="949594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10557807">
              <a:off x="3044635" y="1672428"/>
              <a:ext cx="651608" cy="566843"/>
            </a:xfrm>
            <a:prstGeom prst="ellipse">
              <a:avLst/>
            </a:prstGeom>
            <a:gradFill>
              <a:gsLst>
                <a:gs pos="0">
                  <a:srgbClr val="8F8F8F">
                    <a:alpha val="9891"/>
                  </a:srgbClr>
                </a:gs>
                <a:gs pos="14286">
                  <a:srgbClr val="8F8F8F">
                    <a:alpha val="9129"/>
                  </a:srgbClr>
                </a:gs>
                <a:gs pos="28571">
                  <a:srgbClr val="8F8F8F">
                    <a:alpha val="7163"/>
                  </a:srgbClr>
                </a:gs>
                <a:gs pos="42857">
                  <a:srgbClr val="8F8F8F">
                    <a:alpha val="4758"/>
                  </a:srgbClr>
                </a:gs>
                <a:gs pos="57143">
                  <a:srgbClr val="8F8F8F">
                    <a:alpha val="2665"/>
                  </a:srgbClr>
                </a:gs>
                <a:gs pos="71429">
                  <a:srgbClr val="8F8F8F">
                    <a:alpha val="1257"/>
                  </a:srgbClr>
                </a:gs>
                <a:gs pos="85714">
                  <a:srgbClr val="8F8F8F">
                    <a:alpha val="499"/>
                  </a:srgbClr>
                </a:gs>
                <a:gs pos="100000">
                  <a:srgbClr val="8F8F8F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-8394982">
              <a:off x="2770114" y="1628974"/>
              <a:ext cx="711189" cy="539721"/>
            </a:xfrm>
            <a:prstGeom prst="ellipse">
              <a:avLst/>
            </a:prstGeom>
            <a:gradFill>
              <a:gsLst>
                <a:gs pos="0">
                  <a:srgbClr val="A0A1A1">
                    <a:alpha val="5889"/>
                  </a:srgbClr>
                </a:gs>
                <a:gs pos="14286">
                  <a:srgbClr val="A0A1A1">
                    <a:alpha val="5426"/>
                  </a:srgbClr>
                </a:gs>
                <a:gs pos="28571">
                  <a:srgbClr val="A0A1A1">
                    <a:alpha val="4239"/>
                  </a:srgbClr>
                </a:gs>
                <a:gs pos="42857">
                  <a:srgbClr val="A0A1A1">
                    <a:alpha val="2801"/>
                  </a:srgbClr>
                </a:gs>
                <a:gs pos="57143">
                  <a:srgbClr val="A0A1A1">
                    <a:alpha val="1562"/>
                  </a:srgbClr>
                </a:gs>
                <a:gs pos="71429">
                  <a:srgbClr val="A0A1A1">
                    <a:alpha val="734"/>
                  </a:srgbClr>
                </a:gs>
                <a:gs pos="85714">
                  <a:srgbClr val="A0A1A1">
                    <a:alpha val="291"/>
                  </a:srgbClr>
                </a:gs>
                <a:gs pos="100000">
                  <a:srgbClr val="A0A1A1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3696355">
              <a:off x="2614082" y="1715080"/>
              <a:ext cx="675157" cy="463098"/>
            </a:xfrm>
            <a:prstGeom prst="ellipse">
              <a:avLst/>
            </a:prstGeom>
            <a:gradFill>
              <a:gsLst>
                <a:gs pos="0">
                  <a:srgbClr val="808081">
                    <a:alpha val="12452"/>
                  </a:srgbClr>
                </a:gs>
                <a:gs pos="14286">
                  <a:srgbClr val="808081">
                    <a:alpha val="11505"/>
                  </a:srgbClr>
                </a:gs>
                <a:gs pos="28571">
                  <a:srgbClr val="808081">
                    <a:alpha val="9054"/>
                  </a:srgbClr>
                </a:gs>
                <a:gs pos="42857">
                  <a:srgbClr val="808081">
                    <a:alpha val="6035"/>
                  </a:srgbClr>
                </a:gs>
                <a:gs pos="57143">
                  <a:srgbClr val="808081">
                    <a:alpha val="3390"/>
                  </a:srgbClr>
                </a:gs>
                <a:gs pos="71429">
                  <a:srgbClr val="808081">
                    <a:alpha val="1602"/>
                  </a:srgbClr>
                </a:gs>
                <a:gs pos="85714">
                  <a:srgbClr val="808081">
                    <a:alpha val="636"/>
                  </a:srgbClr>
                </a:gs>
                <a:gs pos="100000">
                  <a:srgbClr val="808081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4210737">
              <a:off x="2470707" y="1617028"/>
              <a:ext cx="637240" cy="569504"/>
            </a:xfrm>
            <a:prstGeom prst="ellipse">
              <a:avLst/>
            </a:prstGeom>
            <a:gradFill>
              <a:gsLst>
                <a:gs pos="0">
                  <a:srgbClr val="4C4C4B">
                    <a:alpha val="1449"/>
                  </a:srgbClr>
                </a:gs>
                <a:gs pos="14286">
                  <a:srgbClr val="4C4C4B">
                    <a:alpha val="1332"/>
                  </a:srgbClr>
                </a:gs>
                <a:gs pos="28571">
                  <a:srgbClr val="4C4C4B">
                    <a:alpha val="1036"/>
                  </a:srgbClr>
                </a:gs>
                <a:gs pos="42857">
                  <a:srgbClr val="4C4C4B">
                    <a:alpha val="681"/>
                  </a:srgbClr>
                </a:gs>
                <a:gs pos="57143">
                  <a:srgbClr val="4C4C4B">
                    <a:alpha val="378"/>
                  </a:srgbClr>
                </a:gs>
                <a:gs pos="71429">
                  <a:srgbClr val="4C4C4B">
                    <a:alpha val="177"/>
                  </a:srgbClr>
                </a:gs>
                <a:gs pos="85714">
                  <a:srgbClr val="4C4C4B">
                    <a:alpha val="70"/>
                  </a:srgbClr>
                </a:gs>
                <a:gs pos="100000">
                  <a:srgbClr val="4C4C4B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-9274550">
              <a:off x="2177458" y="1810684"/>
              <a:ext cx="640650" cy="389116"/>
            </a:xfrm>
            <a:prstGeom prst="ellipse">
              <a:avLst/>
            </a:prstGeom>
            <a:gradFill>
              <a:gsLst>
                <a:gs pos="0">
                  <a:srgbClr val="00030B">
                    <a:alpha val="3118"/>
                  </a:srgbClr>
                </a:gs>
                <a:gs pos="14286">
                  <a:srgbClr val="00030B">
                    <a:alpha val="2870"/>
                  </a:srgbClr>
                </a:gs>
                <a:gs pos="28571">
                  <a:srgbClr val="00030B">
                    <a:alpha val="2235"/>
                  </a:srgbClr>
                </a:gs>
                <a:gs pos="42857">
                  <a:srgbClr val="00030B">
                    <a:alpha val="1472"/>
                  </a:srgbClr>
                </a:gs>
                <a:gs pos="57143">
                  <a:srgbClr val="00030B">
                    <a:alpha val="818"/>
                  </a:srgbClr>
                </a:gs>
                <a:gs pos="71429">
                  <a:srgbClr val="00030B">
                    <a:alpha val="384"/>
                  </a:srgbClr>
                </a:gs>
                <a:gs pos="85714">
                  <a:srgbClr val="00030B">
                    <a:alpha val="152"/>
                  </a:srgbClr>
                </a:gs>
                <a:gs pos="100000">
                  <a:srgbClr val="00030B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3472774">
              <a:off x="1917752" y="1756453"/>
              <a:ext cx="734865" cy="330797"/>
            </a:xfrm>
            <a:prstGeom prst="ellipse">
              <a:avLst/>
            </a:prstGeom>
            <a:gradFill>
              <a:gsLst>
                <a:gs pos="0">
                  <a:srgbClr val="9E9E9E">
                    <a:alpha val="3386"/>
                  </a:srgbClr>
                </a:gs>
                <a:gs pos="14286">
                  <a:srgbClr val="9E9E9E">
                    <a:alpha val="3116"/>
                  </a:srgbClr>
                </a:gs>
                <a:gs pos="28571">
                  <a:srgbClr val="9E9E9E">
                    <a:alpha val="2428"/>
                  </a:srgbClr>
                </a:gs>
                <a:gs pos="42857">
                  <a:srgbClr val="9E9E9E">
                    <a:alpha val="1599"/>
                  </a:srgbClr>
                </a:gs>
                <a:gs pos="57143">
                  <a:srgbClr val="9E9E9E">
                    <a:alpha val="889"/>
                  </a:srgbClr>
                </a:gs>
                <a:gs pos="71429">
                  <a:srgbClr val="9E9E9E">
                    <a:alpha val="417"/>
                  </a:srgbClr>
                </a:gs>
                <a:gs pos="85714">
                  <a:srgbClr val="9E9E9E">
                    <a:alpha val="165"/>
                  </a:srgbClr>
                </a:gs>
                <a:gs pos="100000">
                  <a:srgbClr val="9E9E9E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7175179">
              <a:off x="1797148" y="1749024"/>
              <a:ext cx="643119" cy="255991"/>
            </a:xfrm>
            <a:prstGeom prst="ellipse">
              <a:avLst/>
            </a:prstGeom>
            <a:gradFill>
              <a:gsLst>
                <a:gs pos="0">
                  <a:srgbClr val="000600">
                    <a:alpha val="18107"/>
                  </a:srgbClr>
                </a:gs>
                <a:gs pos="14286">
                  <a:srgbClr val="000600">
                    <a:alpha val="16773"/>
                  </a:srgbClr>
                </a:gs>
                <a:gs pos="28571">
                  <a:srgbClr val="000600">
                    <a:alpha val="13286"/>
                  </a:srgbClr>
                </a:gs>
                <a:gs pos="42857">
                  <a:srgbClr val="000600">
                    <a:alpha val="8926"/>
                  </a:srgbClr>
                </a:gs>
                <a:gs pos="57143">
                  <a:srgbClr val="000600">
                    <a:alpha val="5049"/>
                  </a:srgbClr>
                </a:gs>
                <a:gs pos="71429">
                  <a:srgbClr val="000600">
                    <a:alpha val="2396"/>
                  </a:srgbClr>
                </a:gs>
                <a:gs pos="85714">
                  <a:srgbClr val="000600">
                    <a:alpha val="954"/>
                  </a:srgbClr>
                </a:gs>
                <a:gs pos="100000">
                  <a:srgbClr val="00060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8842794">
              <a:off x="1581164" y="1688929"/>
              <a:ext cx="704275" cy="442277"/>
            </a:xfrm>
            <a:prstGeom prst="ellipse">
              <a:avLst/>
            </a:prstGeom>
            <a:gradFill>
              <a:gsLst>
                <a:gs pos="0">
                  <a:srgbClr val="000004">
                    <a:alpha val="7069"/>
                  </a:srgbClr>
                </a:gs>
                <a:gs pos="14286">
                  <a:srgbClr val="000004">
                    <a:alpha val="6517"/>
                  </a:srgbClr>
                </a:gs>
                <a:gs pos="28571">
                  <a:srgbClr val="000004">
                    <a:alpha val="5098"/>
                  </a:srgbClr>
                </a:gs>
                <a:gs pos="42857">
                  <a:srgbClr val="000004">
                    <a:alpha val="3374"/>
                  </a:srgbClr>
                </a:gs>
                <a:gs pos="57143">
                  <a:srgbClr val="000004">
                    <a:alpha val="1884"/>
                  </a:srgbClr>
                </a:gs>
                <a:gs pos="71429">
                  <a:srgbClr val="000004">
                    <a:alpha val="886"/>
                  </a:srgbClr>
                </a:gs>
                <a:gs pos="85714">
                  <a:srgbClr val="000004">
                    <a:alpha val="351"/>
                  </a:srgbClr>
                </a:gs>
                <a:gs pos="100000">
                  <a:srgbClr val="000004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9821890">
              <a:off x="1011891" y="1695422"/>
              <a:ext cx="685471" cy="537909"/>
            </a:xfrm>
            <a:prstGeom prst="ellipse">
              <a:avLst/>
            </a:prstGeom>
            <a:gradFill>
              <a:gsLst>
                <a:gs pos="0">
                  <a:srgbClr val="08000D">
                    <a:alpha val="3813"/>
                  </a:srgbClr>
                </a:gs>
                <a:gs pos="14286">
                  <a:srgbClr val="08000D">
                    <a:alpha val="3510"/>
                  </a:srgbClr>
                </a:gs>
                <a:gs pos="28571">
                  <a:srgbClr val="08000D">
                    <a:alpha val="2736"/>
                  </a:srgbClr>
                </a:gs>
                <a:gs pos="42857">
                  <a:srgbClr val="08000D">
                    <a:alpha val="1803"/>
                  </a:srgbClr>
                </a:gs>
                <a:gs pos="57143">
                  <a:srgbClr val="08000D">
                    <a:alpha val="1003"/>
                  </a:srgbClr>
                </a:gs>
                <a:gs pos="71429">
                  <a:srgbClr val="08000D">
                    <a:alpha val="471"/>
                  </a:srgbClr>
                </a:gs>
                <a:gs pos="85714">
                  <a:srgbClr val="08000D">
                    <a:alpha val="186"/>
                  </a:srgbClr>
                </a:gs>
                <a:gs pos="100000">
                  <a:srgbClr val="08000D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10254907">
              <a:off x="762471" y="1720096"/>
              <a:ext cx="650751" cy="516773"/>
            </a:xfrm>
            <a:prstGeom prst="ellipse">
              <a:avLst/>
            </a:prstGeom>
            <a:gradFill>
              <a:gsLst>
                <a:gs pos="0">
                  <a:srgbClr val="070109">
                    <a:alpha val="6110"/>
                  </a:srgbClr>
                </a:gs>
                <a:gs pos="14286">
                  <a:srgbClr val="070109">
                    <a:alpha val="5630"/>
                  </a:srgbClr>
                </a:gs>
                <a:gs pos="28571">
                  <a:srgbClr val="070109">
                    <a:alpha val="4400"/>
                  </a:srgbClr>
                </a:gs>
                <a:gs pos="42857">
                  <a:srgbClr val="070109">
                    <a:alpha val="2908"/>
                  </a:srgbClr>
                </a:gs>
                <a:gs pos="57143">
                  <a:srgbClr val="070109">
                    <a:alpha val="1622"/>
                  </a:srgbClr>
                </a:gs>
                <a:gs pos="71429">
                  <a:srgbClr val="070109">
                    <a:alpha val="763"/>
                  </a:srgbClr>
                </a:gs>
                <a:gs pos="85714">
                  <a:srgbClr val="070109">
                    <a:alpha val="302"/>
                  </a:srgbClr>
                </a:gs>
                <a:gs pos="100000">
                  <a:srgbClr val="070109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2782323">
              <a:off x="607215" y="1616563"/>
              <a:ext cx="600175" cy="515369"/>
            </a:xfrm>
            <a:prstGeom prst="ellipse">
              <a:avLst/>
            </a:prstGeom>
            <a:gradFill>
              <a:gsLst>
                <a:gs pos="0">
                  <a:srgbClr val="959595">
                    <a:alpha val="3690"/>
                  </a:srgbClr>
                </a:gs>
                <a:gs pos="14286">
                  <a:srgbClr val="959595">
                    <a:alpha val="3397"/>
                  </a:srgbClr>
                </a:gs>
                <a:gs pos="28571">
                  <a:srgbClr val="959595">
                    <a:alpha val="2648"/>
                  </a:srgbClr>
                </a:gs>
                <a:gs pos="42857">
                  <a:srgbClr val="959595">
                    <a:alpha val="1745"/>
                  </a:srgbClr>
                </a:gs>
                <a:gs pos="57143">
                  <a:srgbClr val="959595">
                    <a:alpha val="971"/>
                  </a:srgbClr>
                </a:gs>
                <a:gs pos="71429">
                  <a:srgbClr val="959595">
                    <a:alpha val="455"/>
                  </a:srgbClr>
                </a:gs>
                <a:gs pos="85714">
                  <a:srgbClr val="959595">
                    <a:alpha val="180"/>
                  </a:srgbClr>
                </a:gs>
                <a:gs pos="100000">
                  <a:srgbClr val="959595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10033640">
              <a:off x="417917" y="1639135"/>
              <a:ext cx="661920" cy="508275"/>
            </a:xfrm>
            <a:prstGeom prst="ellipse">
              <a:avLst/>
            </a:prstGeom>
            <a:gradFill>
              <a:gsLst>
                <a:gs pos="0">
                  <a:srgbClr val="080308">
                    <a:alpha val="3045"/>
                  </a:srgbClr>
                </a:gs>
                <a:gs pos="14286">
                  <a:srgbClr val="080308">
                    <a:alpha val="2803"/>
                  </a:srgbClr>
                </a:gs>
                <a:gs pos="28571">
                  <a:srgbClr val="080308">
                    <a:alpha val="2183"/>
                  </a:srgbClr>
                </a:gs>
                <a:gs pos="42857">
                  <a:srgbClr val="080308">
                    <a:alpha val="1437"/>
                  </a:srgbClr>
                </a:gs>
                <a:gs pos="57143">
                  <a:srgbClr val="080308">
                    <a:alpha val="799"/>
                  </a:srgbClr>
                </a:gs>
                <a:gs pos="71429">
                  <a:srgbClr val="080308">
                    <a:alpha val="375"/>
                  </a:srgbClr>
                </a:gs>
                <a:gs pos="85714">
                  <a:srgbClr val="080308">
                    <a:alpha val="148"/>
                  </a:srgbClr>
                </a:gs>
                <a:gs pos="100000">
                  <a:srgbClr val="080308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8336792">
              <a:off x="3284957" y="1447906"/>
              <a:ext cx="541019" cy="463818"/>
            </a:xfrm>
            <a:prstGeom prst="ellipse">
              <a:avLst/>
            </a:prstGeom>
            <a:gradFill>
              <a:gsLst>
                <a:gs pos="0">
                  <a:srgbClr val="B0B1B1">
                    <a:alpha val="4561"/>
                  </a:srgbClr>
                </a:gs>
                <a:gs pos="14286">
                  <a:srgbClr val="B0B1B1">
                    <a:alpha val="4200"/>
                  </a:srgbClr>
                </a:gs>
                <a:gs pos="28571">
                  <a:srgbClr val="B0B1B1">
                    <a:alpha val="3277"/>
                  </a:srgbClr>
                </a:gs>
                <a:gs pos="42857">
                  <a:srgbClr val="B0B1B1">
                    <a:alpha val="2161"/>
                  </a:srgbClr>
                </a:gs>
                <a:gs pos="57143">
                  <a:srgbClr val="B0B1B1">
                    <a:alpha val="1203"/>
                  </a:srgbClr>
                </a:gs>
                <a:gs pos="71429">
                  <a:srgbClr val="B0B1B1">
                    <a:alpha val="565"/>
                  </a:srgbClr>
                </a:gs>
                <a:gs pos="85714">
                  <a:srgbClr val="B0B1B1">
                    <a:alpha val="224"/>
                  </a:srgbClr>
                </a:gs>
                <a:gs pos="100000">
                  <a:srgbClr val="B0B1B1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-8259947">
              <a:off x="3029800" y="1525482"/>
              <a:ext cx="588906" cy="389448"/>
            </a:xfrm>
            <a:prstGeom prst="ellipse">
              <a:avLst/>
            </a:prstGeom>
            <a:gradFill>
              <a:gsLst>
                <a:gs pos="0">
                  <a:srgbClr val="001000">
                    <a:alpha val="5277"/>
                  </a:srgbClr>
                </a:gs>
                <a:gs pos="14286">
                  <a:srgbClr val="001000">
                    <a:alpha val="4861"/>
                  </a:srgbClr>
                </a:gs>
                <a:gs pos="28571">
                  <a:srgbClr val="001000">
                    <a:alpha val="3795"/>
                  </a:srgbClr>
                </a:gs>
                <a:gs pos="42857">
                  <a:srgbClr val="001000">
                    <a:alpha val="2506"/>
                  </a:srgbClr>
                </a:gs>
                <a:gs pos="57143">
                  <a:srgbClr val="001000">
                    <a:alpha val="1396"/>
                  </a:srgbClr>
                </a:gs>
                <a:gs pos="71429">
                  <a:srgbClr val="001000">
                    <a:alpha val="656"/>
                  </a:srgbClr>
                </a:gs>
                <a:gs pos="85714">
                  <a:srgbClr val="001000">
                    <a:alpha val="260"/>
                  </a:srgbClr>
                </a:gs>
                <a:gs pos="100000">
                  <a:srgbClr val="001000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6604451">
              <a:off x="2759193" y="1512183"/>
              <a:ext cx="695576" cy="524206"/>
            </a:xfrm>
            <a:prstGeom prst="ellipse">
              <a:avLst/>
            </a:prstGeom>
            <a:gradFill>
              <a:gsLst>
                <a:gs pos="0">
                  <a:srgbClr val="060507">
                    <a:alpha val="3259"/>
                  </a:srgbClr>
                </a:gs>
                <a:gs pos="14286">
                  <a:srgbClr val="060507">
                    <a:alpha val="2999"/>
                  </a:srgbClr>
                </a:gs>
                <a:gs pos="28571">
                  <a:srgbClr val="060507">
                    <a:alpha val="2337"/>
                  </a:srgbClr>
                </a:gs>
                <a:gs pos="42857">
                  <a:srgbClr val="060507">
                    <a:alpha val="1539"/>
                  </a:srgbClr>
                </a:gs>
                <a:gs pos="57143">
                  <a:srgbClr val="060507">
                    <a:alpha val="856"/>
                  </a:srgbClr>
                </a:gs>
                <a:gs pos="71429">
                  <a:srgbClr val="060507">
                    <a:alpha val="401"/>
                  </a:srgbClr>
                </a:gs>
                <a:gs pos="85714">
                  <a:srgbClr val="060507">
                    <a:alpha val="159"/>
                  </a:srgbClr>
                </a:gs>
                <a:gs pos="100000">
                  <a:srgbClr val="060507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5082589">
              <a:off x="2395024" y="1466806"/>
              <a:ext cx="758867" cy="438480"/>
            </a:xfrm>
            <a:prstGeom prst="ellipse">
              <a:avLst/>
            </a:prstGeom>
            <a:gradFill>
              <a:gsLst>
                <a:gs pos="0">
                  <a:srgbClr val="949494">
                    <a:alpha val="11125"/>
                  </a:srgbClr>
                </a:gs>
                <a:gs pos="14286">
                  <a:srgbClr val="949494">
                    <a:alpha val="10273"/>
                  </a:srgbClr>
                </a:gs>
                <a:gs pos="28571">
                  <a:srgbClr val="949494">
                    <a:alpha val="8072"/>
                  </a:srgbClr>
                </a:gs>
                <a:gs pos="42857">
                  <a:srgbClr val="949494">
                    <a:alpha val="5371"/>
                  </a:srgbClr>
                </a:gs>
                <a:gs pos="57143">
                  <a:srgbClr val="949494">
                    <a:alpha val="3013"/>
                  </a:srgbClr>
                </a:gs>
                <a:gs pos="71429">
                  <a:srgbClr val="949494">
                    <a:alpha val="1422"/>
                  </a:srgbClr>
                </a:gs>
                <a:gs pos="85714">
                  <a:srgbClr val="949494">
                    <a:alpha val="565"/>
                  </a:srgbClr>
                </a:gs>
                <a:gs pos="100000">
                  <a:srgbClr val="949494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-10594150">
              <a:off x="2312632" y="1604209"/>
              <a:ext cx="552520" cy="363098"/>
            </a:xfrm>
            <a:prstGeom prst="ellipse">
              <a:avLst/>
            </a:prstGeom>
            <a:gradFill>
              <a:gsLst>
                <a:gs pos="0">
                  <a:srgbClr val="000300">
                    <a:alpha val="8316"/>
                  </a:srgbClr>
                </a:gs>
                <a:gs pos="14286">
                  <a:srgbClr val="000300">
                    <a:alpha val="7670"/>
                  </a:srgbClr>
                </a:gs>
                <a:gs pos="28571">
                  <a:srgbClr val="000300">
                    <a:alpha val="6008"/>
                  </a:srgbClr>
                </a:gs>
                <a:gs pos="42857">
                  <a:srgbClr val="000300">
                    <a:alpha val="3983"/>
                  </a:srgbClr>
                </a:gs>
                <a:gs pos="57143">
                  <a:srgbClr val="000300">
                    <a:alpha val="2227"/>
                  </a:srgbClr>
                </a:gs>
                <a:gs pos="71429">
                  <a:srgbClr val="000300">
                    <a:alpha val="1049"/>
                  </a:srgbClr>
                </a:gs>
                <a:gs pos="85714">
                  <a:srgbClr val="000300">
                    <a:alpha val="416"/>
                  </a:srgbClr>
                </a:gs>
                <a:gs pos="100000">
                  <a:srgbClr val="000300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5633198">
              <a:off x="1926772" y="1475166"/>
              <a:ext cx="751091" cy="429189"/>
            </a:xfrm>
            <a:prstGeom prst="ellipse">
              <a:avLst/>
            </a:prstGeom>
            <a:gradFill>
              <a:gsLst>
                <a:gs pos="0">
                  <a:srgbClr val="363735">
                    <a:alpha val="26157"/>
                  </a:srgbClr>
                </a:gs>
                <a:gs pos="14286">
                  <a:srgbClr val="363735">
                    <a:alpha val="24324"/>
                  </a:srgbClr>
                </a:gs>
                <a:gs pos="28571">
                  <a:srgbClr val="363735">
                    <a:alpha val="19459"/>
                  </a:srgbClr>
                </a:gs>
                <a:gs pos="42857">
                  <a:srgbClr val="363735">
                    <a:alpha val="13233"/>
                  </a:srgbClr>
                </a:gs>
                <a:gs pos="57143">
                  <a:srgbClr val="363735">
                    <a:alpha val="7564"/>
                  </a:srgbClr>
                </a:gs>
                <a:gs pos="71429">
                  <a:srgbClr val="363735">
                    <a:alpha val="3615"/>
                  </a:srgbClr>
                </a:gs>
                <a:gs pos="85714">
                  <a:srgbClr val="363735">
                    <a:alpha val="1445"/>
                  </a:srgbClr>
                </a:gs>
                <a:gs pos="100000">
                  <a:srgbClr val="363735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-9263687">
              <a:off x="1822628" y="1548254"/>
              <a:ext cx="824651" cy="377443"/>
            </a:xfrm>
            <a:prstGeom prst="ellipse">
              <a:avLst/>
            </a:prstGeom>
            <a:gradFill>
              <a:gsLst>
                <a:gs pos="0">
                  <a:srgbClr val="969696">
                    <a:alpha val="12220"/>
                  </a:srgbClr>
                </a:gs>
                <a:gs pos="14286">
                  <a:srgbClr val="969696">
                    <a:alpha val="11290"/>
                  </a:srgbClr>
                </a:gs>
                <a:gs pos="28571">
                  <a:srgbClr val="969696">
                    <a:alpha val="8882"/>
                  </a:srgbClr>
                </a:gs>
                <a:gs pos="42857">
                  <a:srgbClr val="969696">
                    <a:alpha val="5918"/>
                  </a:srgbClr>
                </a:gs>
                <a:gs pos="57143">
                  <a:srgbClr val="969696">
                    <a:alpha val="3324"/>
                  </a:srgbClr>
                </a:gs>
                <a:gs pos="71429">
                  <a:srgbClr val="969696">
                    <a:alpha val="1570"/>
                  </a:srgbClr>
                </a:gs>
                <a:gs pos="85714">
                  <a:srgbClr val="969696">
                    <a:alpha val="624"/>
                  </a:srgbClr>
                </a:gs>
                <a:gs pos="100000">
                  <a:srgbClr val="969696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-10048262">
              <a:off x="1366270" y="1510512"/>
              <a:ext cx="726555" cy="536082"/>
            </a:xfrm>
            <a:prstGeom prst="ellipse">
              <a:avLst/>
            </a:prstGeom>
            <a:gradFill>
              <a:gsLst>
                <a:gs pos="0">
                  <a:srgbClr val="000002">
                    <a:alpha val="11011"/>
                  </a:srgbClr>
                </a:gs>
                <a:gs pos="14286">
                  <a:srgbClr val="000002">
                    <a:alpha val="10167"/>
                  </a:srgbClr>
                </a:gs>
                <a:gs pos="28571">
                  <a:srgbClr val="000002">
                    <a:alpha val="7988"/>
                  </a:srgbClr>
                </a:gs>
                <a:gs pos="42857">
                  <a:srgbClr val="000002">
                    <a:alpha val="5314"/>
                  </a:srgbClr>
                </a:gs>
                <a:gs pos="57143">
                  <a:srgbClr val="000002">
                    <a:alpha val="2980"/>
                  </a:srgbClr>
                </a:gs>
                <a:gs pos="71429">
                  <a:srgbClr val="000002">
                    <a:alpha val="1406"/>
                  </a:srgbClr>
                </a:gs>
                <a:gs pos="85714">
                  <a:srgbClr val="000002">
                    <a:alpha val="558"/>
                  </a:srgbClr>
                </a:gs>
                <a:gs pos="100000">
                  <a:srgbClr val="000002">
                    <a:alpha val="1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8120164">
              <a:off x="1072047" y="1421035"/>
              <a:ext cx="609000" cy="521565"/>
            </a:xfrm>
            <a:prstGeom prst="ellipse">
              <a:avLst/>
            </a:prstGeom>
            <a:gradFill>
              <a:gsLst>
                <a:gs pos="0">
                  <a:srgbClr val="1F1A1E">
                    <a:alpha val="3627"/>
                  </a:srgbClr>
                </a:gs>
                <a:gs pos="14286">
                  <a:srgbClr val="1F1A1E">
                    <a:alpha val="3338"/>
                  </a:srgbClr>
                </a:gs>
                <a:gs pos="28571">
                  <a:srgbClr val="1F1A1E">
                    <a:alpha val="2602"/>
                  </a:srgbClr>
                </a:gs>
                <a:gs pos="42857">
                  <a:srgbClr val="1F1A1E">
                    <a:alpha val="1714"/>
                  </a:srgbClr>
                </a:gs>
                <a:gs pos="57143">
                  <a:srgbClr val="1F1A1E">
                    <a:alpha val="954"/>
                  </a:srgbClr>
                </a:gs>
                <a:gs pos="71429">
                  <a:srgbClr val="1F1A1E">
                    <a:alpha val="448"/>
                  </a:srgbClr>
                </a:gs>
                <a:gs pos="85714">
                  <a:srgbClr val="1F1A1E">
                    <a:alpha val="177"/>
                  </a:srgbClr>
                </a:gs>
                <a:gs pos="100000">
                  <a:srgbClr val="1F1A1E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3693465">
              <a:off x="842629" y="1541922"/>
              <a:ext cx="610257" cy="461857"/>
            </a:xfrm>
            <a:prstGeom prst="ellipse">
              <a:avLst/>
            </a:prstGeom>
            <a:gradFill>
              <a:gsLst>
                <a:gs pos="0">
                  <a:srgbClr val="201F21">
                    <a:alpha val="2619"/>
                  </a:srgbClr>
                </a:gs>
                <a:gs pos="14286">
                  <a:srgbClr val="201F21">
                    <a:alpha val="2410"/>
                  </a:srgbClr>
                </a:gs>
                <a:gs pos="28571">
                  <a:srgbClr val="201F21">
                    <a:alpha val="1876"/>
                  </a:srgbClr>
                </a:gs>
                <a:gs pos="42857">
                  <a:srgbClr val="201F21">
                    <a:alpha val="1235"/>
                  </a:srgbClr>
                </a:gs>
                <a:gs pos="57143">
                  <a:srgbClr val="201F21">
                    <a:alpha val="686"/>
                  </a:srgbClr>
                </a:gs>
                <a:gs pos="71429">
                  <a:srgbClr val="201F21">
                    <a:alpha val="322"/>
                  </a:srgbClr>
                </a:gs>
                <a:gs pos="85714">
                  <a:srgbClr val="201F21">
                    <a:alpha val="127"/>
                  </a:srgbClr>
                </a:gs>
                <a:gs pos="100000">
                  <a:srgbClr val="201F21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-8274864">
              <a:off x="521747" y="1568438"/>
              <a:ext cx="676718" cy="413377"/>
            </a:xfrm>
            <a:prstGeom prst="ellipse">
              <a:avLst/>
            </a:prstGeom>
            <a:gradFill>
              <a:gsLst>
                <a:gs pos="0">
                  <a:srgbClr val="474544">
                    <a:alpha val="2975"/>
                  </a:srgbClr>
                </a:gs>
                <a:gs pos="14286">
                  <a:srgbClr val="474544">
                    <a:alpha val="2738"/>
                  </a:srgbClr>
                </a:gs>
                <a:gs pos="28571">
                  <a:srgbClr val="474544">
                    <a:alpha val="2133"/>
                  </a:srgbClr>
                </a:gs>
                <a:gs pos="42857">
                  <a:srgbClr val="474544">
                    <a:alpha val="1404"/>
                  </a:srgbClr>
                </a:gs>
                <a:gs pos="57143">
                  <a:srgbClr val="474544">
                    <a:alpha val="780"/>
                  </a:srgbClr>
                </a:gs>
                <a:gs pos="71429">
                  <a:srgbClr val="474544">
                    <a:alpha val="366"/>
                  </a:srgbClr>
                </a:gs>
                <a:gs pos="85714">
                  <a:srgbClr val="474544">
                    <a:alpha val="145"/>
                  </a:srgbClr>
                </a:gs>
                <a:gs pos="100000">
                  <a:srgbClr val="474544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3781134">
              <a:off x="221628" y="1519389"/>
              <a:ext cx="605104" cy="432781"/>
            </a:xfrm>
            <a:prstGeom prst="ellipse">
              <a:avLst/>
            </a:prstGeom>
            <a:gradFill>
              <a:gsLst>
                <a:gs pos="0">
                  <a:srgbClr val="323030">
                    <a:alpha val="3084"/>
                  </a:srgbClr>
                </a:gs>
                <a:gs pos="14286">
                  <a:srgbClr val="323030">
                    <a:alpha val="2838"/>
                  </a:srgbClr>
                </a:gs>
                <a:gs pos="28571">
                  <a:srgbClr val="323030">
                    <a:alpha val="2210"/>
                  </a:srgbClr>
                </a:gs>
                <a:gs pos="42857">
                  <a:srgbClr val="323030">
                    <a:alpha val="1455"/>
                  </a:srgbClr>
                </a:gs>
                <a:gs pos="57143">
                  <a:srgbClr val="323030">
                    <a:alpha val="809"/>
                  </a:srgbClr>
                </a:gs>
                <a:gs pos="71429">
                  <a:srgbClr val="323030">
                    <a:alpha val="380"/>
                  </a:srgbClr>
                </a:gs>
                <a:gs pos="85714">
                  <a:srgbClr val="323030">
                    <a:alpha val="150"/>
                  </a:srgbClr>
                </a:gs>
                <a:gs pos="100000">
                  <a:srgbClr val="323030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6558386">
              <a:off x="3181847" y="1301606"/>
              <a:ext cx="662114" cy="477731"/>
            </a:xfrm>
            <a:prstGeom prst="ellipse">
              <a:avLst/>
            </a:prstGeom>
            <a:gradFill>
              <a:gsLst>
                <a:gs pos="0">
                  <a:srgbClr val="8C8E8E">
                    <a:alpha val="1736"/>
                  </a:srgbClr>
                </a:gs>
                <a:gs pos="14286">
                  <a:srgbClr val="8C8E8E">
                    <a:alpha val="1596"/>
                  </a:srgbClr>
                </a:gs>
                <a:gs pos="28571">
                  <a:srgbClr val="8C8E8E">
                    <a:alpha val="1242"/>
                  </a:srgbClr>
                </a:gs>
                <a:gs pos="42857">
                  <a:srgbClr val="8C8E8E">
                    <a:alpha val="816"/>
                  </a:srgbClr>
                </a:gs>
                <a:gs pos="57143">
                  <a:srgbClr val="8C8E8E">
                    <a:alpha val="453"/>
                  </a:srgbClr>
                </a:gs>
                <a:gs pos="71429">
                  <a:srgbClr val="8C8E8E">
                    <a:alpha val="212"/>
                  </a:srgbClr>
                </a:gs>
                <a:gs pos="85714">
                  <a:srgbClr val="8C8E8E">
                    <a:alpha val="84"/>
                  </a:srgbClr>
                </a:gs>
                <a:gs pos="100000">
                  <a:srgbClr val="8C8E8E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6139670">
              <a:off x="3095846" y="1284535"/>
              <a:ext cx="587408" cy="503854"/>
            </a:xfrm>
            <a:prstGeom prst="ellipse">
              <a:avLst/>
            </a:prstGeom>
            <a:gradFill>
              <a:gsLst>
                <a:gs pos="0">
                  <a:srgbClr val="848685">
                    <a:alpha val="9646"/>
                  </a:srgbClr>
                </a:gs>
                <a:gs pos="14286">
                  <a:srgbClr val="848685">
                    <a:alpha val="8901"/>
                  </a:srgbClr>
                </a:gs>
                <a:gs pos="28571">
                  <a:srgbClr val="848685">
                    <a:alpha val="6983"/>
                  </a:srgbClr>
                </a:gs>
                <a:gs pos="42857">
                  <a:srgbClr val="848685">
                    <a:alpha val="4637"/>
                  </a:srgbClr>
                </a:gs>
                <a:gs pos="57143">
                  <a:srgbClr val="848685">
                    <a:alpha val="2597"/>
                  </a:srgbClr>
                </a:gs>
                <a:gs pos="71429">
                  <a:srgbClr val="848685">
                    <a:alpha val="1224"/>
                  </a:srgbClr>
                </a:gs>
                <a:gs pos="85714">
                  <a:srgbClr val="848685">
                    <a:alpha val="486"/>
                  </a:srgbClr>
                </a:gs>
                <a:gs pos="100000">
                  <a:srgbClr val="848685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-8493942">
              <a:off x="2893938" y="1298516"/>
              <a:ext cx="649139" cy="501338"/>
            </a:xfrm>
            <a:prstGeom prst="ellipse">
              <a:avLst/>
            </a:prstGeom>
            <a:gradFill>
              <a:gsLst>
                <a:gs pos="0">
                  <a:srgbClr val="9FA0A0">
                    <a:alpha val="8953"/>
                  </a:srgbClr>
                </a:gs>
                <a:gs pos="14286">
                  <a:srgbClr val="9FA0A0">
                    <a:alpha val="8260"/>
                  </a:srgbClr>
                </a:gs>
                <a:gs pos="28571">
                  <a:srgbClr val="9FA0A0">
                    <a:alpha val="6475"/>
                  </a:srgbClr>
                </a:gs>
                <a:gs pos="42857">
                  <a:srgbClr val="9FA0A0">
                    <a:alpha val="4296"/>
                  </a:srgbClr>
                </a:gs>
                <a:gs pos="57143">
                  <a:srgbClr val="9FA0A0">
                    <a:alpha val="2403"/>
                  </a:srgbClr>
                </a:gs>
                <a:gs pos="71429">
                  <a:srgbClr val="9FA0A0">
                    <a:alpha val="1132"/>
                  </a:srgbClr>
                </a:gs>
                <a:gs pos="85714">
                  <a:srgbClr val="9FA0A0">
                    <a:alpha val="449"/>
                  </a:srgbClr>
                </a:gs>
                <a:gs pos="100000">
                  <a:srgbClr val="9FA0A0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-10242600">
              <a:off x="2624760" y="1370185"/>
              <a:ext cx="668956" cy="451599"/>
            </a:xfrm>
            <a:prstGeom prst="ellipse">
              <a:avLst/>
            </a:prstGeom>
            <a:gradFill>
              <a:gsLst>
                <a:gs pos="0">
                  <a:srgbClr val="A5A5A5">
                    <a:alpha val="5487"/>
                  </a:srgbClr>
                </a:gs>
                <a:gs pos="14286">
                  <a:srgbClr val="A5A5A5">
                    <a:alpha val="5055"/>
                  </a:srgbClr>
                </a:gs>
                <a:gs pos="28571">
                  <a:srgbClr val="A5A5A5">
                    <a:alpha val="3947"/>
                  </a:srgbClr>
                </a:gs>
                <a:gs pos="42857">
                  <a:srgbClr val="A5A5A5">
                    <a:alpha val="2607"/>
                  </a:srgbClr>
                </a:gs>
                <a:gs pos="57143">
                  <a:srgbClr val="A5A5A5">
                    <a:alpha val="1453"/>
                  </a:srgbClr>
                </a:gs>
                <a:gs pos="71429">
                  <a:srgbClr val="A5A5A5">
                    <a:alpha val="683"/>
                  </a:srgbClr>
                </a:gs>
                <a:gs pos="85714">
                  <a:srgbClr val="A5A5A5">
                    <a:alpha val="271"/>
                  </a:srgbClr>
                </a:gs>
                <a:gs pos="100000">
                  <a:srgbClr val="A5A5A5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9768248">
              <a:off x="2438410" y="1340571"/>
              <a:ext cx="712717" cy="519493"/>
            </a:xfrm>
            <a:prstGeom prst="ellipse">
              <a:avLst/>
            </a:prstGeom>
            <a:gradFill>
              <a:gsLst>
                <a:gs pos="0">
                  <a:srgbClr val="4B4C4B">
                    <a:alpha val="6730"/>
                  </a:srgbClr>
                </a:gs>
                <a:gs pos="14286">
                  <a:srgbClr val="4B4C4B">
                    <a:alpha val="6203"/>
                  </a:srgbClr>
                </a:gs>
                <a:gs pos="28571">
                  <a:srgbClr val="4B4C4B">
                    <a:alpha val="4850"/>
                  </a:srgbClr>
                </a:gs>
                <a:gs pos="42857">
                  <a:srgbClr val="4B4C4B">
                    <a:alpha val="3209"/>
                  </a:srgbClr>
                </a:gs>
                <a:gs pos="57143">
                  <a:srgbClr val="4B4C4B">
                    <a:alpha val="1791"/>
                  </a:srgbClr>
                </a:gs>
                <a:gs pos="71429">
                  <a:srgbClr val="4B4C4B">
                    <a:alpha val="842"/>
                  </a:srgbClr>
                </a:gs>
                <a:gs pos="85714">
                  <a:srgbClr val="4B4C4B">
                    <a:alpha val="334"/>
                  </a:srgbClr>
                </a:gs>
                <a:gs pos="100000">
                  <a:srgbClr val="4B4C4B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-10153814">
              <a:off x="2173259" y="1305802"/>
              <a:ext cx="745047" cy="505594"/>
            </a:xfrm>
            <a:prstGeom prst="ellipse">
              <a:avLst/>
            </a:prstGeom>
            <a:gradFill>
              <a:gsLst>
                <a:gs pos="0">
                  <a:srgbClr val="757675">
                    <a:alpha val="32968"/>
                  </a:srgbClr>
                </a:gs>
                <a:gs pos="14286">
                  <a:srgbClr val="757675">
                    <a:alpha val="30764"/>
                  </a:srgbClr>
                </a:gs>
                <a:gs pos="28571">
                  <a:srgbClr val="757675">
                    <a:alpha val="24833"/>
                  </a:srgbClr>
                </a:gs>
                <a:gs pos="42857">
                  <a:srgbClr val="757675">
                    <a:alpha val="17075"/>
                  </a:srgbClr>
                </a:gs>
                <a:gs pos="57143">
                  <a:srgbClr val="757675">
                    <a:alpha val="9855"/>
                  </a:srgbClr>
                </a:gs>
                <a:gs pos="71429">
                  <a:srgbClr val="757675">
                    <a:alpha val="4740"/>
                  </a:srgbClr>
                </a:gs>
                <a:gs pos="85714">
                  <a:srgbClr val="757675">
                    <a:alpha val="1902"/>
                  </a:srgbClr>
                </a:gs>
                <a:gs pos="100000">
                  <a:srgbClr val="7576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10327937">
              <a:off x="1961997" y="1360192"/>
              <a:ext cx="781009" cy="401426"/>
            </a:xfrm>
            <a:prstGeom prst="ellipse">
              <a:avLst/>
            </a:prstGeom>
            <a:gradFill>
              <a:gsLst>
                <a:gs pos="0">
                  <a:srgbClr val="777776">
                    <a:alpha val="32968"/>
                  </a:srgbClr>
                </a:gs>
                <a:gs pos="14286">
                  <a:srgbClr val="777776">
                    <a:alpha val="30764"/>
                  </a:srgbClr>
                </a:gs>
                <a:gs pos="28571">
                  <a:srgbClr val="777776">
                    <a:alpha val="24833"/>
                  </a:srgbClr>
                </a:gs>
                <a:gs pos="42857">
                  <a:srgbClr val="777776">
                    <a:alpha val="17075"/>
                  </a:srgbClr>
                </a:gs>
                <a:gs pos="57143">
                  <a:srgbClr val="777776">
                    <a:alpha val="9855"/>
                  </a:srgbClr>
                </a:gs>
                <a:gs pos="71429">
                  <a:srgbClr val="777776">
                    <a:alpha val="4740"/>
                  </a:srgbClr>
                </a:gs>
                <a:gs pos="85714">
                  <a:srgbClr val="777776">
                    <a:alpha val="1902"/>
                  </a:srgbClr>
                </a:gs>
                <a:gs pos="100000">
                  <a:srgbClr val="7777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6694168">
              <a:off x="1672706" y="1360843"/>
              <a:ext cx="773787" cy="318321"/>
            </a:xfrm>
            <a:prstGeom prst="ellipse">
              <a:avLst/>
            </a:prstGeom>
            <a:gradFill>
              <a:gsLst>
                <a:gs pos="0">
                  <a:srgbClr val="B8B7B7">
                    <a:alpha val="16478"/>
                  </a:srgbClr>
                </a:gs>
                <a:gs pos="14286">
                  <a:srgbClr val="B8B7B7">
                    <a:alpha val="15252"/>
                  </a:srgbClr>
                </a:gs>
                <a:gs pos="28571">
                  <a:srgbClr val="B8B7B7">
                    <a:alpha val="12058"/>
                  </a:srgbClr>
                </a:gs>
                <a:gs pos="42857">
                  <a:srgbClr val="B8B7B7">
                    <a:alpha val="8083"/>
                  </a:srgbClr>
                </a:gs>
                <a:gs pos="57143">
                  <a:srgbClr val="B8B7B7">
                    <a:alpha val="4563"/>
                  </a:srgbClr>
                </a:gs>
                <a:gs pos="71429">
                  <a:srgbClr val="B8B7B7">
                    <a:alpha val="2162"/>
                  </a:srgbClr>
                </a:gs>
                <a:gs pos="85714">
                  <a:srgbClr val="B8B7B7">
                    <a:alpha val="861"/>
                  </a:srgbClr>
                </a:gs>
                <a:gs pos="100000">
                  <a:srgbClr val="B8B7B7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5570714">
              <a:off x="1604992" y="1276811"/>
              <a:ext cx="748300" cy="518890"/>
            </a:xfrm>
            <a:prstGeom prst="ellipse">
              <a:avLst/>
            </a:prstGeom>
            <a:gradFill>
              <a:gsLst>
                <a:gs pos="0">
                  <a:srgbClr val="2E2C2D">
                    <a:alpha val="32962"/>
                  </a:srgbClr>
                </a:gs>
                <a:gs pos="14286">
                  <a:srgbClr val="2E2C2D">
                    <a:alpha val="30758"/>
                  </a:srgbClr>
                </a:gs>
                <a:gs pos="28571">
                  <a:srgbClr val="2E2C2D">
                    <a:alpha val="24828"/>
                  </a:srgbClr>
                </a:gs>
                <a:gs pos="42857">
                  <a:srgbClr val="2E2C2D">
                    <a:alpha val="17072"/>
                  </a:srgbClr>
                </a:gs>
                <a:gs pos="57143">
                  <a:srgbClr val="2E2C2D">
                    <a:alpha val="9853"/>
                  </a:srgbClr>
                </a:gs>
                <a:gs pos="71429">
                  <a:srgbClr val="2E2C2D">
                    <a:alpha val="4739"/>
                  </a:srgbClr>
                </a:gs>
                <a:gs pos="85714">
                  <a:srgbClr val="2E2C2D">
                    <a:alpha val="1902"/>
                  </a:srgbClr>
                </a:gs>
                <a:gs pos="100000">
                  <a:srgbClr val="2E2C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3325210">
              <a:off x="1261410" y="1206757"/>
              <a:ext cx="621972" cy="458325"/>
            </a:xfrm>
            <a:prstGeom prst="ellipse">
              <a:avLst/>
            </a:prstGeom>
            <a:gradFill>
              <a:gsLst>
                <a:gs pos="0">
                  <a:srgbClr val="1F1D22">
                    <a:alpha val="11221"/>
                  </a:srgbClr>
                </a:gs>
                <a:gs pos="14286">
                  <a:srgbClr val="1F1D22">
                    <a:alpha val="10362"/>
                  </a:srgbClr>
                </a:gs>
                <a:gs pos="28571">
                  <a:srgbClr val="1F1D22">
                    <a:alpha val="8143"/>
                  </a:srgbClr>
                </a:gs>
                <a:gs pos="42857">
                  <a:srgbClr val="1F1D22">
                    <a:alpha val="5419"/>
                  </a:srgbClr>
                </a:gs>
                <a:gs pos="57143">
                  <a:srgbClr val="1F1D22">
                    <a:alpha val="3040"/>
                  </a:srgbClr>
                </a:gs>
                <a:gs pos="71429">
                  <a:srgbClr val="1F1D22">
                    <a:alpha val="1435"/>
                  </a:srgbClr>
                </a:gs>
                <a:gs pos="85714">
                  <a:srgbClr val="1F1D22">
                    <a:alpha val="570"/>
                  </a:srgbClr>
                </a:gs>
                <a:gs pos="100000">
                  <a:srgbClr val="1F1D22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8607503">
              <a:off x="830380" y="1200751"/>
              <a:ext cx="667131" cy="513541"/>
            </a:xfrm>
            <a:prstGeom prst="ellipse">
              <a:avLst/>
            </a:prstGeom>
            <a:gradFill>
              <a:gsLst>
                <a:gs pos="0">
                  <a:srgbClr val="030006">
                    <a:alpha val="4542"/>
                  </a:srgbClr>
                </a:gs>
                <a:gs pos="14286">
                  <a:srgbClr val="030006">
                    <a:alpha val="4182"/>
                  </a:srgbClr>
                </a:gs>
                <a:gs pos="28571">
                  <a:srgbClr val="030006">
                    <a:alpha val="3263"/>
                  </a:srgbClr>
                </a:gs>
                <a:gs pos="42857">
                  <a:srgbClr val="030006">
                    <a:alpha val="2152"/>
                  </a:srgbClr>
                </a:gs>
                <a:gs pos="57143">
                  <a:srgbClr val="030006">
                    <a:alpha val="1198"/>
                  </a:srgbClr>
                </a:gs>
                <a:gs pos="71429">
                  <a:srgbClr val="030006">
                    <a:alpha val="563"/>
                  </a:srgbClr>
                </a:gs>
                <a:gs pos="85714">
                  <a:srgbClr val="030006">
                    <a:alpha val="223"/>
                  </a:srgbClr>
                </a:gs>
                <a:gs pos="100000">
                  <a:srgbClr val="030006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9182152">
              <a:off x="371635" y="1469890"/>
              <a:ext cx="725589" cy="218343"/>
            </a:xfrm>
            <a:prstGeom prst="ellipse">
              <a:avLst/>
            </a:prstGeom>
            <a:gradFill>
              <a:gsLst>
                <a:gs pos="0">
                  <a:srgbClr val="636464">
                    <a:alpha val="9024"/>
                  </a:srgbClr>
                </a:gs>
                <a:gs pos="14286">
                  <a:srgbClr val="636464">
                    <a:alpha val="8325"/>
                  </a:srgbClr>
                </a:gs>
                <a:gs pos="28571">
                  <a:srgbClr val="636464">
                    <a:alpha val="6526"/>
                  </a:srgbClr>
                </a:gs>
                <a:gs pos="42857">
                  <a:srgbClr val="636464">
                    <a:alpha val="4330"/>
                  </a:srgbClr>
                </a:gs>
                <a:gs pos="57143">
                  <a:srgbClr val="636464">
                    <a:alpha val="2423"/>
                  </a:srgbClr>
                </a:gs>
                <a:gs pos="71429">
                  <a:srgbClr val="636464">
                    <a:alpha val="1142"/>
                  </a:srgbClr>
                </a:gs>
                <a:gs pos="85714">
                  <a:srgbClr val="636464">
                    <a:alpha val="453"/>
                  </a:srgbClr>
                </a:gs>
                <a:gs pos="100000">
                  <a:srgbClr val="636464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4360198">
              <a:off x="251871" y="1212402"/>
              <a:ext cx="622919" cy="536101"/>
            </a:xfrm>
            <a:prstGeom prst="ellipse">
              <a:avLst/>
            </a:prstGeom>
            <a:gradFill>
              <a:gsLst>
                <a:gs pos="0">
                  <a:srgbClr val="282926">
                    <a:alpha val="2044"/>
                  </a:srgbClr>
                </a:gs>
                <a:gs pos="14286">
                  <a:srgbClr val="282926">
                    <a:alpha val="1881"/>
                  </a:srgbClr>
                </a:gs>
                <a:gs pos="28571">
                  <a:srgbClr val="282926">
                    <a:alpha val="1463"/>
                  </a:srgbClr>
                </a:gs>
                <a:gs pos="42857">
                  <a:srgbClr val="282926">
                    <a:alpha val="962"/>
                  </a:srgbClr>
                </a:gs>
                <a:gs pos="57143">
                  <a:srgbClr val="282926">
                    <a:alpha val="534"/>
                  </a:srgbClr>
                </a:gs>
                <a:gs pos="71429">
                  <a:srgbClr val="282926">
                    <a:alpha val="250"/>
                  </a:srgbClr>
                </a:gs>
                <a:gs pos="85714">
                  <a:srgbClr val="282926">
                    <a:alpha val="99"/>
                  </a:srgbClr>
                </a:gs>
                <a:gs pos="100000">
                  <a:srgbClr val="282926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-8947778">
              <a:off x="3185833" y="1021310"/>
              <a:ext cx="752959" cy="562274"/>
            </a:xfrm>
            <a:prstGeom prst="ellipse">
              <a:avLst/>
            </a:prstGeom>
            <a:gradFill>
              <a:gsLst>
                <a:gs pos="0">
                  <a:srgbClr val="A8A8A8">
                    <a:alpha val="7100"/>
                  </a:srgbClr>
                </a:gs>
                <a:gs pos="14286">
                  <a:srgbClr val="A8A8A8">
                    <a:alpha val="6545"/>
                  </a:srgbClr>
                </a:gs>
                <a:gs pos="28571">
                  <a:srgbClr val="A8A8A8">
                    <a:alpha val="5120"/>
                  </a:srgbClr>
                </a:gs>
                <a:gs pos="42857">
                  <a:srgbClr val="A8A8A8">
                    <a:alpha val="3389"/>
                  </a:srgbClr>
                </a:gs>
                <a:gs pos="57143">
                  <a:srgbClr val="A8A8A8">
                    <a:alpha val="1892"/>
                  </a:srgbClr>
                </a:gs>
                <a:gs pos="71429">
                  <a:srgbClr val="A8A8A8">
                    <a:alpha val="890"/>
                  </a:srgbClr>
                </a:gs>
                <a:gs pos="85714">
                  <a:srgbClr val="A8A8A8">
                    <a:alpha val="353"/>
                  </a:srgbClr>
                </a:gs>
                <a:gs pos="100000">
                  <a:srgbClr val="A8A8A8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-9813089">
              <a:off x="3008234" y="1137476"/>
              <a:ext cx="622684" cy="534247"/>
            </a:xfrm>
            <a:prstGeom prst="ellipse">
              <a:avLst/>
            </a:prstGeom>
            <a:gradFill>
              <a:gsLst>
                <a:gs pos="0">
                  <a:srgbClr val="818281">
                    <a:alpha val="7540"/>
                  </a:srgbClr>
                </a:gs>
                <a:gs pos="14286">
                  <a:srgbClr val="818281">
                    <a:alpha val="6952"/>
                  </a:srgbClr>
                </a:gs>
                <a:gs pos="28571">
                  <a:srgbClr val="818281">
                    <a:alpha val="5441"/>
                  </a:srgbClr>
                </a:gs>
                <a:gs pos="42857">
                  <a:srgbClr val="818281">
                    <a:alpha val="3603"/>
                  </a:srgbClr>
                </a:gs>
                <a:gs pos="57143">
                  <a:srgbClr val="818281">
                    <a:alpha val="2013"/>
                  </a:srgbClr>
                </a:gs>
                <a:gs pos="71429">
                  <a:srgbClr val="818281">
                    <a:alpha val="947"/>
                  </a:srgbClr>
                </a:gs>
                <a:gs pos="85714">
                  <a:srgbClr val="818281">
                    <a:alpha val="376"/>
                  </a:srgbClr>
                </a:gs>
                <a:gs pos="100000">
                  <a:srgbClr val="818281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10625172">
              <a:off x="2818825" y="1137939"/>
              <a:ext cx="648961" cy="546834"/>
            </a:xfrm>
            <a:prstGeom prst="ellipse">
              <a:avLst/>
            </a:prstGeom>
            <a:gradFill>
              <a:gsLst>
                <a:gs pos="0">
                  <a:srgbClr val="818080">
                    <a:alpha val="11186"/>
                  </a:srgbClr>
                </a:gs>
                <a:gs pos="14286">
                  <a:srgbClr val="818080">
                    <a:alpha val="10330"/>
                  </a:srgbClr>
                </a:gs>
                <a:gs pos="28571">
                  <a:srgbClr val="818080">
                    <a:alpha val="8117"/>
                  </a:srgbClr>
                </a:gs>
                <a:gs pos="42857">
                  <a:srgbClr val="818080">
                    <a:alpha val="5401"/>
                  </a:srgbClr>
                </a:gs>
                <a:gs pos="57143">
                  <a:srgbClr val="818080">
                    <a:alpha val="3030"/>
                  </a:srgbClr>
                </a:gs>
                <a:gs pos="71429">
                  <a:srgbClr val="818080">
                    <a:alpha val="1430"/>
                  </a:srgbClr>
                </a:gs>
                <a:gs pos="85714">
                  <a:srgbClr val="818080">
                    <a:alpha val="568"/>
                  </a:srgbClr>
                </a:gs>
                <a:gs pos="100000">
                  <a:srgbClr val="818080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7637986">
              <a:off x="2700076" y="1029945"/>
              <a:ext cx="632545" cy="577831"/>
            </a:xfrm>
            <a:prstGeom prst="ellipse">
              <a:avLst/>
            </a:prstGeom>
            <a:gradFill>
              <a:gsLst>
                <a:gs pos="0">
                  <a:srgbClr val="909191">
                    <a:alpha val="8559"/>
                  </a:srgbClr>
                </a:gs>
                <a:gs pos="14286">
                  <a:srgbClr val="909191">
                    <a:alpha val="7895"/>
                  </a:srgbClr>
                </a:gs>
                <a:gs pos="28571">
                  <a:srgbClr val="909191">
                    <a:alpha val="6186"/>
                  </a:srgbClr>
                </a:gs>
                <a:gs pos="42857">
                  <a:srgbClr val="909191">
                    <a:alpha val="4102"/>
                  </a:srgbClr>
                </a:gs>
                <a:gs pos="57143">
                  <a:srgbClr val="909191">
                    <a:alpha val="2294"/>
                  </a:srgbClr>
                </a:gs>
                <a:gs pos="71429">
                  <a:srgbClr val="909191">
                    <a:alpha val="1081"/>
                  </a:srgbClr>
                </a:gs>
                <a:gs pos="85714">
                  <a:srgbClr val="909191">
                    <a:alpha val="429"/>
                  </a:srgbClr>
                </a:gs>
                <a:gs pos="100000">
                  <a:srgbClr val="909191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5128212">
              <a:off x="2467061" y="1097002"/>
              <a:ext cx="628536" cy="545121"/>
            </a:xfrm>
            <a:prstGeom prst="ellipse">
              <a:avLst/>
            </a:prstGeom>
            <a:gradFill>
              <a:gsLst>
                <a:gs pos="0">
                  <a:srgbClr val="A2A3A2">
                    <a:alpha val="2867"/>
                  </a:srgbClr>
                </a:gs>
                <a:gs pos="14286">
                  <a:srgbClr val="A2A3A2">
                    <a:alpha val="2639"/>
                  </a:srgbClr>
                </a:gs>
                <a:gs pos="28571">
                  <a:srgbClr val="A2A3A2">
                    <a:alpha val="2055"/>
                  </a:srgbClr>
                </a:gs>
                <a:gs pos="42857">
                  <a:srgbClr val="A2A3A2">
                    <a:alpha val="1353"/>
                  </a:srgbClr>
                </a:gs>
                <a:gs pos="57143">
                  <a:srgbClr val="A2A3A2">
                    <a:alpha val="752"/>
                  </a:srgbClr>
                </a:gs>
                <a:gs pos="71429">
                  <a:srgbClr val="A2A3A2">
                    <a:alpha val="353"/>
                  </a:srgbClr>
                </a:gs>
                <a:gs pos="85714">
                  <a:srgbClr val="A2A3A2">
                    <a:alpha val="140"/>
                  </a:srgbClr>
                </a:gs>
                <a:gs pos="100000">
                  <a:srgbClr val="A2A3A2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5362629">
              <a:off x="1702046" y="1119984"/>
              <a:ext cx="715313" cy="447225"/>
            </a:xfrm>
            <a:prstGeom prst="ellipse">
              <a:avLst/>
            </a:prstGeom>
            <a:gradFill>
              <a:gsLst>
                <a:gs pos="0">
                  <a:srgbClr val="010001">
                    <a:alpha val="17089"/>
                  </a:srgbClr>
                </a:gs>
                <a:gs pos="14286">
                  <a:srgbClr val="010001">
                    <a:alpha val="15823"/>
                  </a:srgbClr>
                </a:gs>
                <a:gs pos="28571">
                  <a:srgbClr val="010001">
                    <a:alpha val="12518"/>
                  </a:srgbClr>
                </a:gs>
                <a:gs pos="42857">
                  <a:srgbClr val="010001">
                    <a:alpha val="8399"/>
                  </a:srgbClr>
                </a:gs>
                <a:gs pos="57143">
                  <a:srgbClr val="010001">
                    <a:alpha val="4745"/>
                  </a:srgbClr>
                </a:gs>
                <a:gs pos="71429">
                  <a:srgbClr val="010001">
                    <a:alpha val="2250"/>
                  </a:srgbClr>
                </a:gs>
                <a:gs pos="85714">
                  <a:srgbClr val="010001">
                    <a:alpha val="896"/>
                  </a:srgbClr>
                </a:gs>
                <a:gs pos="100000">
                  <a:srgbClr val="010001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5775225">
              <a:off x="1513252" y="1085479"/>
              <a:ext cx="692681" cy="409963"/>
            </a:xfrm>
            <a:prstGeom prst="ellipse">
              <a:avLst/>
            </a:prstGeom>
            <a:gradFill>
              <a:gsLst>
                <a:gs pos="0">
                  <a:srgbClr val="E5E5E5">
                    <a:alpha val="11347"/>
                  </a:srgbClr>
                </a:gs>
                <a:gs pos="14286">
                  <a:srgbClr val="E5E5E5">
                    <a:alpha val="10479"/>
                  </a:srgbClr>
                </a:gs>
                <a:gs pos="28571">
                  <a:srgbClr val="E5E5E5">
                    <a:alpha val="8236"/>
                  </a:srgbClr>
                </a:gs>
                <a:gs pos="42857">
                  <a:srgbClr val="E5E5E5">
                    <a:alpha val="5482"/>
                  </a:srgbClr>
                </a:gs>
                <a:gs pos="57143">
                  <a:srgbClr val="E5E5E5">
                    <a:alpha val="3076"/>
                  </a:srgbClr>
                </a:gs>
                <a:gs pos="71429">
                  <a:srgbClr val="E5E5E5">
                    <a:alpha val="1452"/>
                  </a:srgbClr>
                </a:gs>
                <a:gs pos="85714">
                  <a:srgbClr val="E5E5E5">
                    <a:alpha val="577"/>
                  </a:srgbClr>
                </a:gs>
                <a:gs pos="100000">
                  <a:srgbClr val="E5E5E5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-9776158">
              <a:off x="1368155" y="1095194"/>
              <a:ext cx="765729" cy="482556"/>
            </a:xfrm>
            <a:prstGeom prst="ellipse">
              <a:avLst/>
            </a:prstGeom>
            <a:gradFill>
              <a:gsLst>
                <a:gs pos="0">
                  <a:srgbClr val="030502">
                    <a:alpha val="26686"/>
                  </a:srgbClr>
                </a:gs>
                <a:gs pos="14286">
                  <a:srgbClr val="030502">
                    <a:alpha val="24822"/>
                  </a:srgbClr>
                </a:gs>
                <a:gs pos="28571">
                  <a:srgbClr val="030502">
                    <a:alpha val="19871"/>
                  </a:srgbClr>
                </a:gs>
                <a:gs pos="42857">
                  <a:srgbClr val="030502">
                    <a:alpha val="13524"/>
                  </a:srgbClr>
                </a:gs>
                <a:gs pos="57143">
                  <a:srgbClr val="030502">
                    <a:alpha val="7736"/>
                  </a:srgbClr>
                </a:gs>
                <a:gs pos="71429">
                  <a:srgbClr val="030502">
                    <a:alpha val="3699"/>
                  </a:srgbClr>
                </a:gs>
                <a:gs pos="85714">
                  <a:srgbClr val="030502">
                    <a:alpha val="1479"/>
                  </a:srgbClr>
                </a:gs>
                <a:gs pos="100000">
                  <a:srgbClr val="030502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4798381">
              <a:off x="1228331" y="1085130"/>
              <a:ext cx="655307" cy="427680"/>
            </a:xfrm>
            <a:prstGeom prst="ellipse">
              <a:avLst/>
            </a:prstGeom>
            <a:gradFill>
              <a:gsLst>
                <a:gs pos="0">
                  <a:srgbClr val="949494">
                    <a:alpha val="27262"/>
                  </a:srgbClr>
                </a:gs>
                <a:gs pos="14286">
                  <a:srgbClr val="949494">
                    <a:alpha val="25365"/>
                  </a:srgbClr>
                </a:gs>
                <a:gs pos="28571">
                  <a:srgbClr val="949494">
                    <a:alpha val="20320"/>
                  </a:srgbClr>
                </a:gs>
                <a:gs pos="42857">
                  <a:srgbClr val="949494">
                    <a:alpha val="13843"/>
                  </a:srgbClr>
                </a:gs>
                <a:gs pos="57143">
                  <a:srgbClr val="949494">
                    <a:alpha val="7924"/>
                  </a:srgbClr>
                </a:gs>
                <a:gs pos="71429">
                  <a:srgbClr val="949494">
                    <a:alpha val="3791"/>
                  </a:srgbClr>
                </a:gs>
                <a:gs pos="85714">
                  <a:srgbClr val="949494">
                    <a:alpha val="1517"/>
                  </a:srgbClr>
                </a:gs>
                <a:gs pos="100000">
                  <a:srgbClr val="949494">
                    <a:alpha val="5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10631303">
              <a:off x="357642" y="1019211"/>
              <a:ext cx="518725" cy="388073"/>
            </a:xfrm>
            <a:prstGeom prst="ellipse">
              <a:avLst/>
            </a:prstGeom>
            <a:gradFill>
              <a:gsLst>
                <a:gs pos="0">
                  <a:srgbClr val="212222">
                    <a:alpha val="14452"/>
                  </a:srgbClr>
                </a:gs>
                <a:gs pos="14286">
                  <a:srgbClr val="212222">
                    <a:alpha val="13365"/>
                  </a:srgbClr>
                </a:gs>
                <a:gs pos="28571">
                  <a:srgbClr val="212222">
                    <a:alpha val="10541"/>
                  </a:srgbClr>
                </a:gs>
                <a:gs pos="42857">
                  <a:srgbClr val="212222">
                    <a:alpha val="7046"/>
                  </a:srgbClr>
                </a:gs>
                <a:gs pos="57143">
                  <a:srgbClr val="212222">
                    <a:alpha val="3968"/>
                  </a:srgbClr>
                </a:gs>
                <a:gs pos="71429">
                  <a:srgbClr val="212222">
                    <a:alpha val="1877"/>
                  </a:srgbClr>
                </a:gs>
                <a:gs pos="85714">
                  <a:srgbClr val="212222">
                    <a:alpha val="747"/>
                  </a:srgbClr>
                </a:gs>
                <a:gs pos="100000">
                  <a:srgbClr val="212222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5401517">
              <a:off x="265408" y="1054058"/>
              <a:ext cx="618287" cy="354232"/>
            </a:xfrm>
            <a:prstGeom prst="ellipse">
              <a:avLst/>
            </a:prstGeom>
            <a:gradFill>
              <a:gsLst>
                <a:gs pos="0">
                  <a:srgbClr val="9A9A9A">
                    <a:alpha val="9758"/>
                  </a:srgbClr>
                </a:gs>
                <a:gs pos="14286">
                  <a:srgbClr val="9A9A9A">
                    <a:alpha val="9005"/>
                  </a:srgbClr>
                </a:gs>
                <a:gs pos="28571">
                  <a:srgbClr val="9A9A9A">
                    <a:alpha val="7065"/>
                  </a:srgbClr>
                </a:gs>
                <a:gs pos="42857">
                  <a:srgbClr val="9A9A9A">
                    <a:alpha val="4692"/>
                  </a:srgbClr>
                </a:gs>
                <a:gs pos="57143">
                  <a:srgbClr val="9A9A9A">
                    <a:alpha val="2628"/>
                  </a:srgbClr>
                </a:gs>
                <a:gs pos="71429">
                  <a:srgbClr val="9A9A9A">
                    <a:alpha val="1239"/>
                  </a:srgbClr>
                </a:gs>
                <a:gs pos="85714">
                  <a:srgbClr val="9A9A9A">
                    <a:alpha val="492"/>
                  </a:srgbClr>
                </a:gs>
                <a:gs pos="100000">
                  <a:srgbClr val="9A9A9A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-9886059">
              <a:off x="-279621" y="1050887"/>
              <a:ext cx="754978" cy="514523"/>
            </a:xfrm>
            <a:prstGeom prst="ellipse">
              <a:avLst/>
            </a:prstGeom>
            <a:gradFill>
              <a:gsLst>
                <a:gs pos="0">
                  <a:srgbClr val="959494">
                    <a:alpha val="3196"/>
                  </a:srgbClr>
                </a:gs>
                <a:gs pos="14286">
                  <a:srgbClr val="959494">
                    <a:alpha val="2941"/>
                  </a:srgbClr>
                </a:gs>
                <a:gs pos="28571">
                  <a:srgbClr val="959494">
                    <a:alpha val="2291"/>
                  </a:srgbClr>
                </a:gs>
                <a:gs pos="42857">
                  <a:srgbClr val="959494">
                    <a:alpha val="1509"/>
                  </a:srgbClr>
                </a:gs>
                <a:gs pos="57143">
                  <a:srgbClr val="959494">
                    <a:alpha val="839"/>
                  </a:srgbClr>
                </a:gs>
                <a:gs pos="71429">
                  <a:srgbClr val="959494">
                    <a:alpha val="394"/>
                  </a:srgbClr>
                </a:gs>
                <a:gs pos="85714">
                  <a:srgbClr val="959494">
                    <a:alpha val="156"/>
                  </a:srgbClr>
                </a:gs>
                <a:gs pos="100000">
                  <a:srgbClr val="959494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10374826">
              <a:off x="3009328" y="869347"/>
              <a:ext cx="638214" cy="584903"/>
            </a:xfrm>
            <a:prstGeom prst="ellipse">
              <a:avLst/>
            </a:prstGeom>
            <a:gradFill>
              <a:gsLst>
                <a:gs pos="0">
                  <a:srgbClr val="9B9C9C">
                    <a:alpha val="1982"/>
                  </a:srgbClr>
                </a:gs>
                <a:gs pos="14286">
                  <a:srgbClr val="9B9C9C">
                    <a:alpha val="1823"/>
                  </a:srgbClr>
                </a:gs>
                <a:gs pos="28571">
                  <a:srgbClr val="9B9C9C">
                    <a:alpha val="1419"/>
                  </a:srgbClr>
                </a:gs>
                <a:gs pos="42857">
                  <a:srgbClr val="9B9C9C">
                    <a:alpha val="933"/>
                  </a:srgbClr>
                </a:gs>
                <a:gs pos="57143">
                  <a:srgbClr val="9B9C9C">
                    <a:alpha val="518"/>
                  </a:srgbClr>
                </a:gs>
                <a:gs pos="71429">
                  <a:srgbClr val="9B9C9C">
                    <a:alpha val="243"/>
                  </a:srgbClr>
                </a:gs>
                <a:gs pos="85714">
                  <a:srgbClr val="9B9C9C">
                    <a:alpha val="96"/>
                  </a:srgbClr>
                </a:gs>
                <a:gs pos="100000">
                  <a:srgbClr val="9B9C9C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3748561">
              <a:off x="2727008" y="858069"/>
              <a:ext cx="727339" cy="497010"/>
            </a:xfrm>
            <a:prstGeom prst="ellipse">
              <a:avLst/>
            </a:prstGeom>
            <a:gradFill>
              <a:gsLst>
                <a:gs pos="0">
                  <a:srgbClr val="9E9F9E">
                    <a:alpha val="3080"/>
                  </a:srgbClr>
                </a:gs>
                <a:gs pos="14286">
                  <a:srgbClr val="9E9F9E">
                    <a:alpha val="2834"/>
                  </a:srgbClr>
                </a:gs>
                <a:gs pos="28571">
                  <a:srgbClr val="9E9F9E">
                    <a:alpha val="2208"/>
                  </a:srgbClr>
                </a:gs>
                <a:gs pos="42857">
                  <a:srgbClr val="9E9F9E">
                    <a:alpha val="1454"/>
                  </a:srgbClr>
                </a:gs>
                <a:gs pos="57143">
                  <a:srgbClr val="9E9F9E">
                    <a:alpha val="808"/>
                  </a:srgbClr>
                </a:gs>
                <a:gs pos="71429">
                  <a:srgbClr val="9E9F9E">
                    <a:alpha val="379"/>
                  </a:srgbClr>
                </a:gs>
                <a:gs pos="85714">
                  <a:srgbClr val="9E9F9E">
                    <a:alpha val="150"/>
                  </a:srgbClr>
                </a:gs>
                <a:gs pos="100000">
                  <a:srgbClr val="9E9F9E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-9676648">
              <a:off x="2650695" y="984521"/>
              <a:ext cx="611802" cy="430689"/>
            </a:xfrm>
            <a:prstGeom prst="ellipse">
              <a:avLst/>
            </a:prstGeom>
            <a:gradFill>
              <a:gsLst>
                <a:gs pos="0">
                  <a:srgbClr val="A5A6A6">
                    <a:alpha val="1694"/>
                  </a:srgbClr>
                </a:gs>
                <a:gs pos="14286">
                  <a:srgbClr val="A5A6A6">
                    <a:alpha val="1558"/>
                  </a:srgbClr>
                </a:gs>
                <a:gs pos="28571">
                  <a:srgbClr val="A5A6A6">
                    <a:alpha val="1212"/>
                  </a:srgbClr>
                </a:gs>
                <a:gs pos="42857">
                  <a:srgbClr val="A5A6A6">
                    <a:alpha val="796"/>
                  </a:srgbClr>
                </a:gs>
                <a:gs pos="57143">
                  <a:srgbClr val="A5A6A6">
                    <a:alpha val="442"/>
                  </a:srgbClr>
                </a:gs>
                <a:gs pos="71429">
                  <a:srgbClr val="A5A6A6">
                    <a:alpha val="207"/>
                  </a:srgbClr>
                </a:gs>
                <a:gs pos="85714">
                  <a:srgbClr val="A5A6A6">
                    <a:alpha val="82"/>
                  </a:srgbClr>
                </a:gs>
                <a:gs pos="100000">
                  <a:srgbClr val="A5A6A6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-10667259">
              <a:off x="2495982" y="964711"/>
              <a:ext cx="556581" cy="240637"/>
            </a:xfrm>
            <a:prstGeom prst="ellipse">
              <a:avLst/>
            </a:prstGeom>
            <a:gradFill>
              <a:gsLst>
                <a:gs pos="0">
                  <a:srgbClr val="757676">
                    <a:alpha val="32968"/>
                  </a:srgbClr>
                </a:gs>
                <a:gs pos="14286">
                  <a:srgbClr val="757676">
                    <a:alpha val="30764"/>
                  </a:srgbClr>
                </a:gs>
                <a:gs pos="28571">
                  <a:srgbClr val="757676">
                    <a:alpha val="24833"/>
                  </a:srgbClr>
                </a:gs>
                <a:gs pos="42857">
                  <a:srgbClr val="757676">
                    <a:alpha val="17075"/>
                  </a:srgbClr>
                </a:gs>
                <a:gs pos="57143">
                  <a:srgbClr val="757676">
                    <a:alpha val="9855"/>
                  </a:srgbClr>
                </a:gs>
                <a:gs pos="71429">
                  <a:srgbClr val="757676">
                    <a:alpha val="4740"/>
                  </a:srgbClr>
                </a:gs>
                <a:gs pos="85714">
                  <a:srgbClr val="757676">
                    <a:alpha val="1902"/>
                  </a:srgbClr>
                </a:gs>
                <a:gs pos="100000">
                  <a:srgbClr val="7576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-9345477">
              <a:off x="1781481" y="874093"/>
              <a:ext cx="629540" cy="402473"/>
            </a:xfrm>
            <a:prstGeom prst="ellipse">
              <a:avLst/>
            </a:prstGeom>
            <a:gradFill>
              <a:gsLst>
                <a:gs pos="0">
                  <a:srgbClr val="858686">
                    <a:alpha val="18648"/>
                  </a:srgbClr>
                </a:gs>
                <a:gs pos="14286">
                  <a:srgbClr val="858686">
                    <a:alpha val="17278"/>
                  </a:srgbClr>
                </a:gs>
                <a:gs pos="28571">
                  <a:srgbClr val="858686">
                    <a:alpha val="13695"/>
                  </a:srgbClr>
                </a:gs>
                <a:gs pos="42857">
                  <a:srgbClr val="858686">
                    <a:alpha val="9209"/>
                  </a:srgbClr>
                </a:gs>
                <a:gs pos="57143">
                  <a:srgbClr val="858686">
                    <a:alpha val="5212"/>
                  </a:srgbClr>
                </a:gs>
                <a:gs pos="71429">
                  <a:srgbClr val="858686">
                    <a:alpha val="2475"/>
                  </a:srgbClr>
                </a:gs>
                <a:gs pos="85714">
                  <a:srgbClr val="858686">
                    <a:alpha val="986"/>
                  </a:srgbClr>
                </a:gs>
                <a:gs pos="100000">
                  <a:srgbClr val="858686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3525081">
              <a:off x="1669327" y="960562"/>
              <a:ext cx="687604" cy="389897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3294475">
              <a:off x="1330761" y="980342"/>
              <a:ext cx="613444" cy="451130"/>
            </a:xfrm>
            <a:prstGeom prst="ellipse">
              <a:avLst/>
            </a:prstGeom>
            <a:gradFill>
              <a:gsLst>
                <a:gs pos="0">
                  <a:srgbClr val="101514">
                    <a:alpha val="24162"/>
                  </a:srgbClr>
                </a:gs>
                <a:gs pos="14286">
                  <a:srgbClr val="101514">
                    <a:alpha val="22446"/>
                  </a:srgbClr>
                </a:gs>
                <a:gs pos="28571">
                  <a:srgbClr val="101514">
                    <a:alpha val="17911"/>
                  </a:srgbClr>
                </a:gs>
                <a:gs pos="42857">
                  <a:srgbClr val="101514">
                    <a:alpha val="12143"/>
                  </a:srgbClr>
                </a:gs>
                <a:gs pos="57143">
                  <a:srgbClr val="101514">
                    <a:alpha val="6922"/>
                  </a:srgbClr>
                </a:gs>
                <a:gs pos="71429">
                  <a:srgbClr val="101514">
                    <a:alpha val="3302"/>
                  </a:srgbClr>
                </a:gs>
                <a:gs pos="85714">
                  <a:srgbClr val="101514">
                    <a:alpha val="1319"/>
                  </a:srgbClr>
                </a:gs>
                <a:gs pos="100000">
                  <a:srgbClr val="101514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4282056">
              <a:off x="1186019" y="1016494"/>
              <a:ext cx="884821" cy="318237"/>
            </a:xfrm>
            <a:prstGeom prst="ellipse">
              <a:avLst/>
            </a:prstGeom>
            <a:gradFill>
              <a:gsLst>
                <a:gs pos="0">
                  <a:srgbClr val="767776">
                    <a:alpha val="32968"/>
                  </a:srgbClr>
                </a:gs>
                <a:gs pos="14286">
                  <a:srgbClr val="767776">
                    <a:alpha val="30764"/>
                  </a:srgbClr>
                </a:gs>
                <a:gs pos="28571">
                  <a:srgbClr val="767776">
                    <a:alpha val="24833"/>
                  </a:srgbClr>
                </a:gs>
                <a:gs pos="42857">
                  <a:srgbClr val="767776">
                    <a:alpha val="17075"/>
                  </a:srgbClr>
                </a:gs>
                <a:gs pos="57143">
                  <a:srgbClr val="767776">
                    <a:alpha val="9855"/>
                  </a:srgbClr>
                </a:gs>
                <a:gs pos="71429">
                  <a:srgbClr val="767776">
                    <a:alpha val="4740"/>
                  </a:srgbClr>
                </a:gs>
                <a:gs pos="85714">
                  <a:srgbClr val="767776">
                    <a:alpha val="1902"/>
                  </a:srgbClr>
                </a:gs>
                <a:gs pos="100000">
                  <a:srgbClr val="7677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3323735">
              <a:off x="969690" y="862376"/>
              <a:ext cx="765227" cy="347199"/>
            </a:xfrm>
            <a:prstGeom prst="ellipse">
              <a:avLst/>
            </a:prstGeom>
            <a:gradFill>
              <a:gsLst>
                <a:gs pos="0">
                  <a:srgbClr val="010805">
                    <a:alpha val="4762"/>
                  </a:srgbClr>
                </a:gs>
                <a:gs pos="14286">
                  <a:srgbClr val="010805">
                    <a:alpha val="4385"/>
                  </a:srgbClr>
                </a:gs>
                <a:gs pos="28571">
                  <a:srgbClr val="010805">
                    <a:alpha val="3422"/>
                  </a:srgbClr>
                </a:gs>
                <a:gs pos="42857">
                  <a:srgbClr val="010805">
                    <a:alpha val="2258"/>
                  </a:srgbClr>
                </a:gs>
                <a:gs pos="57143">
                  <a:srgbClr val="010805">
                    <a:alpha val="1258"/>
                  </a:srgbClr>
                </a:gs>
                <a:gs pos="71429">
                  <a:srgbClr val="010805">
                    <a:alpha val="591"/>
                  </a:srgbClr>
                </a:gs>
                <a:gs pos="85714">
                  <a:srgbClr val="010805">
                    <a:alpha val="234"/>
                  </a:srgbClr>
                </a:gs>
                <a:gs pos="100000">
                  <a:srgbClr val="010805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-10108972">
              <a:off x="352265" y="966113"/>
              <a:ext cx="660142" cy="406651"/>
            </a:xfrm>
            <a:prstGeom prst="ellipse">
              <a:avLst/>
            </a:prstGeom>
            <a:gradFill>
              <a:gsLst>
                <a:gs pos="0">
                  <a:srgbClr val="838383">
                    <a:alpha val="25186"/>
                  </a:srgbClr>
                </a:gs>
                <a:gs pos="14286">
                  <a:srgbClr val="838383">
                    <a:alpha val="23409"/>
                  </a:srgbClr>
                </a:gs>
                <a:gs pos="28571">
                  <a:srgbClr val="838383">
                    <a:alpha val="18704"/>
                  </a:srgbClr>
                </a:gs>
                <a:gs pos="42857">
                  <a:srgbClr val="838383">
                    <a:alpha val="12700"/>
                  </a:srgbClr>
                </a:gs>
                <a:gs pos="57143">
                  <a:srgbClr val="838383">
                    <a:alpha val="7250"/>
                  </a:srgbClr>
                </a:gs>
                <a:gs pos="71429">
                  <a:srgbClr val="838383">
                    <a:alpha val="3462"/>
                  </a:srgbClr>
                </a:gs>
                <a:gs pos="85714">
                  <a:srgbClr val="838383">
                    <a:alpha val="1383"/>
                  </a:srgbClr>
                </a:gs>
                <a:gs pos="100000">
                  <a:srgbClr val="838383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-9685579">
              <a:off x="303439" y="962609"/>
              <a:ext cx="576407" cy="321029"/>
            </a:xfrm>
            <a:prstGeom prst="ellipse">
              <a:avLst/>
            </a:prstGeom>
            <a:gradFill>
              <a:gsLst>
                <a:gs pos="0">
                  <a:srgbClr val="6F6F6F">
                    <a:alpha val="26933"/>
                  </a:srgbClr>
                </a:gs>
                <a:gs pos="14286">
                  <a:srgbClr val="6F6F6F">
                    <a:alpha val="25055"/>
                  </a:srgbClr>
                </a:gs>
                <a:gs pos="28571">
                  <a:srgbClr val="6F6F6F">
                    <a:alpha val="20064"/>
                  </a:srgbClr>
                </a:gs>
                <a:gs pos="42857">
                  <a:srgbClr val="6F6F6F">
                    <a:alpha val="13661"/>
                  </a:srgbClr>
                </a:gs>
                <a:gs pos="57143">
                  <a:srgbClr val="6F6F6F">
                    <a:alpha val="7817"/>
                  </a:srgbClr>
                </a:gs>
                <a:gs pos="71429">
                  <a:srgbClr val="6F6F6F">
                    <a:alpha val="3738"/>
                  </a:srgbClr>
                </a:gs>
                <a:gs pos="85714">
                  <a:srgbClr val="6F6F6F">
                    <a:alpha val="1495"/>
                  </a:srgbClr>
                </a:gs>
                <a:gs pos="100000">
                  <a:srgbClr val="6F6F6F">
                    <a:alpha val="5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-8737356">
              <a:off x="-21307" y="913883"/>
              <a:ext cx="571531" cy="414650"/>
            </a:xfrm>
            <a:prstGeom prst="ellipse">
              <a:avLst/>
            </a:prstGeom>
            <a:gradFill>
              <a:gsLst>
                <a:gs pos="0">
                  <a:srgbClr val="A5A4A4">
                    <a:alpha val="3782"/>
                  </a:srgbClr>
                </a:gs>
                <a:gs pos="14286">
                  <a:srgbClr val="A5A4A4">
                    <a:alpha val="3482"/>
                  </a:srgbClr>
                </a:gs>
                <a:gs pos="28571">
                  <a:srgbClr val="A5A4A4">
                    <a:alpha val="2714"/>
                  </a:srgbClr>
                </a:gs>
                <a:gs pos="42857">
                  <a:srgbClr val="A5A4A4">
                    <a:alpha val="1789"/>
                  </a:srgbClr>
                </a:gs>
                <a:gs pos="57143">
                  <a:srgbClr val="A5A4A4">
                    <a:alpha val="995"/>
                  </a:srgbClr>
                </a:gs>
                <a:gs pos="71429">
                  <a:srgbClr val="A5A4A4">
                    <a:alpha val="467"/>
                  </a:srgbClr>
                </a:gs>
                <a:gs pos="85714">
                  <a:srgbClr val="A5A4A4">
                    <a:alpha val="185"/>
                  </a:srgbClr>
                </a:gs>
                <a:gs pos="100000">
                  <a:srgbClr val="A5A4A4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10404177">
              <a:off x="-237084" y="831282"/>
              <a:ext cx="700033" cy="540137"/>
            </a:xfrm>
            <a:prstGeom prst="ellipse">
              <a:avLst/>
            </a:prstGeom>
            <a:gradFill>
              <a:gsLst>
                <a:gs pos="0">
                  <a:srgbClr val="000508">
                    <a:alpha val="2758"/>
                  </a:srgbClr>
                </a:gs>
                <a:gs pos="14286">
                  <a:srgbClr val="000508">
                    <a:alpha val="2538"/>
                  </a:srgbClr>
                </a:gs>
                <a:gs pos="28571">
                  <a:srgbClr val="000508">
                    <a:alpha val="1976"/>
                  </a:srgbClr>
                </a:gs>
                <a:gs pos="42857">
                  <a:srgbClr val="000508">
                    <a:alpha val="1301"/>
                  </a:srgbClr>
                </a:gs>
                <a:gs pos="57143">
                  <a:srgbClr val="000508">
                    <a:alpha val="723"/>
                  </a:srgbClr>
                </a:gs>
                <a:gs pos="71429">
                  <a:srgbClr val="000508">
                    <a:alpha val="339"/>
                  </a:srgbClr>
                </a:gs>
                <a:gs pos="85714">
                  <a:srgbClr val="000508">
                    <a:alpha val="134"/>
                  </a:srgbClr>
                </a:gs>
                <a:gs pos="100000">
                  <a:srgbClr val="000508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4623821">
              <a:off x="3282664" y="674206"/>
              <a:ext cx="706863" cy="541862"/>
            </a:xfrm>
            <a:prstGeom prst="ellipse">
              <a:avLst/>
            </a:prstGeom>
            <a:gradFill>
              <a:gsLst>
                <a:gs pos="0">
                  <a:srgbClr val="9FA09F">
                    <a:alpha val="9563"/>
                  </a:srgbClr>
                </a:gs>
                <a:gs pos="14286">
                  <a:srgbClr val="9FA09F">
                    <a:alpha val="8824"/>
                  </a:srgbClr>
                </a:gs>
                <a:gs pos="28571">
                  <a:srgbClr val="9FA09F">
                    <a:alpha val="6922"/>
                  </a:srgbClr>
                </a:gs>
                <a:gs pos="42857">
                  <a:srgbClr val="9FA09F">
                    <a:alpha val="4596"/>
                  </a:srgbClr>
                </a:gs>
                <a:gs pos="57143">
                  <a:srgbClr val="9FA09F">
                    <a:alpha val="2573"/>
                  </a:srgbClr>
                </a:gs>
                <a:gs pos="71429">
                  <a:srgbClr val="9FA09F">
                    <a:alpha val="1213"/>
                  </a:srgbClr>
                </a:gs>
                <a:gs pos="85714">
                  <a:srgbClr val="9FA09F">
                    <a:alpha val="481"/>
                  </a:srgbClr>
                </a:gs>
                <a:gs pos="100000">
                  <a:srgbClr val="9FA09F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-8320849">
              <a:off x="3062171" y="715986"/>
              <a:ext cx="618695" cy="508452"/>
            </a:xfrm>
            <a:prstGeom prst="ellipse">
              <a:avLst/>
            </a:prstGeom>
            <a:gradFill>
              <a:gsLst>
                <a:gs pos="0">
                  <a:srgbClr val="8F8F90">
                    <a:alpha val="4418"/>
                  </a:srgbClr>
                </a:gs>
                <a:gs pos="14286">
                  <a:srgbClr val="8F8F90">
                    <a:alpha val="4068"/>
                  </a:srgbClr>
                </a:gs>
                <a:gs pos="28571">
                  <a:srgbClr val="8F8F90">
                    <a:alpha val="3173"/>
                  </a:srgbClr>
                </a:gs>
                <a:gs pos="42857">
                  <a:srgbClr val="8F8F90">
                    <a:alpha val="2093"/>
                  </a:srgbClr>
                </a:gs>
                <a:gs pos="57143">
                  <a:srgbClr val="8F8F90">
                    <a:alpha val="1165"/>
                  </a:srgbClr>
                </a:gs>
                <a:gs pos="71429">
                  <a:srgbClr val="8F8F90">
                    <a:alpha val="547"/>
                  </a:srgbClr>
                </a:gs>
                <a:gs pos="85714">
                  <a:srgbClr val="8F8F90">
                    <a:alpha val="217"/>
                  </a:srgbClr>
                </a:gs>
                <a:gs pos="100000">
                  <a:srgbClr val="8F8F90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7050904">
              <a:off x="2911616" y="731353"/>
              <a:ext cx="586265" cy="506949"/>
            </a:xfrm>
            <a:prstGeom prst="ellipse">
              <a:avLst/>
            </a:prstGeom>
            <a:gradFill>
              <a:gsLst>
                <a:gs pos="0">
                  <a:srgbClr val="474847">
                    <a:alpha val="3002"/>
                  </a:srgbClr>
                </a:gs>
                <a:gs pos="14286">
                  <a:srgbClr val="474847">
                    <a:alpha val="2763"/>
                  </a:srgbClr>
                </a:gs>
                <a:gs pos="28571">
                  <a:srgbClr val="474847">
                    <a:alpha val="2152"/>
                  </a:srgbClr>
                </a:gs>
                <a:gs pos="42857">
                  <a:srgbClr val="474847">
                    <a:alpha val="1417"/>
                  </a:srgbClr>
                </a:gs>
                <a:gs pos="57143">
                  <a:srgbClr val="474847">
                    <a:alpha val="788"/>
                  </a:srgbClr>
                </a:gs>
                <a:gs pos="71429">
                  <a:srgbClr val="474847">
                    <a:alpha val="369"/>
                  </a:srgbClr>
                </a:gs>
                <a:gs pos="85714">
                  <a:srgbClr val="474847">
                    <a:alpha val="146"/>
                  </a:srgbClr>
                </a:gs>
                <a:gs pos="100000">
                  <a:srgbClr val="474847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3086168">
              <a:off x="2574147" y="643628"/>
              <a:ext cx="673575" cy="448811"/>
            </a:xfrm>
            <a:prstGeom prst="ellipse">
              <a:avLst/>
            </a:prstGeom>
            <a:gradFill>
              <a:gsLst>
                <a:gs pos="0">
                  <a:srgbClr val="919091">
                    <a:alpha val="7700"/>
                  </a:srgbClr>
                </a:gs>
                <a:gs pos="14286">
                  <a:srgbClr val="919091">
                    <a:alpha val="7100"/>
                  </a:srgbClr>
                </a:gs>
                <a:gs pos="28571">
                  <a:srgbClr val="919091">
                    <a:alpha val="5557"/>
                  </a:srgbClr>
                </a:gs>
                <a:gs pos="42857">
                  <a:srgbClr val="919091">
                    <a:alpha val="3681"/>
                  </a:srgbClr>
                </a:gs>
                <a:gs pos="57143">
                  <a:srgbClr val="919091">
                    <a:alpha val="2057"/>
                  </a:srgbClr>
                </a:gs>
                <a:gs pos="71429">
                  <a:srgbClr val="919091">
                    <a:alpha val="968"/>
                  </a:srgbClr>
                </a:gs>
                <a:gs pos="85714">
                  <a:srgbClr val="919091">
                    <a:alpha val="384"/>
                  </a:srgbClr>
                </a:gs>
                <a:gs pos="100000">
                  <a:srgbClr val="919091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4068746">
              <a:off x="2274194" y="675291"/>
              <a:ext cx="622844" cy="440442"/>
            </a:xfrm>
            <a:prstGeom prst="ellipse">
              <a:avLst/>
            </a:prstGeom>
            <a:gradFill>
              <a:gsLst>
                <a:gs pos="0">
                  <a:srgbClr val="000000">
                    <a:alpha val="31425"/>
                  </a:srgbClr>
                </a:gs>
                <a:gs pos="14286">
                  <a:srgbClr val="000000">
                    <a:alpha val="29300"/>
                  </a:srgbClr>
                </a:gs>
                <a:gs pos="28571">
                  <a:srgbClr val="000000">
                    <a:alpha val="23602"/>
                  </a:srgbClr>
                </a:gs>
                <a:gs pos="42857">
                  <a:srgbClr val="000000">
                    <a:alpha val="16187"/>
                  </a:srgbClr>
                </a:gs>
                <a:gs pos="57143">
                  <a:srgbClr val="000000">
                    <a:alpha val="9321"/>
                  </a:srgbClr>
                </a:gs>
                <a:gs pos="71429">
                  <a:srgbClr val="000000">
                    <a:alpha val="4477"/>
                  </a:srgbClr>
                </a:gs>
                <a:gs pos="85714">
                  <a:srgbClr val="000000">
                    <a:alpha val="1795"/>
                  </a:srgbClr>
                </a:gs>
                <a:gs pos="100000">
                  <a:srgbClr val="000000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6857961">
              <a:off x="1988071" y="657409"/>
              <a:ext cx="624726" cy="609651"/>
            </a:xfrm>
            <a:prstGeom prst="ellipse">
              <a:avLst/>
            </a:prstGeom>
            <a:gradFill>
              <a:gsLst>
                <a:gs pos="0">
                  <a:srgbClr val="000000">
                    <a:alpha val="7858"/>
                  </a:srgbClr>
                </a:gs>
                <a:gs pos="14286">
                  <a:srgbClr val="000000">
                    <a:alpha val="7246"/>
                  </a:srgbClr>
                </a:gs>
                <a:gs pos="28571">
                  <a:srgbClr val="000000">
                    <a:alpha val="5673"/>
                  </a:srgbClr>
                </a:gs>
                <a:gs pos="42857">
                  <a:srgbClr val="000000">
                    <a:alpha val="3758"/>
                  </a:srgbClr>
                </a:gs>
                <a:gs pos="57143">
                  <a:srgbClr val="000000">
                    <a:alpha val="2100"/>
                  </a:srgbClr>
                </a:gs>
                <a:gs pos="71429">
                  <a:srgbClr val="000000">
                    <a:alpha val="989"/>
                  </a:srgbClr>
                </a:gs>
                <a:gs pos="85714">
                  <a:srgbClr val="000000">
                    <a:alpha val="392"/>
                  </a:srgbClr>
                </a:gs>
                <a:gs pos="100000">
                  <a:srgbClr val="000000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2892730">
              <a:off x="1582818" y="771639"/>
              <a:ext cx="767171" cy="349029"/>
            </a:xfrm>
            <a:prstGeom prst="ellipse">
              <a:avLst/>
            </a:prstGeom>
            <a:gradFill>
              <a:gsLst>
                <a:gs pos="0">
                  <a:srgbClr val="787877">
                    <a:alpha val="32881"/>
                  </a:srgbClr>
                </a:gs>
                <a:gs pos="14286">
                  <a:srgbClr val="787877">
                    <a:alpha val="30681"/>
                  </a:srgbClr>
                </a:gs>
                <a:gs pos="28571">
                  <a:srgbClr val="787877">
                    <a:alpha val="24764"/>
                  </a:srgbClr>
                </a:gs>
                <a:gs pos="42857">
                  <a:srgbClr val="787877">
                    <a:alpha val="17025"/>
                  </a:srgbClr>
                </a:gs>
                <a:gs pos="57143">
                  <a:srgbClr val="787877">
                    <a:alpha val="9825"/>
                  </a:srgbClr>
                </a:gs>
                <a:gs pos="71429">
                  <a:srgbClr val="787877">
                    <a:alpha val="4725"/>
                  </a:srgbClr>
                </a:gs>
                <a:gs pos="85714">
                  <a:srgbClr val="787877">
                    <a:alpha val="1896"/>
                  </a:srgbClr>
                </a:gs>
                <a:gs pos="100000">
                  <a:srgbClr val="787877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9501570">
              <a:off x="1365139" y="696380"/>
              <a:ext cx="718843" cy="479615"/>
            </a:xfrm>
            <a:prstGeom prst="ellipse">
              <a:avLst/>
            </a:prstGeom>
            <a:gradFill>
              <a:gsLst>
                <a:gs pos="0">
                  <a:srgbClr val="737272">
                    <a:alpha val="32899"/>
                  </a:srgbClr>
                </a:gs>
                <a:gs pos="14286">
                  <a:srgbClr val="737272">
                    <a:alpha val="30699"/>
                  </a:srgbClr>
                </a:gs>
                <a:gs pos="28571">
                  <a:srgbClr val="737272">
                    <a:alpha val="24778"/>
                  </a:srgbClr>
                </a:gs>
                <a:gs pos="42857">
                  <a:srgbClr val="737272">
                    <a:alpha val="17036"/>
                  </a:srgbClr>
                </a:gs>
                <a:gs pos="57143">
                  <a:srgbClr val="737272">
                    <a:alpha val="9831"/>
                  </a:srgbClr>
                </a:gs>
                <a:gs pos="71429">
                  <a:srgbClr val="737272">
                    <a:alpha val="4729"/>
                  </a:srgbClr>
                </a:gs>
                <a:gs pos="85714">
                  <a:srgbClr val="737272">
                    <a:alpha val="1897"/>
                  </a:srgbClr>
                </a:gs>
                <a:gs pos="100000">
                  <a:srgbClr val="737272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4420335">
              <a:off x="1062982" y="549196"/>
              <a:ext cx="644596" cy="634268"/>
            </a:xfrm>
            <a:prstGeom prst="ellipse">
              <a:avLst/>
            </a:prstGeom>
            <a:gradFill>
              <a:gsLst>
                <a:gs pos="0">
                  <a:srgbClr val="313536">
                    <a:alpha val="3693"/>
                  </a:srgbClr>
                </a:gs>
                <a:gs pos="14286">
                  <a:srgbClr val="313536">
                    <a:alpha val="3400"/>
                  </a:srgbClr>
                </a:gs>
                <a:gs pos="28571">
                  <a:srgbClr val="313536">
                    <a:alpha val="2650"/>
                  </a:srgbClr>
                </a:gs>
                <a:gs pos="42857">
                  <a:srgbClr val="313536">
                    <a:alpha val="1746"/>
                  </a:srgbClr>
                </a:gs>
                <a:gs pos="57143">
                  <a:srgbClr val="313536">
                    <a:alpha val="971"/>
                  </a:srgbClr>
                </a:gs>
                <a:gs pos="71429">
                  <a:srgbClr val="313536">
                    <a:alpha val="456"/>
                  </a:srgbClr>
                </a:gs>
                <a:gs pos="85714">
                  <a:srgbClr val="313536">
                    <a:alpha val="181"/>
                  </a:srgbClr>
                </a:gs>
                <a:gs pos="100000">
                  <a:srgbClr val="313536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7331732">
              <a:off x="780439" y="660745"/>
              <a:ext cx="585980" cy="575788"/>
            </a:xfrm>
            <a:prstGeom prst="ellipse">
              <a:avLst/>
            </a:prstGeom>
            <a:gradFill>
              <a:gsLst>
                <a:gs pos="0">
                  <a:srgbClr val="636564">
                    <a:alpha val="6032"/>
                  </a:srgbClr>
                </a:gs>
                <a:gs pos="14286">
                  <a:srgbClr val="636564">
                    <a:alpha val="5558"/>
                  </a:srgbClr>
                </a:gs>
                <a:gs pos="28571">
                  <a:srgbClr val="636564">
                    <a:alpha val="4343"/>
                  </a:srgbClr>
                </a:gs>
                <a:gs pos="42857">
                  <a:srgbClr val="636564">
                    <a:alpha val="2870"/>
                  </a:srgbClr>
                </a:gs>
                <a:gs pos="57143">
                  <a:srgbClr val="636564">
                    <a:alpha val="1601"/>
                  </a:srgbClr>
                </a:gs>
                <a:gs pos="71429">
                  <a:srgbClr val="636564">
                    <a:alpha val="752"/>
                  </a:srgbClr>
                </a:gs>
                <a:gs pos="85714">
                  <a:srgbClr val="636564">
                    <a:alpha val="298"/>
                  </a:srgbClr>
                </a:gs>
                <a:gs pos="100000">
                  <a:srgbClr val="636564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10055489">
              <a:off x="522550" y="677031"/>
              <a:ext cx="663113" cy="528051"/>
            </a:xfrm>
            <a:prstGeom prst="ellipse">
              <a:avLst/>
            </a:prstGeom>
            <a:gradFill>
              <a:gsLst>
                <a:gs pos="0">
                  <a:srgbClr val="979797">
                    <a:alpha val="6245"/>
                  </a:srgbClr>
                </a:gs>
                <a:gs pos="14286">
                  <a:srgbClr val="979797">
                    <a:alpha val="5755"/>
                  </a:srgbClr>
                </a:gs>
                <a:gs pos="28571">
                  <a:srgbClr val="979797">
                    <a:alpha val="4498"/>
                  </a:srgbClr>
                </a:gs>
                <a:gs pos="42857">
                  <a:srgbClr val="979797">
                    <a:alpha val="2973"/>
                  </a:srgbClr>
                </a:gs>
                <a:gs pos="57143">
                  <a:srgbClr val="979797">
                    <a:alpha val="1659"/>
                  </a:srgbClr>
                </a:gs>
                <a:gs pos="71429">
                  <a:srgbClr val="979797">
                    <a:alpha val="780"/>
                  </a:srgbClr>
                </a:gs>
                <a:gs pos="85714">
                  <a:srgbClr val="979797">
                    <a:alpha val="309"/>
                  </a:srgbClr>
                </a:gs>
                <a:gs pos="100000">
                  <a:srgbClr val="979797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-8909094">
              <a:off x="305897" y="628006"/>
              <a:ext cx="689194" cy="539193"/>
            </a:xfrm>
            <a:prstGeom prst="ellipse">
              <a:avLst/>
            </a:prstGeom>
            <a:gradFill>
              <a:gsLst>
                <a:gs pos="0">
                  <a:srgbClr val="BEBFBF">
                    <a:alpha val="1761"/>
                  </a:srgbClr>
                </a:gs>
                <a:gs pos="14286">
                  <a:srgbClr val="BEBFBF">
                    <a:alpha val="1620"/>
                  </a:srgbClr>
                </a:gs>
                <a:gs pos="28571">
                  <a:srgbClr val="BEBFBF">
                    <a:alpha val="1260"/>
                  </a:srgbClr>
                </a:gs>
                <a:gs pos="42857">
                  <a:srgbClr val="BEBFBF">
                    <a:alpha val="828"/>
                  </a:srgbClr>
                </a:gs>
                <a:gs pos="57143">
                  <a:srgbClr val="BEBFBF">
                    <a:alpha val="460"/>
                  </a:srgbClr>
                </a:gs>
                <a:gs pos="71429">
                  <a:srgbClr val="BEBFBF">
                    <a:alpha val="215"/>
                  </a:srgbClr>
                </a:gs>
                <a:gs pos="85714">
                  <a:srgbClr val="BEBFBF">
                    <a:alpha val="85"/>
                  </a:srgbClr>
                </a:gs>
                <a:gs pos="100000">
                  <a:srgbClr val="BEBFBF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4838880">
              <a:off x="118799" y="708681"/>
              <a:ext cx="740204" cy="504918"/>
            </a:xfrm>
            <a:prstGeom prst="ellipse">
              <a:avLst/>
            </a:prstGeom>
            <a:gradFill>
              <a:gsLst>
                <a:gs pos="0">
                  <a:srgbClr val="838484">
                    <a:alpha val="5670"/>
                  </a:srgbClr>
                </a:gs>
                <a:gs pos="14286">
                  <a:srgbClr val="838484">
                    <a:alpha val="5223"/>
                  </a:srgbClr>
                </a:gs>
                <a:gs pos="28571">
                  <a:srgbClr val="838484">
                    <a:alpha val="4080"/>
                  </a:srgbClr>
                </a:gs>
                <a:gs pos="42857">
                  <a:srgbClr val="838484">
                    <a:alpha val="2695"/>
                  </a:srgbClr>
                </a:gs>
                <a:gs pos="57143">
                  <a:srgbClr val="838484">
                    <a:alpha val="1503"/>
                  </a:srgbClr>
                </a:gs>
                <a:gs pos="71429">
                  <a:srgbClr val="838484">
                    <a:alpha val="706"/>
                  </a:srgbClr>
                </a:gs>
                <a:gs pos="85714">
                  <a:srgbClr val="838484">
                    <a:alpha val="280"/>
                  </a:srgbClr>
                </a:gs>
                <a:gs pos="100000">
                  <a:srgbClr val="838484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5062262">
              <a:off x="-87089" y="595208"/>
              <a:ext cx="707111" cy="655805"/>
            </a:xfrm>
            <a:prstGeom prst="ellipse">
              <a:avLst/>
            </a:prstGeom>
            <a:gradFill>
              <a:gsLst>
                <a:gs pos="0">
                  <a:srgbClr val="8F9090">
                    <a:alpha val="3762"/>
                  </a:srgbClr>
                </a:gs>
                <a:gs pos="14286">
                  <a:srgbClr val="8F9090">
                    <a:alpha val="3463"/>
                  </a:srgbClr>
                </a:gs>
                <a:gs pos="28571">
                  <a:srgbClr val="8F9090">
                    <a:alpha val="2699"/>
                  </a:srgbClr>
                </a:gs>
                <a:gs pos="42857">
                  <a:srgbClr val="8F9090">
                    <a:alpha val="1779"/>
                  </a:srgbClr>
                </a:gs>
                <a:gs pos="57143">
                  <a:srgbClr val="8F9090">
                    <a:alpha val="990"/>
                  </a:srgbClr>
                </a:gs>
                <a:gs pos="71429">
                  <a:srgbClr val="8F9090">
                    <a:alpha val="464"/>
                  </a:srgbClr>
                </a:gs>
                <a:gs pos="85714">
                  <a:srgbClr val="8F9090">
                    <a:alpha val="184"/>
                  </a:srgbClr>
                </a:gs>
                <a:gs pos="100000">
                  <a:srgbClr val="8F9090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-10037767">
              <a:off x="-253995" y="769088"/>
              <a:ext cx="632792" cy="458090"/>
            </a:xfrm>
            <a:prstGeom prst="ellipse">
              <a:avLst/>
            </a:prstGeom>
            <a:gradFill>
              <a:gsLst>
                <a:gs pos="0">
                  <a:srgbClr val="999A99">
                    <a:alpha val="5716"/>
                  </a:srgbClr>
                </a:gs>
                <a:gs pos="14286">
                  <a:srgbClr val="999A99">
                    <a:alpha val="5266"/>
                  </a:srgbClr>
                </a:gs>
                <a:gs pos="28571">
                  <a:srgbClr val="999A99">
                    <a:alpha val="4113"/>
                  </a:srgbClr>
                </a:gs>
                <a:gs pos="42857">
                  <a:srgbClr val="999A99">
                    <a:alpha val="2717"/>
                  </a:srgbClr>
                </a:gs>
                <a:gs pos="57143">
                  <a:srgbClr val="999A99">
                    <a:alpha val="1515"/>
                  </a:srgbClr>
                </a:gs>
                <a:gs pos="71429">
                  <a:srgbClr val="999A99">
                    <a:alpha val="712"/>
                  </a:srgbClr>
                </a:gs>
                <a:gs pos="85714">
                  <a:srgbClr val="999A99">
                    <a:alpha val="282"/>
                  </a:srgbClr>
                </a:gs>
                <a:gs pos="100000">
                  <a:srgbClr val="999A99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9979286">
              <a:off x="3224230" y="370181"/>
              <a:ext cx="743970" cy="641331"/>
            </a:xfrm>
            <a:prstGeom prst="ellipse">
              <a:avLst/>
            </a:prstGeom>
            <a:gradFill>
              <a:gsLst>
                <a:gs pos="0">
                  <a:srgbClr val="AEAFAF">
                    <a:alpha val="3808"/>
                  </a:srgbClr>
                </a:gs>
                <a:gs pos="14286">
                  <a:srgbClr val="AEAFAF">
                    <a:alpha val="3505"/>
                  </a:srgbClr>
                </a:gs>
                <a:gs pos="28571">
                  <a:srgbClr val="AEAFAF">
                    <a:alpha val="2732"/>
                  </a:srgbClr>
                </a:gs>
                <a:gs pos="42857">
                  <a:srgbClr val="AEAFAF">
                    <a:alpha val="1801"/>
                  </a:srgbClr>
                </a:gs>
                <a:gs pos="57143">
                  <a:srgbClr val="AEAFAF">
                    <a:alpha val="1002"/>
                  </a:srgbClr>
                </a:gs>
                <a:gs pos="71429">
                  <a:srgbClr val="AEAFAF">
                    <a:alpha val="470"/>
                  </a:srgbClr>
                </a:gs>
                <a:gs pos="85714">
                  <a:srgbClr val="AEAFAF">
                    <a:alpha val="186"/>
                  </a:srgbClr>
                </a:gs>
                <a:gs pos="100000">
                  <a:srgbClr val="AEAFAF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10017378">
              <a:off x="3022137" y="412770"/>
              <a:ext cx="708257" cy="603609"/>
            </a:xfrm>
            <a:prstGeom prst="ellipse">
              <a:avLst/>
            </a:prstGeom>
            <a:gradFill>
              <a:gsLst>
                <a:gs pos="0">
                  <a:srgbClr val="A7A7A7">
                    <a:alpha val="5632"/>
                  </a:srgbClr>
                </a:gs>
                <a:gs pos="14286">
                  <a:srgbClr val="A7A7A7">
                    <a:alpha val="5188"/>
                  </a:srgbClr>
                </a:gs>
                <a:gs pos="28571">
                  <a:srgbClr val="A7A7A7">
                    <a:alpha val="4052"/>
                  </a:srgbClr>
                </a:gs>
                <a:gs pos="42857">
                  <a:srgbClr val="A7A7A7">
                    <a:alpha val="2677"/>
                  </a:srgbClr>
                </a:gs>
                <a:gs pos="57143">
                  <a:srgbClr val="A7A7A7">
                    <a:alpha val="1492"/>
                  </a:srgbClr>
                </a:gs>
                <a:gs pos="71429">
                  <a:srgbClr val="A7A7A7">
                    <a:alpha val="701"/>
                  </a:srgbClr>
                </a:gs>
                <a:gs pos="85714">
                  <a:srgbClr val="A7A7A7">
                    <a:alpha val="278"/>
                  </a:srgbClr>
                </a:gs>
                <a:gs pos="100000">
                  <a:srgbClr val="A7A7A7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9067829">
              <a:off x="2992610" y="527603"/>
              <a:ext cx="569290" cy="386937"/>
            </a:xfrm>
            <a:prstGeom prst="ellipse">
              <a:avLst/>
            </a:prstGeom>
            <a:gradFill>
              <a:gsLst>
                <a:gs pos="0">
                  <a:srgbClr val="737273">
                    <a:alpha val="27385"/>
                  </a:srgbClr>
                </a:gs>
                <a:gs pos="14286">
                  <a:srgbClr val="737273">
                    <a:alpha val="25481"/>
                  </a:srgbClr>
                </a:gs>
                <a:gs pos="28571">
                  <a:srgbClr val="737273">
                    <a:alpha val="20417"/>
                  </a:srgbClr>
                </a:gs>
                <a:gs pos="42857">
                  <a:srgbClr val="737273">
                    <a:alpha val="13911"/>
                  </a:srgbClr>
                </a:gs>
                <a:gs pos="57143">
                  <a:srgbClr val="737273">
                    <a:alpha val="7965"/>
                  </a:srgbClr>
                </a:gs>
                <a:gs pos="71429">
                  <a:srgbClr val="737273">
                    <a:alpha val="3811"/>
                  </a:srgbClr>
                </a:gs>
                <a:gs pos="85714">
                  <a:srgbClr val="737273">
                    <a:alpha val="1525"/>
                  </a:srgbClr>
                </a:gs>
                <a:gs pos="100000">
                  <a:srgbClr val="737273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4343066">
              <a:off x="2613070" y="486640"/>
              <a:ext cx="676634" cy="522638"/>
            </a:xfrm>
            <a:prstGeom prst="ellipse">
              <a:avLst/>
            </a:prstGeom>
            <a:gradFill>
              <a:gsLst>
                <a:gs pos="0">
                  <a:srgbClr val="787777">
                    <a:alpha val="32968"/>
                  </a:srgbClr>
                </a:gs>
                <a:gs pos="14286">
                  <a:srgbClr val="787777">
                    <a:alpha val="30764"/>
                  </a:srgbClr>
                </a:gs>
                <a:gs pos="28571">
                  <a:srgbClr val="787777">
                    <a:alpha val="24833"/>
                  </a:srgbClr>
                </a:gs>
                <a:gs pos="42857">
                  <a:srgbClr val="787777">
                    <a:alpha val="17075"/>
                  </a:srgbClr>
                </a:gs>
                <a:gs pos="57143">
                  <a:srgbClr val="787777">
                    <a:alpha val="9855"/>
                  </a:srgbClr>
                </a:gs>
                <a:gs pos="71429">
                  <a:srgbClr val="787777">
                    <a:alpha val="4740"/>
                  </a:srgbClr>
                </a:gs>
                <a:gs pos="85714">
                  <a:srgbClr val="787777">
                    <a:alpha val="1902"/>
                  </a:srgbClr>
                </a:gs>
                <a:gs pos="100000">
                  <a:srgbClr val="7877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9489752">
              <a:off x="2029127" y="478523"/>
              <a:ext cx="660287" cy="533092"/>
            </a:xfrm>
            <a:prstGeom prst="ellipse">
              <a:avLst/>
            </a:prstGeom>
            <a:gradFill>
              <a:gsLst>
                <a:gs pos="0">
                  <a:srgbClr val="000000">
                    <a:alpha val="18130"/>
                  </a:srgbClr>
                </a:gs>
                <a:gs pos="14286">
                  <a:srgbClr val="000000">
                    <a:alpha val="16794"/>
                  </a:srgbClr>
                </a:gs>
                <a:gs pos="28571">
                  <a:srgbClr val="000000">
                    <a:alpha val="13303"/>
                  </a:srgbClr>
                </a:gs>
                <a:gs pos="42857">
                  <a:srgbClr val="000000">
                    <a:alpha val="8938"/>
                  </a:srgbClr>
                </a:gs>
                <a:gs pos="57143">
                  <a:srgbClr val="000000">
                    <a:alpha val="5056"/>
                  </a:srgbClr>
                </a:gs>
                <a:gs pos="71429">
                  <a:srgbClr val="000000">
                    <a:alpha val="2399"/>
                  </a:srgbClr>
                </a:gs>
                <a:gs pos="85714">
                  <a:srgbClr val="000000">
                    <a:alpha val="956"/>
                  </a:srgbClr>
                </a:gs>
                <a:gs pos="100000">
                  <a:srgbClr val="00000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10687261">
              <a:off x="1762423" y="431657"/>
              <a:ext cx="660496" cy="475748"/>
            </a:xfrm>
            <a:prstGeom prst="ellipse">
              <a:avLst/>
            </a:prstGeom>
            <a:gradFill>
              <a:gsLst>
                <a:gs pos="0">
                  <a:srgbClr val="A2A2A1">
                    <a:alpha val="1359"/>
                  </a:srgbClr>
                </a:gs>
                <a:gs pos="14286">
                  <a:srgbClr val="A2A2A1">
                    <a:alpha val="1250"/>
                  </a:srgbClr>
                </a:gs>
                <a:gs pos="28571">
                  <a:srgbClr val="A2A2A1">
                    <a:alpha val="972"/>
                  </a:srgbClr>
                </a:gs>
                <a:gs pos="42857">
                  <a:srgbClr val="A2A2A1">
                    <a:alpha val="639"/>
                  </a:srgbClr>
                </a:gs>
                <a:gs pos="57143">
                  <a:srgbClr val="A2A2A1">
                    <a:alpha val="354"/>
                  </a:srgbClr>
                </a:gs>
                <a:gs pos="71429">
                  <a:srgbClr val="A2A2A1">
                    <a:alpha val="166"/>
                  </a:srgbClr>
                </a:gs>
                <a:gs pos="85714">
                  <a:srgbClr val="A2A2A1">
                    <a:alpha val="66"/>
                  </a:srgbClr>
                </a:gs>
                <a:gs pos="100000">
                  <a:srgbClr val="A2A2A1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3917482">
              <a:off x="1670194" y="447205"/>
              <a:ext cx="653804" cy="481090"/>
            </a:xfrm>
            <a:prstGeom prst="ellipse">
              <a:avLst/>
            </a:prstGeom>
            <a:gradFill>
              <a:gsLst>
                <a:gs pos="0">
                  <a:srgbClr val="838382">
                    <a:alpha val="3044"/>
                  </a:srgbClr>
                </a:gs>
                <a:gs pos="14286">
                  <a:srgbClr val="838382">
                    <a:alpha val="2801"/>
                  </a:srgbClr>
                </a:gs>
                <a:gs pos="28571">
                  <a:srgbClr val="838382">
                    <a:alpha val="2182"/>
                  </a:srgbClr>
                </a:gs>
                <a:gs pos="42857">
                  <a:srgbClr val="838382">
                    <a:alpha val="1436"/>
                  </a:srgbClr>
                </a:gs>
                <a:gs pos="57143">
                  <a:srgbClr val="838382">
                    <a:alpha val="798"/>
                  </a:srgbClr>
                </a:gs>
                <a:gs pos="71429">
                  <a:srgbClr val="838382">
                    <a:alpha val="375"/>
                  </a:srgbClr>
                </a:gs>
                <a:gs pos="85714">
                  <a:srgbClr val="838382">
                    <a:alpha val="148"/>
                  </a:srgbClr>
                </a:gs>
                <a:gs pos="100000">
                  <a:srgbClr val="838382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6568830">
              <a:off x="-14018" y="389478"/>
              <a:ext cx="722981" cy="611136"/>
            </a:xfrm>
            <a:prstGeom prst="ellipse">
              <a:avLst/>
            </a:prstGeom>
            <a:gradFill>
              <a:gsLst>
                <a:gs pos="0">
                  <a:srgbClr val="9B9C9B">
                    <a:alpha val="1801"/>
                  </a:srgbClr>
                </a:gs>
                <a:gs pos="14286">
                  <a:srgbClr val="9B9C9B">
                    <a:alpha val="1656"/>
                  </a:srgbClr>
                </a:gs>
                <a:gs pos="28571">
                  <a:srgbClr val="9B9C9B">
                    <a:alpha val="1288"/>
                  </a:srgbClr>
                </a:gs>
                <a:gs pos="42857">
                  <a:srgbClr val="9B9C9B">
                    <a:alpha val="847"/>
                  </a:srgbClr>
                </a:gs>
                <a:gs pos="57143">
                  <a:srgbClr val="9B9C9B">
                    <a:alpha val="470"/>
                  </a:srgbClr>
                </a:gs>
                <a:gs pos="71429">
                  <a:srgbClr val="9B9C9B">
                    <a:alpha val="220"/>
                  </a:srgbClr>
                </a:gs>
                <a:gs pos="85714">
                  <a:srgbClr val="9B9C9B">
                    <a:alpha val="87"/>
                  </a:srgbClr>
                </a:gs>
                <a:gs pos="100000">
                  <a:srgbClr val="9B9C9B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3952792">
              <a:off x="-332261" y="446997"/>
              <a:ext cx="752864" cy="568264"/>
            </a:xfrm>
            <a:prstGeom prst="ellipse">
              <a:avLst/>
            </a:prstGeom>
            <a:gradFill>
              <a:gsLst>
                <a:gs pos="0">
                  <a:srgbClr val="979797">
                    <a:alpha val="4686"/>
                  </a:srgbClr>
                </a:gs>
                <a:gs pos="14286">
                  <a:srgbClr val="979797">
                    <a:alpha val="4316"/>
                  </a:srgbClr>
                </a:gs>
                <a:gs pos="28571">
                  <a:srgbClr val="979797">
                    <a:alpha val="3367"/>
                  </a:srgbClr>
                </a:gs>
                <a:gs pos="42857">
                  <a:srgbClr val="979797">
                    <a:alpha val="2222"/>
                  </a:srgbClr>
                </a:gs>
                <a:gs pos="57143">
                  <a:srgbClr val="979797">
                    <a:alpha val="1237"/>
                  </a:srgbClr>
                </a:gs>
                <a:gs pos="71429">
                  <a:srgbClr val="979797">
                    <a:alpha val="581"/>
                  </a:srgbClr>
                </a:gs>
                <a:gs pos="85714">
                  <a:srgbClr val="979797">
                    <a:alpha val="230"/>
                  </a:srgbClr>
                </a:gs>
                <a:gs pos="100000">
                  <a:srgbClr val="979797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9183303">
              <a:off x="3206538" y="337388"/>
              <a:ext cx="787291" cy="443100"/>
            </a:xfrm>
            <a:prstGeom prst="ellipse">
              <a:avLst/>
            </a:prstGeom>
            <a:gradFill>
              <a:gsLst>
                <a:gs pos="0">
                  <a:srgbClr val="AAA8A9">
                    <a:alpha val="2541"/>
                  </a:srgbClr>
                </a:gs>
                <a:gs pos="14286">
                  <a:srgbClr val="AAA8A9">
                    <a:alpha val="2338"/>
                  </a:srgbClr>
                </a:gs>
                <a:gs pos="28571">
                  <a:srgbClr val="AAA8A9">
                    <a:alpha val="1820"/>
                  </a:srgbClr>
                </a:gs>
                <a:gs pos="42857">
                  <a:srgbClr val="AAA8A9">
                    <a:alpha val="1197"/>
                  </a:srgbClr>
                </a:gs>
                <a:gs pos="57143">
                  <a:srgbClr val="AAA8A9">
                    <a:alpha val="665"/>
                  </a:srgbClr>
                </a:gs>
                <a:gs pos="71429">
                  <a:srgbClr val="AAA8A9">
                    <a:alpha val="312"/>
                  </a:srgbClr>
                </a:gs>
                <a:gs pos="85714">
                  <a:srgbClr val="AAA8A9">
                    <a:alpha val="123"/>
                  </a:srgbClr>
                </a:gs>
                <a:gs pos="100000">
                  <a:srgbClr val="AAA8A9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7157971">
              <a:off x="3056873" y="222940"/>
              <a:ext cx="613349" cy="546430"/>
            </a:xfrm>
            <a:prstGeom prst="ellipse">
              <a:avLst/>
            </a:prstGeom>
            <a:gradFill>
              <a:gsLst>
                <a:gs pos="0">
                  <a:srgbClr val="AEAFAF">
                    <a:alpha val="2569"/>
                  </a:srgbClr>
                </a:gs>
                <a:gs pos="14286">
                  <a:srgbClr val="AEAFAF">
                    <a:alpha val="2363"/>
                  </a:srgbClr>
                </a:gs>
                <a:gs pos="28571">
                  <a:srgbClr val="AEAFAF">
                    <a:alpha val="1840"/>
                  </a:srgbClr>
                </a:gs>
                <a:gs pos="42857">
                  <a:srgbClr val="AEAFAF">
                    <a:alpha val="1211"/>
                  </a:srgbClr>
                </a:gs>
                <a:gs pos="57143">
                  <a:srgbClr val="AEAFAF">
                    <a:alpha val="673"/>
                  </a:srgbClr>
                </a:gs>
                <a:gs pos="71429">
                  <a:srgbClr val="AEAFAF">
                    <a:alpha val="315"/>
                  </a:srgbClr>
                </a:gs>
                <a:gs pos="85714">
                  <a:srgbClr val="AEAFAF">
                    <a:alpha val="125"/>
                  </a:srgbClr>
                </a:gs>
                <a:gs pos="100000">
                  <a:srgbClr val="AEAFAF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6339842">
              <a:off x="2689990" y="226832"/>
              <a:ext cx="594689" cy="490555"/>
            </a:xfrm>
            <a:prstGeom prst="ellipse">
              <a:avLst/>
            </a:prstGeom>
            <a:gradFill>
              <a:gsLst>
                <a:gs pos="0">
                  <a:srgbClr val="939494">
                    <a:alpha val="11108"/>
                  </a:srgbClr>
                </a:gs>
                <a:gs pos="14286">
                  <a:srgbClr val="939494">
                    <a:alpha val="10257"/>
                  </a:srgbClr>
                </a:gs>
                <a:gs pos="28571">
                  <a:srgbClr val="939494">
                    <a:alpha val="8059"/>
                  </a:srgbClr>
                </a:gs>
                <a:gs pos="42857">
                  <a:srgbClr val="939494">
                    <a:alpha val="5362"/>
                  </a:srgbClr>
                </a:gs>
                <a:gs pos="57143">
                  <a:srgbClr val="939494">
                    <a:alpha val="3008"/>
                  </a:srgbClr>
                </a:gs>
                <a:gs pos="71429">
                  <a:srgbClr val="939494">
                    <a:alpha val="1419"/>
                  </a:srgbClr>
                </a:gs>
                <a:gs pos="85714">
                  <a:srgbClr val="939494">
                    <a:alpha val="564"/>
                  </a:srgbClr>
                </a:gs>
                <a:gs pos="100000">
                  <a:srgbClr val="939494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-9640270">
              <a:off x="2428915" y="325384"/>
              <a:ext cx="697652" cy="456275"/>
            </a:xfrm>
            <a:prstGeom prst="ellipse">
              <a:avLst/>
            </a:prstGeom>
            <a:gradFill>
              <a:gsLst>
                <a:gs pos="0">
                  <a:srgbClr val="90908F">
                    <a:alpha val="4993"/>
                  </a:srgbClr>
                </a:gs>
                <a:gs pos="14286">
                  <a:srgbClr val="90908F">
                    <a:alpha val="4598"/>
                  </a:srgbClr>
                </a:gs>
                <a:gs pos="28571">
                  <a:srgbClr val="90908F">
                    <a:alpha val="3589"/>
                  </a:srgbClr>
                </a:gs>
                <a:gs pos="42857">
                  <a:srgbClr val="90908F">
                    <a:alpha val="2369"/>
                  </a:srgbClr>
                </a:gs>
                <a:gs pos="57143">
                  <a:srgbClr val="90908F">
                    <a:alpha val="1320"/>
                  </a:srgbClr>
                </a:gs>
                <a:gs pos="71429">
                  <a:srgbClr val="90908F">
                    <a:alpha val="620"/>
                  </a:srgbClr>
                </a:gs>
                <a:gs pos="85714">
                  <a:srgbClr val="90908F">
                    <a:alpha val="246"/>
                  </a:srgbClr>
                </a:gs>
                <a:gs pos="100000">
                  <a:srgbClr val="90908F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-10401451">
              <a:off x="1678403" y="325704"/>
              <a:ext cx="654655" cy="477648"/>
            </a:xfrm>
            <a:prstGeom prst="ellipse">
              <a:avLst/>
            </a:prstGeom>
            <a:gradFill>
              <a:gsLst>
                <a:gs pos="0">
                  <a:srgbClr val="656565">
                    <a:alpha val="6968"/>
                  </a:srgbClr>
                </a:gs>
                <a:gs pos="14286">
                  <a:srgbClr val="656565">
                    <a:alpha val="6423"/>
                  </a:srgbClr>
                </a:gs>
                <a:gs pos="28571">
                  <a:srgbClr val="656565">
                    <a:alpha val="5024"/>
                  </a:srgbClr>
                </a:gs>
                <a:gs pos="42857">
                  <a:srgbClr val="656565">
                    <a:alpha val="3325"/>
                  </a:srgbClr>
                </a:gs>
                <a:gs pos="57143">
                  <a:srgbClr val="656565">
                    <a:alpha val="1856"/>
                  </a:srgbClr>
                </a:gs>
                <a:gs pos="71429">
                  <a:srgbClr val="656565">
                    <a:alpha val="873"/>
                  </a:srgbClr>
                </a:gs>
                <a:gs pos="85714">
                  <a:srgbClr val="656565">
                    <a:alpha val="346"/>
                  </a:srgbClr>
                </a:gs>
                <a:gs pos="100000">
                  <a:srgbClr val="656565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2910100">
              <a:off x="895730" y="322775"/>
              <a:ext cx="796605" cy="484649"/>
            </a:xfrm>
            <a:prstGeom prst="ellipse">
              <a:avLst/>
            </a:prstGeom>
            <a:gradFill>
              <a:gsLst>
                <a:gs pos="0">
                  <a:srgbClr val="1B2323">
                    <a:alpha val="4027"/>
                  </a:srgbClr>
                </a:gs>
                <a:gs pos="14286">
                  <a:srgbClr val="1B2323">
                    <a:alpha val="3707"/>
                  </a:srgbClr>
                </a:gs>
                <a:gs pos="28571">
                  <a:srgbClr val="1B2323">
                    <a:alpha val="2891"/>
                  </a:srgbClr>
                </a:gs>
                <a:gs pos="42857">
                  <a:srgbClr val="1B2323">
                    <a:alpha val="1906"/>
                  </a:srgbClr>
                </a:gs>
                <a:gs pos="57143">
                  <a:srgbClr val="1B2323">
                    <a:alpha val="1060"/>
                  </a:srgbClr>
                </a:gs>
                <a:gs pos="71429">
                  <a:srgbClr val="1B2323">
                    <a:alpha val="498"/>
                  </a:srgbClr>
                </a:gs>
                <a:gs pos="85714">
                  <a:srgbClr val="1B2323">
                    <a:alpha val="197"/>
                  </a:srgbClr>
                </a:gs>
                <a:gs pos="100000">
                  <a:srgbClr val="1B2323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-8837901">
              <a:off x="20208" y="261740"/>
              <a:ext cx="585193" cy="437477"/>
            </a:xfrm>
            <a:prstGeom prst="ellipse">
              <a:avLst/>
            </a:prstGeom>
            <a:gradFill>
              <a:gsLst>
                <a:gs pos="0">
                  <a:srgbClr val="A3A2A3">
                    <a:alpha val="2170"/>
                  </a:srgbClr>
                </a:gs>
                <a:gs pos="14286">
                  <a:srgbClr val="A3A2A3">
                    <a:alpha val="1996"/>
                  </a:srgbClr>
                </a:gs>
                <a:gs pos="28571">
                  <a:srgbClr val="A3A2A3">
                    <a:alpha val="1553"/>
                  </a:srgbClr>
                </a:gs>
                <a:gs pos="42857">
                  <a:srgbClr val="A3A2A3">
                    <a:alpha val="1022"/>
                  </a:srgbClr>
                </a:gs>
                <a:gs pos="57143">
                  <a:srgbClr val="A3A2A3">
                    <a:alpha val="567"/>
                  </a:srgbClr>
                </a:gs>
                <a:gs pos="71429">
                  <a:srgbClr val="A3A2A3">
                    <a:alpha val="266"/>
                  </a:srgbClr>
                </a:gs>
                <a:gs pos="85714">
                  <a:srgbClr val="A3A2A3">
                    <a:alpha val="105"/>
                  </a:srgbClr>
                </a:gs>
                <a:gs pos="100000">
                  <a:srgbClr val="A3A2A3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3342340">
              <a:off x="2814939" y="97213"/>
              <a:ext cx="675421" cy="522746"/>
            </a:xfrm>
            <a:prstGeom prst="ellipse">
              <a:avLst/>
            </a:prstGeom>
            <a:gradFill>
              <a:gsLst>
                <a:gs pos="0">
                  <a:srgbClr val="00040D">
                    <a:alpha val="3129"/>
                  </a:srgbClr>
                </a:gs>
                <a:gs pos="14286">
                  <a:srgbClr val="00040D">
                    <a:alpha val="2879"/>
                  </a:srgbClr>
                </a:gs>
                <a:gs pos="28571">
                  <a:srgbClr val="00040D">
                    <a:alpha val="2243"/>
                  </a:srgbClr>
                </a:gs>
                <a:gs pos="42857">
                  <a:srgbClr val="00040D">
                    <a:alpha val="1477"/>
                  </a:srgbClr>
                </a:gs>
                <a:gs pos="57143">
                  <a:srgbClr val="00040D">
                    <a:alpha val="821"/>
                  </a:srgbClr>
                </a:gs>
                <a:gs pos="71429">
                  <a:srgbClr val="00040D">
                    <a:alpha val="385"/>
                  </a:srgbClr>
                </a:gs>
                <a:gs pos="85714">
                  <a:srgbClr val="00040D">
                    <a:alpha val="152"/>
                  </a:srgbClr>
                </a:gs>
                <a:gs pos="100000">
                  <a:srgbClr val="00040D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-8874177">
              <a:off x="2565768" y="50304"/>
              <a:ext cx="711617" cy="585147"/>
            </a:xfrm>
            <a:prstGeom prst="ellipse">
              <a:avLst/>
            </a:prstGeom>
            <a:gradFill>
              <a:gsLst>
                <a:gs pos="0">
                  <a:srgbClr val="858585">
                    <a:alpha val="1488"/>
                  </a:srgbClr>
                </a:gs>
                <a:gs pos="14286">
                  <a:srgbClr val="858585">
                    <a:alpha val="1368"/>
                  </a:srgbClr>
                </a:gs>
                <a:gs pos="28571">
                  <a:srgbClr val="858585">
                    <a:alpha val="1064"/>
                  </a:srgbClr>
                </a:gs>
                <a:gs pos="42857">
                  <a:srgbClr val="858585">
                    <a:alpha val="699"/>
                  </a:srgbClr>
                </a:gs>
                <a:gs pos="57143">
                  <a:srgbClr val="858585">
                    <a:alpha val="388"/>
                  </a:srgbClr>
                </a:gs>
                <a:gs pos="71429">
                  <a:srgbClr val="858585">
                    <a:alpha val="182"/>
                  </a:srgbClr>
                </a:gs>
                <a:gs pos="85714">
                  <a:srgbClr val="858585">
                    <a:alpha val="72"/>
                  </a:srgbClr>
                </a:gs>
                <a:gs pos="100000">
                  <a:srgbClr val="858585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6208425">
              <a:off x="2356617" y="12417"/>
              <a:ext cx="707255" cy="607464"/>
            </a:xfrm>
            <a:prstGeom prst="ellipse">
              <a:avLst/>
            </a:prstGeom>
            <a:gradFill>
              <a:gsLst>
                <a:gs pos="0">
                  <a:srgbClr val="949693">
                    <a:alpha val="2223"/>
                  </a:srgbClr>
                </a:gs>
                <a:gs pos="14286">
                  <a:srgbClr val="949693">
                    <a:alpha val="2045"/>
                  </a:srgbClr>
                </a:gs>
                <a:gs pos="28571">
                  <a:srgbClr val="949693">
                    <a:alpha val="1591"/>
                  </a:srgbClr>
                </a:gs>
                <a:gs pos="42857">
                  <a:srgbClr val="949693">
                    <a:alpha val="1047"/>
                  </a:srgbClr>
                </a:gs>
                <a:gs pos="57143">
                  <a:srgbClr val="949693">
                    <a:alpha val="581"/>
                  </a:srgbClr>
                </a:gs>
                <a:gs pos="71429">
                  <a:srgbClr val="949693">
                    <a:alpha val="273"/>
                  </a:srgbClr>
                </a:gs>
                <a:gs pos="85714">
                  <a:srgbClr val="949693">
                    <a:alpha val="108"/>
                  </a:srgbClr>
                </a:gs>
                <a:gs pos="100000">
                  <a:srgbClr val="949693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5961052">
              <a:off x="2144950" y="110262"/>
              <a:ext cx="771306" cy="369798"/>
            </a:xfrm>
            <a:prstGeom prst="ellipse">
              <a:avLst/>
            </a:prstGeom>
            <a:gradFill>
              <a:gsLst>
                <a:gs pos="0">
                  <a:srgbClr val="A1A2A2">
                    <a:alpha val="3393"/>
                  </a:srgbClr>
                </a:gs>
                <a:gs pos="14286">
                  <a:srgbClr val="A1A2A2">
                    <a:alpha val="3122"/>
                  </a:srgbClr>
                </a:gs>
                <a:gs pos="28571">
                  <a:srgbClr val="A1A2A2">
                    <a:alpha val="2433"/>
                  </a:srgbClr>
                </a:gs>
                <a:gs pos="42857">
                  <a:srgbClr val="A1A2A2">
                    <a:alpha val="1603"/>
                  </a:srgbClr>
                </a:gs>
                <a:gs pos="57143">
                  <a:srgbClr val="A1A2A2">
                    <a:alpha val="891"/>
                  </a:srgbClr>
                </a:gs>
                <a:gs pos="71429">
                  <a:srgbClr val="A1A2A2">
                    <a:alpha val="418"/>
                  </a:srgbClr>
                </a:gs>
                <a:gs pos="85714">
                  <a:srgbClr val="A1A2A2">
                    <a:alpha val="166"/>
                  </a:srgbClr>
                </a:gs>
                <a:gs pos="100000">
                  <a:srgbClr val="A1A2A2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-9400985">
              <a:off x="1975576" y="-35104"/>
              <a:ext cx="603455" cy="582953"/>
            </a:xfrm>
            <a:prstGeom prst="ellipse">
              <a:avLst/>
            </a:prstGeom>
            <a:gradFill>
              <a:gsLst>
                <a:gs pos="0">
                  <a:srgbClr val="9E9E9E">
                    <a:alpha val="5030"/>
                  </a:srgbClr>
                </a:gs>
                <a:gs pos="14286">
                  <a:srgbClr val="9E9E9E">
                    <a:alpha val="4633"/>
                  </a:srgbClr>
                </a:gs>
                <a:gs pos="28571">
                  <a:srgbClr val="9E9E9E">
                    <a:alpha val="3616"/>
                  </a:srgbClr>
                </a:gs>
                <a:gs pos="42857">
                  <a:srgbClr val="9E9E9E">
                    <a:alpha val="2387"/>
                  </a:srgbClr>
                </a:gs>
                <a:gs pos="57143">
                  <a:srgbClr val="9E9E9E">
                    <a:alpha val="1330"/>
                  </a:srgbClr>
                </a:gs>
                <a:gs pos="71429">
                  <a:srgbClr val="9E9E9E">
                    <a:alpha val="625"/>
                  </a:srgbClr>
                </a:gs>
                <a:gs pos="85714">
                  <a:srgbClr val="9E9E9E">
                    <a:alpha val="247"/>
                  </a:srgbClr>
                </a:gs>
                <a:gs pos="100000">
                  <a:srgbClr val="9E9E9E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3494350">
              <a:off x="1774105" y="131402"/>
              <a:ext cx="719434" cy="448702"/>
            </a:xfrm>
            <a:prstGeom prst="ellipse">
              <a:avLst/>
            </a:prstGeom>
            <a:gradFill>
              <a:gsLst>
                <a:gs pos="0">
                  <a:srgbClr val="353433">
                    <a:alpha val="24917"/>
                  </a:srgbClr>
                </a:gs>
                <a:gs pos="14286">
                  <a:srgbClr val="353433">
                    <a:alpha val="23156"/>
                  </a:srgbClr>
                </a:gs>
                <a:gs pos="28571">
                  <a:srgbClr val="353433">
                    <a:alpha val="18496"/>
                  </a:srgbClr>
                </a:gs>
                <a:gs pos="42857">
                  <a:srgbClr val="353433">
                    <a:alpha val="12554"/>
                  </a:srgbClr>
                </a:gs>
                <a:gs pos="57143">
                  <a:srgbClr val="353433">
                    <a:alpha val="7163"/>
                  </a:srgbClr>
                </a:gs>
                <a:gs pos="71429">
                  <a:srgbClr val="353433">
                    <a:alpha val="3419"/>
                  </a:srgbClr>
                </a:gs>
                <a:gs pos="85714">
                  <a:srgbClr val="353433">
                    <a:alpha val="1366"/>
                  </a:srgbClr>
                </a:gs>
                <a:gs pos="100000">
                  <a:srgbClr val="353433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-10115446">
              <a:off x="1609979" y="12677"/>
              <a:ext cx="622616" cy="478489"/>
            </a:xfrm>
            <a:prstGeom prst="ellipse">
              <a:avLst/>
            </a:prstGeom>
            <a:gradFill>
              <a:gsLst>
                <a:gs pos="0">
                  <a:srgbClr val="929192">
                    <a:alpha val="2967"/>
                  </a:srgbClr>
                </a:gs>
                <a:gs pos="14286">
                  <a:srgbClr val="929192">
                    <a:alpha val="2731"/>
                  </a:srgbClr>
                </a:gs>
                <a:gs pos="28571">
                  <a:srgbClr val="929192">
                    <a:alpha val="2127"/>
                  </a:srgbClr>
                </a:gs>
                <a:gs pos="42857">
                  <a:srgbClr val="929192">
                    <a:alpha val="1400"/>
                  </a:srgbClr>
                </a:gs>
                <a:gs pos="57143">
                  <a:srgbClr val="929192">
                    <a:alpha val="778"/>
                  </a:srgbClr>
                </a:gs>
                <a:gs pos="71429">
                  <a:srgbClr val="929192">
                    <a:alpha val="365"/>
                  </a:srgbClr>
                </a:gs>
                <a:gs pos="85714">
                  <a:srgbClr val="929192">
                    <a:alpha val="145"/>
                  </a:srgbClr>
                </a:gs>
                <a:gs pos="100000">
                  <a:srgbClr val="929192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5240232">
              <a:off x="1449863" y="17095"/>
              <a:ext cx="716166" cy="493042"/>
            </a:xfrm>
            <a:prstGeom prst="ellipse">
              <a:avLst/>
            </a:prstGeom>
            <a:gradFill>
              <a:gsLst>
                <a:gs pos="0">
                  <a:srgbClr val="2B2C2F">
                    <a:alpha val="4188"/>
                  </a:srgbClr>
                </a:gs>
                <a:gs pos="14286">
                  <a:srgbClr val="2B2C2F">
                    <a:alpha val="3856"/>
                  </a:srgbClr>
                </a:gs>
                <a:gs pos="28571">
                  <a:srgbClr val="2B2C2F">
                    <a:alpha val="3007"/>
                  </a:srgbClr>
                </a:gs>
                <a:gs pos="42857">
                  <a:srgbClr val="2B2C2F">
                    <a:alpha val="1983"/>
                  </a:srgbClr>
                </a:gs>
                <a:gs pos="57143">
                  <a:srgbClr val="2B2C2F">
                    <a:alpha val="1104"/>
                  </a:srgbClr>
                </a:gs>
                <a:gs pos="71429">
                  <a:srgbClr val="2B2C2F">
                    <a:alpha val="518"/>
                  </a:srgbClr>
                </a:gs>
                <a:gs pos="85714">
                  <a:srgbClr val="2B2C2F">
                    <a:alpha val="205"/>
                  </a:srgbClr>
                </a:gs>
                <a:gs pos="100000">
                  <a:srgbClr val="2B2C2F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7459666">
              <a:off x="424407" y="846"/>
              <a:ext cx="601179" cy="562840"/>
            </a:xfrm>
            <a:prstGeom prst="ellipse">
              <a:avLst/>
            </a:prstGeom>
            <a:gradFill>
              <a:gsLst>
                <a:gs pos="0">
                  <a:srgbClr val="6E6D6C">
                    <a:alpha val="1411"/>
                  </a:srgbClr>
                </a:gs>
                <a:gs pos="14286">
                  <a:srgbClr val="6E6D6C">
                    <a:alpha val="1298"/>
                  </a:srgbClr>
                </a:gs>
                <a:gs pos="28571">
                  <a:srgbClr val="6E6D6C">
                    <a:alpha val="1009"/>
                  </a:srgbClr>
                </a:gs>
                <a:gs pos="42857">
                  <a:srgbClr val="6E6D6C">
                    <a:alpha val="663"/>
                  </a:srgbClr>
                </a:gs>
                <a:gs pos="57143">
                  <a:srgbClr val="6E6D6C">
                    <a:alpha val="368"/>
                  </a:srgbClr>
                </a:gs>
                <a:gs pos="71429">
                  <a:srgbClr val="6E6D6C">
                    <a:alpha val="172"/>
                  </a:srgbClr>
                </a:gs>
                <a:gs pos="85714">
                  <a:srgbClr val="6E6D6C">
                    <a:alpha val="68"/>
                  </a:srgbClr>
                </a:gs>
                <a:gs pos="100000">
                  <a:srgbClr val="6E6D6C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5398055">
              <a:off x="254039" y="71700"/>
              <a:ext cx="608335" cy="396246"/>
            </a:xfrm>
            <a:prstGeom prst="ellipse">
              <a:avLst/>
            </a:prstGeom>
            <a:gradFill>
              <a:gsLst>
                <a:gs pos="0">
                  <a:srgbClr val="C3C2C2">
                    <a:alpha val="3113"/>
                  </a:srgbClr>
                </a:gs>
                <a:gs pos="14286">
                  <a:srgbClr val="C3C2C2">
                    <a:alpha val="2865"/>
                  </a:srgbClr>
                </a:gs>
                <a:gs pos="28571">
                  <a:srgbClr val="C3C2C2">
                    <a:alpha val="2231"/>
                  </a:srgbClr>
                </a:gs>
                <a:gs pos="42857">
                  <a:srgbClr val="C3C2C2">
                    <a:alpha val="1469"/>
                  </a:srgbClr>
                </a:gs>
                <a:gs pos="57143">
                  <a:srgbClr val="C3C2C2">
                    <a:alpha val="817"/>
                  </a:srgbClr>
                </a:gs>
                <a:gs pos="71429">
                  <a:srgbClr val="C3C2C2">
                    <a:alpha val="383"/>
                  </a:srgbClr>
                </a:gs>
                <a:gs pos="85714">
                  <a:srgbClr val="C3C2C2">
                    <a:alpha val="152"/>
                  </a:srgbClr>
                </a:gs>
                <a:gs pos="100000">
                  <a:srgbClr val="C3C2C2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5915087">
              <a:off x="3284723" y="-181750"/>
              <a:ext cx="560821" cy="433983"/>
            </a:xfrm>
            <a:prstGeom prst="ellipse">
              <a:avLst/>
            </a:prstGeom>
            <a:gradFill>
              <a:gsLst>
                <a:gs pos="0">
                  <a:srgbClr val="000000">
                    <a:alpha val="21985"/>
                  </a:srgbClr>
                </a:gs>
                <a:gs pos="14286">
                  <a:srgbClr val="000000">
                    <a:alpha val="20403"/>
                  </a:srgbClr>
                </a:gs>
                <a:gs pos="28571">
                  <a:srgbClr val="000000">
                    <a:alpha val="16237"/>
                  </a:srgbClr>
                </a:gs>
                <a:gs pos="42857">
                  <a:srgbClr val="000000">
                    <a:alpha val="10972"/>
                  </a:srgbClr>
                </a:gs>
                <a:gs pos="57143">
                  <a:srgbClr val="000000">
                    <a:alpha val="6237"/>
                  </a:srgbClr>
                </a:gs>
                <a:gs pos="71429">
                  <a:srgbClr val="000000">
                    <a:alpha val="2969"/>
                  </a:srgbClr>
                </a:gs>
                <a:gs pos="85714">
                  <a:srgbClr val="000000">
                    <a:alpha val="1185"/>
                  </a:srgbClr>
                </a:gs>
                <a:gs pos="100000">
                  <a:srgbClr val="000000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3771033">
              <a:off x="2937116" y="-49224"/>
              <a:ext cx="648329" cy="359943"/>
            </a:xfrm>
            <a:prstGeom prst="ellipse">
              <a:avLst/>
            </a:prstGeom>
            <a:gradFill>
              <a:gsLst>
                <a:gs pos="0">
                  <a:srgbClr val="D1D2D2">
                    <a:alpha val="1559"/>
                  </a:srgbClr>
                </a:gs>
                <a:gs pos="14286">
                  <a:srgbClr val="D1D2D2">
                    <a:alpha val="1434"/>
                  </a:srgbClr>
                </a:gs>
                <a:gs pos="28571">
                  <a:srgbClr val="D1D2D2">
                    <a:alpha val="1115"/>
                  </a:srgbClr>
                </a:gs>
                <a:gs pos="42857">
                  <a:srgbClr val="D1D2D2">
                    <a:alpha val="733"/>
                  </a:srgbClr>
                </a:gs>
                <a:gs pos="57143">
                  <a:srgbClr val="D1D2D2">
                    <a:alpha val="407"/>
                  </a:srgbClr>
                </a:gs>
                <a:gs pos="71429">
                  <a:srgbClr val="D1D2D2">
                    <a:alpha val="191"/>
                  </a:srgbClr>
                </a:gs>
                <a:gs pos="85714">
                  <a:srgbClr val="D1D2D2">
                    <a:alpha val="75"/>
                  </a:srgbClr>
                </a:gs>
                <a:gs pos="100000">
                  <a:srgbClr val="D1D2D2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7732595">
              <a:off x="2925651" y="-137515"/>
              <a:ext cx="551851" cy="384610"/>
            </a:xfrm>
            <a:prstGeom prst="ellipse">
              <a:avLst/>
            </a:prstGeom>
            <a:gradFill>
              <a:gsLst>
                <a:gs pos="0">
                  <a:srgbClr val="6B6C6C">
                    <a:alpha val="32941"/>
                  </a:srgbClr>
                </a:gs>
                <a:gs pos="14286">
                  <a:srgbClr val="6B6C6C">
                    <a:alpha val="30738"/>
                  </a:srgbClr>
                </a:gs>
                <a:gs pos="28571">
                  <a:srgbClr val="6B6C6C">
                    <a:alpha val="24811"/>
                  </a:srgbClr>
                </a:gs>
                <a:gs pos="42857">
                  <a:srgbClr val="6B6C6C">
                    <a:alpha val="17059"/>
                  </a:srgbClr>
                </a:gs>
                <a:gs pos="57143">
                  <a:srgbClr val="6B6C6C">
                    <a:alpha val="9845"/>
                  </a:srgbClr>
                </a:gs>
                <a:gs pos="71429">
                  <a:srgbClr val="6B6C6C">
                    <a:alpha val="4736"/>
                  </a:srgbClr>
                </a:gs>
                <a:gs pos="85714">
                  <a:srgbClr val="6B6C6C">
                    <a:alpha val="1900"/>
                  </a:srgbClr>
                </a:gs>
                <a:gs pos="100000">
                  <a:srgbClr val="6B6C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8916268">
              <a:off x="2671168" y="-93689"/>
              <a:ext cx="619119" cy="390571"/>
            </a:xfrm>
            <a:prstGeom prst="ellipse">
              <a:avLst/>
            </a:prstGeom>
            <a:gradFill>
              <a:gsLst>
                <a:gs pos="0">
                  <a:srgbClr val="414241">
                    <a:alpha val="8018"/>
                  </a:srgbClr>
                </a:gs>
                <a:gs pos="14286">
                  <a:srgbClr val="414241">
                    <a:alpha val="7394"/>
                  </a:srgbClr>
                </a:gs>
                <a:gs pos="28571">
                  <a:srgbClr val="414241">
                    <a:alpha val="5790"/>
                  </a:srgbClr>
                </a:gs>
                <a:gs pos="42857">
                  <a:srgbClr val="414241">
                    <a:alpha val="3836"/>
                  </a:srgbClr>
                </a:gs>
                <a:gs pos="57143">
                  <a:srgbClr val="414241">
                    <a:alpha val="2144"/>
                  </a:srgbClr>
                </a:gs>
                <a:gs pos="71429">
                  <a:srgbClr val="414241">
                    <a:alpha val="1010"/>
                  </a:srgbClr>
                </a:gs>
                <a:gs pos="85714">
                  <a:srgbClr val="414241">
                    <a:alpha val="400"/>
                  </a:srgbClr>
                </a:gs>
                <a:gs pos="100000">
                  <a:srgbClr val="414241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7527341">
              <a:off x="2170297" y="-122304"/>
              <a:ext cx="757331" cy="464779"/>
            </a:xfrm>
            <a:prstGeom prst="ellipse">
              <a:avLst/>
            </a:prstGeom>
            <a:gradFill>
              <a:gsLst>
                <a:gs pos="0">
                  <a:srgbClr val="5C5B5B">
                    <a:alpha val="13098"/>
                  </a:srgbClr>
                </a:gs>
                <a:gs pos="14286">
                  <a:srgbClr val="5C5B5B">
                    <a:alpha val="12106"/>
                  </a:srgbClr>
                </a:gs>
                <a:gs pos="28571">
                  <a:srgbClr val="5C5B5B">
                    <a:alpha val="9534"/>
                  </a:srgbClr>
                </a:gs>
                <a:gs pos="42857">
                  <a:srgbClr val="5C5B5B">
                    <a:alpha val="6360"/>
                  </a:srgbClr>
                </a:gs>
                <a:gs pos="57143">
                  <a:srgbClr val="5C5B5B">
                    <a:alpha val="3576"/>
                  </a:srgbClr>
                </a:gs>
                <a:gs pos="71429">
                  <a:srgbClr val="5C5B5B">
                    <a:alpha val="1690"/>
                  </a:srgbClr>
                </a:gs>
                <a:gs pos="85714">
                  <a:srgbClr val="5C5B5B">
                    <a:alpha val="672"/>
                  </a:srgbClr>
                </a:gs>
                <a:gs pos="100000">
                  <a:srgbClr val="5C5B5B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10355592">
              <a:off x="2032056" y="-137913"/>
              <a:ext cx="685255" cy="495657"/>
            </a:xfrm>
            <a:prstGeom prst="ellipse">
              <a:avLst/>
            </a:prstGeom>
            <a:gradFill>
              <a:gsLst>
                <a:gs pos="0">
                  <a:srgbClr val="8F8E8F">
                    <a:alpha val="8602"/>
                  </a:srgbClr>
                </a:gs>
                <a:gs pos="14286">
                  <a:srgbClr val="8F8E8F">
                    <a:alpha val="7934"/>
                  </a:srgbClr>
                </a:gs>
                <a:gs pos="28571">
                  <a:srgbClr val="8F8E8F">
                    <a:alpha val="6217"/>
                  </a:srgbClr>
                </a:gs>
                <a:gs pos="42857">
                  <a:srgbClr val="8F8E8F">
                    <a:alpha val="4123"/>
                  </a:srgbClr>
                </a:gs>
                <a:gs pos="57143">
                  <a:srgbClr val="8F8E8F">
                    <a:alpha val="2306"/>
                  </a:srgbClr>
                </a:gs>
                <a:gs pos="71429">
                  <a:srgbClr val="8F8E8F">
                    <a:alpha val="1086"/>
                  </a:srgbClr>
                </a:gs>
                <a:gs pos="85714">
                  <a:srgbClr val="8F8E8F">
                    <a:alpha val="431"/>
                  </a:srgbClr>
                </a:gs>
                <a:gs pos="100000">
                  <a:srgbClr val="8F8E8F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8366918">
              <a:off x="1859483" y="-53850"/>
              <a:ext cx="500041" cy="256531"/>
            </a:xfrm>
            <a:prstGeom prst="ellipse">
              <a:avLst/>
            </a:prstGeom>
            <a:gradFill>
              <a:gsLst>
                <a:gs pos="0">
                  <a:srgbClr val="7F7F7F">
                    <a:alpha val="12116"/>
                  </a:srgbClr>
                </a:gs>
                <a:gs pos="14286">
                  <a:srgbClr val="7F7F7F">
                    <a:alpha val="11193"/>
                  </a:srgbClr>
                </a:gs>
                <a:gs pos="28571">
                  <a:srgbClr val="7F7F7F">
                    <a:alpha val="8805"/>
                  </a:srgbClr>
                </a:gs>
                <a:gs pos="42857">
                  <a:srgbClr val="7F7F7F">
                    <a:alpha val="5866"/>
                  </a:srgbClr>
                </a:gs>
                <a:gs pos="57143">
                  <a:srgbClr val="7F7F7F">
                    <a:alpha val="3294"/>
                  </a:srgbClr>
                </a:gs>
                <a:gs pos="71429">
                  <a:srgbClr val="7F7F7F">
                    <a:alpha val="1556"/>
                  </a:srgbClr>
                </a:gs>
                <a:gs pos="85714">
                  <a:srgbClr val="7F7F7F">
                    <a:alpha val="618"/>
                  </a:srgbClr>
                </a:gs>
                <a:gs pos="100000">
                  <a:srgbClr val="7F7F7F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8629568">
              <a:off x="1557267" y="-152531"/>
              <a:ext cx="742285" cy="489549"/>
            </a:xfrm>
            <a:prstGeom prst="ellipse">
              <a:avLst/>
            </a:prstGeom>
            <a:gradFill>
              <a:gsLst>
                <a:gs pos="0">
                  <a:srgbClr val="000308">
                    <a:alpha val="3273"/>
                  </a:srgbClr>
                </a:gs>
                <a:gs pos="14286">
                  <a:srgbClr val="000308">
                    <a:alpha val="3012"/>
                  </a:srgbClr>
                </a:gs>
                <a:gs pos="28571">
                  <a:srgbClr val="000308">
                    <a:alpha val="2347"/>
                  </a:srgbClr>
                </a:gs>
                <a:gs pos="42857">
                  <a:srgbClr val="000308">
                    <a:alpha val="1546"/>
                  </a:srgbClr>
                </a:gs>
                <a:gs pos="57143">
                  <a:srgbClr val="000308">
                    <a:alpha val="859"/>
                  </a:srgbClr>
                </a:gs>
                <a:gs pos="71429">
                  <a:srgbClr val="000308">
                    <a:alpha val="403"/>
                  </a:srgbClr>
                </a:gs>
                <a:gs pos="85714">
                  <a:srgbClr val="000308">
                    <a:alpha val="160"/>
                  </a:srgbClr>
                </a:gs>
                <a:gs pos="100000">
                  <a:srgbClr val="000308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5306798">
              <a:off x="1427205" y="-230744"/>
              <a:ext cx="682200" cy="622760"/>
            </a:xfrm>
            <a:prstGeom prst="ellipse">
              <a:avLst/>
            </a:prstGeom>
            <a:gradFill>
              <a:gsLst>
                <a:gs pos="0">
                  <a:srgbClr val="99999A">
                    <a:alpha val="5535"/>
                  </a:srgbClr>
                </a:gs>
                <a:gs pos="14286">
                  <a:srgbClr val="99999A">
                    <a:alpha val="5099"/>
                  </a:srgbClr>
                </a:gs>
                <a:gs pos="28571">
                  <a:srgbClr val="99999A">
                    <a:alpha val="3982"/>
                  </a:srgbClr>
                </a:gs>
                <a:gs pos="42857">
                  <a:srgbClr val="99999A">
                    <a:alpha val="2630"/>
                  </a:srgbClr>
                </a:gs>
                <a:gs pos="57143">
                  <a:srgbClr val="99999A">
                    <a:alpha val="1466"/>
                  </a:srgbClr>
                </a:gs>
                <a:gs pos="71429">
                  <a:srgbClr val="99999A">
                    <a:alpha val="689"/>
                  </a:srgbClr>
                </a:gs>
                <a:gs pos="85714">
                  <a:srgbClr val="99999A">
                    <a:alpha val="273"/>
                  </a:srgbClr>
                </a:gs>
                <a:gs pos="100000">
                  <a:srgbClr val="99999A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4323008">
              <a:off x="1195072" y="-164362"/>
              <a:ext cx="694553" cy="438670"/>
            </a:xfrm>
            <a:prstGeom prst="ellipse">
              <a:avLst/>
            </a:prstGeom>
            <a:gradFill>
              <a:gsLst>
                <a:gs pos="0">
                  <a:srgbClr val="050705">
                    <a:alpha val="3948"/>
                  </a:srgbClr>
                </a:gs>
                <a:gs pos="14286">
                  <a:srgbClr val="050705">
                    <a:alpha val="3635"/>
                  </a:srgbClr>
                </a:gs>
                <a:gs pos="28571">
                  <a:srgbClr val="050705">
                    <a:alpha val="2834"/>
                  </a:srgbClr>
                </a:gs>
                <a:gs pos="42857">
                  <a:srgbClr val="050705">
                    <a:alpha val="1868"/>
                  </a:srgbClr>
                </a:gs>
                <a:gs pos="57143">
                  <a:srgbClr val="050705">
                    <a:alpha val="1039"/>
                  </a:srgbClr>
                </a:gs>
                <a:gs pos="71429">
                  <a:srgbClr val="050705">
                    <a:alpha val="488"/>
                  </a:srgbClr>
                </a:gs>
                <a:gs pos="85714">
                  <a:srgbClr val="050705">
                    <a:alpha val="193"/>
                  </a:srgbClr>
                </a:gs>
                <a:gs pos="100000">
                  <a:srgbClr val="050705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8206463">
              <a:off x="1141032" y="-162013"/>
              <a:ext cx="454075" cy="324026"/>
            </a:xfrm>
            <a:prstGeom prst="ellipse">
              <a:avLst/>
            </a:prstGeom>
            <a:gradFill>
              <a:gsLst>
                <a:gs pos="0">
                  <a:srgbClr val="A6A7A7">
                    <a:alpha val="3709"/>
                  </a:srgbClr>
                </a:gs>
                <a:gs pos="14286">
                  <a:srgbClr val="A6A7A7">
                    <a:alpha val="3414"/>
                  </a:srgbClr>
                </a:gs>
                <a:gs pos="28571">
                  <a:srgbClr val="A6A7A7">
                    <a:alpha val="2661"/>
                  </a:srgbClr>
                </a:gs>
                <a:gs pos="42857">
                  <a:srgbClr val="A6A7A7">
                    <a:alpha val="1754"/>
                  </a:srgbClr>
                </a:gs>
                <a:gs pos="57143">
                  <a:srgbClr val="A6A7A7">
                    <a:alpha val="976"/>
                  </a:srgbClr>
                </a:gs>
                <a:gs pos="71429">
                  <a:srgbClr val="A6A7A7">
                    <a:alpha val="458"/>
                  </a:srgbClr>
                </a:gs>
                <a:gs pos="85714">
                  <a:srgbClr val="A6A7A7">
                    <a:alpha val="181"/>
                  </a:srgbClr>
                </a:gs>
                <a:gs pos="100000">
                  <a:srgbClr val="A6A7A7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8074434">
              <a:off x="542811" y="-114910"/>
              <a:ext cx="742124" cy="529838"/>
            </a:xfrm>
            <a:prstGeom prst="ellipse">
              <a:avLst/>
            </a:prstGeom>
            <a:gradFill>
              <a:gsLst>
                <a:gs pos="0">
                  <a:srgbClr val="40474E">
                    <a:alpha val="5351"/>
                  </a:srgbClr>
                </a:gs>
                <a:gs pos="14286">
                  <a:srgbClr val="40474E">
                    <a:alpha val="4929"/>
                  </a:srgbClr>
                </a:gs>
                <a:gs pos="28571">
                  <a:srgbClr val="40474E">
                    <a:alpha val="3848"/>
                  </a:srgbClr>
                </a:gs>
                <a:gs pos="42857">
                  <a:srgbClr val="40474E">
                    <a:alpha val="2541"/>
                  </a:srgbClr>
                </a:gs>
                <a:gs pos="57143">
                  <a:srgbClr val="40474E">
                    <a:alpha val="1416"/>
                  </a:srgbClr>
                </a:gs>
                <a:gs pos="71429">
                  <a:srgbClr val="40474E">
                    <a:alpha val="665"/>
                  </a:srgbClr>
                </a:gs>
                <a:gs pos="85714">
                  <a:srgbClr val="40474E">
                    <a:alpha val="264"/>
                  </a:srgbClr>
                </a:gs>
                <a:gs pos="100000">
                  <a:srgbClr val="40474E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5227413">
              <a:off x="234133" y="-71577"/>
              <a:ext cx="593968" cy="365305"/>
            </a:xfrm>
            <a:prstGeom prst="ellipse">
              <a:avLst/>
            </a:prstGeom>
            <a:gradFill>
              <a:gsLst>
                <a:gs pos="0">
                  <a:srgbClr val="00010B">
                    <a:alpha val="5981"/>
                  </a:srgbClr>
                </a:gs>
                <a:gs pos="14286">
                  <a:srgbClr val="00010B">
                    <a:alpha val="5511"/>
                  </a:srgbClr>
                </a:gs>
                <a:gs pos="28571">
                  <a:srgbClr val="00010B">
                    <a:alpha val="4306"/>
                  </a:srgbClr>
                </a:gs>
                <a:gs pos="42857">
                  <a:srgbClr val="00010B">
                    <a:alpha val="2846"/>
                  </a:srgbClr>
                </a:gs>
                <a:gs pos="57143">
                  <a:srgbClr val="00010B">
                    <a:alpha val="1587"/>
                  </a:srgbClr>
                </a:gs>
                <a:gs pos="71429">
                  <a:srgbClr val="00010B">
                    <a:alpha val="746"/>
                  </a:srgbClr>
                </a:gs>
                <a:gs pos="85714">
                  <a:srgbClr val="00010B">
                    <a:alpha val="296"/>
                  </a:srgbClr>
                </a:gs>
                <a:gs pos="100000">
                  <a:srgbClr val="00010B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9221312">
              <a:off x="-290607" y="-151984"/>
              <a:ext cx="740238" cy="433998"/>
            </a:xfrm>
            <a:prstGeom prst="ellipse">
              <a:avLst/>
            </a:prstGeom>
            <a:gradFill>
              <a:gsLst>
                <a:gs pos="0">
                  <a:srgbClr val="9E9D9E">
                    <a:alpha val="5259"/>
                  </a:srgbClr>
                </a:gs>
                <a:gs pos="14286">
                  <a:srgbClr val="9E9D9E">
                    <a:alpha val="4844"/>
                  </a:srgbClr>
                </a:gs>
                <a:gs pos="28571">
                  <a:srgbClr val="9E9D9E">
                    <a:alpha val="3782"/>
                  </a:srgbClr>
                </a:gs>
                <a:gs pos="42857">
                  <a:srgbClr val="9E9D9E">
                    <a:alpha val="2497"/>
                  </a:srgbClr>
                </a:gs>
                <a:gs pos="57143">
                  <a:srgbClr val="9E9D9E">
                    <a:alpha val="1391"/>
                  </a:srgbClr>
                </a:gs>
                <a:gs pos="71429">
                  <a:srgbClr val="9E9D9E">
                    <a:alpha val="654"/>
                  </a:srgbClr>
                </a:gs>
                <a:gs pos="85714">
                  <a:srgbClr val="9E9D9E">
                    <a:alpha val="259"/>
                  </a:srgbClr>
                </a:gs>
                <a:gs pos="100000">
                  <a:srgbClr val="9E9D9E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2026-08-02T19:03:31Z</dcterms:created>
  <dcterms:modified xsi:type="dcterms:W3CDTF">2026-08-02T19:03:31Z</dcterms:modified>
</cp:coreProperties>
</file>