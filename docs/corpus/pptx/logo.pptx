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6252164">
              <a:off x="-179052" y="1313679"/>
              <a:ext cx="676498" cy="88893"/>
            </a:xfrm>
            <a:prstGeom prst="ellipse">
              <a:avLst/>
            </a:prstGeom>
            <a:gradFill>
              <a:gsLst>
                <a:gs pos="0">
                  <a:srgbClr val="FFDF00">
                    <a:alpha val="32968"/>
                  </a:srgbClr>
                </a:gs>
                <a:gs pos="14286">
                  <a:srgbClr val="FFDF00">
                    <a:alpha val="30764"/>
                  </a:srgbClr>
                </a:gs>
                <a:gs pos="28571">
                  <a:srgbClr val="FFDF00">
                    <a:alpha val="24833"/>
                  </a:srgbClr>
                </a:gs>
                <a:gs pos="42857">
                  <a:srgbClr val="FFDF00">
                    <a:alpha val="17075"/>
                  </a:srgbClr>
                </a:gs>
                <a:gs pos="57143">
                  <a:srgbClr val="FFDF00">
                    <a:alpha val="9855"/>
                  </a:srgbClr>
                </a:gs>
                <a:gs pos="71429">
                  <a:srgbClr val="FFDF00">
                    <a:alpha val="4740"/>
                  </a:srgbClr>
                </a:gs>
                <a:gs pos="85714">
                  <a:srgbClr val="FFDF00">
                    <a:alpha val="1902"/>
                  </a:srgbClr>
                </a:gs>
                <a:gs pos="100000">
                  <a:srgbClr val="FFD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-10246744">
              <a:off x="1561086" y="660039"/>
              <a:ext cx="612332" cy="170086"/>
            </a:xfrm>
            <a:prstGeom prst="ellipse">
              <a:avLst/>
            </a:prstGeom>
            <a:gradFill>
              <a:gsLst>
                <a:gs pos="0">
                  <a:srgbClr val="FFFFFF">
                    <a:alpha val="18518"/>
                  </a:srgbClr>
                </a:gs>
                <a:gs pos="14286">
                  <a:srgbClr val="FFFFFF">
                    <a:alpha val="17157"/>
                  </a:srgbClr>
                </a:gs>
                <a:gs pos="28571">
                  <a:srgbClr val="FFFFFF">
                    <a:alpha val="13597"/>
                  </a:srgbClr>
                </a:gs>
                <a:gs pos="42857">
                  <a:srgbClr val="FFFFFF">
                    <a:alpha val="9141"/>
                  </a:srgbClr>
                </a:gs>
                <a:gs pos="57143">
                  <a:srgbClr val="FFFFFF">
                    <a:alpha val="5173"/>
                  </a:srgbClr>
                </a:gs>
                <a:gs pos="71429">
                  <a:srgbClr val="FFFFFF">
                    <a:alpha val="2456"/>
                  </a:srgbClr>
                </a:gs>
                <a:gs pos="85714">
                  <a:srgbClr val="FFFFFF">
                    <a:alpha val="978"/>
                  </a:srgbClr>
                </a:gs>
                <a:gs pos="100000">
                  <a:srgbClr val="FFFF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701277">
              <a:off x="-269352" y="1626208"/>
              <a:ext cx="694108" cy="185772"/>
            </a:xfrm>
            <a:prstGeom prst="ellipse">
              <a:avLst/>
            </a:prstGeom>
            <a:gradFill>
              <a:gsLst>
                <a:gs pos="0">
                  <a:srgbClr val="FFFFFF">
                    <a:alpha val="5053"/>
                  </a:srgbClr>
                </a:gs>
                <a:gs pos="14286">
                  <a:srgbClr val="FFFFFF">
                    <a:alpha val="4654"/>
                  </a:srgbClr>
                </a:gs>
                <a:gs pos="28571">
                  <a:srgbClr val="FFFFFF">
                    <a:alpha val="3633"/>
                  </a:srgbClr>
                </a:gs>
                <a:gs pos="42857">
                  <a:srgbClr val="FFFFFF">
                    <a:alpha val="2398"/>
                  </a:srgbClr>
                </a:gs>
                <a:gs pos="57143">
                  <a:srgbClr val="FFFFFF">
                    <a:alpha val="1336"/>
                  </a:srgbClr>
                </a:gs>
                <a:gs pos="71429">
                  <a:srgbClr val="FFFFFF">
                    <a:alpha val="628"/>
                  </a:srgbClr>
                </a:gs>
                <a:gs pos="85714">
                  <a:srgbClr val="FFFFFF">
                    <a:alpha val="249"/>
                  </a:srgbClr>
                </a:gs>
                <a:gs pos="100000">
                  <a:srgbClr val="FFFFFF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7658150">
              <a:off x="242563" y="2436446"/>
              <a:ext cx="714182" cy="202033"/>
            </a:xfrm>
            <a:prstGeom prst="ellipse">
              <a:avLst/>
            </a:prstGeom>
            <a:gradFill>
              <a:gsLst>
                <a:gs pos="0">
                  <a:srgbClr val="FFFFFF">
                    <a:alpha val="12698"/>
                  </a:srgbClr>
                </a:gs>
                <a:gs pos="14286">
                  <a:srgbClr val="FFFFFF">
                    <a:alpha val="11734"/>
                  </a:srgbClr>
                </a:gs>
                <a:gs pos="28571">
                  <a:srgbClr val="FFFFFF">
                    <a:alpha val="9237"/>
                  </a:srgbClr>
                </a:gs>
                <a:gs pos="42857">
                  <a:srgbClr val="FFFFFF">
                    <a:alpha val="6159"/>
                  </a:srgbClr>
                </a:gs>
                <a:gs pos="57143">
                  <a:srgbClr val="FFFFFF">
                    <a:alpha val="3461"/>
                  </a:srgbClr>
                </a:gs>
                <a:gs pos="71429">
                  <a:srgbClr val="FFFFFF">
                    <a:alpha val="1635"/>
                  </a:srgbClr>
                </a:gs>
                <a:gs pos="85714">
                  <a:srgbClr val="FFFFFF">
                    <a:alpha val="650"/>
                  </a:srgbClr>
                </a:gs>
                <a:gs pos="100000">
                  <a:srgbClr val="FFFFF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6301415">
              <a:off x="2384835" y="1079863"/>
              <a:ext cx="753764" cy="719280"/>
            </a:xfrm>
            <a:prstGeom prst="ellipse">
              <a:avLst/>
            </a:prstGeom>
            <a:gradFill>
              <a:gsLst>
                <a:gs pos="0">
                  <a:srgbClr val="B6F900">
                    <a:alpha val="32968"/>
                  </a:srgbClr>
                </a:gs>
                <a:gs pos="14286">
                  <a:srgbClr val="B6F900">
                    <a:alpha val="30764"/>
                  </a:srgbClr>
                </a:gs>
                <a:gs pos="28571">
                  <a:srgbClr val="B6F900">
                    <a:alpha val="24833"/>
                  </a:srgbClr>
                </a:gs>
                <a:gs pos="42857">
                  <a:srgbClr val="B6F900">
                    <a:alpha val="17075"/>
                  </a:srgbClr>
                </a:gs>
                <a:gs pos="57143">
                  <a:srgbClr val="B6F900">
                    <a:alpha val="9855"/>
                  </a:srgbClr>
                </a:gs>
                <a:gs pos="71429">
                  <a:srgbClr val="B6F900">
                    <a:alpha val="4740"/>
                  </a:srgbClr>
                </a:gs>
                <a:gs pos="85714">
                  <a:srgbClr val="B6F900">
                    <a:alpha val="1902"/>
                  </a:srgbClr>
                </a:gs>
                <a:gs pos="100000">
                  <a:srgbClr val="B6F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8759617">
              <a:off x="348709" y="2387922"/>
              <a:ext cx="743915" cy="204328"/>
            </a:xfrm>
            <a:prstGeom prst="ellipse">
              <a:avLst/>
            </a:prstGeom>
            <a:gradFill>
              <a:gsLst>
                <a:gs pos="0">
                  <a:srgbClr val="FFFFFF">
                    <a:alpha val="29016"/>
                  </a:srgbClr>
                </a:gs>
                <a:gs pos="14286">
                  <a:srgbClr val="FFFFFF">
                    <a:alpha val="27021"/>
                  </a:srgbClr>
                </a:gs>
                <a:gs pos="28571">
                  <a:srgbClr val="FFFFFF">
                    <a:alpha val="21696"/>
                  </a:srgbClr>
                </a:gs>
                <a:gs pos="42857">
                  <a:srgbClr val="FFFFFF">
                    <a:alpha val="14821"/>
                  </a:srgbClr>
                </a:gs>
                <a:gs pos="57143">
                  <a:srgbClr val="FFFFFF">
                    <a:alpha val="8505"/>
                  </a:srgbClr>
                </a:gs>
                <a:gs pos="71429">
                  <a:srgbClr val="FFFFFF">
                    <a:alpha val="4076"/>
                  </a:srgbClr>
                </a:gs>
                <a:gs pos="85714">
                  <a:srgbClr val="FFFFFF">
                    <a:alpha val="1632"/>
                  </a:srgbClr>
                </a:gs>
                <a:gs pos="100000">
                  <a:srgbClr val="FFFFFF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6190508">
              <a:off x="139044" y="2146654"/>
              <a:ext cx="790614" cy="74767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9989001">
              <a:off x="2261668" y="1424308"/>
              <a:ext cx="815024" cy="922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756614">
              <a:off x="263241" y="548307"/>
              <a:ext cx="583330" cy="153267"/>
            </a:xfrm>
            <a:prstGeom prst="ellipse">
              <a:avLst/>
            </a:prstGeom>
            <a:gradFill>
              <a:gsLst>
                <a:gs pos="0">
                  <a:srgbClr val="FFFFFF">
                    <a:alpha val="2957"/>
                  </a:srgbClr>
                </a:gs>
                <a:gs pos="14286">
                  <a:srgbClr val="FFFFFF">
                    <a:alpha val="2721"/>
                  </a:srgbClr>
                </a:gs>
                <a:gs pos="28571">
                  <a:srgbClr val="FFFFFF">
                    <a:alpha val="2119"/>
                  </a:srgbClr>
                </a:gs>
                <a:gs pos="42857">
                  <a:srgbClr val="FFFFFF">
                    <a:alpha val="1395"/>
                  </a:srgbClr>
                </a:gs>
                <a:gs pos="57143">
                  <a:srgbClr val="FFFFFF">
                    <a:alpha val="776"/>
                  </a:srgbClr>
                </a:gs>
                <a:gs pos="71429">
                  <a:srgbClr val="FFFFFF">
                    <a:alpha val="364"/>
                  </a:srgbClr>
                </a:gs>
                <a:gs pos="85714">
                  <a:srgbClr val="FFFFFF">
                    <a:alpha val="144"/>
                  </a:srgbClr>
                </a:gs>
                <a:gs pos="100000">
                  <a:srgbClr val="FFFF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549332">
              <a:off x="1999895" y="2315548"/>
              <a:ext cx="831186" cy="77081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7658328">
              <a:off x="723256" y="1374236"/>
              <a:ext cx="1055590" cy="48157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-8789239">
              <a:off x="813584" y="1270860"/>
              <a:ext cx="798226" cy="782419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8266438">
              <a:off x="334958" y="2048944"/>
              <a:ext cx="826250" cy="81990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9658274">
              <a:off x="1119979" y="1378267"/>
              <a:ext cx="436980" cy="370620"/>
            </a:xfrm>
            <a:prstGeom prst="ellipse">
              <a:avLst/>
            </a:prstGeom>
            <a:gradFill>
              <a:gsLst>
                <a:gs pos="0">
                  <a:srgbClr val="FFEBFF">
                    <a:alpha val="32968"/>
                  </a:srgbClr>
                </a:gs>
                <a:gs pos="14286">
                  <a:srgbClr val="FFEBFF">
                    <a:alpha val="30764"/>
                  </a:srgbClr>
                </a:gs>
                <a:gs pos="28571">
                  <a:srgbClr val="FFEBFF">
                    <a:alpha val="24833"/>
                  </a:srgbClr>
                </a:gs>
                <a:gs pos="42857">
                  <a:srgbClr val="FFEBFF">
                    <a:alpha val="17075"/>
                  </a:srgbClr>
                </a:gs>
                <a:gs pos="57143">
                  <a:srgbClr val="FFEBFF">
                    <a:alpha val="9855"/>
                  </a:srgbClr>
                </a:gs>
                <a:gs pos="71429">
                  <a:srgbClr val="FFEBFF">
                    <a:alpha val="4740"/>
                  </a:srgbClr>
                </a:gs>
                <a:gs pos="85714">
                  <a:srgbClr val="FFEBFF">
                    <a:alpha val="1902"/>
                  </a:srgbClr>
                </a:gs>
                <a:gs pos="100000">
                  <a:srgbClr val="FF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-9375522">
              <a:off x="1844118" y="1883749"/>
              <a:ext cx="657122" cy="182376"/>
            </a:xfrm>
            <a:prstGeom prst="ellipse">
              <a:avLst/>
            </a:prstGeom>
            <a:gradFill>
              <a:gsLst>
                <a:gs pos="0">
                  <a:srgbClr val="FFFFFF">
                    <a:alpha val="15082"/>
                  </a:srgbClr>
                </a:gs>
                <a:gs pos="14286">
                  <a:srgbClr val="FFFFFF">
                    <a:alpha val="13952"/>
                  </a:srgbClr>
                </a:gs>
                <a:gs pos="28571">
                  <a:srgbClr val="FFFFFF">
                    <a:alpha val="11012"/>
                  </a:srgbClr>
                </a:gs>
                <a:gs pos="42857">
                  <a:srgbClr val="FFFFFF">
                    <a:alpha val="7367"/>
                  </a:srgbClr>
                </a:gs>
                <a:gs pos="57143">
                  <a:srgbClr val="FFFFFF">
                    <a:alpha val="4152"/>
                  </a:srgbClr>
                </a:gs>
                <a:gs pos="71429">
                  <a:srgbClr val="FFFFFF">
                    <a:alpha val="1965"/>
                  </a:srgbClr>
                </a:gs>
                <a:gs pos="85714">
                  <a:srgbClr val="FFFFFF">
                    <a:alpha val="782"/>
                  </a:srgbClr>
                </a:gs>
                <a:gs pos="100000">
                  <a:srgbClr val="FFFF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7504866">
              <a:off x="1943168" y="2730089"/>
              <a:ext cx="794097" cy="936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6039337">
              <a:off x="-317305" y="1383812"/>
              <a:ext cx="803379" cy="122881"/>
            </a:xfrm>
            <a:prstGeom prst="ellipse">
              <a:avLst/>
            </a:prstGeom>
            <a:gradFill>
              <a:gsLst>
                <a:gs pos="0">
                  <a:srgbClr val="FFFFFF">
                    <a:alpha val="18570"/>
                  </a:srgbClr>
                </a:gs>
                <a:gs pos="14286">
                  <a:srgbClr val="FFFFFF">
                    <a:alpha val="17205"/>
                  </a:srgbClr>
                </a:gs>
                <a:gs pos="28571">
                  <a:srgbClr val="FFFFFF">
                    <a:alpha val="13636"/>
                  </a:srgbClr>
                </a:gs>
                <a:gs pos="42857">
                  <a:srgbClr val="FFFFFF">
                    <a:alpha val="9168"/>
                  </a:srgbClr>
                </a:gs>
                <a:gs pos="57143">
                  <a:srgbClr val="FFFFFF">
                    <a:alpha val="5189"/>
                  </a:srgbClr>
                </a:gs>
                <a:gs pos="71429">
                  <a:srgbClr val="FFFFFF">
                    <a:alpha val="2463"/>
                  </a:srgbClr>
                </a:gs>
                <a:gs pos="85714">
                  <a:srgbClr val="FFFFFF">
                    <a:alpha val="981"/>
                  </a:srgbClr>
                </a:gs>
                <a:gs pos="100000">
                  <a:srgbClr val="FFFFF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7135756">
              <a:off x="2299166" y="1173690"/>
              <a:ext cx="713528" cy="704962"/>
            </a:xfrm>
            <a:prstGeom prst="ellipse">
              <a:avLst/>
            </a:prstGeom>
            <a:gradFill>
              <a:gsLst>
                <a:gs pos="0">
                  <a:srgbClr val="FFFA00">
                    <a:alpha val="32968"/>
                  </a:srgbClr>
                </a:gs>
                <a:gs pos="14286">
                  <a:srgbClr val="FFFA00">
                    <a:alpha val="30764"/>
                  </a:srgbClr>
                </a:gs>
                <a:gs pos="28571">
                  <a:srgbClr val="FFFA00">
                    <a:alpha val="24833"/>
                  </a:srgbClr>
                </a:gs>
                <a:gs pos="42857">
                  <a:srgbClr val="FFFA00">
                    <a:alpha val="17075"/>
                  </a:srgbClr>
                </a:gs>
                <a:gs pos="57143">
                  <a:srgbClr val="FFFA00">
                    <a:alpha val="9855"/>
                  </a:srgbClr>
                </a:gs>
                <a:gs pos="71429">
                  <a:srgbClr val="FFFA00">
                    <a:alpha val="4740"/>
                  </a:srgbClr>
                </a:gs>
                <a:gs pos="85714">
                  <a:srgbClr val="FFFA00">
                    <a:alpha val="1902"/>
                  </a:srgbClr>
                </a:gs>
                <a:gs pos="100000">
                  <a:srgbClr val="FF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5961184">
              <a:off x="-256640" y="1477403"/>
              <a:ext cx="769465" cy="84249"/>
            </a:xfrm>
            <a:prstGeom prst="ellipse">
              <a:avLst/>
            </a:prstGeom>
            <a:gradFill>
              <a:gsLst>
                <a:gs pos="0">
                  <a:srgbClr val="29B800">
                    <a:alpha val="32968"/>
                  </a:srgbClr>
                </a:gs>
                <a:gs pos="14286">
                  <a:srgbClr val="29B800">
                    <a:alpha val="30764"/>
                  </a:srgbClr>
                </a:gs>
                <a:gs pos="28571">
                  <a:srgbClr val="29B800">
                    <a:alpha val="24833"/>
                  </a:srgbClr>
                </a:gs>
                <a:gs pos="42857">
                  <a:srgbClr val="29B800">
                    <a:alpha val="17075"/>
                  </a:srgbClr>
                </a:gs>
                <a:gs pos="57143">
                  <a:srgbClr val="29B800">
                    <a:alpha val="9855"/>
                  </a:srgbClr>
                </a:gs>
                <a:gs pos="71429">
                  <a:srgbClr val="29B800">
                    <a:alpha val="4740"/>
                  </a:srgbClr>
                </a:gs>
                <a:gs pos="85714">
                  <a:srgbClr val="29B800">
                    <a:alpha val="1902"/>
                  </a:srgbClr>
                </a:gs>
                <a:gs pos="100000">
                  <a:srgbClr val="29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00000">
              <a:off x="2943819" y="2638912"/>
              <a:ext cx="584789" cy="584789"/>
            </a:xfrm>
            <a:prstGeom prst="ellipse">
              <a:avLst/>
            </a:prstGeom>
            <a:gradFill>
              <a:gsLst>
                <a:gs pos="0">
                  <a:srgbClr val="FFFFFF">
                    <a:alpha val="17750"/>
                  </a:srgbClr>
                </a:gs>
                <a:gs pos="14286">
                  <a:srgbClr val="FFFFFF">
                    <a:alpha val="16440"/>
                  </a:srgbClr>
                </a:gs>
                <a:gs pos="28571">
                  <a:srgbClr val="FFFFFF">
                    <a:alpha val="13016"/>
                  </a:srgbClr>
                </a:gs>
                <a:gs pos="42857">
                  <a:srgbClr val="FFFFFF">
                    <a:alpha val="8741"/>
                  </a:srgbClr>
                </a:gs>
                <a:gs pos="57143">
                  <a:srgbClr val="FFFFFF">
                    <a:alpha val="4942"/>
                  </a:srgbClr>
                </a:gs>
                <a:gs pos="71429">
                  <a:srgbClr val="FFFFFF">
                    <a:alpha val="2345"/>
                  </a:srgbClr>
                </a:gs>
                <a:gs pos="85714">
                  <a:srgbClr val="FFFFFF">
                    <a:alpha val="934"/>
                  </a:srgbClr>
                </a:gs>
                <a:gs pos="100000">
                  <a:srgbClr val="FFFFF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407712">
              <a:off x="2708222" y="2898397"/>
              <a:ext cx="574432" cy="566589"/>
            </a:xfrm>
            <a:prstGeom prst="ellipse">
              <a:avLst/>
            </a:prstGeom>
            <a:gradFill>
              <a:gsLst>
                <a:gs pos="0">
                  <a:srgbClr val="FFFFFF">
                    <a:alpha val="10372"/>
                  </a:srgbClr>
                </a:gs>
                <a:gs pos="14286">
                  <a:srgbClr val="FFFFFF">
                    <a:alpha val="9575"/>
                  </a:srgbClr>
                </a:gs>
                <a:gs pos="28571">
                  <a:srgbClr val="FFFFFF">
                    <a:alpha val="7517"/>
                  </a:srgbClr>
                </a:gs>
                <a:gs pos="42857">
                  <a:srgbClr val="FFFFFF">
                    <a:alpha val="4997"/>
                  </a:srgbClr>
                </a:gs>
                <a:gs pos="57143">
                  <a:srgbClr val="FFFFFF">
                    <a:alpha val="2800"/>
                  </a:srgbClr>
                </a:gs>
                <a:gs pos="71429">
                  <a:srgbClr val="FFFFFF">
                    <a:alpha val="1321"/>
                  </a:srgbClr>
                </a:gs>
                <a:gs pos="85714">
                  <a:srgbClr val="FFFFFF">
                    <a:alpha val="524"/>
                  </a:srgbClr>
                </a:gs>
                <a:gs pos="100000">
                  <a:srgbClr val="FFFF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10799951">
              <a:off x="2669111" y="2931867"/>
              <a:ext cx="573648" cy="572476"/>
            </a:xfrm>
            <a:prstGeom prst="ellipse">
              <a:avLst/>
            </a:prstGeom>
            <a:gradFill>
              <a:gsLst>
                <a:gs pos="0">
                  <a:srgbClr val="FFFFFF">
                    <a:alpha val="17815"/>
                  </a:srgbClr>
                </a:gs>
                <a:gs pos="14286">
                  <a:srgbClr val="FFFFFF">
                    <a:alpha val="16500"/>
                  </a:srgbClr>
                </a:gs>
                <a:gs pos="28571">
                  <a:srgbClr val="FFFFFF">
                    <a:alpha val="13065"/>
                  </a:srgbClr>
                </a:gs>
                <a:gs pos="42857">
                  <a:srgbClr val="FFFFFF">
                    <a:alpha val="8775"/>
                  </a:srgbClr>
                </a:gs>
                <a:gs pos="57143">
                  <a:srgbClr val="FFFFFF">
                    <a:alpha val="4961"/>
                  </a:srgbClr>
                </a:gs>
                <a:gs pos="71429">
                  <a:srgbClr val="FFFFFF">
                    <a:alpha val="2354"/>
                  </a:srgbClr>
                </a:gs>
                <a:gs pos="85714">
                  <a:srgbClr val="FFFFFF">
                    <a:alpha val="937"/>
                  </a:srgbClr>
                </a:gs>
                <a:gs pos="100000">
                  <a:srgbClr val="FFFF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8493302">
              <a:off x="315206" y="2408413"/>
              <a:ext cx="813948" cy="118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10798864">
              <a:off x="2598210" y="2983354"/>
              <a:ext cx="586151" cy="579580"/>
            </a:xfrm>
            <a:prstGeom prst="ellipse">
              <a:avLst/>
            </a:prstGeom>
            <a:gradFill>
              <a:gsLst>
                <a:gs pos="0">
                  <a:srgbClr val="FFFFFF">
                    <a:alpha val="23767"/>
                  </a:srgbClr>
                </a:gs>
                <a:gs pos="14286">
                  <a:srgbClr val="FFFFFF">
                    <a:alpha val="22075"/>
                  </a:srgbClr>
                </a:gs>
                <a:gs pos="28571">
                  <a:srgbClr val="FFFFFF">
                    <a:alpha val="17607"/>
                  </a:srgbClr>
                </a:gs>
                <a:gs pos="42857">
                  <a:srgbClr val="FFFFFF">
                    <a:alpha val="11929"/>
                  </a:srgbClr>
                </a:gs>
                <a:gs pos="57143">
                  <a:srgbClr val="FFFFFF">
                    <a:alpha val="6797"/>
                  </a:srgbClr>
                </a:gs>
                <a:gs pos="71429">
                  <a:srgbClr val="FFFFFF">
                    <a:alpha val="3241"/>
                  </a:srgbClr>
                </a:gs>
                <a:gs pos="85714">
                  <a:srgbClr val="FFFFFF">
                    <a:alpha val="1294"/>
                  </a:srgbClr>
                </a:gs>
                <a:gs pos="100000">
                  <a:srgbClr val="FFFFFF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>
              <a:off x="486085" y="2972887"/>
              <a:ext cx="557696" cy="557327"/>
            </a:xfrm>
            <a:prstGeom prst="ellipse">
              <a:avLst/>
            </a:prstGeom>
            <a:gradFill>
              <a:gsLst>
                <a:gs pos="0">
                  <a:srgbClr val="FFFFFF">
                    <a:alpha val="15862"/>
                  </a:srgbClr>
                </a:gs>
                <a:gs pos="14286">
                  <a:srgbClr val="FFFFFF">
                    <a:alpha val="14679"/>
                  </a:srgbClr>
                </a:gs>
                <a:gs pos="28571">
                  <a:srgbClr val="FFFFFF">
                    <a:alpha val="11596"/>
                  </a:srgbClr>
                </a:gs>
                <a:gs pos="42857">
                  <a:srgbClr val="FFFFFF">
                    <a:alpha val="7767"/>
                  </a:srgbClr>
                </a:gs>
                <a:gs pos="57143">
                  <a:srgbClr val="FFFFFF">
                    <a:alpha val="4381"/>
                  </a:srgbClr>
                </a:gs>
                <a:gs pos="71429">
                  <a:srgbClr val="FFFFFF">
                    <a:alpha val="2075"/>
                  </a:srgbClr>
                </a:gs>
                <a:gs pos="85714">
                  <a:srgbClr val="FFFFFF">
                    <a:alpha val="826"/>
                  </a:srgbClr>
                </a:gs>
                <a:gs pos="100000">
                  <a:srgbClr val="FFFFFF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-8712627">
              <a:off x="367067" y="3112439"/>
              <a:ext cx="736900" cy="202150"/>
            </a:xfrm>
            <a:prstGeom prst="ellipse">
              <a:avLst/>
            </a:prstGeom>
            <a:gradFill>
              <a:gsLst>
                <a:gs pos="0">
                  <a:srgbClr val="FFFFFF">
                    <a:alpha val="12631"/>
                  </a:srgbClr>
                </a:gs>
                <a:gs pos="14286">
                  <a:srgbClr val="FFFFFF">
                    <a:alpha val="11671"/>
                  </a:srgbClr>
                </a:gs>
                <a:gs pos="28571">
                  <a:srgbClr val="FFFFFF">
                    <a:alpha val="9186"/>
                  </a:srgbClr>
                </a:gs>
                <a:gs pos="42857">
                  <a:srgbClr val="FFFFFF">
                    <a:alpha val="6125"/>
                  </a:srgbClr>
                </a:gs>
                <a:gs pos="57143">
                  <a:srgbClr val="FFFFFF">
                    <a:alpha val="3442"/>
                  </a:srgbClr>
                </a:gs>
                <a:gs pos="71429">
                  <a:srgbClr val="FFFFFF">
                    <a:alpha val="1626"/>
                  </a:srgbClr>
                </a:gs>
                <a:gs pos="85714">
                  <a:srgbClr val="FFFFFF">
                    <a:alpha val="646"/>
                  </a:srgbClr>
                </a:gs>
                <a:gs pos="100000">
                  <a:srgbClr val="FFFFF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426917">
              <a:off x="2861237" y="2761352"/>
              <a:ext cx="572574" cy="566060"/>
            </a:xfrm>
            <a:prstGeom prst="ellipse">
              <a:avLst/>
            </a:prstGeom>
            <a:gradFill>
              <a:gsLst>
                <a:gs pos="0">
                  <a:srgbClr val="FFFFFF">
                    <a:alpha val="9626"/>
                  </a:srgbClr>
                </a:gs>
                <a:gs pos="14286">
                  <a:srgbClr val="FFFFFF">
                    <a:alpha val="8883"/>
                  </a:srgbClr>
                </a:gs>
                <a:gs pos="28571">
                  <a:srgbClr val="FFFFFF">
                    <a:alpha val="6968"/>
                  </a:srgbClr>
                </a:gs>
                <a:gs pos="42857">
                  <a:srgbClr val="FFFFFF">
                    <a:alpha val="4627"/>
                  </a:srgbClr>
                </a:gs>
                <a:gs pos="57143">
                  <a:srgbClr val="FFFFFF">
                    <a:alpha val="2591"/>
                  </a:srgbClr>
                </a:gs>
                <a:gs pos="71429">
                  <a:srgbClr val="FFFFFF">
                    <a:alpha val="1221"/>
                  </a:srgbClr>
                </a:gs>
                <a:gs pos="85714">
                  <a:srgbClr val="FFFFFF">
                    <a:alpha val="485"/>
                  </a:srgbClr>
                </a:gs>
                <a:gs pos="100000">
                  <a:srgbClr val="FFFFFF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7060311">
              <a:off x="2008356" y="2606143"/>
              <a:ext cx="819212" cy="927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97728">
              <a:off x="2578848" y="2996557"/>
              <a:ext cx="566362" cy="561159"/>
            </a:xfrm>
            <a:prstGeom prst="ellipse">
              <a:avLst/>
            </a:prstGeom>
            <a:gradFill>
              <a:gsLst>
                <a:gs pos="0">
                  <a:srgbClr val="FFFFFF">
                    <a:alpha val="19994"/>
                  </a:srgbClr>
                </a:gs>
                <a:gs pos="14286">
                  <a:srgbClr val="FFFFFF">
                    <a:alpha val="18537"/>
                  </a:srgbClr>
                </a:gs>
                <a:gs pos="28571">
                  <a:srgbClr val="FFFFFF">
                    <a:alpha val="14716"/>
                  </a:srgbClr>
                </a:gs>
                <a:gs pos="42857">
                  <a:srgbClr val="FFFFFF">
                    <a:alpha val="9915"/>
                  </a:srgbClr>
                </a:gs>
                <a:gs pos="57143">
                  <a:srgbClr val="FFFFFF">
                    <a:alpha val="5621"/>
                  </a:srgbClr>
                </a:gs>
                <a:gs pos="71429">
                  <a:srgbClr val="FFFFFF">
                    <a:alpha val="2672"/>
                  </a:srgbClr>
                </a:gs>
                <a:gs pos="85714">
                  <a:srgbClr val="FFFFFF">
                    <a:alpha val="1065"/>
                  </a:srgbClr>
                </a:gs>
                <a:gs pos="100000">
                  <a:srgbClr val="FFFFFF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3152533">
              <a:off x="1969458" y="1130323"/>
              <a:ext cx="754320" cy="2992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10796843">
              <a:off x="2616617" y="2966335"/>
              <a:ext cx="556587" cy="554414"/>
            </a:xfrm>
            <a:prstGeom prst="ellipse">
              <a:avLst/>
            </a:prstGeom>
            <a:gradFill>
              <a:gsLst>
                <a:gs pos="0">
                  <a:srgbClr val="FFFFFF">
                    <a:alpha val="8727"/>
                  </a:srgbClr>
                </a:gs>
                <a:gs pos="14286">
                  <a:srgbClr val="FFFFFF">
                    <a:alpha val="8050"/>
                  </a:srgbClr>
                </a:gs>
                <a:gs pos="28571">
                  <a:srgbClr val="FFFFFF">
                    <a:alpha val="6309"/>
                  </a:srgbClr>
                </a:gs>
                <a:gs pos="42857">
                  <a:srgbClr val="FFFFFF">
                    <a:alpha val="4184"/>
                  </a:srgbClr>
                </a:gs>
                <a:gs pos="57143">
                  <a:srgbClr val="FFFFFF">
                    <a:alpha val="2341"/>
                  </a:srgbClr>
                </a:gs>
                <a:gs pos="71429">
                  <a:srgbClr val="FFFFFF">
                    <a:alpha val="1103"/>
                  </a:srgbClr>
                </a:gs>
                <a:gs pos="85714">
                  <a:srgbClr val="FFFFFF">
                    <a:alpha val="437"/>
                  </a:srgbClr>
                </a:gs>
                <a:gs pos="100000">
                  <a:srgbClr val="FFFFFF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8034198">
              <a:off x="1024303" y="794322"/>
              <a:ext cx="727933" cy="54923"/>
            </a:xfrm>
            <a:prstGeom prst="ellipse">
              <a:avLst/>
            </a:prstGeom>
            <a:gradFill>
              <a:gsLst>
                <a:gs pos="0">
                  <a:srgbClr val="008A00">
                    <a:alpha val="32968"/>
                  </a:srgbClr>
                </a:gs>
                <a:gs pos="14286">
                  <a:srgbClr val="008A00">
                    <a:alpha val="30764"/>
                  </a:srgbClr>
                </a:gs>
                <a:gs pos="28571">
                  <a:srgbClr val="008A00">
                    <a:alpha val="24833"/>
                  </a:srgbClr>
                </a:gs>
                <a:gs pos="42857">
                  <a:srgbClr val="008A00">
                    <a:alpha val="17075"/>
                  </a:srgbClr>
                </a:gs>
                <a:gs pos="57143">
                  <a:srgbClr val="008A00">
                    <a:alpha val="9855"/>
                  </a:srgbClr>
                </a:gs>
                <a:gs pos="71429">
                  <a:srgbClr val="008A00">
                    <a:alpha val="4740"/>
                  </a:srgbClr>
                </a:gs>
                <a:gs pos="85714">
                  <a:srgbClr val="008A00">
                    <a:alpha val="1902"/>
                  </a:srgbClr>
                </a:gs>
                <a:gs pos="100000">
                  <a:srgbClr val="00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10582263">
              <a:off x="-102002" y="888862"/>
              <a:ext cx="580214" cy="482591"/>
            </a:xfrm>
            <a:prstGeom prst="ellipse">
              <a:avLst/>
            </a:prstGeom>
            <a:gradFill>
              <a:gsLst>
                <a:gs pos="0">
                  <a:srgbClr val="FFFFFF">
                    <a:alpha val="25156"/>
                  </a:srgbClr>
                </a:gs>
                <a:gs pos="14286">
                  <a:srgbClr val="FFFFFF">
                    <a:alpha val="23381"/>
                  </a:srgbClr>
                </a:gs>
                <a:gs pos="28571">
                  <a:srgbClr val="FFFFFF">
                    <a:alpha val="18681"/>
                  </a:srgbClr>
                </a:gs>
                <a:gs pos="42857">
                  <a:srgbClr val="FFFFFF">
                    <a:alpha val="12684"/>
                  </a:srgbClr>
                </a:gs>
                <a:gs pos="57143">
                  <a:srgbClr val="FFFFFF">
                    <a:alpha val="7240"/>
                  </a:srgbClr>
                </a:gs>
                <a:gs pos="71429">
                  <a:srgbClr val="FFFFFF">
                    <a:alpha val="3457"/>
                  </a:srgbClr>
                </a:gs>
                <a:gs pos="85714">
                  <a:srgbClr val="FFFFFF">
                    <a:alpha val="1382"/>
                  </a:srgbClr>
                </a:gs>
                <a:gs pos="100000">
                  <a:srgbClr val="FFFFFF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7794777">
              <a:off x="2162063" y="961151"/>
              <a:ext cx="758309" cy="64407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5400138">
              <a:off x="3331606" y="1587525"/>
              <a:ext cx="590923" cy="590778"/>
            </a:xfrm>
            <a:prstGeom prst="ellipse">
              <a:avLst/>
            </a:prstGeom>
            <a:gradFill>
              <a:gsLst>
                <a:gs pos="0">
                  <a:srgbClr val="FEFFFF">
                    <a:alpha val="18038"/>
                  </a:srgbClr>
                </a:gs>
                <a:gs pos="14286">
                  <a:srgbClr val="FEFFFF">
                    <a:alpha val="16709"/>
                  </a:srgbClr>
                </a:gs>
                <a:gs pos="28571">
                  <a:srgbClr val="FEFFFF">
                    <a:alpha val="13234"/>
                  </a:srgbClr>
                </a:gs>
                <a:gs pos="42857">
                  <a:srgbClr val="FEFFFF">
                    <a:alpha val="8891"/>
                  </a:srgbClr>
                </a:gs>
                <a:gs pos="57143">
                  <a:srgbClr val="FEFFFF">
                    <a:alpha val="5028"/>
                  </a:srgbClr>
                </a:gs>
                <a:gs pos="71429">
                  <a:srgbClr val="FEFFFF">
                    <a:alpha val="2386"/>
                  </a:srgbClr>
                </a:gs>
                <a:gs pos="85714">
                  <a:srgbClr val="FEFFFF">
                    <a:alpha val="950"/>
                  </a:srgbClr>
                </a:gs>
                <a:gs pos="100000">
                  <a:srgbClr val="FEFF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6030347">
              <a:off x="-330134" y="1369200"/>
              <a:ext cx="893711" cy="298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>
              <a:off x="3332177" y="1623530"/>
              <a:ext cx="591047" cy="590936"/>
            </a:xfrm>
            <a:prstGeom prst="ellipse">
              <a:avLst/>
            </a:prstGeom>
            <a:gradFill>
              <a:gsLst>
                <a:gs pos="0">
                  <a:srgbClr val="FEFFFF">
                    <a:alpha val="18755"/>
                  </a:srgbClr>
                </a:gs>
                <a:gs pos="14286">
                  <a:srgbClr val="FEFFFF">
                    <a:alpha val="17378"/>
                  </a:srgbClr>
                </a:gs>
                <a:gs pos="28571">
                  <a:srgbClr val="FEFFFF">
                    <a:alpha val="13776"/>
                  </a:srgbClr>
                </a:gs>
                <a:gs pos="42857">
                  <a:srgbClr val="FEFFFF">
                    <a:alpha val="9264"/>
                  </a:srgbClr>
                </a:gs>
                <a:gs pos="57143">
                  <a:srgbClr val="FEFFFF">
                    <a:alpha val="5245"/>
                  </a:srgbClr>
                </a:gs>
                <a:gs pos="71429">
                  <a:srgbClr val="FEFFFF">
                    <a:alpha val="2490"/>
                  </a:srgbClr>
                </a:gs>
                <a:gs pos="85714">
                  <a:srgbClr val="FEFFFF">
                    <a:alpha val="992"/>
                  </a:srgbClr>
                </a:gs>
                <a:gs pos="100000">
                  <a:srgbClr val="FEFF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10798323">
              <a:off x="3331985" y="1522647"/>
              <a:ext cx="582331" cy="581967"/>
            </a:xfrm>
            <a:prstGeom prst="ellipse">
              <a:avLst/>
            </a:prstGeom>
            <a:gradFill>
              <a:gsLst>
                <a:gs pos="0">
                  <a:srgbClr val="FFFFFF">
                    <a:alpha val="16463"/>
                  </a:srgbClr>
                </a:gs>
                <a:gs pos="14286">
                  <a:srgbClr val="FFFFFF">
                    <a:alpha val="15239"/>
                  </a:srgbClr>
                </a:gs>
                <a:gs pos="28571">
                  <a:srgbClr val="FFFFFF">
                    <a:alpha val="12047"/>
                  </a:srgbClr>
                </a:gs>
                <a:gs pos="42857">
                  <a:srgbClr val="FFFFFF">
                    <a:alpha val="8075"/>
                  </a:srgbClr>
                </a:gs>
                <a:gs pos="57143">
                  <a:srgbClr val="FFFFFF">
                    <a:alpha val="4558"/>
                  </a:srgbClr>
                </a:gs>
                <a:gs pos="71429">
                  <a:srgbClr val="FFFFFF">
                    <a:alpha val="2160"/>
                  </a:srgbClr>
                </a:gs>
                <a:gs pos="85714">
                  <a:srgbClr val="FFFFFF">
                    <a:alpha val="860"/>
                  </a:srgbClr>
                </a:gs>
                <a:gs pos="100000">
                  <a:srgbClr val="FFFFFF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2811602">
              <a:off x="992001" y="2313772"/>
              <a:ext cx="719424" cy="703167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00000">
              <a:off x="1427679" y="3329299"/>
              <a:ext cx="577654" cy="577654"/>
            </a:xfrm>
            <a:prstGeom prst="ellipse">
              <a:avLst/>
            </a:prstGeom>
            <a:gradFill>
              <a:gsLst>
                <a:gs pos="0">
                  <a:srgbClr val="FFFFFF">
                    <a:alpha val="17642"/>
                  </a:srgbClr>
                </a:gs>
                <a:gs pos="14286">
                  <a:srgbClr val="FFFFFF">
                    <a:alpha val="16339"/>
                  </a:srgbClr>
                </a:gs>
                <a:gs pos="28571">
                  <a:srgbClr val="FFFFFF">
                    <a:alpha val="12935"/>
                  </a:srgbClr>
                </a:gs>
                <a:gs pos="42857">
                  <a:srgbClr val="FFFFFF">
                    <a:alpha val="8685"/>
                  </a:srgbClr>
                </a:gs>
                <a:gs pos="57143">
                  <a:srgbClr val="FFFFFF">
                    <a:alpha val="4910"/>
                  </a:srgbClr>
                </a:gs>
                <a:gs pos="71429">
                  <a:srgbClr val="FFFFFF">
                    <a:alpha val="2329"/>
                  </a:srgbClr>
                </a:gs>
                <a:gs pos="85714">
                  <a:srgbClr val="FFFFFF">
                    <a:alpha val="928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3790675">
              <a:off x="-182629" y="2509009"/>
              <a:ext cx="792173" cy="1392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5400162">
              <a:off x="3322524" y="1398720"/>
              <a:ext cx="576088" cy="574842"/>
            </a:xfrm>
            <a:prstGeom prst="ellipse">
              <a:avLst/>
            </a:prstGeom>
            <a:gradFill>
              <a:gsLst>
                <a:gs pos="0">
                  <a:srgbClr val="FDFFFF">
                    <a:alpha val="13483"/>
                  </a:srgbClr>
                </a:gs>
                <a:gs pos="14286">
                  <a:srgbClr val="FDFFFF">
                    <a:alpha val="12463"/>
                  </a:srgbClr>
                </a:gs>
                <a:gs pos="28571">
                  <a:srgbClr val="FDFFFF">
                    <a:alpha val="9819"/>
                  </a:srgbClr>
                </a:gs>
                <a:gs pos="42857">
                  <a:srgbClr val="FDFFFF">
                    <a:alpha val="6554"/>
                  </a:srgbClr>
                </a:gs>
                <a:gs pos="57143">
                  <a:srgbClr val="FDFFFF">
                    <a:alpha val="3687"/>
                  </a:srgbClr>
                </a:gs>
                <a:gs pos="71429">
                  <a:srgbClr val="FDFFFF">
                    <a:alpha val="1743"/>
                  </a:srgbClr>
                </a:gs>
                <a:gs pos="85714">
                  <a:srgbClr val="FDFFFF">
                    <a:alpha val="693"/>
                  </a:srgbClr>
                </a:gs>
                <a:gs pos="100000">
                  <a:srgbClr val="FDFFF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09650">
              <a:off x="2546624" y="1118375"/>
              <a:ext cx="709237" cy="595204"/>
            </a:xfrm>
            <a:prstGeom prst="ellipse">
              <a:avLst/>
            </a:prstGeom>
            <a:gradFill>
              <a:gsLst>
                <a:gs pos="0">
                  <a:srgbClr val="F1FF00">
                    <a:alpha val="32968"/>
                  </a:srgbClr>
                </a:gs>
                <a:gs pos="14286">
                  <a:srgbClr val="F1FF00">
                    <a:alpha val="30764"/>
                  </a:srgbClr>
                </a:gs>
                <a:gs pos="28571">
                  <a:srgbClr val="F1FF00">
                    <a:alpha val="24833"/>
                  </a:srgbClr>
                </a:gs>
                <a:gs pos="42857">
                  <a:srgbClr val="F1FF00">
                    <a:alpha val="17075"/>
                  </a:srgbClr>
                </a:gs>
                <a:gs pos="57143">
                  <a:srgbClr val="F1FF00">
                    <a:alpha val="9855"/>
                  </a:srgbClr>
                </a:gs>
                <a:gs pos="71429">
                  <a:srgbClr val="F1FF00">
                    <a:alpha val="4740"/>
                  </a:srgbClr>
                </a:gs>
                <a:gs pos="85714">
                  <a:srgbClr val="F1FF00">
                    <a:alpha val="1902"/>
                  </a:srgbClr>
                </a:gs>
                <a:gs pos="100000">
                  <a:srgbClr val="F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799999">
              <a:off x="3300692" y="1182055"/>
              <a:ext cx="580390" cy="580280"/>
            </a:xfrm>
            <a:prstGeom prst="ellipse">
              <a:avLst/>
            </a:prstGeom>
            <a:gradFill>
              <a:gsLst>
                <a:gs pos="0">
                  <a:srgbClr val="FFFFFF">
                    <a:alpha val="17413"/>
                  </a:srgbClr>
                </a:gs>
                <a:gs pos="14286">
                  <a:srgbClr val="FFFFFF">
                    <a:alpha val="16125"/>
                  </a:srgbClr>
                </a:gs>
                <a:gs pos="28571">
                  <a:srgbClr val="FFFFFF">
                    <a:alpha val="12763"/>
                  </a:srgbClr>
                </a:gs>
                <a:gs pos="42857">
                  <a:srgbClr val="FFFFFF">
                    <a:alpha val="8566"/>
                  </a:srgbClr>
                </a:gs>
                <a:gs pos="57143">
                  <a:srgbClr val="FFFFFF">
                    <a:alpha val="4841"/>
                  </a:srgbClr>
                </a:gs>
                <a:gs pos="71429">
                  <a:srgbClr val="FFFFFF">
                    <a:alpha val="2296"/>
                  </a:srgbClr>
                </a:gs>
                <a:gs pos="85714">
                  <a:srgbClr val="FFFFFF">
                    <a:alpha val="914"/>
                  </a:srgbClr>
                </a:gs>
                <a:gs pos="100000">
                  <a:srgbClr val="FF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671208">
              <a:off x="-247249" y="1704366"/>
              <a:ext cx="564038" cy="521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3350164">
              <a:off x="2255168" y="963372"/>
              <a:ext cx="58507" cy="14627"/>
            </a:xfrm>
            <a:prstGeom prst="ellipse">
              <a:avLst/>
            </a:prstGeom>
            <a:gradFill>
              <a:gsLst>
                <a:gs pos="0">
                  <a:srgbClr val="E4F7D4">
                    <a:alpha val="18670"/>
                  </a:srgbClr>
                </a:gs>
                <a:gs pos="14286">
                  <a:srgbClr val="E4F7D4">
                    <a:alpha val="17299"/>
                  </a:srgbClr>
                </a:gs>
                <a:gs pos="28571">
                  <a:srgbClr val="E4F7D4">
                    <a:alpha val="13712"/>
                  </a:srgbClr>
                </a:gs>
                <a:gs pos="42857">
                  <a:srgbClr val="E4F7D4">
                    <a:alpha val="9220"/>
                  </a:srgbClr>
                </a:gs>
                <a:gs pos="57143">
                  <a:srgbClr val="E4F7D4">
                    <a:alpha val="5219"/>
                  </a:srgbClr>
                </a:gs>
                <a:gs pos="71429">
                  <a:srgbClr val="E4F7D4">
                    <a:alpha val="2478"/>
                  </a:srgbClr>
                </a:gs>
                <a:gs pos="85714">
                  <a:srgbClr val="E4F7D4">
                    <a:alpha val="987"/>
                  </a:srgbClr>
                </a:gs>
                <a:gs pos="100000">
                  <a:srgbClr val="E4F7D4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508279">
              <a:off x="3254819" y="1397107"/>
              <a:ext cx="600309" cy="158462"/>
            </a:xfrm>
            <a:prstGeom prst="ellipse">
              <a:avLst/>
            </a:prstGeom>
            <a:gradFill>
              <a:gsLst>
                <a:gs pos="0">
                  <a:srgbClr val="FFFFFF">
                    <a:alpha val="3617"/>
                  </a:srgbClr>
                </a:gs>
                <a:gs pos="14286">
                  <a:srgbClr val="FFFFFF">
                    <a:alpha val="3329"/>
                  </a:srgbClr>
                </a:gs>
                <a:gs pos="28571">
                  <a:srgbClr val="FFFFFF">
                    <a:alpha val="2595"/>
                  </a:srgbClr>
                </a:gs>
                <a:gs pos="42857">
                  <a:srgbClr val="FFFFFF">
                    <a:alpha val="1710"/>
                  </a:srgbClr>
                </a:gs>
                <a:gs pos="57143">
                  <a:srgbClr val="FFFFFF">
                    <a:alpha val="951"/>
                  </a:srgbClr>
                </a:gs>
                <a:gs pos="71429">
                  <a:srgbClr val="FFFFFF">
                    <a:alpha val="446"/>
                  </a:srgbClr>
                </a:gs>
                <a:gs pos="85714">
                  <a:srgbClr val="FFFFFF">
                    <a:alpha val="177"/>
                  </a:srgbClr>
                </a:gs>
                <a:gs pos="100000">
                  <a:srgbClr val="FFFFFF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402997">
              <a:off x="3320812" y="1604214"/>
              <a:ext cx="572054" cy="568521"/>
            </a:xfrm>
            <a:prstGeom prst="ellipse">
              <a:avLst/>
            </a:prstGeom>
            <a:gradFill>
              <a:gsLst>
                <a:gs pos="0">
                  <a:srgbClr val="FEFFFF">
                    <a:alpha val="23885"/>
                  </a:srgbClr>
                </a:gs>
                <a:gs pos="14286">
                  <a:srgbClr val="FEFFFF">
                    <a:alpha val="22186"/>
                  </a:srgbClr>
                </a:gs>
                <a:gs pos="28571">
                  <a:srgbClr val="FEFFFF">
                    <a:alpha val="17698"/>
                  </a:srgbClr>
                </a:gs>
                <a:gs pos="42857">
                  <a:srgbClr val="FEFFFF">
                    <a:alpha val="11993"/>
                  </a:srgbClr>
                </a:gs>
                <a:gs pos="57143">
                  <a:srgbClr val="FEFFFF">
                    <a:alpha val="6834"/>
                  </a:srgbClr>
                </a:gs>
                <a:gs pos="71429">
                  <a:srgbClr val="FEFFFF">
                    <a:alpha val="3259"/>
                  </a:srgbClr>
                </a:gs>
                <a:gs pos="85714">
                  <a:srgbClr val="FEFFFF">
                    <a:alpha val="1302"/>
                  </a:srgbClr>
                </a:gs>
                <a:gs pos="100000">
                  <a:srgbClr val="FEFFFF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820522">
              <a:off x="18811" y="591059"/>
              <a:ext cx="588022" cy="5678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8631452">
              <a:off x="2042228" y="2019642"/>
              <a:ext cx="398395" cy="78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6533027">
              <a:off x="-294251" y="1291805"/>
              <a:ext cx="844607" cy="573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3110393">
              <a:off x="15568" y="2597581"/>
              <a:ext cx="552426" cy="346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9147621">
              <a:off x="323978" y="2719583"/>
              <a:ext cx="58423" cy="14606"/>
            </a:xfrm>
            <a:prstGeom prst="ellipse">
              <a:avLst/>
            </a:prstGeom>
            <a:gradFill>
              <a:gsLst>
                <a:gs pos="0">
                  <a:srgbClr val="E4F6DE">
                    <a:alpha val="18685"/>
                  </a:srgbClr>
                </a:gs>
                <a:gs pos="14286">
                  <a:srgbClr val="E4F6DE">
                    <a:alpha val="17313"/>
                  </a:srgbClr>
                </a:gs>
                <a:gs pos="28571">
                  <a:srgbClr val="E4F6DE">
                    <a:alpha val="13723"/>
                  </a:srgbClr>
                </a:gs>
                <a:gs pos="42857">
                  <a:srgbClr val="E4F6DE">
                    <a:alpha val="9228"/>
                  </a:srgbClr>
                </a:gs>
                <a:gs pos="57143">
                  <a:srgbClr val="E4F6DE">
                    <a:alpha val="5223"/>
                  </a:srgbClr>
                </a:gs>
                <a:gs pos="71429">
                  <a:srgbClr val="E4F6DE">
                    <a:alpha val="2480"/>
                  </a:srgbClr>
                </a:gs>
                <a:gs pos="85714">
                  <a:srgbClr val="E4F6DE">
                    <a:alpha val="988"/>
                  </a:srgbClr>
                </a:gs>
                <a:gs pos="100000">
                  <a:srgbClr val="E4F6DE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5412688">
              <a:off x="287233" y="275647"/>
              <a:ext cx="555521" cy="554087"/>
            </a:xfrm>
            <a:prstGeom prst="ellipse">
              <a:avLst/>
            </a:prstGeom>
            <a:gradFill>
              <a:gsLst>
                <a:gs pos="0">
                  <a:srgbClr val="FFFFFF">
                    <a:alpha val="24854"/>
                  </a:srgbClr>
                </a:gs>
                <a:gs pos="14286">
                  <a:srgbClr val="FFFFFF">
                    <a:alpha val="23097"/>
                  </a:srgbClr>
                </a:gs>
                <a:gs pos="28571">
                  <a:srgbClr val="FFFFFF">
                    <a:alpha val="18447"/>
                  </a:srgbClr>
                </a:gs>
                <a:gs pos="42857">
                  <a:srgbClr val="FFFFFF">
                    <a:alpha val="12519"/>
                  </a:srgbClr>
                </a:gs>
                <a:gs pos="57143">
                  <a:srgbClr val="FFFFFF">
                    <a:alpha val="7143"/>
                  </a:srgbClr>
                </a:gs>
                <a:gs pos="71429">
                  <a:srgbClr val="FFFFFF">
                    <a:alpha val="3410"/>
                  </a:srgbClr>
                </a:gs>
                <a:gs pos="85714">
                  <a:srgbClr val="FFFFFF">
                    <a:alpha val="1362"/>
                  </a:srgbClr>
                </a:gs>
                <a:gs pos="100000">
                  <a:srgbClr val="FFFFFF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-8753902">
              <a:off x="-258291" y="1653114"/>
              <a:ext cx="563772" cy="4556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8660626">
              <a:off x="731833" y="2389428"/>
              <a:ext cx="61901" cy="15475"/>
            </a:xfrm>
            <a:prstGeom prst="ellipse">
              <a:avLst/>
            </a:prstGeom>
            <a:gradFill>
              <a:gsLst>
                <a:gs pos="0">
                  <a:srgbClr val="C5E1AD">
                    <a:alpha val="18056"/>
                  </a:srgbClr>
                </a:gs>
                <a:gs pos="14286">
                  <a:srgbClr val="C5E1AD">
                    <a:alpha val="16725"/>
                  </a:srgbClr>
                </a:gs>
                <a:gs pos="28571">
                  <a:srgbClr val="C5E1AD">
                    <a:alpha val="13247"/>
                  </a:srgbClr>
                </a:gs>
                <a:gs pos="42857">
                  <a:srgbClr val="C5E1AD">
                    <a:alpha val="8900"/>
                  </a:srgbClr>
                </a:gs>
                <a:gs pos="57143">
                  <a:srgbClr val="C5E1AD">
                    <a:alpha val="5034"/>
                  </a:srgbClr>
                </a:gs>
                <a:gs pos="71429">
                  <a:srgbClr val="C5E1AD">
                    <a:alpha val="2389"/>
                  </a:srgbClr>
                </a:gs>
                <a:gs pos="85714">
                  <a:srgbClr val="C5E1AD">
                    <a:alpha val="951"/>
                  </a:srgbClr>
                </a:gs>
                <a:gs pos="100000">
                  <a:srgbClr val="C5E1AD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344871">
              <a:off x="3276447" y="1105183"/>
              <a:ext cx="574270" cy="567512"/>
            </a:xfrm>
            <a:prstGeom prst="ellipse">
              <a:avLst/>
            </a:prstGeom>
            <a:gradFill>
              <a:gsLst>
                <a:gs pos="0">
                  <a:srgbClr val="FFFFFF">
                    <a:alpha val="27065"/>
                  </a:srgbClr>
                </a:gs>
                <a:gs pos="14286">
                  <a:srgbClr val="FFFFFF">
                    <a:alpha val="25179"/>
                  </a:srgbClr>
                </a:gs>
                <a:gs pos="28571">
                  <a:srgbClr val="FFFFFF">
                    <a:alpha val="20167"/>
                  </a:srgbClr>
                </a:gs>
                <a:gs pos="42857">
                  <a:srgbClr val="FFFFFF">
                    <a:alpha val="13734"/>
                  </a:srgbClr>
                </a:gs>
                <a:gs pos="57143">
                  <a:srgbClr val="FFFFFF">
                    <a:alpha val="7860"/>
                  </a:srgbClr>
                </a:gs>
                <a:gs pos="71429">
                  <a:srgbClr val="FFFFFF">
                    <a:alpha val="3759"/>
                  </a:srgbClr>
                </a:gs>
                <a:gs pos="85714">
                  <a:srgbClr val="FFFFFF">
                    <a:alpha val="1504"/>
                  </a:srgbClr>
                </a:gs>
                <a:gs pos="100000">
                  <a:srgbClr val="FFFF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5401641">
              <a:off x="3250504" y="2117696"/>
              <a:ext cx="573816" cy="571287"/>
            </a:xfrm>
            <a:prstGeom prst="ellipse">
              <a:avLst/>
            </a:prstGeom>
            <a:gradFill>
              <a:gsLst>
                <a:gs pos="0">
                  <a:srgbClr val="FFFFFF">
                    <a:alpha val="22603"/>
                  </a:srgbClr>
                </a:gs>
                <a:gs pos="14286">
                  <a:srgbClr val="FFFFFF">
                    <a:alpha val="20982"/>
                  </a:srgbClr>
                </a:gs>
                <a:gs pos="28571">
                  <a:srgbClr val="FFFFFF">
                    <a:alpha val="16710"/>
                  </a:srgbClr>
                </a:gs>
                <a:gs pos="42857">
                  <a:srgbClr val="FFFFFF">
                    <a:alpha val="11302"/>
                  </a:srgbClr>
                </a:gs>
                <a:gs pos="57143">
                  <a:srgbClr val="FFFFFF">
                    <a:alpha val="6430"/>
                  </a:srgbClr>
                </a:gs>
                <a:gs pos="71429">
                  <a:srgbClr val="FFFFFF">
                    <a:alpha val="3063"/>
                  </a:srgbClr>
                </a:gs>
                <a:gs pos="85714">
                  <a:srgbClr val="FFFFFF">
                    <a:alpha val="1223"/>
                  </a:srgbClr>
                </a:gs>
                <a:gs pos="100000">
                  <a:srgbClr val="FFFFFF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9529465">
              <a:off x="1109707" y="644282"/>
              <a:ext cx="614206" cy="50919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400050">
              <a:off x="1376663" y="-243484"/>
              <a:ext cx="572577" cy="571551"/>
            </a:xfrm>
            <a:prstGeom prst="ellipse">
              <a:avLst/>
            </a:prstGeom>
            <a:gradFill>
              <a:gsLst>
                <a:gs pos="0">
                  <a:srgbClr val="FFFFFF">
                    <a:alpha val="15076"/>
                  </a:srgbClr>
                </a:gs>
                <a:gs pos="14286">
                  <a:srgbClr val="FFFFFF">
                    <a:alpha val="13946"/>
                  </a:srgbClr>
                </a:gs>
                <a:gs pos="28571">
                  <a:srgbClr val="FFFFFF">
                    <a:alpha val="11008"/>
                  </a:srgbClr>
                </a:gs>
                <a:gs pos="42857">
                  <a:srgbClr val="FFFFFF">
                    <a:alpha val="7364"/>
                  </a:srgbClr>
                </a:gs>
                <a:gs pos="57143">
                  <a:srgbClr val="FFFFFF">
                    <a:alpha val="4150"/>
                  </a:srgbClr>
                </a:gs>
                <a:gs pos="71429">
                  <a:srgbClr val="FFFFFF">
                    <a:alpha val="1965"/>
                  </a:srgbClr>
                </a:gs>
                <a:gs pos="85714">
                  <a:srgbClr val="FFFFFF">
                    <a:alpha val="781"/>
                  </a:srgbClr>
                </a:gs>
                <a:gs pos="100000">
                  <a:srgbClr val="FFFF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000">
              <a:off x="1575737" y="3332082"/>
              <a:ext cx="557623" cy="557623"/>
            </a:xfrm>
            <a:prstGeom prst="ellipse">
              <a:avLst/>
            </a:prstGeom>
            <a:gradFill>
              <a:gsLst>
                <a:gs pos="0">
                  <a:srgbClr val="FFFFFF">
                    <a:alpha val="17335"/>
                  </a:srgbClr>
                </a:gs>
                <a:gs pos="14286">
                  <a:srgbClr val="FFFFFF">
                    <a:alpha val="16052"/>
                  </a:srgbClr>
                </a:gs>
                <a:gs pos="28571">
                  <a:srgbClr val="FFFFFF">
                    <a:alpha val="12703"/>
                  </a:srgbClr>
                </a:gs>
                <a:gs pos="42857">
                  <a:srgbClr val="FFFFFF">
                    <a:alpha val="8526"/>
                  </a:srgbClr>
                </a:gs>
                <a:gs pos="57143">
                  <a:srgbClr val="FFFFFF">
                    <a:alpha val="4818"/>
                  </a:srgbClr>
                </a:gs>
                <a:gs pos="71429">
                  <a:srgbClr val="FFFFFF">
                    <a:alpha val="2285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4925103">
              <a:off x="3269181" y="1593177"/>
              <a:ext cx="591214" cy="32736"/>
            </a:xfrm>
            <a:prstGeom prst="ellipse">
              <a:avLst/>
            </a:prstGeom>
            <a:gradFill>
              <a:gsLst>
                <a:gs pos="0">
                  <a:srgbClr val="EF7C00">
                    <a:alpha val="32968"/>
                  </a:srgbClr>
                </a:gs>
                <a:gs pos="14286">
                  <a:srgbClr val="EF7C00">
                    <a:alpha val="30764"/>
                  </a:srgbClr>
                </a:gs>
                <a:gs pos="28571">
                  <a:srgbClr val="EF7C00">
                    <a:alpha val="24833"/>
                  </a:srgbClr>
                </a:gs>
                <a:gs pos="42857">
                  <a:srgbClr val="EF7C00">
                    <a:alpha val="17075"/>
                  </a:srgbClr>
                </a:gs>
                <a:gs pos="57143">
                  <a:srgbClr val="EF7C00">
                    <a:alpha val="9855"/>
                  </a:srgbClr>
                </a:gs>
                <a:gs pos="71429">
                  <a:srgbClr val="EF7C00">
                    <a:alpha val="4740"/>
                  </a:srgbClr>
                </a:gs>
                <a:gs pos="85714">
                  <a:srgbClr val="EF7C00">
                    <a:alpha val="1902"/>
                  </a:srgbClr>
                </a:gs>
                <a:gs pos="100000">
                  <a:srgbClr val="E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8815023">
              <a:off x="354593" y="2696023"/>
              <a:ext cx="56544" cy="14136"/>
            </a:xfrm>
            <a:prstGeom prst="ellipse">
              <a:avLst/>
            </a:prstGeom>
            <a:gradFill>
              <a:gsLst>
                <a:gs pos="0">
                  <a:srgbClr val="F2FAEB">
                    <a:alpha val="19023"/>
                  </a:srgbClr>
                </a:gs>
                <a:gs pos="14286">
                  <a:srgbClr val="F2FAEB">
                    <a:alpha val="17629"/>
                  </a:srgbClr>
                </a:gs>
                <a:gs pos="28571">
                  <a:srgbClr val="F2FAEB">
                    <a:alpha val="13979"/>
                  </a:srgbClr>
                </a:gs>
                <a:gs pos="42857">
                  <a:srgbClr val="F2FAEB">
                    <a:alpha val="9405"/>
                  </a:srgbClr>
                </a:gs>
                <a:gs pos="57143">
                  <a:srgbClr val="F2FAEB">
                    <a:alpha val="5326"/>
                  </a:srgbClr>
                </a:gs>
                <a:gs pos="71429">
                  <a:srgbClr val="F2FAEB">
                    <a:alpha val="2529"/>
                  </a:srgbClr>
                </a:gs>
                <a:gs pos="85714">
                  <a:srgbClr val="F2FAEB">
                    <a:alpha val="1008"/>
                  </a:srgbClr>
                </a:gs>
                <a:gs pos="100000">
                  <a:srgbClr val="F2FAEB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8544856">
              <a:off x="2241774" y="2031136"/>
              <a:ext cx="51330" cy="12832"/>
            </a:xfrm>
            <a:prstGeom prst="ellipse">
              <a:avLst/>
            </a:prstGeom>
            <a:gradFill>
              <a:gsLst>
                <a:gs pos="0">
                  <a:srgbClr val="EEF9FF">
                    <a:alpha val="19953"/>
                  </a:srgbClr>
                </a:gs>
                <a:gs pos="14286">
                  <a:srgbClr val="EEF9FF">
                    <a:alpha val="18499"/>
                  </a:srgbClr>
                </a:gs>
                <a:gs pos="28571">
                  <a:srgbClr val="EEF9FF">
                    <a:alpha val="14685"/>
                  </a:srgbClr>
                </a:gs>
                <a:gs pos="42857">
                  <a:srgbClr val="EEF9FF">
                    <a:alpha val="9893"/>
                  </a:srgbClr>
                </a:gs>
                <a:gs pos="57143">
                  <a:srgbClr val="EEF9FF">
                    <a:alpha val="5609"/>
                  </a:srgbClr>
                </a:gs>
                <a:gs pos="71429">
                  <a:srgbClr val="EEF9FF">
                    <a:alpha val="2666"/>
                  </a:srgbClr>
                </a:gs>
                <a:gs pos="85714">
                  <a:srgbClr val="EEF9FF">
                    <a:alpha val="1063"/>
                  </a:srgbClr>
                </a:gs>
                <a:gs pos="100000">
                  <a:srgbClr val="EEF9FF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400000">
              <a:off x="3038918" y="571850"/>
              <a:ext cx="519301" cy="519045"/>
            </a:xfrm>
            <a:prstGeom prst="ellipse">
              <a:avLst/>
            </a:prstGeom>
            <a:gradFill>
              <a:gsLst>
                <a:gs pos="0">
                  <a:srgbClr val="FFFFFF">
                    <a:alpha val="14808"/>
                  </a:srgbClr>
                </a:gs>
                <a:gs pos="14286">
                  <a:srgbClr val="FFFFFF">
                    <a:alpha val="13696"/>
                  </a:srgbClr>
                </a:gs>
                <a:gs pos="28571">
                  <a:srgbClr val="FFFFFF">
                    <a:alpha val="10807"/>
                  </a:srgbClr>
                </a:gs>
                <a:gs pos="42857">
                  <a:srgbClr val="FFFFFF">
                    <a:alpha val="7227"/>
                  </a:srgbClr>
                </a:gs>
                <a:gs pos="57143">
                  <a:srgbClr val="FFFFFF">
                    <a:alpha val="4072"/>
                  </a:srgbClr>
                </a:gs>
                <a:gs pos="71429">
                  <a:srgbClr val="FFFFFF">
                    <a:alpha val="1927"/>
                  </a:srgbClr>
                </a:gs>
                <a:gs pos="85714">
                  <a:srgbClr val="FFFFFF">
                    <a:alpha val="766"/>
                  </a:srgbClr>
                </a:gs>
                <a:gs pos="100000">
                  <a:srgbClr val="FFFFFF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556903">
              <a:off x="1024751" y="2252529"/>
              <a:ext cx="59035" cy="14759"/>
            </a:xfrm>
            <a:prstGeom prst="ellipse">
              <a:avLst/>
            </a:prstGeom>
            <a:gradFill>
              <a:gsLst>
                <a:gs pos="0">
                  <a:srgbClr val="9FC982">
                    <a:alpha val="18575"/>
                  </a:srgbClr>
                </a:gs>
                <a:gs pos="14286">
                  <a:srgbClr val="9FC982">
                    <a:alpha val="17210"/>
                  </a:srgbClr>
                </a:gs>
                <a:gs pos="28571">
                  <a:srgbClr val="9FC982">
                    <a:alpha val="13640"/>
                  </a:srgbClr>
                </a:gs>
                <a:gs pos="42857">
                  <a:srgbClr val="9FC982">
                    <a:alpha val="9170"/>
                  </a:srgbClr>
                </a:gs>
                <a:gs pos="57143">
                  <a:srgbClr val="9FC982">
                    <a:alpha val="5190"/>
                  </a:srgbClr>
                </a:gs>
                <a:gs pos="71429">
                  <a:srgbClr val="9FC982">
                    <a:alpha val="2464"/>
                  </a:srgbClr>
                </a:gs>
                <a:gs pos="85714">
                  <a:srgbClr val="9FC982">
                    <a:alpha val="982"/>
                  </a:srgbClr>
                </a:gs>
                <a:gs pos="100000">
                  <a:srgbClr val="9FC982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964460">
              <a:off x="9785" y="601490"/>
              <a:ext cx="591596" cy="5670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3272069">
              <a:off x="1447771" y="2747930"/>
              <a:ext cx="62321" cy="15580"/>
            </a:xfrm>
            <a:prstGeom prst="ellipse">
              <a:avLst/>
            </a:prstGeom>
            <a:gradFill>
              <a:gsLst>
                <a:gs pos="0">
                  <a:srgbClr val="FFD1C2">
                    <a:alpha val="17980"/>
                  </a:srgbClr>
                </a:gs>
                <a:gs pos="14286">
                  <a:srgbClr val="FFD1C2">
                    <a:alpha val="16654"/>
                  </a:srgbClr>
                </a:gs>
                <a:gs pos="28571">
                  <a:srgbClr val="FFD1C2">
                    <a:alpha val="13190"/>
                  </a:srgbClr>
                </a:gs>
                <a:gs pos="42857">
                  <a:srgbClr val="FFD1C2">
                    <a:alpha val="8860"/>
                  </a:srgbClr>
                </a:gs>
                <a:gs pos="57143">
                  <a:srgbClr val="FFD1C2">
                    <a:alpha val="5011"/>
                  </a:srgbClr>
                </a:gs>
                <a:gs pos="71429">
                  <a:srgbClr val="FFD1C2">
                    <a:alpha val="2378"/>
                  </a:srgbClr>
                </a:gs>
                <a:gs pos="85714">
                  <a:srgbClr val="FFD1C2">
                    <a:alpha val="947"/>
                  </a:srgbClr>
                </a:gs>
                <a:gs pos="100000">
                  <a:srgbClr val="FFD1C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451520">
              <a:off x="228440" y="321990"/>
              <a:ext cx="561063" cy="556339"/>
            </a:xfrm>
            <a:prstGeom prst="ellipse">
              <a:avLst/>
            </a:prstGeom>
            <a:gradFill>
              <a:gsLst>
                <a:gs pos="0">
                  <a:srgbClr val="FFFFFF">
                    <a:alpha val="26193"/>
                  </a:srgbClr>
                </a:gs>
                <a:gs pos="14286">
                  <a:srgbClr val="FFFFFF">
                    <a:alpha val="24358"/>
                  </a:srgbClr>
                </a:gs>
                <a:gs pos="28571">
                  <a:srgbClr val="FFFFFF">
                    <a:alpha val="19487"/>
                  </a:srgbClr>
                </a:gs>
                <a:gs pos="42857">
                  <a:srgbClr val="FFFFFF">
                    <a:alpha val="13252"/>
                  </a:srgbClr>
                </a:gs>
                <a:gs pos="57143">
                  <a:srgbClr val="FFFFFF">
                    <a:alpha val="7575"/>
                  </a:srgbClr>
                </a:gs>
                <a:gs pos="71429">
                  <a:srgbClr val="FFFFFF">
                    <a:alpha val="3620"/>
                  </a:srgbClr>
                </a:gs>
                <a:gs pos="85714">
                  <a:srgbClr val="FFFFFF">
                    <a:alpha val="1448"/>
                  </a:srgbClr>
                </a:gs>
                <a:gs pos="100000">
                  <a:srgbClr val="FFFFFF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7722715">
              <a:off x="985959" y="877091"/>
              <a:ext cx="718538" cy="80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2798735">
              <a:off x="1020492" y="2347111"/>
              <a:ext cx="609227" cy="119187"/>
            </a:xfrm>
            <a:prstGeom prst="ellipse">
              <a:avLst/>
            </a:prstGeom>
            <a:gradFill>
              <a:gsLst>
                <a:gs pos="0">
                  <a:srgbClr val="009900">
                    <a:alpha val="32968"/>
                  </a:srgbClr>
                </a:gs>
                <a:gs pos="14286">
                  <a:srgbClr val="009900">
                    <a:alpha val="30764"/>
                  </a:srgbClr>
                </a:gs>
                <a:gs pos="28571">
                  <a:srgbClr val="009900">
                    <a:alpha val="24833"/>
                  </a:srgbClr>
                </a:gs>
                <a:gs pos="42857">
                  <a:srgbClr val="009900">
                    <a:alpha val="17075"/>
                  </a:srgbClr>
                </a:gs>
                <a:gs pos="57143">
                  <a:srgbClr val="009900">
                    <a:alpha val="9855"/>
                  </a:srgbClr>
                </a:gs>
                <a:gs pos="71429">
                  <a:srgbClr val="009900">
                    <a:alpha val="4740"/>
                  </a:srgbClr>
                </a:gs>
                <a:gs pos="85714">
                  <a:srgbClr val="009900">
                    <a:alpha val="1902"/>
                  </a:srgbClr>
                </a:gs>
                <a:gs pos="100000">
                  <a:srgbClr val="00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6444101">
              <a:off x="1176525" y="1075833"/>
              <a:ext cx="61320" cy="15330"/>
            </a:xfrm>
            <a:prstGeom prst="ellipse">
              <a:avLst/>
            </a:prstGeom>
            <a:gradFill>
              <a:gsLst>
                <a:gs pos="0">
                  <a:srgbClr val="D6E9DA">
                    <a:alpha val="18161"/>
                  </a:srgbClr>
                </a:gs>
                <a:gs pos="14286">
                  <a:srgbClr val="D6E9DA">
                    <a:alpha val="16824"/>
                  </a:srgbClr>
                </a:gs>
                <a:gs pos="28571">
                  <a:srgbClr val="D6E9DA">
                    <a:alpha val="13327"/>
                  </a:srgbClr>
                </a:gs>
                <a:gs pos="42857">
                  <a:srgbClr val="D6E9DA">
                    <a:alpha val="8955"/>
                  </a:srgbClr>
                </a:gs>
                <a:gs pos="57143">
                  <a:srgbClr val="D6E9DA">
                    <a:alpha val="5066"/>
                  </a:srgbClr>
                </a:gs>
                <a:gs pos="71429">
                  <a:srgbClr val="D6E9DA">
                    <a:alpha val="2404"/>
                  </a:srgbClr>
                </a:gs>
                <a:gs pos="85714">
                  <a:srgbClr val="D6E9DA">
                    <a:alpha val="958"/>
                  </a:srgbClr>
                </a:gs>
                <a:gs pos="100000">
                  <a:srgbClr val="D6E9DA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406766">
              <a:off x="3276012" y="2016469"/>
              <a:ext cx="572658" cy="566716"/>
            </a:xfrm>
            <a:prstGeom prst="ellipse">
              <a:avLst/>
            </a:prstGeom>
            <a:gradFill>
              <a:gsLst>
                <a:gs pos="0">
                  <a:srgbClr val="FFFFFF">
                    <a:alpha val="24690"/>
                  </a:srgbClr>
                </a:gs>
                <a:gs pos="14286">
                  <a:srgbClr val="FFFFFF">
                    <a:alpha val="22943"/>
                  </a:srgbClr>
                </a:gs>
                <a:gs pos="28571">
                  <a:srgbClr val="FFFFFF">
                    <a:alpha val="18320"/>
                  </a:srgbClr>
                </a:gs>
                <a:gs pos="42857">
                  <a:srgbClr val="FFFFFF">
                    <a:alpha val="12430"/>
                  </a:srgbClr>
                </a:gs>
                <a:gs pos="57143">
                  <a:srgbClr val="FFFFFF">
                    <a:alpha val="7091"/>
                  </a:srgbClr>
                </a:gs>
                <a:gs pos="71429">
                  <a:srgbClr val="FFFFFF">
                    <a:alpha val="3384"/>
                  </a:srgbClr>
                </a:gs>
                <a:gs pos="85714">
                  <a:srgbClr val="FFFFFF">
                    <a:alpha val="1352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6029716">
              <a:off x="74617" y="1475999"/>
              <a:ext cx="59965" cy="14991"/>
            </a:xfrm>
            <a:prstGeom prst="ellipse">
              <a:avLst/>
            </a:prstGeom>
            <a:gradFill>
              <a:gsLst>
                <a:gs pos="0">
                  <a:srgbClr val="C5E093">
                    <a:alpha val="18407"/>
                  </a:srgbClr>
                </a:gs>
                <a:gs pos="14286">
                  <a:srgbClr val="C5E093">
                    <a:alpha val="17053"/>
                  </a:srgbClr>
                </a:gs>
                <a:gs pos="28571">
                  <a:srgbClr val="C5E093">
                    <a:alpha val="13513"/>
                  </a:srgbClr>
                </a:gs>
                <a:gs pos="42857">
                  <a:srgbClr val="C5E093">
                    <a:alpha val="9083"/>
                  </a:srgbClr>
                </a:gs>
                <a:gs pos="57143">
                  <a:srgbClr val="C5E093">
                    <a:alpha val="5139"/>
                  </a:srgbClr>
                </a:gs>
                <a:gs pos="71429">
                  <a:srgbClr val="C5E093">
                    <a:alpha val="2440"/>
                  </a:srgbClr>
                </a:gs>
                <a:gs pos="85714">
                  <a:srgbClr val="C5E093">
                    <a:alpha val="972"/>
                  </a:srgbClr>
                </a:gs>
                <a:gs pos="100000">
                  <a:srgbClr val="C5E093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10447074">
              <a:off x="1753138" y="1887864"/>
              <a:ext cx="62178" cy="15544"/>
            </a:xfrm>
            <a:prstGeom prst="ellipse">
              <a:avLst/>
            </a:prstGeom>
            <a:gradFill>
              <a:gsLst>
                <a:gs pos="0">
                  <a:srgbClr val="C1E29C">
                    <a:alpha val="18006"/>
                  </a:srgbClr>
                </a:gs>
                <a:gs pos="14286">
                  <a:srgbClr val="C1E29C">
                    <a:alpha val="16678"/>
                  </a:srgbClr>
                </a:gs>
                <a:gs pos="28571">
                  <a:srgbClr val="C1E29C">
                    <a:alpha val="13209"/>
                  </a:srgbClr>
                </a:gs>
                <a:gs pos="42857">
                  <a:srgbClr val="C1E29C">
                    <a:alpha val="8874"/>
                  </a:srgbClr>
                </a:gs>
                <a:gs pos="57143">
                  <a:srgbClr val="C1E29C">
                    <a:alpha val="5019"/>
                  </a:srgbClr>
                </a:gs>
                <a:gs pos="71429">
                  <a:srgbClr val="C1E29C">
                    <a:alpha val="2381"/>
                  </a:srgbClr>
                </a:gs>
                <a:gs pos="85714">
                  <a:srgbClr val="C1E29C">
                    <a:alpha val="949"/>
                  </a:srgbClr>
                </a:gs>
                <a:gs pos="100000">
                  <a:srgbClr val="C1E29C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799509">
              <a:off x="2285895" y="3186419"/>
              <a:ext cx="553718" cy="552725"/>
            </a:xfrm>
            <a:prstGeom prst="ellipse">
              <a:avLst/>
            </a:prstGeom>
            <a:gradFill>
              <a:gsLst>
                <a:gs pos="0">
                  <a:srgbClr val="FFFFFF">
                    <a:alpha val="13434"/>
                  </a:srgbClr>
                </a:gs>
                <a:gs pos="14286">
                  <a:srgbClr val="FFFFFF">
                    <a:alpha val="12418"/>
                  </a:srgbClr>
                </a:gs>
                <a:gs pos="28571">
                  <a:srgbClr val="FFFFFF">
                    <a:alpha val="9783"/>
                  </a:srgbClr>
                </a:gs>
                <a:gs pos="42857">
                  <a:srgbClr val="FFFFFF">
                    <a:alpha val="6530"/>
                  </a:srgbClr>
                </a:gs>
                <a:gs pos="57143">
                  <a:srgbClr val="FFFFFF">
                    <a:alpha val="3673"/>
                  </a:srgbClr>
                </a:gs>
                <a:gs pos="71429">
                  <a:srgbClr val="FFFFFF">
                    <a:alpha val="1736"/>
                  </a:srgbClr>
                </a:gs>
                <a:gs pos="85714">
                  <a:srgbClr val="FFFFFF">
                    <a:alpha val="690"/>
                  </a:srgbClr>
                </a:gs>
                <a:gs pos="100000">
                  <a:srgbClr val="FFFF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6221560">
              <a:off x="-3731" y="614336"/>
              <a:ext cx="601048" cy="5689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4941956">
              <a:off x="1301314" y="2476939"/>
              <a:ext cx="599529" cy="557635"/>
            </a:xfrm>
            <a:prstGeom prst="ellipse">
              <a:avLst/>
            </a:prstGeom>
            <a:gradFill>
              <a:gsLst>
                <a:gs pos="0">
                  <a:srgbClr val="E2FF00">
                    <a:alpha val="32968"/>
                  </a:srgbClr>
                </a:gs>
                <a:gs pos="14286">
                  <a:srgbClr val="E2FF00">
                    <a:alpha val="30764"/>
                  </a:srgbClr>
                </a:gs>
                <a:gs pos="28571">
                  <a:srgbClr val="E2FF00">
                    <a:alpha val="24833"/>
                  </a:srgbClr>
                </a:gs>
                <a:gs pos="42857">
                  <a:srgbClr val="E2FF00">
                    <a:alpha val="17075"/>
                  </a:srgbClr>
                </a:gs>
                <a:gs pos="57143">
                  <a:srgbClr val="E2FF00">
                    <a:alpha val="9855"/>
                  </a:srgbClr>
                </a:gs>
                <a:gs pos="71429">
                  <a:srgbClr val="E2FF00">
                    <a:alpha val="4740"/>
                  </a:srgbClr>
                </a:gs>
                <a:gs pos="85714">
                  <a:srgbClr val="E2FF00">
                    <a:alpha val="1902"/>
                  </a:srgbClr>
                </a:gs>
                <a:gs pos="100000">
                  <a:srgbClr val="E2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10392094">
              <a:off x="2516508" y="1436379"/>
              <a:ext cx="706690" cy="89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8575511">
              <a:off x="1434059" y="2783835"/>
              <a:ext cx="514843" cy="125712"/>
            </a:xfrm>
            <a:prstGeom prst="ellipse">
              <a:avLst/>
            </a:prstGeom>
            <a:gradFill>
              <a:gsLst>
                <a:gs pos="0">
                  <a:srgbClr val="00AA00">
                    <a:alpha val="32968"/>
                  </a:srgbClr>
                </a:gs>
                <a:gs pos="14286">
                  <a:srgbClr val="00AA00">
                    <a:alpha val="30764"/>
                  </a:srgbClr>
                </a:gs>
                <a:gs pos="28571">
                  <a:srgbClr val="00AA00">
                    <a:alpha val="24833"/>
                  </a:srgbClr>
                </a:gs>
                <a:gs pos="42857">
                  <a:srgbClr val="00AA00">
                    <a:alpha val="17075"/>
                  </a:srgbClr>
                </a:gs>
                <a:gs pos="57143">
                  <a:srgbClr val="00AA00">
                    <a:alpha val="9855"/>
                  </a:srgbClr>
                </a:gs>
                <a:gs pos="71429">
                  <a:srgbClr val="00AA00">
                    <a:alpha val="4740"/>
                  </a:srgbClr>
                </a:gs>
                <a:gs pos="85714">
                  <a:srgbClr val="00AA00">
                    <a:alpha val="1902"/>
                  </a:srgbClr>
                </a:gs>
                <a:gs pos="100000">
                  <a:srgbClr val="00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10783883">
              <a:off x="2525797" y="3051680"/>
              <a:ext cx="537779" cy="530969"/>
            </a:xfrm>
            <a:prstGeom prst="ellipse">
              <a:avLst/>
            </a:prstGeom>
            <a:gradFill>
              <a:gsLst>
                <a:gs pos="0">
                  <a:srgbClr val="FFFFFF">
                    <a:alpha val="7094"/>
                  </a:srgbClr>
                </a:gs>
                <a:gs pos="14286">
                  <a:srgbClr val="FFFFFF">
                    <a:alpha val="6539"/>
                  </a:srgbClr>
                </a:gs>
                <a:gs pos="28571">
                  <a:srgbClr val="FFFFFF">
                    <a:alpha val="5115"/>
                  </a:srgbClr>
                </a:gs>
                <a:gs pos="42857">
                  <a:srgbClr val="FFFFFF">
                    <a:alpha val="3386"/>
                  </a:srgbClr>
                </a:gs>
                <a:gs pos="57143">
                  <a:srgbClr val="FFFFFF">
                    <a:alpha val="1890"/>
                  </a:srgbClr>
                </a:gs>
                <a:gs pos="71429">
                  <a:srgbClr val="FFFFFF">
                    <a:alpha val="889"/>
                  </a:srgbClr>
                </a:gs>
                <a:gs pos="85714">
                  <a:srgbClr val="FFFFFF">
                    <a:alpha val="353"/>
                  </a:srgbClr>
                </a:gs>
                <a:gs pos="100000">
                  <a:srgbClr val="FFFFFF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-10799999">
              <a:off x="2909045" y="391550"/>
              <a:ext cx="537931" cy="537861"/>
            </a:xfrm>
            <a:prstGeom prst="ellipse">
              <a:avLst/>
            </a:prstGeom>
            <a:gradFill>
              <a:gsLst>
                <a:gs pos="0">
                  <a:srgbClr val="FFFFFF">
                    <a:alpha val="18127"/>
                  </a:srgbClr>
                </a:gs>
                <a:gs pos="14286">
                  <a:srgbClr val="FFFFFF">
                    <a:alpha val="16792"/>
                  </a:srgbClr>
                </a:gs>
                <a:gs pos="28571">
                  <a:srgbClr val="FFFFFF">
                    <a:alpha val="13301"/>
                  </a:srgbClr>
                </a:gs>
                <a:gs pos="42857">
                  <a:srgbClr val="FFFFFF">
                    <a:alpha val="8937"/>
                  </a:srgbClr>
                </a:gs>
                <a:gs pos="57143">
                  <a:srgbClr val="FFFFFF">
                    <a:alpha val="5055"/>
                  </a:srgbClr>
                </a:gs>
                <a:gs pos="71429">
                  <a:srgbClr val="FFFFFF">
                    <a:alpha val="2399"/>
                  </a:srgbClr>
                </a:gs>
                <a:gs pos="85714">
                  <a:srgbClr val="FFFFFF">
                    <a:alpha val="956"/>
                  </a:srgbClr>
                </a:gs>
                <a:gs pos="100000">
                  <a:srgbClr val="FFFFF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3088207">
              <a:off x="3141582" y="679042"/>
              <a:ext cx="61192" cy="15298"/>
            </a:xfrm>
            <a:prstGeom prst="ellipse">
              <a:avLst/>
            </a:prstGeom>
            <a:gradFill>
              <a:gsLst>
                <a:gs pos="0">
                  <a:srgbClr val="C9E498">
                    <a:alpha val="18184"/>
                  </a:srgbClr>
                </a:gs>
                <a:gs pos="14286">
                  <a:srgbClr val="C9E498">
                    <a:alpha val="16845"/>
                  </a:srgbClr>
                </a:gs>
                <a:gs pos="28571">
                  <a:srgbClr val="C9E498">
                    <a:alpha val="13345"/>
                  </a:srgbClr>
                </a:gs>
                <a:gs pos="42857">
                  <a:srgbClr val="C9E498">
                    <a:alpha val="8967"/>
                  </a:srgbClr>
                </a:gs>
                <a:gs pos="57143">
                  <a:srgbClr val="C9E498">
                    <a:alpha val="5073"/>
                  </a:srgbClr>
                </a:gs>
                <a:gs pos="71429">
                  <a:srgbClr val="C9E498">
                    <a:alpha val="2407"/>
                  </a:srgbClr>
                </a:gs>
                <a:gs pos="85714">
                  <a:srgbClr val="C9E498">
                    <a:alpha val="959"/>
                  </a:srgbClr>
                </a:gs>
                <a:gs pos="100000">
                  <a:srgbClr val="C9E498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7290609">
              <a:off x="-32609" y="771017"/>
              <a:ext cx="742445" cy="198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3768590">
              <a:off x="2333257" y="2135821"/>
              <a:ext cx="57857" cy="14464"/>
            </a:xfrm>
            <a:prstGeom prst="ellipse">
              <a:avLst/>
            </a:prstGeom>
            <a:gradFill>
              <a:gsLst>
                <a:gs pos="0">
                  <a:srgbClr val="EDF8F1">
                    <a:alpha val="18787"/>
                  </a:srgbClr>
                </a:gs>
                <a:gs pos="14286">
                  <a:srgbClr val="EDF8F1">
                    <a:alpha val="17408"/>
                  </a:srgbClr>
                </a:gs>
                <a:gs pos="28571">
                  <a:srgbClr val="EDF8F1">
                    <a:alpha val="13800"/>
                  </a:srgbClr>
                </a:gs>
                <a:gs pos="42857">
                  <a:srgbClr val="EDF8F1">
                    <a:alpha val="9281"/>
                  </a:srgbClr>
                </a:gs>
                <a:gs pos="57143">
                  <a:srgbClr val="EDF8F1">
                    <a:alpha val="5254"/>
                  </a:srgbClr>
                </a:gs>
                <a:gs pos="71429">
                  <a:srgbClr val="EDF8F1">
                    <a:alpha val="2495"/>
                  </a:srgbClr>
                </a:gs>
                <a:gs pos="85714">
                  <a:srgbClr val="EDF8F1">
                    <a:alpha val="994"/>
                  </a:srgbClr>
                </a:gs>
                <a:gs pos="100000">
                  <a:srgbClr val="EDF8F1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3026754">
              <a:off x="1272001" y="2700603"/>
              <a:ext cx="554649" cy="66590"/>
            </a:xfrm>
            <a:prstGeom prst="ellipse">
              <a:avLst/>
            </a:prstGeom>
            <a:gradFill>
              <a:gsLst>
                <a:gs pos="0">
                  <a:srgbClr val="49B200">
                    <a:alpha val="32968"/>
                  </a:srgbClr>
                </a:gs>
                <a:gs pos="14286">
                  <a:srgbClr val="49B200">
                    <a:alpha val="30764"/>
                  </a:srgbClr>
                </a:gs>
                <a:gs pos="28571">
                  <a:srgbClr val="49B200">
                    <a:alpha val="24833"/>
                  </a:srgbClr>
                </a:gs>
                <a:gs pos="42857">
                  <a:srgbClr val="49B200">
                    <a:alpha val="17075"/>
                  </a:srgbClr>
                </a:gs>
                <a:gs pos="57143">
                  <a:srgbClr val="49B200">
                    <a:alpha val="9855"/>
                  </a:srgbClr>
                </a:gs>
                <a:gs pos="71429">
                  <a:srgbClr val="49B200">
                    <a:alpha val="4740"/>
                  </a:srgbClr>
                </a:gs>
                <a:gs pos="85714">
                  <a:srgbClr val="49B200">
                    <a:alpha val="1902"/>
                  </a:srgbClr>
                </a:gs>
                <a:gs pos="100000">
                  <a:srgbClr val="49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003580">
              <a:off x="2408724" y="2344911"/>
              <a:ext cx="59911" cy="14978"/>
            </a:xfrm>
            <a:prstGeom prst="ellipse">
              <a:avLst/>
            </a:prstGeom>
            <a:gradFill>
              <a:gsLst>
                <a:gs pos="0">
                  <a:srgbClr val="BBDD7E">
                    <a:alpha val="18416"/>
                  </a:srgbClr>
                </a:gs>
                <a:gs pos="14286">
                  <a:srgbClr val="BBDD7E">
                    <a:alpha val="17062"/>
                  </a:srgbClr>
                </a:gs>
                <a:gs pos="28571">
                  <a:srgbClr val="BBDD7E">
                    <a:alpha val="13520"/>
                  </a:srgbClr>
                </a:gs>
                <a:gs pos="42857">
                  <a:srgbClr val="BBDD7E">
                    <a:alpha val="9088"/>
                  </a:srgbClr>
                </a:gs>
                <a:gs pos="57143">
                  <a:srgbClr val="BBDD7E">
                    <a:alpha val="5142"/>
                  </a:srgbClr>
                </a:gs>
                <a:gs pos="71429">
                  <a:srgbClr val="BBDD7E">
                    <a:alpha val="2441"/>
                  </a:srgbClr>
                </a:gs>
                <a:gs pos="85714">
                  <a:srgbClr val="BBDD7E">
                    <a:alpha val="972"/>
                  </a:srgbClr>
                </a:gs>
                <a:gs pos="100000">
                  <a:srgbClr val="BBDD7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8707080">
              <a:off x="878400" y="677879"/>
              <a:ext cx="697948" cy="63246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9375509">
              <a:off x="869737" y="2258994"/>
              <a:ext cx="193885" cy="73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6535419">
              <a:off x="2016196" y="1081177"/>
              <a:ext cx="824733" cy="261358"/>
            </a:xfrm>
            <a:prstGeom prst="ellipse">
              <a:avLst/>
            </a:prstGeom>
            <a:gradFill>
              <a:gsLst>
                <a:gs pos="0">
                  <a:srgbClr val="FFA825">
                    <a:alpha val="32968"/>
                  </a:srgbClr>
                </a:gs>
                <a:gs pos="14286">
                  <a:srgbClr val="FFA825">
                    <a:alpha val="30764"/>
                  </a:srgbClr>
                </a:gs>
                <a:gs pos="28571">
                  <a:srgbClr val="FFA825">
                    <a:alpha val="24833"/>
                  </a:srgbClr>
                </a:gs>
                <a:gs pos="42857">
                  <a:srgbClr val="FFA825">
                    <a:alpha val="17075"/>
                  </a:srgbClr>
                </a:gs>
                <a:gs pos="57143">
                  <a:srgbClr val="FFA825">
                    <a:alpha val="9855"/>
                  </a:srgbClr>
                </a:gs>
                <a:gs pos="71429">
                  <a:srgbClr val="FFA825">
                    <a:alpha val="4740"/>
                  </a:srgbClr>
                </a:gs>
                <a:gs pos="85714">
                  <a:srgbClr val="FFA825">
                    <a:alpha val="1902"/>
                  </a:srgbClr>
                </a:gs>
                <a:gs pos="100000">
                  <a:srgbClr val="FFA8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040002">
              <a:off x="2810212" y="1458632"/>
              <a:ext cx="56990" cy="14247"/>
            </a:xfrm>
            <a:prstGeom prst="ellipse">
              <a:avLst/>
            </a:prstGeom>
            <a:gradFill>
              <a:gsLst>
                <a:gs pos="0">
                  <a:srgbClr val="F2F4F7">
                    <a:alpha val="18943"/>
                  </a:srgbClr>
                </a:gs>
                <a:gs pos="14286">
                  <a:srgbClr val="F2F4F7">
                    <a:alpha val="17554"/>
                  </a:srgbClr>
                </a:gs>
                <a:gs pos="28571">
                  <a:srgbClr val="F2F4F7">
                    <a:alpha val="13918"/>
                  </a:srgbClr>
                </a:gs>
                <a:gs pos="42857">
                  <a:srgbClr val="F2F4F7">
                    <a:alpha val="9363"/>
                  </a:srgbClr>
                </a:gs>
                <a:gs pos="57143">
                  <a:srgbClr val="F2F4F7">
                    <a:alpha val="5301"/>
                  </a:srgbClr>
                </a:gs>
                <a:gs pos="71429">
                  <a:srgbClr val="F2F4F7">
                    <a:alpha val="2518"/>
                  </a:srgbClr>
                </a:gs>
                <a:gs pos="85714">
                  <a:srgbClr val="F2F4F7">
                    <a:alpha val="1003"/>
                  </a:srgbClr>
                </a:gs>
                <a:gs pos="100000">
                  <a:srgbClr val="F2F4F7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9770202">
              <a:off x="2554756" y="1437728"/>
              <a:ext cx="319959" cy="884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4286357">
              <a:off x="178622" y="2508243"/>
              <a:ext cx="60215" cy="15054"/>
            </a:xfrm>
            <a:prstGeom prst="ellipse">
              <a:avLst/>
            </a:prstGeom>
            <a:gradFill>
              <a:gsLst>
                <a:gs pos="0">
                  <a:srgbClr val="EEF5E2">
                    <a:alpha val="18361"/>
                  </a:srgbClr>
                </a:gs>
                <a:gs pos="14286">
                  <a:srgbClr val="EEF5E2">
                    <a:alpha val="17011"/>
                  </a:srgbClr>
                </a:gs>
                <a:gs pos="28571">
                  <a:srgbClr val="EEF5E2">
                    <a:alpha val="13478"/>
                  </a:srgbClr>
                </a:gs>
                <a:gs pos="42857">
                  <a:srgbClr val="EEF5E2">
                    <a:alpha val="9059"/>
                  </a:srgbClr>
                </a:gs>
                <a:gs pos="57143">
                  <a:srgbClr val="EEF5E2">
                    <a:alpha val="5126"/>
                  </a:srgbClr>
                </a:gs>
                <a:gs pos="71429">
                  <a:srgbClr val="EEF5E2">
                    <a:alpha val="2433"/>
                  </a:srgbClr>
                </a:gs>
                <a:gs pos="85714">
                  <a:srgbClr val="EEF5E2">
                    <a:alpha val="969"/>
                  </a:srgbClr>
                </a:gs>
                <a:gs pos="100000">
                  <a:srgbClr val="EEF5E2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9190384">
              <a:off x="812133" y="891789"/>
              <a:ext cx="707380" cy="595519"/>
            </a:xfrm>
            <a:prstGeom prst="ellipse">
              <a:avLst/>
            </a:prstGeom>
            <a:gradFill>
              <a:gsLst>
                <a:gs pos="0">
                  <a:srgbClr val="FFFF7D">
                    <a:alpha val="32968"/>
                  </a:srgbClr>
                </a:gs>
                <a:gs pos="14286">
                  <a:srgbClr val="FFFF7D">
                    <a:alpha val="30764"/>
                  </a:srgbClr>
                </a:gs>
                <a:gs pos="28571">
                  <a:srgbClr val="FFFF7D">
                    <a:alpha val="24833"/>
                  </a:srgbClr>
                </a:gs>
                <a:gs pos="42857">
                  <a:srgbClr val="FFFF7D">
                    <a:alpha val="17075"/>
                  </a:srgbClr>
                </a:gs>
                <a:gs pos="57143">
                  <a:srgbClr val="FFFF7D">
                    <a:alpha val="9855"/>
                  </a:srgbClr>
                </a:gs>
                <a:gs pos="71429">
                  <a:srgbClr val="FFFF7D">
                    <a:alpha val="4740"/>
                  </a:srgbClr>
                </a:gs>
                <a:gs pos="85714">
                  <a:srgbClr val="FFFF7D">
                    <a:alpha val="1902"/>
                  </a:srgbClr>
                </a:gs>
                <a:gs pos="100000">
                  <a:srgbClr val="FFFF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614543">
              <a:off x="2328263" y="2395621"/>
              <a:ext cx="278345" cy="874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-10252451">
              <a:off x="1435560" y="1749842"/>
              <a:ext cx="640045" cy="423002"/>
            </a:xfrm>
            <a:prstGeom prst="ellipse">
              <a:avLst/>
            </a:prstGeom>
            <a:gradFill>
              <a:gsLst>
                <a:gs pos="0">
                  <a:srgbClr val="8EFF00">
                    <a:alpha val="32968"/>
                  </a:srgbClr>
                </a:gs>
                <a:gs pos="14286">
                  <a:srgbClr val="8EFF00">
                    <a:alpha val="30764"/>
                  </a:srgbClr>
                </a:gs>
                <a:gs pos="28571">
                  <a:srgbClr val="8EFF00">
                    <a:alpha val="24833"/>
                  </a:srgbClr>
                </a:gs>
                <a:gs pos="42857">
                  <a:srgbClr val="8EFF00">
                    <a:alpha val="17075"/>
                  </a:srgbClr>
                </a:gs>
                <a:gs pos="57143">
                  <a:srgbClr val="8EFF00">
                    <a:alpha val="9855"/>
                  </a:srgbClr>
                </a:gs>
                <a:gs pos="71429">
                  <a:srgbClr val="8EFF00">
                    <a:alpha val="4740"/>
                  </a:srgbClr>
                </a:gs>
                <a:gs pos="85714">
                  <a:srgbClr val="8EFF00">
                    <a:alpha val="1902"/>
                  </a:srgbClr>
                </a:gs>
                <a:gs pos="100000">
                  <a:srgbClr val="8E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3429085">
              <a:off x="2284369" y="991627"/>
              <a:ext cx="62714" cy="15679"/>
            </a:xfrm>
            <a:prstGeom prst="ellipse">
              <a:avLst/>
            </a:prstGeom>
            <a:gradFill>
              <a:gsLst>
                <a:gs pos="0">
                  <a:srgbClr val="B8E28D">
                    <a:alpha val="17908"/>
                  </a:srgbClr>
                </a:gs>
                <a:gs pos="14286">
                  <a:srgbClr val="B8E28D">
                    <a:alpha val="16587"/>
                  </a:srgbClr>
                </a:gs>
                <a:gs pos="28571">
                  <a:srgbClr val="B8E28D">
                    <a:alpha val="13136"/>
                  </a:srgbClr>
                </a:gs>
                <a:gs pos="42857">
                  <a:srgbClr val="B8E28D">
                    <a:alpha val="8823"/>
                  </a:srgbClr>
                </a:gs>
                <a:gs pos="57143">
                  <a:srgbClr val="B8E28D">
                    <a:alpha val="4989"/>
                  </a:srgbClr>
                </a:gs>
                <a:gs pos="71429">
                  <a:srgbClr val="B8E28D">
                    <a:alpha val="2367"/>
                  </a:srgbClr>
                </a:gs>
                <a:gs pos="85714">
                  <a:srgbClr val="B8E28D">
                    <a:alpha val="943"/>
                  </a:srgbClr>
                </a:gs>
                <a:gs pos="100000">
                  <a:srgbClr val="B8E28D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8503318">
              <a:off x="2686995" y="3093324"/>
              <a:ext cx="523602" cy="94707"/>
            </a:xfrm>
            <a:prstGeom prst="ellipse">
              <a:avLst/>
            </a:prstGeom>
            <a:gradFill>
              <a:gsLst>
                <a:gs pos="0">
                  <a:srgbClr val="EB5400">
                    <a:alpha val="32968"/>
                  </a:srgbClr>
                </a:gs>
                <a:gs pos="14286">
                  <a:srgbClr val="EB5400">
                    <a:alpha val="30764"/>
                  </a:srgbClr>
                </a:gs>
                <a:gs pos="28571">
                  <a:srgbClr val="EB5400">
                    <a:alpha val="24833"/>
                  </a:srgbClr>
                </a:gs>
                <a:gs pos="42857">
                  <a:srgbClr val="EB5400">
                    <a:alpha val="17075"/>
                  </a:srgbClr>
                </a:gs>
                <a:gs pos="57143">
                  <a:srgbClr val="EB5400">
                    <a:alpha val="9855"/>
                  </a:srgbClr>
                </a:gs>
                <a:gs pos="71429">
                  <a:srgbClr val="EB5400">
                    <a:alpha val="4740"/>
                  </a:srgbClr>
                </a:gs>
                <a:gs pos="85714">
                  <a:srgbClr val="EB5400">
                    <a:alpha val="1902"/>
                  </a:srgbClr>
                </a:gs>
                <a:gs pos="100000">
                  <a:srgbClr val="EB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10162981">
              <a:off x="2046174" y="2974130"/>
              <a:ext cx="45623" cy="11406"/>
            </a:xfrm>
            <a:prstGeom prst="ellipse">
              <a:avLst/>
            </a:prstGeom>
            <a:gradFill>
              <a:gsLst>
                <a:gs pos="0">
                  <a:srgbClr val="FFFFFF">
                    <a:alpha val="20958"/>
                  </a:srgbClr>
                </a:gs>
                <a:gs pos="14286">
                  <a:srgbClr val="FFFFFF">
                    <a:alpha val="19440"/>
                  </a:srgbClr>
                </a:gs>
                <a:gs pos="28571">
                  <a:srgbClr val="FFFFFF">
                    <a:alpha val="15451"/>
                  </a:srgbClr>
                </a:gs>
                <a:gs pos="42857">
                  <a:srgbClr val="FFFFFF">
                    <a:alpha val="10425"/>
                  </a:srgbClr>
                </a:gs>
                <a:gs pos="57143">
                  <a:srgbClr val="FFFFFF">
                    <a:alpha val="5918"/>
                  </a:srgbClr>
                </a:gs>
                <a:gs pos="71429">
                  <a:srgbClr val="FFFFFF">
                    <a:alpha val="2815"/>
                  </a:srgbClr>
                </a:gs>
                <a:gs pos="85714">
                  <a:srgbClr val="FFFFFF">
                    <a:alpha val="1123"/>
                  </a:srgbClr>
                </a:gs>
                <a:gs pos="100000">
                  <a:srgbClr val="FFFF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7292318">
              <a:off x="356009" y="803405"/>
              <a:ext cx="63469" cy="15867"/>
            </a:xfrm>
            <a:prstGeom prst="ellipse">
              <a:avLst/>
            </a:prstGeom>
            <a:gradFill>
              <a:gsLst>
                <a:gs pos="0">
                  <a:srgbClr val="E5F1C9">
                    <a:alpha val="17771"/>
                  </a:srgbClr>
                </a:gs>
                <a:gs pos="14286">
                  <a:srgbClr val="E5F1C9">
                    <a:alpha val="16459"/>
                  </a:srgbClr>
                </a:gs>
                <a:gs pos="28571">
                  <a:srgbClr val="E5F1C9">
                    <a:alpha val="13032"/>
                  </a:srgbClr>
                </a:gs>
                <a:gs pos="42857">
                  <a:srgbClr val="E5F1C9">
                    <a:alpha val="8752"/>
                  </a:srgbClr>
                </a:gs>
                <a:gs pos="57143">
                  <a:srgbClr val="E5F1C9">
                    <a:alpha val="4948"/>
                  </a:srgbClr>
                </a:gs>
                <a:gs pos="71429">
                  <a:srgbClr val="E5F1C9">
                    <a:alpha val="2348"/>
                  </a:srgbClr>
                </a:gs>
                <a:gs pos="85714">
                  <a:srgbClr val="E5F1C9">
                    <a:alpha val="935"/>
                  </a:srgbClr>
                </a:gs>
                <a:gs pos="100000">
                  <a:srgbClr val="E5F1C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127301">
              <a:off x="2195664" y="888484"/>
              <a:ext cx="61783" cy="15446"/>
            </a:xfrm>
            <a:prstGeom prst="ellipse">
              <a:avLst/>
            </a:prstGeom>
            <a:gradFill>
              <a:gsLst>
                <a:gs pos="0">
                  <a:srgbClr val="A8CB82">
                    <a:alpha val="18077"/>
                  </a:srgbClr>
                </a:gs>
                <a:gs pos="14286">
                  <a:srgbClr val="A8CB82">
                    <a:alpha val="16745"/>
                  </a:srgbClr>
                </a:gs>
                <a:gs pos="28571">
                  <a:srgbClr val="A8CB82">
                    <a:alpha val="13264"/>
                  </a:srgbClr>
                </a:gs>
                <a:gs pos="42857">
                  <a:srgbClr val="A8CB82">
                    <a:alpha val="8911"/>
                  </a:srgbClr>
                </a:gs>
                <a:gs pos="57143">
                  <a:srgbClr val="A8CB82">
                    <a:alpha val="5040"/>
                  </a:srgbClr>
                </a:gs>
                <a:gs pos="71429">
                  <a:srgbClr val="A8CB82">
                    <a:alpha val="2392"/>
                  </a:srgbClr>
                </a:gs>
                <a:gs pos="85714">
                  <a:srgbClr val="A8CB82">
                    <a:alpha val="953"/>
                  </a:srgbClr>
                </a:gs>
                <a:gs pos="100000">
                  <a:srgbClr val="A8CB82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-9574860">
              <a:off x="1480524" y="2917853"/>
              <a:ext cx="581781" cy="12838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9408915">
              <a:off x="2209228" y="2084798"/>
              <a:ext cx="476051" cy="3713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35583">
              <a:off x="190742" y="390671"/>
              <a:ext cx="547829" cy="543080"/>
            </a:xfrm>
            <a:prstGeom prst="ellipse">
              <a:avLst/>
            </a:prstGeom>
            <a:gradFill>
              <a:gsLst>
                <a:gs pos="0">
                  <a:srgbClr val="FFFFFF">
                    <a:alpha val="27255"/>
                  </a:srgbClr>
                </a:gs>
                <a:gs pos="14286">
                  <a:srgbClr val="FFFFFF">
                    <a:alpha val="25359"/>
                  </a:srgbClr>
                </a:gs>
                <a:gs pos="28571">
                  <a:srgbClr val="FFFFFF">
                    <a:alpha val="20315"/>
                  </a:srgbClr>
                </a:gs>
                <a:gs pos="42857">
                  <a:srgbClr val="FFFFFF">
                    <a:alpha val="13839"/>
                  </a:srgbClr>
                </a:gs>
                <a:gs pos="57143">
                  <a:srgbClr val="FFFFFF">
                    <a:alpha val="7922"/>
                  </a:srgbClr>
                </a:gs>
                <a:gs pos="71429">
                  <a:srgbClr val="FFFFFF">
                    <a:alpha val="3790"/>
                  </a:srgbClr>
                </a:gs>
                <a:gs pos="85714">
                  <a:srgbClr val="FFFFFF">
                    <a:alpha val="1516"/>
                  </a:srgbClr>
                </a:gs>
                <a:gs pos="100000">
                  <a:srgbClr val="FFFFFF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9124116">
              <a:off x="789564" y="3348487"/>
              <a:ext cx="508073" cy="5425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10355604">
              <a:off x="965520" y="2249006"/>
              <a:ext cx="62772" cy="15693"/>
            </a:xfrm>
            <a:prstGeom prst="ellipse">
              <a:avLst/>
            </a:prstGeom>
            <a:gradFill>
              <a:gsLst>
                <a:gs pos="0">
                  <a:srgbClr val="A6CD8B">
                    <a:alpha val="17898"/>
                  </a:srgbClr>
                </a:gs>
                <a:gs pos="14286">
                  <a:srgbClr val="A6CD8B">
                    <a:alpha val="16578"/>
                  </a:srgbClr>
                </a:gs>
                <a:gs pos="28571">
                  <a:srgbClr val="A6CD8B">
                    <a:alpha val="13128"/>
                  </a:srgbClr>
                </a:gs>
                <a:gs pos="42857">
                  <a:srgbClr val="A6CD8B">
                    <a:alpha val="8818"/>
                  </a:srgbClr>
                </a:gs>
                <a:gs pos="57143">
                  <a:srgbClr val="A6CD8B">
                    <a:alpha val="4986"/>
                  </a:srgbClr>
                </a:gs>
                <a:gs pos="71429">
                  <a:srgbClr val="A6CD8B">
                    <a:alpha val="2366"/>
                  </a:srgbClr>
                </a:gs>
                <a:gs pos="85714">
                  <a:srgbClr val="A6CD8B">
                    <a:alpha val="942"/>
                  </a:srgbClr>
                </a:gs>
                <a:gs pos="100000">
                  <a:srgbClr val="A6CD8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10129662">
              <a:off x="1716543" y="674923"/>
              <a:ext cx="90112" cy="38044"/>
            </a:xfrm>
            <a:prstGeom prst="ellipse">
              <a:avLst/>
            </a:prstGeom>
            <a:gradFill>
              <a:gsLst>
                <a:gs pos="0">
                  <a:srgbClr val="FFFFFF">
                    <a:alpha val="19446"/>
                  </a:srgbClr>
                </a:gs>
                <a:gs pos="14286">
                  <a:srgbClr val="FFFFFF">
                    <a:alpha val="18025"/>
                  </a:srgbClr>
                </a:gs>
                <a:gs pos="28571">
                  <a:srgbClr val="FFFFFF">
                    <a:alpha val="14300"/>
                  </a:srgbClr>
                </a:gs>
                <a:gs pos="42857">
                  <a:srgbClr val="FFFFFF">
                    <a:alpha val="9627"/>
                  </a:srgbClr>
                </a:gs>
                <a:gs pos="57143">
                  <a:srgbClr val="FFFFFF">
                    <a:alpha val="5454"/>
                  </a:srgbClr>
                </a:gs>
                <a:gs pos="71429">
                  <a:srgbClr val="FFFFFF">
                    <a:alpha val="2591"/>
                  </a:srgbClr>
                </a:gs>
                <a:gs pos="85714">
                  <a:srgbClr val="FFFFFF">
                    <a:alpha val="1033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9326753">
              <a:off x="890933" y="307218"/>
              <a:ext cx="59727" cy="14932"/>
            </a:xfrm>
            <a:prstGeom prst="ellipse">
              <a:avLst/>
            </a:prstGeom>
            <a:gradFill>
              <a:gsLst>
                <a:gs pos="0">
                  <a:srgbClr val="F4F8E4">
                    <a:alpha val="18450"/>
                  </a:srgbClr>
                </a:gs>
                <a:gs pos="14286">
                  <a:srgbClr val="F4F8E4">
                    <a:alpha val="17093"/>
                  </a:srgbClr>
                </a:gs>
                <a:gs pos="28571">
                  <a:srgbClr val="F4F8E4">
                    <a:alpha val="13545"/>
                  </a:srgbClr>
                </a:gs>
                <a:gs pos="42857">
                  <a:srgbClr val="F4F8E4">
                    <a:alpha val="9105"/>
                  </a:srgbClr>
                </a:gs>
                <a:gs pos="57143">
                  <a:srgbClr val="F4F8E4">
                    <a:alpha val="5152"/>
                  </a:srgbClr>
                </a:gs>
                <a:gs pos="71429">
                  <a:srgbClr val="F4F8E4">
                    <a:alpha val="2446"/>
                  </a:srgbClr>
                </a:gs>
                <a:gs pos="85714">
                  <a:srgbClr val="F4F8E4">
                    <a:alpha val="974"/>
                  </a:srgbClr>
                </a:gs>
                <a:gs pos="100000">
                  <a:srgbClr val="F4F8E4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402174">
              <a:off x="3253611" y="2104633"/>
              <a:ext cx="558739" cy="556331"/>
            </a:xfrm>
            <a:prstGeom prst="ellipse">
              <a:avLst/>
            </a:prstGeom>
            <a:gradFill>
              <a:gsLst>
                <a:gs pos="0">
                  <a:srgbClr val="FFFFFF">
                    <a:alpha val="19188"/>
                  </a:srgbClr>
                </a:gs>
                <a:gs pos="14286">
                  <a:srgbClr val="FFFFFF">
                    <a:alpha val="17783"/>
                  </a:srgbClr>
                </a:gs>
                <a:gs pos="28571">
                  <a:srgbClr val="FFFFFF">
                    <a:alpha val="14104"/>
                  </a:srgbClr>
                </a:gs>
                <a:gs pos="42857">
                  <a:srgbClr val="FFFFFF">
                    <a:alpha val="9491"/>
                  </a:srgbClr>
                </a:gs>
                <a:gs pos="57143">
                  <a:srgbClr val="FFFFFF">
                    <a:alpha val="5376"/>
                  </a:srgbClr>
                </a:gs>
                <a:gs pos="71429">
                  <a:srgbClr val="FFFFFF">
                    <a:alpha val="2553"/>
                  </a:srgbClr>
                </a:gs>
                <a:gs pos="85714">
                  <a:srgbClr val="FFFFFF">
                    <a:alpha val="1018"/>
                  </a:srgbClr>
                </a:gs>
                <a:gs pos="100000">
                  <a:srgbClr val="FFFFF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8832403">
              <a:off x="820229" y="2310813"/>
              <a:ext cx="588963" cy="98401"/>
            </a:xfrm>
            <a:prstGeom prst="ellipse">
              <a:avLst/>
            </a:prstGeom>
            <a:gradFill>
              <a:gsLst>
                <a:gs pos="0">
                  <a:srgbClr val="BA0000">
                    <a:alpha val="32968"/>
                  </a:srgbClr>
                </a:gs>
                <a:gs pos="14286">
                  <a:srgbClr val="BA0000">
                    <a:alpha val="30764"/>
                  </a:srgbClr>
                </a:gs>
                <a:gs pos="28571">
                  <a:srgbClr val="BA0000">
                    <a:alpha val="24833"/>
                  </a:srgbClr>
                </a:gs>
                <a:gs pos="42857">
                  <a:srgbClr val="BA0000">
                    <a:alpha val="17075"/>
                  </a:srgbClr>
                </a:gs>
                <a:gs pos="57143">
                  <a:srgbClr val="BA0000">
                    <a:alpha val="9855"/>
                  </a:srgbClr>
                </a:gs>
                <a:gs pos="71429">
                  <a:srgbClr val="BA0000">
                    <a:alpha val="4740"/>
                  </a:srgbClr>
                </a:gs>
                <a:gs pos="85714">
                  <a:srgbClr val="BA0000">
                    <a:alpha val="1902"/>
                  </a:srgbClr>
                </a:gs>
                <a:gs pos="100000">
                  <a:srgbClr val="B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588786">
              <a:off x="1781046" y="680563"/>
              <a:ext cx="59802" cy="14951"/>
            </a:xfrm>
            <a:prstGeom prst="ellipse">
              <a:avLst/>
            </a:prstGeom>
            <a:gradFill>
              <a:gsLst>
                <a:gs pos="0">
                  <a:srgbClr val="AFD571">
                    <a:alpha val="18436"/>
                  </a:srgbClr>
                </a:gs>
                <a:gs pos="14286">
                  <a:srgbClr val="AFD571">
                    <a:alpha val="17080"/>
                  </a:srgbClr>
                </a:gs>
                <a:gs pos="28571">
                  <a:srgbClr val="AFD571">
                    <a:alpha val="13535"/>
                  </a:srgbClr>
                </a:gs>
                <a:gs pos="42857">
                  <a:srgbClr val="AFD571">
                    <a:alpha val="9098"/>
                  </a:srgbClr>
                </a:gs>
                <a:gs pos="57143">
                  <a:srgbClr val="AFD571">
                    <a:alpha val="5148"/>
                  </a:srgbClr>
                </a:gs>
                <a:gs pos="71429">
                  <a:srgbClr val="AFD571">
                    <a:alpha val="2444"/>
                  </a:srgbClr>
                </a:gs>
                <a:gs pos="85714">
                  <a:srgbClr val="AFD571">
                    <a:alpha val="974"/>
                  </a:srgbClr>
                </a:gs>
                <a:gs pos="100000">
                  <a:srgbClr val="AFD571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176613">
              <a:off x="1465585" y="2695828"/>
              <a:ext cx="55556" cy="13889"/>
            </a:xfrm>
            <a:prstGeom prst="ellipse">
              <a:avLst/>
            </a:prstGeom>
            <a:gradFill>
              <a:gsLst>
                <a:gs pos="0">
                  <a:srgbClr val="EFF7FF">
                    <a:alpha val="19200"/>
                  </a:srgbClr>
                </a:gs>
                <a:gs pos="14286">
                  <a:srgbClr val="EFF7FF">
                    <a:alpha val="17794"/>
                  </a:srgbClr>
                </a:gs>
                <a:gs pos="28571">
                  <a:srgbClr val="EFF7FF">
                    <a:alpha val="14113"/>
                  </a:srgbClr>
                </a:gs>
                <a:gs pos="42857">
                  <a:srgbClr val="EFF7FF">
                    <a:alpha val="9497"/>
                  </a:srgbClr>
                </a:gs>
                <a:gs pos="57143">
                  <a:srgbClr val="EFF7FF">
                    <a:alpha val="5379"/>
                  </a:srgbClr>
                </a:gs>
                <a:gs pos="71429">
                  <a:srgbClr val="EFF7FF">
                    <a:alpha val="2555"/>
                  </a:srgbClr>
                </a:gs>
                <a:gs pos="85714">
                  <a:srgbClr val="EFF7FF">
                    <a:alpha val="1018"/>
                  </a:srgbClr>
                </a:gs>
                <a:gs pos="100000">
                  <a:srgbClr val="EFF7F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7997051">
              <a:off x="1311617" y="878464"/>
              <a:ext cx="56994" cy="14248"/>
            </a:xfrm>
            <a:prstGeom prst="ellipse">
              <a:avLst/>
            </a:prstGeom>
            <a:gradFill>
              <a:gsLst>
                <a:gs pos="0">
                  <a:srgbClr val="EFFFF8">
                    <a:alpha val="18942"/>
                  </a:srgbClr>
                </a:gs>
                <a:gs pos="14286">
                  <a:srgbClr val="EFFFF8">
                    <a:alpha val="17553"/>
                  </a:srgbClr>
                </a:gs>
                <a:gs pos="28571">
                  <a:srgbClr val="EFFFF8">
                    <a:alpha val="13918"/>
                  </a:srgbClr>
                </a:gs>
                <a:gs pos="42857">
                  <a:srgbClr val="EFFFF8">
                    <a:alpha val="9362"/>
                  </a:srgbClr>
                </a:gs>
                <a:gs pos="57143">
                  <a:srgbClr val="EFFFF8">
                    <a:alpha val="5301"/>
                  </a:srgbClr>
                </a:gs>
                <a:gs pos="71429">
                  <a:srgbClr val="EFFFF8">
                    <a:alpha val="2517"/>
                  </a:srgbClr>
                </a:gs>
                <a:gs pos="85714">
                  <a:srgbClr val="EFFFF8">
                    <a:alpha val="1003"/>
                  </a:srgbClr>
                </a:gs>
                <a:gs pos="100000">
                  <a:srgbClr val="EFFFF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8440961">
              <a:off x="437262" y="3152597"/>
              <a:ext cx="554855" cy="32603"/>
            </a:xfrm>
            <a:prstGeom prst="ellipse">
              <a:avLst/>
            </a:prstGeom>
            <a:gradFill>
              <a:gsLst>
                <a:gs pos="0">
                  <a:srgbClr val="D00000">
                    <a:alpha val="32968"/>
                  </a:srgbClr>
                </a:gs>
                <a:gs pos="14286">
                  <a:srgbClr val="D00000">
                    <a:alpha val="30764"/>
                  </a:srgbClr>
                </a:gs>
                <a:gs pos="28571">
                  <a:srgbClr val="D00000">
                    <a:alpha val="24833"/>
                  </a:srgbClr>
                </a:gs>
                <a:gs pos="42857">
                  <a:srgbClr val="D00000">
                    <a:alpha val="17075"/>
                  </a:srgbClr>
                </a:gs>
                <a:gs pos="57143">
                  <a:srgbClr val="D00000">
                    <a:alpha val="9855"/>
                  </a:srgbClr>
                </a:gs>
                <a:gs pos="71429">
                  <a:srgbClr val="D00000">
                    <a:alpha val="4740"/>
                  </a:srgbClr>
                </a:gs>
                <a:gs pos="85714">
                  <a:srgbClr val="D00000">
                    <a:alpha val="1902"/>
                  </a:srgbClr>
                </a:gs>
                <a:gs pos="100000">
                  <a:srgbClr val="D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9654893">
              <a:off x="1972385" y="728282"/>
              <a:ext cx="61691" cy="15423"/>
            </a:xfrm>
            <a:prstGeom prst="ellipse">
              <a:avLst/>
            </a:prstGeom>
            <a:gradFill>
              <a:gsLst>
                <a:gs pos="0">
                  <a:srgbClr val="AAD48C">
                    <a:alpha val="18094"/>
                  </a:srgbClr>
                </a:gs>
                <a:gs pos="14286">
                  <a:srgbClr val="AAD48C">
                    <a:alpha val="16761"/>
                  </a:srgbClr>
                </a:gs>
                <a:gs pos="28571">
                  <a:srgbClr val="AAD48C">
                    <a:alpha val="13276"/>
                  </a:srgbClr>
                </a:gs>
                <a:gs pos="42857">
                  <a:srgbClr val="AAD48C">
                    <a:alpha val="8920"/>
                  </a:srgbClr>
                </a:gs>
                <a:gs pos="57143">
                  <a:srgbClr val="AAD48C">
                    <a:alpha val="5045"/>
                  </a:srgbClr>
                </a:gs>
                <a:gs pos="71429">
                  <a:srgbClr val="AAD48C">
                    <a:alpha val="2394"/>
                  </a:srgbClr>
                </a:gs>
                <a:gs pos="85714">
                  <a:srgbClr val="AAD48C">
                    <a:alpha val="954"/>
                  </a:srgbClr>
                </a:gs>
                <a:gs pos="100000">
                  <a:srgbClr val="AAD48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8119435">
              <a:off x="1160625" y="2374839"/>
              <a:ext cx="59836" cy="14959"/>
            </a:xfrm>
            <a:prstGeom prst="ellipse">
              <a:avLst/>
            </a:prstGeom>
            <a:gradFill>
              <a:gsLst>
                <a:gs pos="0">
                  <a:srgbClr val="FFF6EE">
                    <a:alpha val="18430"/>
                  </a:srgbClr>
                </a:gs>
                <a:gs pos="14286">
                  <a:srgbClr val="FFF6EE">
                    <a:alpha val="17075"/>
                  </a:srgbClr>
                </a:gs>
                <a:gs pos="28571">
                  <a:srgbClr val="FFF6EE">
                    <a:alpha val="13530"/>
                  </a:srgbClr>
                </a:gs>
                <a:gs pos="42857">
                  <a:srgbClr val="FFF6EE">
                    <a:alpha val="9095"/>
                  </a:srgbClr>
                </a:gs>
                <a:gs pos="57143">
                  <a:srgbClr val="FFF6EE">
                    <a:alpha val="5146"/>
                  </a:srgbClr>
                </a:gs>
                <a:gs pos="71429">
                  <a:srgbClr val="FFF6EE">
                    <a:alpha val="2443"/>
                  </a:srgbClr>
                </a:gs>
                <a:gs pos="85714">
                  <a:srgbClr val="FFF6EE">
                    <a:alpha val="973"/>
                  </a:srgbClr>
                </a:gs>
                <a:gs pos="100000">
                  <a:srgbClr val="FFF6E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212384">
              <a:off x="2023678" y="1806721"/>
              <a:ext cx="668404" cy="57769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-8595050">
              <a:off x="865041" y="2279547"/>
              <a:ext cx="627902" cy="41993"/>
            </a:xfrm>
            <a:prstGeom prst="ellipse">
              <a:avLst/>
            </a:prstGeom>
            <a:gradFill>
              <a:gsLst>
                <a:gs pos="0">
                  <a:srgbClr val="009E00">
                    <a:alpha val="32968"/>
                  </a:srgbClr>
                </a:gs>
                <a:gs pos="14286">
                  <a:srgbClr val="009E00">
                    <a:alpha val="30764"/>
                  </a:srgbClr>
                </a:gs>
                <a:gs pos="28571">
                  <a:srgbClr val="009E00">
                    <a:alpha val="24833"/>
                  </a:srgbClr>
                </a:gs>
                <a:gs pos="42857">
                  <a:srgbClr val="009E00">
                    <a:alpha val="17075"/>
                  </a:srgbClr>
                </a:gs>
                <a:gs pos="57143">
                  <a:srgbClr val="009E00">
                    <a:alpha val="9855"/>
                  </a:srgbClr>
                </a:gs>
                <a:gs pos="71429">
                  <a:srgbClr val="009E00">
                    <a:alpha val="4740"/>
                  </a:srgbClr>
                </a:gs>
                <a:gs pos="85714">
                  <a:srgbClr val="009E00">
                    <a:alpha val="1902"/>
                  </a:srgbClr>
                </a:gs>
                <a:gs pos="100000">
                  <a:srgbClr val="00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9655591">
              <a:off x="1972847" y="734314"/>
              <a:ext cx="54860" cy="13715"/>
            </a:xfrm>
            <a:prstGeom prst="ellipse">
              <a:avLst/>
            </a:prstGeom>
            <a:gradFill>
              <a:gsLst>
                <a:gs pos="0">
                  <a:srgbClr val="F1F8FF">
                    <a:alpha val="19324"/>
                  </a:srgbClr>
                </a:gs>
                <a:gs pos="14286">
                  <a:srgbClr val="F1F8FF">
                    <a:alpha val="17911"/>
                  </a:srgbClr>
                </a:gs>
                <a:gs pos="28571">
                  <a:srgbClr val="F1F8FF">
                    <a:alpha val="14208"/>
                  </a:srgbClr>
                </a:gs>
                <a:gs pos="42857">
                  <a:srgbClr val="F1F8FF">
                    <a:alpha val="9563"/>
                  </a:srgbClr>
                </a:gs>
                <a:gs pos="57143">
                  <a:srgbClr val="F1F8FF">
                    <a:alpha val="5417"/>
                  </a:srgbClr>
                </a:gs>
                <a:gs pos="71429">
                  <a:srgbClr val="F1F8FF">
                    <a:alpha val="2573"/>
                  </a:srgbClr>
                </a:gs>
                <a:gs pos="85714">
                  <a:srgbClr val="F1F8FF">
                    <a:alpha val="1026"/>
                  </a:srgbClr>
                </a:gs>
                <a:gs pos="100000">
                  <a:srgbClr val="F1F8F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6572508">
              <a:off x="-83818" y="1226904"/>
              <a:ext cx="549778" cy="71959"/>
            </a:xfrm>
            <a:prstGeom prst="ellipse">
              <a:avLst/>
            </a:prstGeom>
            <a:gradFill>
              <a:gsLst>
                <a:gs pos="0">
                  <a:srgbClr val="68C300">
                    <a:alpha val="32968"/>
                  </a:srgbClr>
                </a:gs>
                <a:gs pos="14286">
                  <a:srgbClr val="68C300">
                    <a:alpha val="30764"/>
                  </a:srgbClr>
                </a:gs>
                <a:gs pos="28571">
                  <a:srgbClr val="68C300">
                    <a:alpha val="24833"/>
                  </a:srgbClr>
                </a:gs>
                <a:gs pos="42857">
                  <a:srgbClr val="68C300">
                    <a:alpha val="17075"/>
                  </a:srgbClr>
                </a:gs>
                <a:gs pos="57143">
                  <a:srgbClr val="68C300">
                    <a:alpha val="9855"/>
                  </a:srgbClr>
                </a:gs>
                <a:gs pos="71429">
                  <a:srgbClr val="68C300">
                    <a:alpha val="4740"/>
                  </a:srgbClr>
                </a:gs>
                <a:gs pos="85714">
                  <a:srgbClr val="68C300">
                    <a:alpha val="1902"/>
                  </a:srgbClr>
                </a:gs>
                <a:gs pos="100000">
                  <a:srgbClr val="68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8940526">
              <a:off x="2600808" y="1456510"/>
              <a:ext cx="59109" cy="14777"/>
            </a:xfrm>
            <a:prstGeom prst="ellipse">
              <a:avLst/>
            </a:prstGeom>
            <a:gradFill>
              <a:gsLst>
                <a:gs pos="0">
                  <a:srgbClr val="FFF1F1">
                    <a:alpha val="18561"/>
                  </a:srgbClr>
                </a:gs>
                <a:gs pos="14286">
                  <a:srgbClr val="FFF1F1">
                    <a:alpha val="17197"/>
                  </a:srgbClr>
                </a:gs>
                <a:gs pos="28571">
                  <a:srgbClr val="FFF1F1">
                    <a:alpha val="13629"/>
                  </a:srgbClr>
                </a:gs>
                <a:gs pos="42857">
                  <a:srgbClr val="FFF1F1">
                    <a:alpha val="9163"/>
                  </a:srgbClr>
                </a:gs>
                <a:gs pos="57143">
                  <a:srgbClr val="FFF1F1">
                    <a:alpha val="5186"/>
                  </a:srgbClr>
                </a:gs>
                <a:gs pos="71429">
                  <a:srgbClr val="FFF1F1">
                    <a:alpha val="2462"/>
                  </a:srgbClr>
                </a:gs>
                <a:gs pos="85714">
                  <a:srgbClr val="FFF1F1">
                    <a:alpha val="981"/>
                  </a:srgbClr>
                </a:gs>
                <a:gs pos="100000">
                  <a:srgbClr val="FFF1F1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400086">
              <a:off x="3120388" y="2416730"/>
              <a:ext cx="554963" cy="554611"/>
            </a:xfrm>
            <a:prstGeom prst="ellipse">
              <a:avLst/>
            </a:prstGeom>
            <a:gradFill>
              <a:gsLst>
                <a:gs pos="0">
                  <a:srgbClr val="FFFFFF">
                    <a:alpha val="15946"/>
                  </a:srgbClr>
                </a:gs>
                <a:gs pos="14286">
                  <a:srgbClr val="FFFFFF">
                    <a:alpha val="14757"/>
                  </a:srgbClr>
                </a:gs>
                <a:gs pos="28571">
                  <a:srgbClr val="FFFFFF">
                    <a:alpha val="11659"/>
                  </a:srgbClr>
                </a:gs>
                <a:gs pos="42857">
                  <a:srgbClr val="FFFFFF">
                    <a:alpha val="7810"/>
                  </a:srgbClr>
                </a:gs>
                <a:gs pos="57143">
                  <a:srgbClr val="FFFFFF">
                    <a:alpha val="4406"/>
                  </a:srgbClr>
                </a:gs>
                <a:gs pos="71429">
                  <a:srgbClr val="FFFFFF">
                    <a:alpha val="2087"/>
                  </a:srgbClr>
                </a:gs>
                <a:gs pos="85714">
                  <a:srgbClr val="FFFFFF">
                    <a:alpha val="831"/>
                  </a:srgbClr>
                </a:gs>
                <a:gs pos="100000">
                  <a:srgbClr val="FFFFF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5305260">
              <a:off x="-179300" y="1893272"/>
              <a:ext cx="535520" cy="39821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4919213">
              <a:off x="1135512" y="535239"/>
              <a:ext cx="647195" cy="489745"/>
            </a:xfrm>
            <a:prstGeom prst="ellipse">
              <a:avLst/>
            </a:prstGeom>
            <a:gradFill>
              <a:gsLst>
                <a:gs pos="0">
                  <a:srgbClr val="FBC600">
                    <a:alpha val="32946"/>
                  </a:srgbClr>
                </a:gs>
                <a:gs pos="14286">
                  <a:srgbClr val="FBC600">
                    <a:alpha val="30743"/>
                  </a:srgbClr>
                </a:gs>
                <a:gs pos="28571">
                  <a:srgbClr val="FBC600">
                    <a:alpha val="24815"/>
                  </a:srgbClr>
                </a:gs>
                <a:gs pos="42857">
                  <a:srgbClr val="FBC600">
                    <a:alpha val="17062"/>
                  </a:srgbClr>
                </a:gs>
                <a:gs pos="57143">
                  <a:srgbClr val="FBC600">
                    <a:alpha val="9847"/>
                  </a:srgbClr>
                </a:gs>
                <a:gs pos="71429">
                  <a:srgbClr val="FBC600">
                    <a:alpha val="4737"/>
                  </a:srgbClr>
                </a:gs>
                <a:gs pos="85714">
                  <a:srgbClr val="FBC600">
                    <a:alpha val="1901"/>
                  </a:srgbClr>
                </a:gs>
                <a:gs pos="100000">
                  <a:srgbClr val="F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9814130">
              <a:off x="2610538" y="1493437"/>
              <a:ext cx="515940" cy="3844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10142197">
              <a:off x="2300232" y="3499907"/>
              <a:ext cx="62111" cy="15528"/>
            </a:xfrm>
            <a:prstGeom prst="ellipse">
              <a:avLst/>
            </a:prstGeom>
            <a:gradFill>
              <a:gsLst>
                <a:gs pos="0">
                  <a:srgbClr val="FFB46A">
                    <a:alpha val="18018"/>
                  </a:srgbClr>
                </a:gs>
                <a:gs pos="14286">
                  <a:srgbClr val="FFB46A">
                    <a:alpha val="16690"/>
                  </a:srgbClr>
                </a:gs>
                <a:gs pos="28571">
                  <a:srgbClr val="FFB46A">
                    <a:alpha val="13219"/>
                  </a:srgbClr>
                </a:gs>
                <a:gs pos="42857">
                  <a:srgbClr val="FFB46A">
                    <a:alpha val="8880"/>
                  </a:srgbClr>
                </a:gs>
                <a:gs pos="57143">
                  <a:srgbClr val="FFB46A">
                    <a:alpha val="5022"/>
                  </a:srgbClr>
                </a:gs>
                <a:gs pos="71429">
                  <a:srgbClr val="FFB46A">
                    <a:alpha val="2383"/>
                  </a:srgbClr>
                </a:gs>
                <a:gs pos="85714">
                  <a:srgbClr val="FFB46A">
                    <a:alpha val="949"/>
                  </a:srgbClr>
                </a:gs>
                <a:gs pos="100000">
                  <a:srgbClr val="FFB46A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8268599">
              <a:off x="3420060" y="1162452"/>
              <a:ext cx="57302" cy="14325"/>
            </a:xfrm>
            <a:prstGeom prst="ellipse">
              <a:avLst/>
            </a:prstGeom>
            <a:gradFill>
              <a:gsLst>
                <a:gs pos="0">
                  <a:srgbClr val="B1DB74">
                    <a:alpha val="18887"/>
                  </a:srgbClr>
                </a:gs>
                <a:gs pos="14286">
                  <a:srgbClr val="B1DB74">
                    <a:alpha val="17502"/>
                  </a:srgbClr>
                </a:gs>
                <a:gs pos="28571">
                  <a:srgbClr val="B1DB74">
                    <a:alpha val="13876"/>
                  </a:srgbClr>
                </a:gs>
                <a:gs pos="42857">
                  <a:srgbClr val="B1DB74">
                    <a:alpha val="9333"/>
                  </a:srgbClr>
                </a:gs>
                <a:gs pos="57143">
                  <a:srgbClr val="B1DB74">
                    <a:alpha val="5284"/>
                  </a:srgbClr>
                </a:gs>
                <a:gs pos="71429">
                  <a:srgbClr val="B1DB74">
                    <a:alpha val="2509"/>
                  </a:srgbClr>
                </a:gs>
                <a:gs pos="85714">
                  <a:srgbClr val="B1DB74">
                    <a:alpha val="1000"/>
                  </a:srgbClr>
                </a:gs>
                <a:gs pos="100000">
                  <a:srgbClr val="B1DB74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10439891">
              <a:off x="1986566" y="2992291"/>
              <a:ext cx="61797" cy="15449"/>
            </a:xfrm>
            <a:prstGeom prst="ellipse">
              <a:avLst/>
            </a:prstGeom>
            <a:gradFill>
              <a:gsLst>
                <a:gs pos="0">
                  <a:srgbClr val="FFA36D">
                    <a:alpha val="18075"/>
                  </a:srgbClr>
                </a:gs>
                <a:gs pos="14286">
                  <a:srgbClr val="FFA36D">
                    <a:alpha val="16743"/>
                  </a:srgbClr>
                </a:gs>
                <a:gs pos="28571">
                  <a:srgbClr val="FFA36D">
                    <a:alpha val="13262"/>
                  </a:srgbClr>
                </a:gs>
                <a:gs pos="42857">
                  <a:srgbClr val="FFA36D">
                    <a:alpha val="8910"/>
                  </a:srgbClr>
                </a:gs>
                <a:gs pos="57143">
                  <a:srgbClr val="FFA36D">
                    <a:alpha val="5039"/>
                  </a:srgbClr>
                </a:gs>
                <a:gs pos="71429">
                  <a:srgbClr val="FFA36D">
                    <a:alpha val="2391"/>
                  </a:srgbClr>
                </a:gs>
                <a:gs pos="85714">
                  <a:srgbClr val="FFA36D">
                    <a:alpha val="953"/>
                  </a:srgbClr>
                </a:gs>
                <a:gs pos="100000">
                  <a:srgbClr val="FFA36D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798420">
              <a:off x="1150171" y="1201471"/>
              <a:ext cx="57426" cy="14356"/>
            </a:xfrm>
            <a:prstGeom prst="ellipse">
              <a:avLst/>
            </a:prstGeom>
            <a:gradFill>
              <a:gsLst>
                <a:gs pos="0">
                  <a:srgbClr val="F3FCF8">
                    <a:alpha val="18864"/>
                  </a:srgbClr>
                </a:gs>
                <a:gs pos="14286">
                  <a:srgbClr val="F3FCF8">
                    <a:alpha val="17481"/>
                  </a:srgbClr>
                </a:gs>
                <a:gs pos="28571">
                  <a:srgbClr val="F3FCF8">
                    <a:alpha val="13859"/>
                  </a:srgbClr>
                </a:gs>
                <a:gs pos="42857">
                  <a:srgbClr val="F3FCF8">
                    <a:alpha val="9322"/>
                  </a:srgbClr>
                </a:gs>
                <a:gs pos="57143">
                  <a:srgbClr val="F3FCF8">
                    <a:alpha val="5278"/>
                  </a:srgbClr>
                </a:gs>
                <a:gs pos="71429">
                  <a:srgbClr val="F3FCF8">
                    <a:alpha val="2506"/>
                  </a:srgbClr>
                </a:gs>
                <a:gs pos="85714">
                  <a:srgbClr val="F3FCF8">
                    <a:alpha val="999"/>
                  </a:srgbClr>
                </a:gs>
                <a:gs pos="100000">
                  <a:srgbClr val="F3FCF8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8143109">
              <a:off x="997528" y="2363316"/>
              <a:ext cx="465774" cy="665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8139503">
              <a:off x="1532394" y="2774606"/>
              <a:ext cx="58076" cy="14519"/>
            </a:xfrm>
            <a:prstGeom prst="ellipse">
              <a:avLst/>
            </a:prstGeom>
            <a:gradFill>
              <a:gsLst>
                <a:gs pos="0">
                  <a:srgbClr val="F5FDFE">
                    <a:alpha val="18747"/>
                  </a:srgbClr>
                </a:gs>
                <a:gs pos="14286">
                  <a:srgbClr val="F5FDFE">
                    <a:alpha val="17371"/>
                  </a:srgbClr>
                </a:gs>
                <a:gs pos="28571">
                  <a:srgbClr val="F5FDFE">
                    <a:alpha val="13770"/>
                  </a:srgbClr>
                </a:gs>
                <a:gs pos="42857">
                  <a:srgbClr val="F5FDFE">
                    <a:alpha val="9261"/>
                  </a:srgbClr>
                </a:gs>
                <a:gs pos="57143">
                  <a:srgbClr val="F5FDFE">
                    <a:alpha val="5242"/>
                  </a:srgbClr>
                </a:gs>
                <a:gs pos="71429">
                  <a:srgbClr val="F5FDFE">
                    <a:alpha val="2489"/>
                  </a:srgbClr>
                </a:gs>
                <a:gs pos="85714">
                  <a:srgbClr val="F5FDFE">
                    <a:alpha val="992"/>
                  </a:srgbClr>
                </a:gs>
                <a:gs pos="100000">
                  <a:srgbClr val="F5FDFE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9617680">
              <a:off x="2162898" y="1937895"/>
              <a:ext cx="49194" cy="12298"/>
            </a:xfrm>
            <a:prstGeom prst="ellipse">
              <a:avLst/>
            </a:prstGeom>
            <a:gradFill>
              <a:gsLst>
                <a:gs pos="0">
                  <a:srgbClr val="FFF9FF">
                    <a:alpha val="20331"/>
                  </a:srgbClr>
                </a:gs>
                <a:gs pos="14286">
                  <a:srgbClr val="FFF9FF">
                    <a:alpha val="18852"/>
                  </a:srgbClr>
                </a:gs>
                <a:gs pos="28571">
                  <a:srgbClr val="FFF9FF">
                    <a:alpha val="14973"/>
                  </a:srgbClr>
                </a:gs>
                <a:gs pos="42857">
                  <a:srgbClr val="FFF9FF">
                    <a:alpha val="10093"/>
                  </a:srgbClr>
                </a:gs>
                <a:gs pos="57143">
                  <a:srgbClr val="FFF9FF">
                    <a:alpha val="5725"/>
                  </a:srgbClr>
                </a:gs>
                <a:gs pos="71429">
                  <a:srgbClr val="FFF9FF">
                    <a:alpha val="2722"/>
                  </a:srgbClr>
                </a:gs>
                <a:gs pos="85714">
                  <a:srgbClr val="FFF9FF">
                    <a:alpha val="1085"/>
                  </a:srgbClr>
                </a:gs>
                <a:gs pos="100000">
                  <a:srgbClr val="FFF9FF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400320">
              <a:off x="3247254" y="2142633"/>
              <a:ext cx="554523" cy="553717"/>
            </a:xfrm>
            <a:prstGeom prst="ellipse">
              <a:avLst/>
            </a:prstGeom>
            <a:gradFill>
              <a:gsLst>
                <a:gs pos="0">
                  <a:srgbClr val="FFFFFF">
                    <a:alpha val="14762"/>
                  </a:srgbClr>
                </a:gs>
                <a:gs pos="14286">
                  <a:srgbClr val="FFFFFF">
                    <a:alpha val="13654"/>
                  </a:srgbClr>
                </a:gs>
                <a:gs pos="28571">
                  <a:srgbClr val="FFFFFF">
                    <a:alpha val="10773"/>
                  </a:srgbClr>
                </a:gs>
                <a:gs pos="42857">
                  <a:srgbClr val="FFFFFF">
                    <a:alpha val="7204"/>
                  </a:srgbClr>
                </a:gs>
                <a:gs pos="57143">
                  <a:srgbClr val="FFFFFF">
                    <a:alpha val="4058"/>
                  </a:srgbClr>
                </a:gs>
                <a:gs pos="71429">
                  <a:srgbClr val="FFFFFF">
                    <a:alpha val="1921"/>
                  </a:srgbClr>
                </a:gs>
                <a:gs pos="85714">
                  <a:srgbClr val="FFFFFF">
                    <a:alpha val="764"/>
                  </a:srgbClr>
                </a:gs>
                <a:gs pos="100000">
                  <a:srgbClr val="FFFFFF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8532591">
              <a:off x="2615989" y="3174235"/>
              <a:ext cx="596149" cy="39641"/>
            </a:xfrm>
            <a:prstGeom prst="ellipse">
              <a:avLst/>
            </a:prstGeom>
            <a:gradFill>
              <a:gsLst>
                <a:gs pos="0">
                  <a:srgbClr val="D90000">
                    <a:alpha val="32968"/>
                  </a:srgbClr>
                </a:gs>
                <a:gs pos="14286">
                  <a:srgbClr val="D90000">
                    <a:alpha val="30764"/>
                  </a:srgbClr>
                </a:gs>
                <a:gs pos="28571">
                  <a:srgbClr val="D90000">
                    <a:alpha val="24833"/>
                  </a:srgbClr>
                </a:gs>
                <a:gs pos="42857">
                  <a:srgbClr val="D90000">
                    <a:alpha val="17075"/>
                  </a:srgbClr>
                </a:gs>
                <a:gs pos="57143">
                  <a:srgbClr val="D90000">
                    <a:alpha val="9855"/>
                  </a:srgbClr>
                </a:gs>
                <a:gs pos="71429">
                  <a:srgbClr val="D90000">
                    <a:alpha val="4740"/>
                  </a:srgbClr>
                </a:gs>
                <a:gs pos="85714">
                  <a:srgbClr val="D90000">
                    <a:alpha val="1902"/>
                  </a:srgbClr>
                </a:gs>
                <a:gs pos="100000">
                  <a:srgbClr val="D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837486">
              <a:off x="238981" y="1002403"/>
              <a:ext cx="57084" cy="14271"/>
            </a:xfrm>
            <a:prstGeom prst="ellipse">
              <a:avLst/>
            </a:prstGeom>
            <a:gradFill>
              <a:gsLst>
                <a:gs pos="0">
                  <a:srgbClr val="FEFEF9">
                    <a:alpha val="18926"/>
                  </a:srgbClr>
                </a:gs>
                <a:gs pos="14286">
                  <a:srgbClr val="FEFEF9">
                    <a:alpha val="17538"/>
                  </a:srgbClr>
                </a:gs>
                <a:gs pos="28571">
                  <a:srgbClr val="FEFEF9">
                    <a:alpha val="13906"/>
                  </a:srgbClr>
                </a:gs>
                <a:gs pos="42857">
                  <a:srgbClr val="FEFEF9">
                    <a:alpha val="9354"/>
                  </a:srgbClr>
                </a:gs>
                <a:gs pos="57143">
                  <a:srgbClr val="FEFEF9">
                    <a:alpha val="5296"/>
                  </a:srgbClr>
                </a:gs>
                <a:gs pos="71429">
                  <a:srgbClr val="FEFEF9">
                    <a:alpha val="2515"/>
                  </a:srgbClr>
                </a:gs>
                <a:gs pos="85714">
                  <a:srgbClr val="FEFEF9">
                    <a:alpha val="1002"/>
                  </a:srgbClr>
                </a:gs>
                <a:gs pos="100000">
                  <a:srgbClr val="FEFEF9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8214233">
              <a:off x="1541004" y="2781124"/>
              <a:ext cx="60115" cy="15029"/>
            </a:xfrm>
            <a:prstGeom prst="ellipse">
              <a:avLst/>
            </a:prstGeom>
            <a:gradFill>
              <a:gsLst>
                <a:gs pos="0">
                  <a:srgbClr val="F4FCF9">
                    <a:alpha val="18379"/>
                  </a:srgbClr>
                </a:gs>
                <a:gs pos="14286">
                  <a:srgbClr val="F4FCF9">
                    <a:alpha val="17028"/>
                  </a:srgbClr>
                </a:gs>
                <a:gs pos="28571">
                  <a:srgbClr val="F4FCF9">
                    <a:alpha val="13492"/>
                  </a:srgbClr>
                </a:gs>
                <a:gs pos="42857">
                  <a:srgbClr val="F4FCF9">
                    <a:alpha val="9069"/>
                  </a:srgbClr>
                </a:gs>
                <a:gs pos="57143">
                  <a:srgbClr val="F4FCF9">
                    <a:alpha val="5131"/>
                  </a:srgbClr>
                </a:gs>
                <a:gs pos="71429">
                  <a:srgbClr val="F4FCF9">
                    <a:alpha val="2436"/>
                  </a:srgbClr>
                </a:gs>
                <a:gs pos="85714">
                  <a:srgbClr val="F4FCF9">
                    <a:alpha val="970"/>
                  </a:srgbClr>
                </a:gs>
                <a:gs pos="100000">
                  <a:srgbClr val="F4FCF9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7781389">
              <a:off x="448872" y="689144"/>
              <a:ext cx="56413" cy="14103"/>
            </a:xfrm>
            <a:prstGeom prst="ellipse">
              <a:avLst/>
            </a:prstGeom>
            <a:gradFill>
              <a:gsLst>
                <a:gs pos="0">
                  <a:srgbClr val="FFFFFA">
                    <a:alpha val="19046"/>
                  </a:srgbClr>
                </a:gs>
                <a:gs pos="14286">
                  <a:srgbClr val="FFFFFA">
                    <a:alpha val="17651"/>
                  </a:srgbClr>
                </a:gs>
                <a:gs pos="28571">
                  <a:srgbClr val="FFFFFA">
                    <a:alpha val="13997"/>
                  </a:srgbClr>
                </a:gs>
                <a:gs pos="42857">
                  <a:srgbClr val="FFFFFA">
                    <a:alpha val="9417"/>
                  </a:srgbClr>
                </a:gs>
                <a:gs pos="57143">
                  <a:srgbClr val="FFFFFA">
                    <a:alpha val="5333"/>
                  </a:srgbClr>
                </a:gs>
                <a:gs pos="71429">
                  <a:srgbClr val="FFFFFA">
                    <a:alpha val="2533"/>
                  </a:srgbClr>
                </a:gs>
                <a:gs pos="85714">
                  <a:srgbClr val="FFFFFA">
                    <a:alpha val="1009"/>
                  </a:srgbClr>
                </a:gs>
                <a:gs pos="100000">
                  <a:srgbClr val="FFFFF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9570606">
              <a:off x="2456719" y="3447178"/>
              <a:ext cx="62734" cy="15683"/>
            </a:xfrm>
            <a:prstGeom prst="ellipse">
              <a:avLst/>
            </a:prstGeom>
            <a:gradFill>
              <a:gsLst>
                <a:gs pos="0">
                  <a:srgbClr val="FFC99B">
                    <a:alpha val="17905"/>
                  </a:srgbClr>
                </a:gs>
                <a:gs pos="14286">
                  <a:srgbClr val="FFC99B">
                    <a:alpha val="16584"/>
                  </a:srgbClr>
                </a:gs>
                <a:gs pos="28571">
                  <a:srgbClr val="FFC99B">
                    <a:alpha val="13133"/>
                  </a:srgbClr>
                </a:gs>
                <a:gs pos="42857">
                  <a:srgbClr val="FFC99B">
                    <a:alpha val="8821"/>
                  </a:srgbClr>
                </a:gs>
                <a:gs pos="57143">
                  <a:srgbClr val="FFC99B">
                    <a:alpha val="4988"/>
                  </a:srgbClr>
                </a:gs>
                <a:gs pos="71429">
                  <a:srgbClr val="FFC99B">
                    <a:alpha val="2367"/>
                  </a:srgbClr>
                </a:gs>
                <a:gs pos="85714">
                  <a:srgbClr val="FFC99B">
                    <a:alpha val="943"/>
                  </a:srgbClr>
                </a:gs>
                <a:gs pos="100000">
                  <a:srgbClr val="FFC99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7399494">
              <a:off x="2157013" y="2731974"/>
              <a:ext cx="495002" cy="34780"/>
            </a:xfrm>
            <a:prstGeom prst="ellipse">
              <a:avLst/>
            </a:prstGeom>
            <a:gradFill>
              <a:gsLst>
                <a:gs pos="0">
                  <a:srgbClr val="F92D00">
                    <a:alpha val="32968"/>
                  </a:srgbClr>
                </a:gs>
                <a:gs pos="14286">
                  <a:srgbClr val="F92D00">
                    <a:alpha val="30764"/>
                  </a:srgbClr>
                </a:gs>
                <a:gs pos="28571">
                  <a:srgbClr val="F92D00">
                    <a:alpha val="24833"/>
                  </a:srgbClr>
                </a:gs>
                <a:gs pos="42857">
                  <a:srgbClr val="F92D00">
                    <a:alpha val="17075"/>
                  </a:srgbClr>
                </a:gs>
                <a:gs pos="57143">
                  <a:srgbClr val="F92D00">
                    <a:alpha val="9855"/>
                  </a:srgbClr>
                </a:gs>
                <a:gs pos="71429">
                  <a:srgbClr val="F92D00">
                    <a:alpha val="4740"/>
                  </a:srgbClr>
                </a:gs>
                <a:gs pos="85714">
                  <a:srgbClr val="F92D00">
                    <a:alpha val="1902"/>
                  </a:srgbClr>
                </a:gs>
                <a:gs pos="100000">
                  <a:srgbClr val="F9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8334611">
              <a:off x="656353" y="485924"/>
              <a:ext cx="63744" cy="15936"/>
            </a:xfrm>
            <a:prstGeom prst="ellipse">
              <a:avLst/>
            </a:prstGeom>
            <a:gradFill>
              <a:gsLst>
                <a:gs pos="0">
                  <a:srgbClr val="BFD775">
                    <a:alpha val="17721"/>
                  </a:srgbClr>
                </a:gs>
                <a:gs pos="14286">
                  <a:srgbClr val="BFD775">
                    <a:alpha val="16412"/>
                  </a:srgbClr>
                </a:gs>
                <a:gs pos="28571">
                  <a:srgbClr val="BFD775">
                    <a:alpha val="12994"/>
                  </a:srgbClr>
                </a:gs>
                <a:gs pos="42857">
                  <a:srgbClr val="BFD775">
                    <a:alpha val="8726"/>
                  </a:srgbClr>
                </a:gs>
                <a:gs pos="57143">
                  <a:srgbClr val="BFD775">
                    <a:alpha val="4933"/>
                  </a:srgbClr>
                </a:gs>
                <a:gs pos="71429">
                  <a:srgbClr val="BFD775">
                    <a:alpha val="2340"/>
                  </a:srgbClr>
                </a:gs>
                <a:gs pos="85714">
                  <a:srgbClr val="BFD775">
                    <a:alpha val="932"/>
                  </a:srgbClr>
                </a:gs>
                <a:gs pos="100000">
                  <a:srgbClr val="BFD775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380258">
              <a:off x="1084717" y="789109"/>
              <a:ext cx="697584" cy="855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7349767">
              <a:off x="1096622" y="966691"/>
              <a:ext cx="467425" cy="100261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8600758">
              <a:off x="2128861" y="830627"/>
              <a:ext cx="52098" cy="13025"/>
            </a:xfrm>
            <a:prstGeom prst="ellipse">
              <a:avLst/>
            </a:prstGeom>
            <a:gradFill>
              <a:gsLst>
                <a:gs pos="0">
                  <a:srgbClr val="FEFFFF">
                    <a:alpha val="19816"/>
                  </a:srgbClr>
                </a:gs>
                <a:gs pos="14286">
                  <a:srgbClr val="FEFFFF">
                    <a:alpha val="18371"/>
                  </a:srgbClr>
                </a:gs>
                <a:gs pos="28571">
                  <a:srgbClr val="FEFFFF">
                    <a:alpha val="14582"/>
                  </a:srgbClr>
                </a:gs>
                <a:gs pos="42857">
                  <a:srgbClr val="FEFFFF">
                    <a:alpha val="9821"/>
                  </a:srgbClr>
                </a:gs>
                <a:gs pos="57143">
                  <a:srgbClr val="FEFFFF">
                    <a:alpha val="5567"/>
                  </a:srgbClr>
                </a:gs>
                <a:gs pos="71429">
                  <a:srgbClr val="FEFFFF">
                    <a:alpha val="2646"/>
                  </a:srgbClr>
                </a:gs>
                <a:gs pos="85714">
                  <a:srgbClr val="FEFFFF">
                    <a:alpha val="1055"/>
                  </a:srgbClr>
                </a:gs>
                <a:gs pos="100000">
                  <a:srgbClr val="FEF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5399976">
              <a:off x="1928952" y="3320482"/>
              <a:ext cx="531987" cy="529874"/>
            </a:xfrm>
            <a:prstGeom prst="ellipse">
              <a:avLst/>
            </a:prstGeom>
            <a:gradFill>
              <a:gsLst>
                <a:gs pos="0">
                  <a:srgbClr val="FFFFFF">
                    <a:alpha val="13555"/>
                  </a:srgbClr>
                </a:gs>
                <a:gs pos="14286">
                  <a:srgbClr val="FFFFFF">
                    <a:alpha val="12531"/>
                  </a:srgbClr>
                </a:gs>
                <a:gs pos="28571">
                  <a:srgbClr val="FFFFFF">
                    <a:alpha val="9873"/>
                  </a:srgbClr>
                </a:gs>
                <a:gs pos="42857">
                  <a:srgbClr val="FFFFFF">
                    <a:alpha val="6591"/>
                  </a:srgbClr>
                </a:gs>
                <a:gs pos="57143">
                  <a:srgbClr val="FFFFFF">
                    <a:alpha val="3708"/>
                  </a:srgbClr>
                </a:gs>
                <a:gs pos="71429">
                  <a:srgbClr val="FFFFFF">
                    <a:alpha val="1753"/>
                  </a:srgbClr>
                </a:gs>
                <a:gs pos="85714">
                  <a:srgbClr val="FFFFFF">
                    <a:alpha val="697"/>
                  </a:srgbClr>
                </a:gs>
                <a:gs pos="100000">
                  <a:srgbClr val="FFFFFF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9044761">
              <a:off x="1085835" y="1719601"/>
              <a:ext cx="596226" cy="148345"/>
            </a:xfrm>
            <a:prstGeom prst="ellipse">
              <a:avLst/>
            </a:prstGeom>
            <a:gradFill>
              <a:gsLst>
                <a:gs pos="0">
                  <a:srgbClr val="00B500">
                    <a:alpha val="32968"/>
                  </a:srgbClr>
                </a:gs>
                <a:gs pos="14286">
                  <a:srgbClr val="00B500">
                    <a:alpha val="30764"/>
                  </a:srgbClr>
                </a:gs>
                <a:gs pos="28571">
                  <a:srgbClr val="00B500">
                    <a:alpha val="24833"/>
                  </a:srgbClr>
                </a:gs>
                <a:gs pos="42857">
                  <a:srgbClr val="00B500">
                    <a:alpha val="17075"/>
                  </a:srgbClr>
                </a:gs>
                <a:gs pos="57143">
                  <a:srgbClr val="00B500">
                    <a:alpha val="9855"/>
                  </a:srgbClr>
                </a:gs>
                <a:gs pos="71429">
                  <a:srgbClr val="00B500">
                    <a:alpha val="4740"/>
                  </a:srgbClr>
                </a:gs>
                <a:gs pos="85714">
                  <a:srgbClr val="00B500">
                    <a:alpha val="1902"/>
                  </a:srgbClr>
                </a:gs>
                <a:gs pos="100000">
                  <a:srgbClr val="00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6379629">
              <a:off x="169621" y="1175843"/>
              <a:ext cx="65093" cy="16273"/>
            </a:xfrm>
            <a:prstGeom prst="ellipse">
              <a:avLst/>
            </a:prstGeom>
            <a:gradFill>
              <a:gsLst>
                <a:gs pos="0">
                  <a:srgbClr val="C0D98B">
                    <a:alpha val="17474"/>
                  </a:srgbClr>
                </a:gs>
                <a:gs pos="14286">
                  <a:srgbClr val="C0D98B">
                    <a:alpha val="16182"/>
                  </a:srgbClr>
                </a:gs>
                <a:gs pos="28571">
                  <a:srgbClr val="C0D98B">
                    <a:alpha val="12809"/>
                  </a:srgbClr>
                </a:gs>
                <a:gs pos="42857">
                  <a:srgbClr val="C0D98B">
                    <a:alpha val="8598"/>
                  </a:srgbClr>
                </a:gs>
                <a:gs pos="57143">
                  <a:srgbClr val="C0D98B">
                    <a:alpha val="4860"/>
                  </a:srgbClr>
                </a:gs>
                <a:gs pos="71429">
                  <a:srgbClr val="C0D98B">
                    <a:alpha val="2305"/>
                  </a:srgbClr>
                </a:gs>
                <a:gs pos="85714">
                  <a:srgbClr val="C0D98B">
                    <a:alpha val="918"/>
                  </a:srgbClr>
                </a:gs>
                <a:gs pos="100000">
                  <a:srgbClr val="C0D98B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9823949">
              <a:off x="1067420" y="2308587"/>
              <a:ext cx="56131" cy="14033"/>
            </a:xfrm>
            <a:prstGeom prst="ellipse">
              <a:avLst/>
            </a:prstGeom>
            <a:gradFill>
              <a:gsLst>
                <a:gs pos="0">
                  <a:srgbClr val="FFFEFF">
                    <a:alpha val="19097"/>
                  </a:srgbClr>
                </a:gs>
                <a:gs pos="14286">
                  <a:srgbClr val="FFFEFF">
                    <a:alpha val="17698"/>
                  </a:srgbClr>
                </a:gs>
                <a:gs pos="28571">
                  <a:srgbClr val="FFFEFF">
                    <a:alpha val="14035"/>
                  </a:srgbClr>
                </a:gs>
                <a:gs pos="42857">
                  <a:srgbClr val="FFFEFF">
                    <a:alpha val="9443"/>
                  </a:srgbClr>
                </a:gs>
                <a:gs pos="57143">
                  <a:srgbClr val="FFFEFF">
                    <a:alpha val="5348"/>
                  </a:srgbClr>
                </a:gs>
                <a:gs pos="71429">
                  <a:srgbClr val="FFFEFF">
                    <a:alpha val="2540"/>
                  </a:srgbClr>
                </a:gs>
                <a:gs pos="85714">
                  <a:srgbClr val="FFFEFF">
                    <a:alpha val="1012"/>
                  </a:srgbClr>
                </a:gs>
                <a:gs pos="100000">
                  <a:srgbClr val="FFFEFF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-10141633">
              <a:off x="1521101" y="1839313"/>
              <a:ext cx="65568" cy="16392"/>
            </a:xfrm>
            <a:prstGeom prst="ellipse">
              <a:avLst/>
            </a:prstGeom>
            <a:gradFill>
              <a:gsLst>
                <a:gs pos="0">
                  <a:srgbClr val="C5DF8F">
                    <a:alpha val="17388"/>
                  </a:srgbClr>
                </a:gs>
                <a:gs pos="14286">
                  <a:srgbClr val="C5DF8F">
                    <a:alpha val="16101"/>
                  </a:srgbClr>
                </a:gs>
                <a:gs pos="28571">
                  <a:srgbClr val="C5DF8F">
                    <a:alpha val="12743"/>
                  </a:srgbClr>
                </a:gs>
                <a:gs pos="42857">
                  <a:srgbClr val="C5DF8F">
                    <a:alpha val="8553"/>
                  </a:srgbClr>
                </a:gs>
                <a:gs pos="57143">
                  <a:srgbClr val="C5DF8F">
                    <a:alpha val="4834"/>
                  </a:srgbClr>
                </a:gs>
                <a:gs pos="71429">
                  <a:srgbClr val="C5DF8F">
                    <a:alpha val="2292"/>
                  </a:srgbClr>
                </a:gs>
                <a:gs pos="85714">
                  <a:srgbClr val="C5DF8F">
                    <a:alpha val="913"/>
                  </a:srgbClr>
                </a:gs>
                <a:gs pos="100000">
                  <a:srgbClr val="C5DF8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10030419">
              <a:off x="1681389" y="1774072"/>
              <a:ext cx="835220" cy="34102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3031370">
              <a:off x="2094501" y="1126479"/>
              <a:ext cx="727008" cy="82759"/>
            </a:xfrm>
            <a:prstGeom prst="ellipse">
              <a:avLst/>
            </a:prstGeom>
            <a:gradFill>
              <a:gsLst>
                <a:gs pos="0">
                  <a:srgbClr val="00A500">
                    <a:alpha val="32968"/>
                  </a:srgbClr>
                </a:gs>
                <a:gs pos="14286">
                  <a:srgbClr val="00A500">
                    <a:alpha val="30764"/>
                  </a:srgbClr>
                </a:gs>
                <a:gs pos="28571">
                  <a:srgbClr val="00A500">
                    <a:alpha val="24833"/>
                  </a:srgbClr>
                </a:gs>
                <a:gs pos="42857">
                  <a:srgbClr val="00A500">
                    <a:alpha val="17075"/>
                  </a:srgbClr>
                </a:gs>
                <a:gs pos="57143">
                  <a:srgbClr val="00A500">
                    <a:alpha val="9855"/>
                  </a:srgbClr>
                </a:gs>
                <a:gs pos="71429">
                  <a:srgbClr val="00A500">
                    <a:alpha val="4740"/>
                  </a:srgbClr>
                </a:gs>
                <a:gs pos="85714">
                  <a:srgbClr val="00A500">
                    <a:alpha val="1902"/>
                  </a:srgbClr>
                </a:gs>
                <a:gs pos="100000">
                  <a:srgbClr val="00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9592019">
              <a:off x="1758915" y="432313"/>
              <a:ext cx="676706" cy="636870"/>
            </a:xfrm>
            <a:prstGeom prst="ellipse">
              <a:avLst/>
            </a:prstGeom>
            <a:gradFill>
              <a:gsLst>
                <a:gs pos="0">
                  <a:srgbClr val="FFFF27">
                    <a:alpha val="32968"/>
                  </a:srgbClr>
                </a:gs>
                <a:gs pos="14286">
                  <a:srgbClr val="FFFF27">
                    <a:alpha val="30764"/>
                  </a:srgbClr>
                </a:gs>
                <a:gs pos="28571">
                  <a:srgbClr val="FFFF27">
                    <a:alpha val="24833"/>
                  </a:srgbClr>
                </a:gs>
                <a:gs pos="42857">
                  <a:srgbClr val="FFFF27">
                    <a:alpha val="17075"/>
                  </a:srgbClr>
                </a:gs>
                <a:gs pos="57143">
                  <a:srgbClr val="FFFF27">
                    <a:alpha val="9855"/>
                  </a:srgbClr>
                </a:gs>
                <a:gs pos="71429">
                  <a:srgbClr val="FFFF27">
                    <a:alpha val="4740"/>
                  </a:srgbClr>
                </a:gs>
                <a:gs pos="85714">
                  <a:srgbClr val="FFFF27">
                    <a:alpha val="1902"/>
                  </a:srgbClr>
                </a:gs>
                <a:gs pos="100000">
                  <a:srgbClr val="FFFF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4142889">
              <a:off x="2407100" y="2185027"/>
              <a:ext cx="60917" cy="15229"/>
            </a:xfrm>
            <a:prstGeom prst="ellipse">
              <a:avLst/>
            </a:prstGeom>
            <a:gradFill>
              <a:gsLst>
                <a:gs pos="0">
                  <a:srgbClr val="FFF3F7">
                    <a:alpha val="18234"/>
                  </a:srgbClr>
                </a:gs>
                <a:gs pos="14286">
                  <a:srgbClr val="FFF3F7">
                    <a:alpha val="16892"/>
                  </a:srgbClr>
                </a:gs>
                <a:gs pos="28571">
                  <a:srgbClr val="FFF3F7">
                    <a:alpha val="13382"/>
                  </a:srgbClr>
                </a:gs>
                <a:gs pos="42857">
                  <a:srgbClr val="FFF3F7">
                    <a:alpha val="8993"/>
                  </a:srgbClr>
                </a:gs>
                <a:gs pos="57143">
                  <a:srgbClr val="FFF3F7">
                    <a:alpha val="5088"/>
                  </a:srgbClr>
                </a:gs>
                <a:gs pos="71429">
                  <a:srgbClr val="FFF3F7">
                    <a:alpha val="2415"/>
                  </a:srgbClr>
                </a:gs>
                <a:gs pos="85714">
                  <a:srgbClr val="FFF3F7">
                    <a:alpha val="962"/>
                  </a:srgbClr>
                </a:gs>
                <a:gs pos="100000">
                  <a:srgbClr val="FFF3F7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7723299">
              <a:off x="2296396" y="2765939"/>
              <a:ext cx="58034" cy="14508"/>
            </a:xfrm>
            <a:prstGeom prst="ellipse">
              <a:avLst/>
            </a:prstGeom>
            <a:gradFill>
              <a:gsLst>
                <a:gs pos="0">
                  <a:srgbClr val="F7FCFF">
                    <a:alpha val="18755"/>
                  </a:srgbClr>
                </a:gs>
                <a:gs pos="14286">
                  <a:srgbClr val="F7FCFF">
                    <a:alpha val="17378"/>
                  </a:srgbClr>
                </a:gs>
                <a:gs pos="28571">
                  <a:srgbClr val="F7FCFF">
                    <a:alpha val="13776"/>
                  </a:srgbClr>
                </a:gs>
                <a:gs pos="42857">
                  <a:srgbClr val="F7FCFF">
                    <a:alpha val="9265"/>
                  </a:srgbClr>
                </a:gs>
                <a:gs pos="57143">
                  <a:srgbClr val="F7FCFF">
                    <a:alpha val="5245"/>
                  </a:srgbClr>
                </a:gs>
                <a:gs pos="71429">
                  <a:srgbClr val="F7FCFF">
                    <a:alpha val="2490"/>
                  </a:srgbClr>
                </a:gs>
                <a:gs pos="85714">
                  <a:srgbClr val="F7FCFF">
                    <a:alpha val="992"/>
                  </a:srgbClr>
                </a:gs>
                <a:gs pos="100000">
                  <a:srgbClr val="F7FC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6514636">
              <a:off x="2205154" y="2590153"/>
              <a:ext cx="540325" cy="49741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310149">
              <a:off x="1839170" y="700700"/>
              <a:ext cx="58907" cy="14727"/>
            </a:xfrm>
            <a:prstGeom prst="ellipse">
              <a:avLst/>
            </a:prstGeom>
            <a:gradFill>
              <a:gsLst>
                <a:gs pos="0">
                  <a:srgbClr val="F8FDFB">
                    <a:alpha val="18598"/>
                  </a:srgbClr>
                </a:gs>
                <a:gs pos="14286">
                  <a:srgbClr val="F8FDFB">
                    <a:alpha val="17232"/>
                  </a:srgbClr>
                </a:gs>
                <a:gs pos="28571">
                  <a:srgbClr val="F8FDFB">
                    <a:alpha val="13657"/>
                  </a:srgbClr>
                </a:gs>
                <a:gs pos="42857">
                  <a:srgbClr val="F8FDFB">
                    <a:alpha val="9182"/>
                  </a:srgbClr>
                </a:gs>
                <a:gs pos="57143">
                  <a:srgbClr val="F8FDFB">
                    <a:alpha val="5197"/>
                  </a:srgbClr>
                </a:gs>
                <a:gs pos="71429">
                  <a:srgbClr val="F8FDFB">
                    <a:alpha val="2467"/>
                  </a:srgbClr>
                </a:gs>
                <a:gs pos="85714">
                  <a:srgbClr val="F8FDFB">
                    <a:alpha val="983"/>
                  </a:srgbClr>
                </a:gs>
                <a:gs pos="100000">
                  <a:srgbClr val="F8FDFB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112095">
              <a:off x="2313573" y="2027645"/>
              <a:ext cx="63816" cy="15954"/>
            </a:xfrm>
            <a:prstGeom prst="ellipse">
              <a:avLst/>
            </a:prstGeom>
            <a:gradFill>
              <a:gsLst>
                <a:gs pos="0">
                  <a:srgbClr val="FF9F79">
                    <a:alpha val="17707"/>
                  </a:srgbClr>
                </a:gs>
                <a:gs pos="14286">
                  <a:srgbClr val="FF9F79">
                    <a:alpha val="16400"/>
                  </a:srgbClr>
                </a:gs>
                <a:gs pos="28571">
                  <a:srgbClr val="FF9F79">
                    <a:alpha val="12984"/>
                  </a:srgbClr>
                </a:gs>
                <a:gs pos="42857">
                  <a:srgbClr val="FF9F79">
                    <a:alpha val="8719"/>
                  </a:srgbClr>
                </a:gs>
                <a:gs pos="57143">
                  <a:srgbClr val="FF9F79">
                    <a:alpha val="4929"/>
                  </a:srgbClr>
                </a:gs>
                <a:gs pos="71429">
                  <a:srgbClr val="FF9F79">
                    <a:alpha val="2338"/>
                  </a:srgbClr>
                </a:gs>
                <a:gs pos="85714">
                  <a:srgbClr val="FF9F79">
                    <a:alpha val="931"/>
                  </a:srgbClr>
                </a:gs>
                <a:gs pos="100000">
                  <a:srgbClr val="FF9F7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10675957">
              <a:off x="1955301" y="2981432"/>
              <a:ext cx="54589" cy="13647"/>
            </a:xfrm>
            <a:prstGeom prst="ellipse">
              <a:avLst/>
            </a:prstGeom>
            <a:gradFill>
              <a:gsLst>
                <a:gs pos="0">
                  <a:srgbClr val="FFFFFF">
                    <a:alpha val="19373"/>
                  </a:srgbClr>
                </a:gs>
                <a:gs pos="14286">
                  <a:srgbClr val="FFFFFF">
                    <a:alpha val="17956"/>
                  </a:srgbClr>
                </a:gs>
                <a:gs pos="28571">
                  <a:srgbClr val="FFFFFF">
                    <a:alpha val="14244"/>
                  </a:srgbClr>
                </a:gs>
                <a:gs pos="42857">
                  <a:srgbClr val="FFFFFF">
                    <a:alpha val="9588"/>
                  </a:srgbClr>
                </a:gs>
                <a:gs pos="57143">
                  <a:srgbClr val="FFFFFF">
                    <a:alpha val="5432"/>
                  </a:srgbClr>
                </a:gs>
                <a:gs pos="71429">
                  <a:srgbClr val="FFFFFF">
                    <a:alpha val="2580"/>
                  </a:srgbClr>
                </a:gs>
                <a:gs pos="85714">
                  <a:srgbClr val="FFFFFF">
                    <a:alpha val="1028"/>
                  </a:srgbClr>
                </a:gs>
                <a:gs pos="100000">
                  <a:srgbClr val="FFFFFF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507479">
              <a:off x="-166191" y="2167633"/>
              <a:ext cx="587728" cy="158012"/>
            </a:xfrm>
            <a:prstGeom prst="ellipse">
              <a:avLst/>
            </a:prstGeom>
            <a:gradFill>
              <a:gsLst>
                <a:gs pos="0">
                  <a:srgbClr val="FFFFFF">
                    <a:alpha val="3157"/>
                  </a:srgbClr>
                </a:gs>
                <a:gs pos="14286">
                  <a:srgbClr val="FFFFFF">
                    <a:alpha val="2906"/>
                  </a:srgbClr>
                </a:gs>
                <a:gs pos="28571">
                  <a:srgbClr val="FFFFFF">
                    <a:alpha val="2264"/>
                  </a:srgbClr>
                </a:gs>
                <a:gs pos="42857">
                  <a:srgbClr val="FFFFFF">
                    <a:alpha val="1491"/>
                  </a:srgbClr>
                </a:gs>
                <a:gs pos="57143">
                  <a:srgbClr val="FFFFFF">
                    <a:alpha val="829"/>
                  </a:srgbClr>
                </a:gs>
                <a:gs pos="71429">
                  <a:srgbClr val="FFFFFF">
                    <a:alpha val="389"/>
                  </a:srgbClr>
                </a:gs>
                <a:gs pos="85714">
                  <a:srgbClr val="FFFFFF">
                    <a:alpha val="154"/>
                  </a:srgbClr>
                </a:gs>
                <a:gs pos="100000">
                  <a:srgbClr val="FFFFF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8465214">
              <a:off x="1133254" y="2347901"/>
              <a:ext cx="57908" cy="14477"/>
            </a:xfrm>
            <a:prstGeom prst="ellipse">
              <a:avLst/>
            </a:prstGeom>
            <a:gradFill>
              <a:gsLst>
                <a:gs pos="0">
                  <a:srgbClr val="FFFFFF">
                    <a:alpha val="18778"/>
                  </a:srgbClr>
                </a:gs>
                <a:gs pos="14286">
                  <a:srgbClr val="FFFFFF">
                    <a:alpha val="17400"/>
                  </a:srgbClr>
                </a:gs>
                <a:gs pos="28571">
                  <a:srgbClr val="FFFFFF">
                    <a:alpha val="13793"/>
                  </a:srgbClr>
                </a:gs>
                <a:gs pos="42857">
                  <a:srgbClr val="FFFFFF">
                    <a:alpha val="9276"/>
                  </a:srgbClr>
                </a:gs>
                <a:gs pos="57143">
                  <a:srgbClr val="FFFFFF">
                    <a:alpha val="5251"/>
                  </a:srgbClr>
                </a:gs>
                <a:gs pos="71429">
                  <a:srgbClr val="FFFFFF">
                    <a:alpha val="2493"/>
                  </a:srgbClr>
                </a:gs>
                <a:gs pos="85714">
                  <a:srgbClr val="FFFFFF">
                    <a:alpha val="994"/>
                  </a:srgbClr>
                </a:gs>
                <a:gs pos="100000">
                  <a:srgbClr val="FFFF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3388960">
              <a:off x="2339086" y="1085878"/>
              <a:ext cx="63565" cy="15891"/>
            </a:xfrm>
            <a:prstGeom prst="ellipse">
              <a:avLst/>
            </a:prstGeom>
            <a:gradFill>
              <a:gsLst>
                <a:gs pos="0">
                  <a:srgbClr val="F2FAF0">
                    <a:alpha val="17753"/>
                  </a:srgbClr>
                </a:gs>
                <a:gs pos="14286">
                  <a:srgbClr val="F2FAF0">
                    <a:alpha val="16443"/>
                  </a:srgbClr>
                </a:gs>
                <a:gs pos="28571">
                  <a:srgbClr val="F2FAF0">
                    <a:alpha val="13019"/>
                  </a:srgbClr>
                </a:gs>
                <a:gs pos="42857">
                  <a:srgbClr val="F2FAF0">
                    <a:alpha val="8743"/>
                  </a:srgbClr>
                </a:gs>
                <a:gs pos="57143">
                  <a:srgbClr val="F2FAF0">
                    <a:alpha val="4943"/>
                  </a:srgbClr>
                </a:gs>
                <a:gs pos="71429">
                  <a:srgbClr val="F2FAF0">
                    <a:alpha val="2345"/>
                  </a:srgbClr>
                </a:gs>
                <a:gs pos="85714">
                  <a:srgbClr val="F2FAF0">
                    <a:alpha val="934"/>
                  </a:srgbClr>
                </a:gs>
                <a:gs pos="100000">
                  <a:srgbClr val="F2FAF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10457628">
              <a:off x="1349856" y="3541822"/>
              <a:ext cx="593079" cy="37468"/>
            </a:xfrm>
            <a:prstGeom prst="ellipse">
              <a:avLst/>
            </a:prstGeom>
            <a:gradFill>
              <a:gsLst>
                <a:gs pos="0">
                  <a:srgbClr val="9E0000">
                    <a:alpha val="32968"/>
                  </a:srgbClr>
                </a:gs>
                <a:gs pos="14286">
                  <a:srgbClr val="9E0000">
                    <a:alpha val="30764"/>
                  </a:srgbClr>
                </a:gs>
                <a:gs pos="28571">
                  <a:srgbClr val="9E0000">
                    <a:alpha val="24833"/>
                  </a:srgbClr>
                </a:gs>
                <a:gs pos="42857">
                  <a:srgbClr val="9E0000">
                    <a:alpha val="17075"/>
                  </a:srgbClr>
                </a:gs>
                <a:gs pos="57143">
                  <a:srgbClr val="9E0000">
                    <a:alpha val="9855"/>
                  </a:srgbClr>
                </a:gs>
                <a:gs pos="71429">
                  <a:srgbClr val="9E0000">
                    <a:alpha val="4740"/>
                  </a:srgbClr>
                </a:gs>
                <a:gs pos="85714">
                  <a:srgbClr val="9E0000">
                    <a:alpha val="1902"/>
                  </a:srgbClr>
                </a:gs>
                <a:gs pos="100000">
                  <a:srgbClr val="9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364228">
              <a:off x="1557237" y="717586"/>
              <a:ext cx="517092" cy="116713"/>
            </a:xfrm>
            <a:prstGeom prst="ellipse">
              <a:avLst/>
            </a:prstGeom>
            <a:gradFill>
              <a:gsLst>
                <a:gs pos="0">
                  <a:srgbClr val="F85200">
                    <a:alpha val="32968"/>
                  </a:srgbClr>
                </a:gs>
                <a:gs pos="14286">
                  <a:srgbClr val="F85200">
                    <a:alpha val="30764"/>
                  </a:srgbClr>
                </a:gs>
                <a:gs pos="28571">
                  <a:srgbClr val="F85200">
                    <a:alpha val="24833"/>
                  </a:srgbClr>
                </a:gs>
                <a:gs pos="42857">
                  <a:srgbClr val="F85200">
                    <a:alpha val="17075"/>
                  </a:srgbClr>
                </a:gs>
                <a:gs pos="57143">
                  <a:srgbClr val="F85200">
                    <a:alpha val="9855"/>
                  </a:srgbClr>
                </a:gs>
                <a:gs pos="71429">
                  <a:srgbClr val="F85200">
                    <a:alpha val="4740"/>
                  </a:srgbClr>
                </a:gs>
                <a:gs pos="85714">
                  <a:srgbClr val="F85200">
                    <a:alpha val="1902"/>
                  </a:srgbClr>
                </a:gs>
                <a:gs pos="100000">
                  <a:srgbClr val="F8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713621">
              <a:off x="3539875" y="2113997"/>
              <a:ext cx="66033" cy="16508"/>
            </a:xfrm>
            <a:prstGeom prst="ellipse">
              <a:avLst/>
            </a:prstGeom>
            <a:gradFill>
              <a:gsLst>
                <a:gs pos="0">
                  <a:srgbClr val="FFEDE4">
                    <a:alpha val="17302"/>
                  </a:srgbClr>
                </a:gs>
                <a:gs pos="14286">
                  <a:srgbClr val="FFEDE4">
                    <a:alpha val="16022"/>
                  </a:srgbClr>
                </a:gs>
                <a:gs pos="28571">
                  <a:srgbClr val="FFEDE4">
                    <a:alpha val="12679"/>
                  </a:srgbClr>
                </a:gs>
                <a:gs pos="42857">
                  <a:srgbClr val="FFEDE4">
                    <a:alpha val="8509"/>
                  </a:srgbClr>
                </a:gs>
                <a:gs pos="57143">
                  <a:srgbClr val="FFEDE4">
                    <a:alpha val="4808"/>
                  </a:srgbClr>
                </a:gs>
                <a:gs pos="71429">
                  <a:srgbClr val="FFEDE4">
                    <a:alpha val="2280"/>
                  </a:srgbClr>
                </a:gs>
                <a:gs pos="85714">
                  <a:srgbClr val="FFEDE4">
                    <a:alpha val="908"/>
                  </a:srgbClr>
                </a:gs>
                <a:gs pos="100000">
                  <a:srgbClr val="FFEDE4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9265558">
              <a:off x="2868973" y="1357562"/>
              <a:ext cx="344797" cy="937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9294662">
              <a:off x="2205984" y="3213638"/>
              <a:ext cx="598040" cy="533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10350528">
              <a:off x="1830848" y="71767"/>
              <a:ext cx="496384" cy="46925"/>
            </a:xfrm>
            <a:prstGeom prst="ellipse">
              <a:avLst/>
            </a:prstGeom>
            <a:gradFill>
              <a:gsLst>
                <a:gs pos="0">
                  <a:srgbClr val="00C000">
                    <a:alpha val="32968"/>
                  </a:srgbClr>
                </a:gs>
                <a:gs pos="14286">
                  <a:srgbClr val="00C000">
                    <a:alpha val="30764"/>
                  </a:srgbClr>
                </a:gs>
                <a:gs pos="28571">
                  <a:srgbClr val="00C000">
                    <a:alpha val="24833"/>
                  </a:srgbClr>
                </a:gs>
                <a:gs pos="42857">
                  <a:srgbClr val="00C000">
                    <a:alpha val="17075"/>
                  </a:srgbClr>
                </a:gs>
                <a:gs pos="57143">
                  <a:srgbClr val="00C000">
                    <a:alpha val="9855"/>
                  </a:srgbClr>
                </a:gs>
                <a:gs pos="71429">
                  <a:srgbClr val="00C000">
                    <a:alpha val="4740"/>
                  </a:srgbClr>
                </a:gs>
                <a:gs pos="85714">
                  <a:srgbClr val="00C000">
                    <a:alpha val="1902"/>
                  </a:srgbClr>
                </a:gs>
                <a:gs pos="100000">
                  <a:srgbClr val="00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6643602">
              <a:off x="856833" y="1044804"/>
              <a:ext cx="763141" cy="1023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9267221">
              <a:off x="2642056" y="3362856"/>
              <a:ext cx="64397" cy="16099"/>
            </a:xfrm>
            <a:prstGeom prst="ellipse">
              <a:avLst/>
            </a:prstGeom>
            <a:gradFill>
              <a:gsLst>
                <a:gs pos="0">
                  <a:srgbClr val="FFF4EA">
                    <a:alpha val="17601"/>
                  </a:srgbClr>
                </a:gs>
                <a:gs pos="14286">
                  <a:srgbClr val="FFF4EA">
                    <a:alpha val="16301"/>
                  </a:srgbClr>
                </a:gs>
                <a:gs pos="28571">
                  <a:srgbClr val="FFF4EA">
                    <a:alpha val="12904"/>
                  </a:srgbClr>
                </a:gs>
                <a:gs pos="42857">
                  <a:srgbClr val="FFF4EA">
                    <a:alpha val="8664"/>
                  </a:srgbClr>
                </a:gs>
                <a:gs pos="57143">
                  <a:srgbClr val="FFF4EA">
                    <a:alpha val="4898"/>
                  </a:srgbClr>
                </a:gs>
                <a:gs pos="71429">
                  <a:srgbClr val="FFF4EA">
                    <a:alpha val="2323"/>
                  </a:srgbClr>
                </a:gs>
                <a:gs pos="85714">
                  <a:srgbClr val="FFF4EA">
                    <a:alpha val="925"/>
                  </a:srgbClr>
                </a:gs>
                <a:gs pos="100000">
                  <a:srgbClr val="FFF4E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6572139">
              <a:off x="1201423" y="1048148"/>
              <a:ext cx="53155" cy="13289"/>
            </a:xfrm>
            <a:prstGeom prst="ellipse">
              <a:avLst/>
            </a:prstGeom>
            <a:gradFill>
              <a:gsLst>
                <a:gs pos="0">
                  <a:srgbClr val="F7FBFF">
                    <a:alpha val="19628"/>
                  </a:srgbClr>
                </a:gs>
                <a:gs pos="14286">
                  <a:srgbClr val="F7FBFF">
                    <a:alpha val="18195"/>
                  </a:srgbClr>
                </a:gs>
                <a:gs pos="28571">
                  <a:srgbClr val="F7FBFF">
                    <a:alpha val="14439"/>
                  </a:srgbClr>
                </a:gs>
                <a:gs pos="42857">
                  <a:srgbClr val="F7FBFF">
                    <a:alpha val="9723"/>
                  </a:srgbClr>
                </a:gs>
                <a:gs pos="57143">
                  <a:srgbClr val="F7FBFF">
                    <a:alpha val="5510"/>
                  </a:srgbClr>
                </a:gs>
                <a:gs pos="71429">
                  <a:srgbClr val="F7FBFF">
                    <a:alpha val="2618"/>
                  </a:srgbClr>
                </a:gs>
                <a:gs pos="85714">
                  <a:srgbClr val="F7FBFF">
                    <a:alpha val="1044"/>
                  </a:srgbClr>
                </a:gs>
                <a:gs pos="100000">
                  <a:srgbClr val="F7FBF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8507954">
              <a:off x="2277345" y="2012230"/>
              <a:ext cx="51256" cy="12814"/>
            </a:xfrm>
            <a:prstGeom prst="ellipse">
              <a:avLst/>
            </a:prstGeom>
            <a:gradFill>
              <a:gsLst>
                <a:gs pos="0">
                  <a:srgbClr val="FFFCFF">
                    <a:alpha val="19966"/>
                  </a:srgbClr>
                </a:gs>
                <a:gs pos="14286">
                  <a:srgbClr val="FFFCFF">
                    <a:alpha val="18511"/>
                  </a:srgbClr>
                </a:gs>
                <a:gs pos="28571">
                  <a:srgbClr val="FFFCFF">
                    <a:alpha val="14695"/>
                  </a:srgbClr>
                </a:gs>
                <a:gs pos="42857">
                  <a:srgbClr val="FFFCFF">
                    <a:alpha val="9900"/>
                  </a:srgbClr>
                </a:gs>
                <a:gs pos="57143">
                  <a:srgbClr val="FFFCFF">
                    <a:alpha val="5613"/>
                  </a:srgbClr>
                </a:gs>
                <a:gs pos="71429">
                  <a:srgbClr val="FFFCFF">
                    <a:alpha val="2668"/>
                  </a:srgbClr>
                </a:gs>
                <a:gs pos="85714">
                  <a:srgbClr val="FFFCFF">
                    <a:alpha val="1064"/>
                  </a:srgbClr>
                </a:gs>
                <a:gs pos="100000">
                  <a:srgbClr val="FFFCFF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-9108579">
              <a:off x="1777911" y="811665"/>
              <a:ext cx="554749" cy="62047"/>
            </a:xfrm>
            <a:prstGeom prst="ellipse">
              <a:avLst/>
            </a:prstGeom>
            <a:gradFill>
              <a:gsLst>
                <a:gs pos="0">
                  <a:srgbClr val="FE2B00">
                    <a:alpha val="32968"/>
                  </a:srgbClr>
                </a:gs>
                <a:gs pos="14286">
                  <a:srgbClr val="FE2B00">
                    <a:alpha val="30764"/>
                  </a:srgbClr>
                </a:gs>
                <a:gs pos="28571">
                  <a:srgbClr val="FE2B00">
                    <a:alpha val="24833"/>
                  </a:srgbClr>
                </a:gs>
                <a:gs pos="42857">
                  <a:srgbClr val="FE2B00">
                    <a:alpha val="17075"/>
                  </a:srgbClr>
                </a:gs>
                <a:gs pos="57143">
                  <a:srgbClr val="FE2B00">
                    <a:alpha val="9855"/>
                  </a:srgbClr>
                </a:gs>
                <a:gs pos="71429">
                  <a:srgbClr val="FE2B00">
                    <a:alpha val="4740"/>
                  </a:srgbClr>
                </a:gs>
                <a:gs pos="85714">
                  <a:srgbClr val="FE2B00">
                    <a:alpha val="1902"/>
                  </a:srgbClr>
                </a:gs>
                <a:gs pos="100000">
                  <a:srgbClr val="FE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8917293">
              <a:off x="767410" y="3246838"/>
              <a:ext cx="63148" cy="15787"/>
            </a:xfrm>
            <a:prstGeom prst="ellipse">
              <a:avLst/>
            </a:prstGeom>
            <a:gradFill>
              <a:gsLst>
                <a:gs pos="0">
                  <a:srgbClr val="FFF7F3">
                    <a:alpha val="17829"/>
                  </a:srgbClr>
                </a:gs>
                <a:gs pos="14286">
                  <a:srgbClr val="FFF7F3">
                    <a:alpha val="16514"/>
                  </a:srgbClr>
                </a:gs>
                <a:gs pos="28571">
                  <a:srgbClr val="FFF7F3">
                    <a:alpha val="13076"/>
                  </a:srgbClr>
                </a:gs>
                <a:gs pos="42857">
                  <a:srgbClr val="FFF7F3">
                    <a:alpha val="8782"/>
                  </a:srgbClr>
                </a:gs>
                <a:gs pos="57143">
                  <a:srgbClr val="FFF7F3">
                    <a:alpha val="4966"/>
                  </a:srgbClr>
                </a:gs>
                <a:gs pos="71429">
                  <a:srgbClr val="FFF7F3">
                    <a:alpha val="2356"/>
                  </a:srgbClr>
                </a:gs>
                <a:gs pos="85714">
                  <a:srgbClr val="FFF7F3">
                    <a:alpha val="938"/>
                  </a:srgbClr>
                </a:gs>
                <a:gs pos="100000">
                  <a:srgbClr val="FFF7F3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498809">
              <a:off x="3190895" y="1073438"/>
              <a:ext cx="499988" cy="382499"/>
            </a:xfrm>
            <a:prstGeom prst="ellipse">
              <a:avLst/>
            </a:prstGeom>
            <a:gradFill>
              <a:gsLst>
                <a:gs pos="0">
                  <a:srgbClr val="FFFF00">
                    <a:alpha val="18492"/>
                  </a:srgbClr>
                </a:gs>
                <a:gs pos="14286">
                  <a:srgbClr val="FFFF00">
                    <a:alpha val="17133"/>
                  </a:srgbClr>
                </a:gs>
                <a:gs pos="28571">
                  <a:srgbClr val="FFFF00">
                    <a:alpha val="13577"/>
                  </a:srgbClr>
                </a:gs>
                <a:gs pos="42857">
                  <a:srgbClr val="FFFF00">
                    <a:alpha val="9127"/>
                  </a:srgbClr>
                </a:gs>
                <a:gs pos="57143">
                  <a:srgbClr val="FFFF00">
                    <a:alpha val="5165"/>
                  </a:srgbClr>
                </a:gs>
                <a:gs pos="71429">
                  <a:srgbClr val="FFFF00">
                    <a:alpha val="2452"/>
                  </a:srgbClr>
                </a:gs>
                <a:gs pos="85714">
                  <a:srgbClr val="FFFF00">
                    <a:alpha val="977"/>
                  </a:srgbClr>
                </a:gs>
                <a:gs pos="100000">
                  <a:srgbClr val="FFFF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9162102">
              <a:off x="1444801" y="772363"/>
              <a:ext cx="62384" cy="15596"/>
            </a:xfrm>
            <a:prstGeom prst="ellipse">
              <a:avLst/>
            </a:prstGeom>
            <a:gradFill>
              <a:gsLst>
                <a:gs pos="0">
                  <a:srgbClr val="EFFEF8">
                    <a:alpha val="17968"/>
                  </a:srgbClr>
                </a:gs>
                <a:gs pos="14286">
                  <a:srgbClr val="EFFEF8">
                    <a:alpha val="16643"/>
                  </a:srgbClr>
                </a:gs>
                <a:gs pos="28571">
                  <a:srgbClr val="EFFEF8">
                    <a:alpha val="13181"/>
                  </a:srgbClr>
                </a:gs>
                <a:gs pos="42857">
                  <a:srgbClr val="EFFEF8">
                    <a:alpha val="8854"/>
                  </a:srgbClr>
                </a:gs>
                <a:gs pos="57143">
                  <a:srgbClr val="EFFEF8">
                    <a:alpha val="5008"/>
                  </a:srgbClr>
                </a:gs>
                <a:gs pos="71429">
                  <a:srgbClr val="EFFEF8">
                    <a:alpha val="2376"/>
                  </a:srgbClr>
                </a:gs>
                <a:gs pos="85714">
                  <a:srgbClr val="EFFEF8">
                    <a:alpha val="946"/>
                  </a:srgbClr>
                </a:gs>
                <a:gs pos="100000">
                  <a:srgbClr val="EFFEF8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9913061">
              <a:off x="1086082" y="2256517"/>
              <a:ext cx="62961" cy="15740"/>
            </a:xfrm>
            <a:prstGeom prst="ellipse">
              <a:avLst/>
            </a:prstGeom>
            <a:gradFill>
              <a:gsLst>
                <a:gs pos="0">
                  <a:srgbClr val="98C95E">
                    <a:alpha val="17863"/>
                  </a:srgbClr>
                </a:gs>
                <a:gs pos="14286">
                  <a:srgbClr val="98C95E">
                    <a:alpha val="16545"/>
                  </a:srgbClr>
                </a:gs>
                <a:gs pos="28571">
                  <a:srgbClr val="98C95E">
                    <a:alpha val="13102"/>
                  </a:srgbClr>
                </a:gs>
                <a:gs pos="42857">
                  <a:srgbClr val="98C95E">
                    <a:alpha val="8800"/>
                  </a:srgbClr>
                </a:gs>
                <a:gs pos="57143">
                  <a:srgbClr val="98C95E">
                    <a:alpha val="4976"/>
                  </a:srgbClr>
                </a:gs>
                <a:gs pos="71429">
                  <a:srgbClr val="98C95E">
                    <a:alpha val="2361"/>
                  </a:srgbClr>
                </a:gs>
                <a:gs pos="85714">
                  <a:srgbClr val="98C95E">
                    <a:alpha val="940"/>
                  </a:srgbClr>
                </a:gs>
                <a:gs pos="100000">
                  <a:srgbClr val="98C95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3944111">
              <a:off x="3341976" y="987906"/>
              <a:ext cx="99997" cy="43132"/>
            </a:xfrm>
            <a:prstGeom prst="ellipse">
              <a:avLst/>
            </a:prstGeom>
            <a:gradFill>
              <a:gsLst>
                <a:gs pos="0">
                  <a:srgbClr val="FFFFFF">
                    <a:alpha val="15416"/>
                  </a:srgbClr>
                </a:gs>
                <a:gs pos="14286">
                  <a:srgbClr val="FFFFFF">
                    <a:alpha val="14263"/>
                  </a:srgbClr>
                </a:gs>
                <a:gs pos="28571">
                  <a:srgbClr val="FFFFFF">
                    <a:alpha val="11262"/>
                  </a:srgbClr>
                </a:gs>
                <a:gs pos="42857">
                  <a:srgbClr val="FFFFFF">
                    <a:alpha val="7538"/>
                  </a:srgbClr>
                </a:gs>
                <a:gs pos="57143">
                  <a:srgbClr val="FFFFFF">
                    <a:alpha val="4250"/>
                  </a:srgbClr>
                </a:gs>
                <a:gs pos="71429">
                  <a:srgbClr val="FFFFFF">
                    <a:alpha val="2012"/>
                  </a:srgbClr>
                </a:gs>
                <a:gs pos="85714">
                  <a:srgbClr val="FFFFFF">
                    <a:alpha val="801"/>
                  </a:srgbClr>
                </a:gs>
                <a:gs pos="100000">
                  <a:srgbClr val="FFFFF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10032651">
              <a:off x="1350664" y="1439808"/>
              <a:ext cx="66382" cy="16596"/>
            </a:xfrm>
            <a:prstGeom prst="ellipse">
              <a:avLst/>
            </a:prstGeom>
            <a:gradFill>
              <a:gsLst>
                <a:gs pos="0">
                  <a:srgbClr val="FFBB7A">
                    <a:alpha val="17238"/>
                  </a:srgbClr>
                </a:gs>
                <a:gs pos="14286">
                  <a:srgbClr val="FFBB7A">
                    <a:alpha val="15962"/>
                  </a:srgbClr>
                </a:gs>
                <a:gs pos="28571">
                  <a:srgbClr val="FFBB7A">
                    <a:alpha val="12631"/>
                  </a:srgbClr>
                </a:gs>
                <a:gs pos="42857">
                  <a:srgbClr val="FFBB7A">
                    <a:alpha val="8476"/>
                  </a:srgbClr>
                </a:gs>
                <a:gs pos="57143">
                  <a:srgbClr val="FFBB7A">
                    <a:alpha val="4789"/>
                  </a:srgbClr>
                </a:gs>
                <a:gs pos="71429">
                  <a:srgbClr val="FFBB7A">
                    <a:alpha val="2271"/>
                  </a:srgbClr>
                </a:gs>
                <a:gs pos="85714">
                  <a:srgbClr val="FFBB7A">
                    <a:alpha val="904"/>
                  </a:srgbClr>
                </a:gs>
                <a:gs pos="100000">
                  <a:srgbClr val="FFBB7A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398406">
              <a:off x="3547075" y="1773577"/>
              <a:ext cx="65179" cy="16295"/>
            </a:xfrm>
            <a:prstGeom prst="ellipse">
              <a:avLst/>
            </a:prstGeom>
            <a:gradFill>
              <a:gsLst>
                <a:gs pos="0">
                  <a:srgbClr val="FFBF8E">
                    <a:alpha val="17459"/>
                  </a:srgbClr>
                </a:gs>
                <a:gs pos="14286">
                  <a:srgbClr val="FFBF8E">
                    <a:alpha val="16168"/>
                  </a:srgbClr>
                </a:gs>
                <a:gs pos="28571">
                  <a:srgbClr val="FFBF8E">
                    <a:alpha val="12797"/>
                  </a:srgbClr>
                </a:gs>
                <a:gs pos="42857">
                  <a:srgbClr val="FFBF8E">
                    <a:alpha val="8590"/>
                  </a:srgbClr>
                </a:gs>
                <a:gs pos="57143">
                  <a:srgbClr val="FFBF8E">
                    <a:alpha val="4855"/>
                  </a:srgbClr>
                </a:gs>
                <a:gs pos="71429">
                  <a:srgbClr val="FFBF8E">
                    <a:alpha val="2303"/>
                  </a:srgbClr>
                </a:gs>
                <a:gs pos="85714">
                  <a:srgbClr val="FFBF8E">
                    <a:alpha val="917"/>
                  </a:srgbClr>
                </a:gs>
                <a:gs pos="100000">
                  <a:srgbClr val="FFBF8E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8804444">
              <a:off x="2783651" y="1397419"/>
              <a:ext cx="616376" cy="122748"/>
            </a:xfrm>
            <a:prstGeom prst="ellipse">
              <a:avLst/>
            </a:prstGeom>
            <a:gradFill>
              <a:gsLst>
                <a:gs pos="0">
                  <a:srgbClr val="FF0084">
                    <a:alpha val="32968"/>
                  </a:srgbClr>
                </a:gs>
                <a:gs pos="14286">
                  <a:srgbClr val="FF0084">
                    <a:alpha val="30764"/>
                  </a:srgbClr>
                </a:gs>
                <a:gs pos="28571">
                  <a:srgbClr val="FF0084">
                    <a:alpha val="24833"/>
                  </a:srgbClr>
                </a:gs>
                <a:gs pos="42857">
                  <a:srgbClr val="FF0084">
                    <a:alpha val="17075"/>
                  </a:srgbClr>
                </a:gs>
                <a:gs pos="57143">
                  <a:srgbClr val="FF0084">
                    <a:alpha val="9855"/>
                  </a:srgbClr>
                </a:gs>
                <a:gs pos="71429">
                  <a:srgbClr val="FF0084">
                    <a:alpha val="4740"/>
                  </a:srgbClr>
                </a:gs>
                <a:gs pos="85714">
                  <a:srgbClr val="FF0084">
                    <a:alpha val="1902"/>
                  </a:srgbClr>
                </a:gs>
                <a:gs pos="100000">
                  <a:srgbClr val="FF00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400292">
              <a:off x="1971275" y="3307292"/>
              <a:ext cx="529085" cy="527938"/>
            </a:xfrm>
            <a:prstGeom prst="ellipse">
              <a:avLst/>
            </a:prstGeom>
            <a:gradFill>
              <a:gsLst>
                <a:gs pos="0">
                  <a:srgbClr val="FFFFFF">
                    <a:alpha val="15197"/>
                  </a:srgbClr>
                </a:gs>
                <a:gs pos="14286">
                  <a:srgbClr val="FFFFFF">
                    <a:alpha val="14059"/>
                  </a:srgbClr>
                </a:gs>
                <a:gs pos="28571">
                  <a:srgbClr val="FFFFFF">
                    <a:alpha val="11098"/>
                  </a:srgbClr>
                </a:gs>
                <a:gs pos="42857">
                  <a:srgbClr val="FFFFFF">
                    <a:alpha val="7426"/>
                  </a:srgbClr>
                </a:gs>
                <a:gs pos="57143">
                  <a:srgbClr val="FFFFFF">
                    <a:alpha val="4185"/>
                  </a:srgbClr>
                </a:gs>
                <a:gs pos="71429">
                  <a:srgbClr val="FFFFFF">
                    <a:alpha val="1981"/>
                  </a:srgbClr>
                </a:gs>
                <a:gs pos="85714">
                  <a:srgbClr val="FFFFFF">
                    <a:alpha val="788"/>
                  </a:srgbClr>
                </a:gs>
                <a:gs pos="100000">
                  <a:srgbClr val="FFFFFF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10491950">
              <a:off x="1770999" y="49302"/>
              <a:ext cx="535434" cy="202193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6332865">
              <a:off x="1182019" y="1099578"/>
              <a:ext cx="52368" cy="13092"/>
            </a:xfrm>
            <a:prstGeom prst="ellipse">
              <a:avLst/>
            </a:prstGeom>
            <a:gradFill>
              <a:gsLst>
                <a:gs pos="0">
                  <a:srgbClr val="F6FAFF">
                    <a:alpha val="19768"/>
                  </a:srgbClr>
                </a:gs>
                <a:gs pos="14286">
                  <a:srgbClr val="F6FAFF">
                    <a:alpha val="18326"/>
                  </a:srgbClr>
                </a:gs>
                <a:gs pos="28571">
                  <a:srgbClr val="F6FAFF">
                    <a:alpha val="14545"/>
                  </a:srgbClr>
                </a:gs>
                <a:gs pos="42857">
                  <a:srgbClr val="F6FAFF">
                    <a:alpha val="9796"/>
                  </a:srgbClr>
                </a:gs>
                <a:gs pos="57143">
                  <a:srgbClr val="F6FAFF">
                    <a:alpha val="5553"/>
                  </a:srgbClr>
                </a:gs>
                <a:gs pos="71429">
                  <a:srgbClr val="F6FAFF">
                    <a:alpha val="2639"/>
                  </a:srgbClr>
                </a:gs>
                <a:gs pos="85714">
                  <a:srgbClr val="F6FAFF">
                    <a:alpha val="1052"/>
                  </a:srgbClr>
                </a:gs>
                <a:gs pos="100000">
                  <a:srgbClr val="F6FA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9780119">
              <a:off x="1523459" y="672974"/>
              <a:ext cx="611461" cy="794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4267227">
              <a:off x="2755075" y="979421"/>
              <a:ext cx="697988" cy="69183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184112">
              <a:off x="2407317" y="2380646"/>
              <a:ext cx="62355" cy="15589"/>
            </a:xfrm>
            <a:prstGeom prst="ellipse">
              <a:avLst/>
            </a:prstGeom>
            <a:gradFill>
              <a:gsLst>
                <a:gs pos="0">
                  <a:srgbClr val="A8D156">
                    <a:alpha val="17973"/>
                  </a:srgbClr>
                </a:gs>
                <a:gs pos="14286">
                  <a:srgbClr val="A8D156">
                    <a:alpha val="16648"/>
                  </a:srgbClr>
                </a:gs>
                <a:gs pos="28571">
                  <a:srgbClr val="A8D156">
                    <a:alpha val="13185"/>
                  </a:srgbClr>
                </a:gs>
                <a:gs pos="42857">
                  <a:srgbClr val="A8D156">
                    <a:alpha val="8857"/>
                  </a:srgbClr>
                </a:gs>
                <a:gs pos="57143">
                  <a:srgbClr val="A8D156">
                    <a:alpha val="5009"/>
                  </a:srgbClr>
                </a:gs>
                <a:gs pos="71429">
                  <a:srgbClr val="A8D156">
                    <a:alpha val="2377"/>
                  </a:srgbClr>
                </a:gs>
                <a:gs pos="85714">
                  <a:srgbClr val="A8D156">
                    <a:alpha val="947"/>
                  </a:srgbClr>
                </a:gs>
                <a:gs pos="100000">
                  <a:srgbClr val="A8D156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3698099">
              <a:off x="44914" y="2638228"/>
              <a:ext cx="563285" cy="85303"/>
            </a:xfrm>
            <a:prstGeom prst="ellipse">
              <a:avLst/>
            </a:prstGeom>
            <a:gradFill>
              <a:gsLst>
                <a:gs pos="0">
                  <a:srgbClr val="FFED00">
                    <a:alpha val="32968"/>
                  </a:srgbClr>
                </a:gs>
                <a:gs pos="14286">
                  <a:srgbClr val="FFED00">
                    <a:alpha val="30764"/>
                  </a:srgbClr>
                </a:gs>
                <a:gs pos="28571">
                  <a:srgbClr val="FFED00">
                    <a:alpha val="24833"/>
                  </a:srgbClr>
                </a:gs>
                <a:gs pos="42857">
                  <a:srgbClr val="FFED00">
                    <a:alpha val="17075"/>
                  </a:srgbClr>
                </a:gs>
                <a:gs pos="57143">
                  <a:srgbClr val="FFED00">
                    <a:alpha val="9855"/>
                  </a:srgbClr>
                </a:gs>
                <a:gs pos="71429">
                  <a:srgbClr val="FFED00">
                    <a:alpha val="4740"/>
                  </a:srgbClr>
                </a:gs>
                <a:gs pos="85714">
                  <a:srgbClr val="FFED00">
                    <a:alpha val="1902"/>
                  </a:srgbClr>
                </a:gs>
                <a:gs pos="100000">
                  <a:srgbClr val="FFE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8617638">
              <a:off x="2240770" y="2874698"/>
              <a:ext cx="65405" cy="16351"/>
            </a:xfrm>
            <a:prstGeom prst="ellipse">
              <a:avLst/>
            </a:prstGeom>
            <a:gradFill>
              <a:gsLst>
                <a:gs pos="0">
                  <a:srgbClr val="FFC49A">
                    <a:alpha val="17417"/>
                  </a:srgbClr>
                </a:gs>
                <a:gs pos="14286">
                  <a:srgbClr val="FFC49A">
                    <a:alpha val="16129"/>
                  </a:srgbClr>
                </a:gs>
                <a:gs pos="28571">
                  <a:srgbClr val="FFC49A">
                    <a:alpha val="12765"/>
                  </a:srgbClr>
                </a:gs>
                <a:gs pos="42857">
                  <a:srgbClr val="FFC49A">
                    <a:alpha val="8568"/>
                  </a:srgbClr>
                </a:gs>
                <a:gs pos="57143">
                  <a:srgbClr val="FFC49A">
                    <a:alpha val="4842"/>
                  </a:srgbClr>
                </a:gs>
                <a:gs pos="71429">
                  <a:srgbClr val="FFC49A">
                    <a:alpha val="2297"/>
                  </a:srgbClr>
                </a:gs>
                <a:gs pos="85714">
                  <a:srgbClr val="FFC49A">
                    <a:alpha val="915"/>
                  </a:srgbClr>
                </a:gs>
                <a:gs pos="100000">
                  <a:srgbClr val="FFC49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9911796">
              <a:off x="1573655" y="715337"/>
              <a:ext cx="56853" cy="14213"/>
            </a:xfrm>
            <a:prstGeom prst="ellipse">
              <a:avLst/>
            </a:prstGeom>
            <a:gradFill>
              <a:gsLst>
                <a:gs pos="0">
                  <a:srgbClr val="F8FFFF">
                    <a:alpha val="18967"/>
                  </a:srgbClr>
                </a:gs>
                <a:gs pos="14286">
                  <a:srgbClr val="F8FFFF">
                    <a:alpha val="17577"/>
                  </a:srgbClr>
                </a:gs>
                <a:gs pos="28571">
                  <a:srgbClr val="F8FFFF">
                    <a:alpha val="13937"/>
                  </a:srgbClr>
                </a:gs>
                <a:gs pos="42857">
                  <a:srgbClr val="F8FFFF">
                    <a:alpha val="9376"/>
                  </a:srgbClr>
                </a:gs>
                <a:gs pos="57143">
                  <a:srgbClr val="F8FFFF">
                    <a:alpha val="5309"/>
                  </a:srgbClr>
                </a:gs>
                <a:gs pos="71429">
                  <a:srgbClr val="F8FFFF">
                    <a:alpha val="2521"/>
                  </a:srgbClr>
                </a:gs>
                <a:gs pos="85714">
                  <a:srgbClr val="F8FFFF">
                    <a:alpha val="1005"/>
                  </a:srgbClr>
                </a:gs>
                <a:gs pos="100000">
                  <a:srgbClr val="F8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8519230">
              <a:off x="338971" y="2554530"/>
              <a:ext cx="615642" cy="21696"/>
            </a:xfrm>
            <a:prstGeom prst="ellipse">
              <a:avLst/>
            </a:prstGeom>
            <a:gradFill>
              <a:gsLst>
                <a:gs pos="0">
                  <a:srgbClr val="F34100">
                    <a:alpha val="32968"/>
                  </a:srgbClr>
                </a:gs>
                <a:gs pos="14286">
                  <a:srgbClr val="F34100">
                    <a:alpha val="30764"/>
                  </a:srgbClr>
                </a:gs>
                <a:gs pos="28571">
                  <a:srgbClr val="F34100">
                    <a:alpha val="24833"/>
                  </a:srgbClr>
                </a:gs>
                <a:gs pos="42857">
                  <a:srgbClr val="F34100">
                    <a:alpha val="17075"/>
                  </a:srgbClr>
                </a:gs>
                <a:gs pos="57143">
                  <a:srgbClr val="F34100">
                    <a:alpha val="9855"/>
                  </a:srgbClr>
                </a:gs>
                <a:gs pos="71429">
                  <a:srgbClr val="F34100">
                    <a:alpha val="4740"/>
                  </a:srgbClr>
                </a:gs>
                <a:gs pos="85714">
                  <a:srgbClr val="F34100">
                    <a:alpha val="1902"/>
                  </a:srgbClr>
                </a:gs>
                <a:gs pos="100000">
                  <a:srgbClr val="F3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10653652">
              <a:off x="1575387" y="1811819"/>
              <a:ext cx="553600" cy="382156"/>
            </a:xfrm>
            <a:prstGeom prst="ellipse">
              <a:avLst/>
            </a:prstGeom>
            <a:gradFill>
              <a:gsLst>
                <a:gs pos="0">
                  <a:srgbClr val="84FF00">
                    <a:alpha val="32968"/>
                  </a:srgbClr>
                </a:gs>
                <a:gs pos="14286">
                  <a:srgbClr val="84FF00">
                    <a:alpha val="30764"/>
                  </a:srgbClr>
                </a:gs>
                <a:gs pos="28571">
                  <a:srgbClr val="84FF00">
                    <a:alpha val="24833"/>
                  </a:srgbClr>
                </a:gs>
                <a:gs pos="42857">
                  <a:srgbClr val="84FF00">
                    <a:alpha val="17075"/>
                  </a:srgbClr>
                </a:gs>
                <a:gs pos="57143">
                  <a:srgbClr val="84FF00">
                    <a:alpha val="9855"/>
                  </a:srgbClr>
                </a:gs>
                <a:gs pos="71429">
                  <a:srgbClr val="84FF00">
                    <a:alpha val="4740"/>
                  </a:srgbClr>
                </a:gs>
                <a:gs pos="85714">
                  <a:srgbClr val="84FF00">
                    <a:alpha val="1902"/>
                  </a:srgbClr>
                </a:gs>
                <a:gs pos="100000">
                  <a:srgbClr val="8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10798821">
              <a:off x="2954282" y="435069"/>
              <a:ext cx="523897" cy="522261"/>
            </a:xfrm>
            <a:prstGeom prst="ellipse">
              <a:avLst/>
            </a:prstGeom>
            <a:gradFill>
              <a:gsLst>
                <a:gs pos="0">
                  <a:srgbClr val="FFFFFF">
                    <a:alpha val="12987"/>
                  </a:srgbClr>
                </a:gs>
                <a:gs pos="14286">
                  <a:srgbClr val="FFFFFF">
                    <a:alpha val="12002"/>
                  </a:srgbClr>
                </a:gs>
                <a:gs pos="28571">
                  <a:srgbClr val="FFFFFF">
                    <a:alpha val="9451"/>
                  </a:srgbClr>
                </a:gs>
                <a:gs pos="42857">
                  <a:srgbClr val="FFFFFF">
                    <a:alpha val="6304"/>
                  </a:srgbClr>
                </a:gs>
                <a:gs pos="57143">
                  <a:srgbClr val="FFFFFF">
                    <a:alpha val="3544"/>
                  </a:srgbClr>
                </a:gs>
                <a:gs pos="71429">
                  <a:srgbClr val="FFFFFF">
                    <a:alpha val="1675"/>
                  </a:srgbClr>
                </a:gs>
                <a:gs pos="85714">
                  <a:srgbClr val="FFFFFF">
                    <a:alpha val="666"/>
                  </a:srgbClr>
                </a:gs>
                <a:gs pos="100000">
                  <a:srgbClr val="FFFFF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10529815">
              <a:off x="2584667" y="1504826"/>
              <a:ext cx="342436" cy="48422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629299">
              <a:off x="1152453" y="1230032"/>
              <a:ext cx="62149" cy="15537"/>
            </a:xfrm>
            <a:prstGeom prst="ellipse">
              <a:avLst/>
            </a:prstGeom>
            <a:gradFill>
              <a:gsLst>
                <a:gs pos="0">
                  <a:srgbClr val="F1FAFE">
                    <a:alpha val="18011"/>
                  </a:srgbClr>
                </a:gs>
                <a:gs pos="14286">
                  <a:srgbClr val="F1FAFE">
                    <a:alpha val="16683"/>
                  </a:srgbClr>
                </a:gs>
                <a:gs pos="28571">
                  <a:srgbClr val="F1FAFE">
                    <a:alpha val="13213"/>
                  </a:srgbClr>
                </a:gs>
                <a:gs pos="42857">
                  <a:srgbClr val="F1FAFE">
                    <a:alpha val="8877"/>
                  </a:srgbClr>
                </a:gs>
                <a:gs pos="57143">
                  <a:srgbClr val="F1FAFE">
                    <a:alpha val="5020"/>
                  </a:srgbClr>
                </a:gs>
                <a:gs pos="71429">
                  <a:srgbClr val="F1FAFE">
                    <a:alpha val="2382"/>
                  </a:srgbClr>
                </a:gs>
                <a:gs pos="85714">
                  <a:srgbClr val="F1FAFE">
                    <a:alpha val="949"/>
                  </a:srgbClr>
                </a:gs>
                <a:gs pos="100000">
                  <a:srgbClr val="F1FAFE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405042">
              <a:off x="2432694" y="1023060"/>
              <a:ext cx="68096" cy="17024"/>
            </a:xfrm>
            <a:prstGeom prst="ellipse">
              <a:avLst/>
            </a:prstGeom>
            <a:gradFill>
              <a:gsLst>
                <a:gs pos="0">
                  <a:srgbClr val="7BA037">
                    <a:alpha val="16924"/>
                  </a:srgbClr>
                </a:gs>
                <a:gs pos="14286">
                  <a:srgbClr val="7BA037">
                    <a:alpha val="15668"/>
                  </a:srgbClr>
                </a:gs>
                <a:gs pos="28571">
                  <a:srgbClr val="7BA037">
                    <a:alpha val="12394"/>
                  </a:srgbClr>
                </a:gs>
                <a:gs pos="42857">
                  <a:srgbClr val="7BA037">
                    <a:alpha val="8313"/>
                  </a:srgbClr>
                </a:gs>
                <a:gs pos="57143">
                  <a:srgbClr val="7BA037">
                    <a:alpha val="4695"/>
                  </a:srgbClr>
                </a:gs>
                <a:gs pos="71429">
                  <a:srgbClr val="7BA037">
                    <a:alpha val="2226"/>
                  </a:srgbClr>
                </a:gs>
                <a:gs pos="85714">
                  <a:srgbClr val="7BA037">
                    <a:alpha val="886"/>
                  </a:srgbClr>
                </a:gs>
                <a:gs pos="100000">
                  <a:srgbClr val="7BA037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6536420">
              <a:off x="-148228" y="2102516"/>
              <a:ext cx="550120" cy="498902"/>
            </a:xfrm>
            <a:prstGeom prst="ellipse">
              <a:avLst/>
            </a:prstGeom>
            <a:gradFill>
              <a:gsLst>
                <a:gs pos="0">
                  <a:srgbClr val="FFFFFF">
                    <a:alpha val="16697"/>
                  </a:srgbClr>
                </a:gs>
                <a:gs pos="14286">
                  <a:srgbClr val="FFFFFF">
                    <a:alpha val="15457"/>
                  </a:srgbClr>
                </a:gs>
                <a:gs pos="28571">
                  <a:srgbClr val="FFFFFF">
                    <a:alpha val="12223"/>
                  </a:srgbClr>
                </a:gs>
                <a:gs pos="42857">
                  <a:srgbClr val="FFFFFF">
                    <a:alpha val="8196"/>
                  </a:srgbClr>
                </a:gs>
                <a:gs pos="57143">
                  <a:srgbClr val="FFFFFF">
                    <a:alpha val="4628"/>
                  </a:srgbClr>
                </a:gs>
                <a:gs pos="71429">
                  <a:srgbClr val="FFFFFF">
                    <a:alpha val="2194"/>
                  </a:srgbClr>
                </a:gs>
                <a:gs pos="85714">
                  <a:srgbClr val="FFFFFF">
                    <a:alpha val="873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382695">
              <a:off x="612518" y="509122"/>
              <a:ext cx="63966" cy="15992"/>
            </a:xfrm>
            <a:prstGeom prst="ellipse">
              <a:avLst/>
            </a:prstGeom>
            <a:gradFill>
              <a:gsLst>
                <a:gs pos="0">
                  <a:srgbClr val="FAFCF3">
                    <a:alpha val="17680"/>
                  </a:srgbClr>
                </a:gs>
                <a:gs pos="14286">
                  <a:srgbClr val="FAFCF3">
                    <a:alpha val="16374"/>
                  </a:srgbClr>
                </a:gs>
                <a:gs pos="28571">
                  <a:srgbClr val="FAFCF3">
                    <a:alpha val="12964"/>
                  </a:srgbClr>
                </a:gs>
                <a:gs pos="42857">
                  <a:srgbClr val="FAFCF3">
                    <a:alpha val="8705"/>
                  </a:srgbClr>
                </a:gs>
                <a:gs pos="57143">
                  <a:srgbClr val="FAFCF3">
                    <a:alpha val="4921"/>
                  </a:srgbClr>
                </a:gs>
                <a:gs pos="71429">
                  <a:srgbClr val="FAFCF3">
                    <a:alpha val="2334"/>
                  </a:srgbClr>
                </a:gs>
                <a:gs pos="85714">
                  <a:srgbClr val="FAFCF3">
                    <a:alpha val="930"/>
                  </a:srgbClr>
                </a:gs>
                <a:gs pos="100000">
                  <a:srgbClr val="FAFCF3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9310338">
              <a:off x="2699446" y="1413711"/>
              <a:ext cx="704834" cy="67628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10426557">
              <a:off x="2779903" y="1467605"/>
              <a:ext cx="61908" cy="15477"/>
            </a:xfrm>
            <a:prstGeom prst="ellipse">
              <a:avLst/>
            </a:prstGeom>
            <a:gradFill>
              <a:gsLst>
                <a:gs pos="0">
                  <a:srgbClr val="F8F9FF">
                    <a:alpha val="18055"/>
                  </a:srgbClr>
                </a:gs>
                <a:gs pos="14286">
                  <a:srgbClr val="F8F9FF">
                    <a:alpha val="16724"/>
                  </a:srgbClr>
                </a:gs>
                <a:gs pos="28571">
                  <a:srgbClr val="F8F9FF">
                    <a:alpha val="13246"/>
                  </a:srgbClr>
                </a:gs>
                <a:gs pos="42857">
                  <a:srgbClr val="F8F9FF">
                    <a:alpha val="8899"/>
                  </a:srgbClr>
                </a:gs>
                <a:gs pos="57143">
                  <a:srgbClr val="F8F9FF">
                    <a:alpha val="5033"/>
                  </a:srgbClr>
                </a:gs>
                <a:gs pos="71429">
                  <a:srgbClr val="F8F9FF">
                    <a:alpha val="2389"/>
                  </a:srgbClr>
                </a:gs>
                <a:gs pos="85714">
                  <a:srgbClr val="F8F9FF">
                    <a:alpha val="951"/>
                  </a:srgbClr>
                </a:gs>
                <a:gs pos="100000">
                  <a:srgbClr val="F8F9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8187875">
              <a:off x="2126663" y="1062471"/>
              <a:ext cx="333965" cy="85592"/>
            </a:xfrm>
            <a:prstGeom prst="ellipse">
              <a:avLst/>
            </a:prstGeom>
            <a:gradFill>
              <a:gsLst>
                <a:gs pos="0">
                  <a:srgbClr val="FF6F00">
                    <a:alpha val="32968"/>
                  </a:srgbClr>
                </a:gs>
                <a:gs pos="14286">
                  <a:srgbClr val="FF6F00">
                    <a:alpha val="30764"/>
                  </a:srgbClr>
                </a:gs>
                <a:gs pos="28571">
                  <a:srgbClr val="FF6F00">
                    <a:alpha val="24833"/>
                  </a:srgbClr>
                </a:gs>
                <a:gs pos="42857">
                  <a:srgbClr val="FF6F00">
                    <a:alpha val="17075"/>
                  </a:srgbClr>
                </a:gs>
                <a:gs pos="57143">
                  <a:srgbClr val="FF6F00">
                    <a:alpha val="9855"/>
                  </a:srgbClr>
                </a:gs>
                <a:gs pos="71429">
                  <a:srgbClr val="FF6F00">
                    <a:alpha val="4740"/>
                  </a:srgbClr>
                </a:gs>
                <a:gs pos="85714">
                  <a:srgbClr val="FF6F00">
                    <a:alpha val="1902"/>
                  </a:srgbClr>
                </a:gs>
                <a:gs pos="100000">
                  <a:srgbClr val="FF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6617064">
              <a:off x="2173593" y="2526199"/>
              <a:ext cx="551530" cy="753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3991365">
              <a:off x="1211326" y="1468655"/>
              <a:ext cx="59476" cy="14869"/>
            </a:xfrm>
            <a:prstGeom prst="ellipse">
              <a:avLst/>
            </a:prstGeom>
            <a:gradFill>
              <a:gsLst>
                <a:gs pos="0">
                  <a:srgbClr val="FFFFFF">
                    <a:alpha val="18495"/>
                  </a:srgbClr>
                </a:gs>
                <a:gs pos="14286">
                  <a:srgbClr val="FFFFFF">
                    <a:alpha val="17136"/>
                  </a:srgbClr>
                </a:gs>
                <a:gs pos="28571">
                  <a:srgbClr val="FFFFFF">
                    <a:alpha val="13579"/>
                  </a:srgbClr>
                </a:gs>
                <a:gs pos="42857">
                  <a:srgbClr val="FFFFFF">
                    <a:alpha val="9129"/>
                  </a:srgbClr>
                </a:gs>
                <a:gs pos="57143">
                  <a:srgbClr val="FFFFFF">
                    <a:alpha val="5166"/>
                  </a:srgbClr>
                </a:gs>
                <a:gs pos="71429">
                  <a:srgbClr val="FFFFFF">
                    <a:alpha val="2452"/>
                  </a:srgbClr>
                </a:gs>
                <a:gs pos="85714">
                  <a:srgbClr val="FFFFFF">
                    <a:alpha val="977"/>
                  </a:srgbClr>
                </a:gs>
                <a:gs pos="100000">
                  <a:srgbClr val="FFFFF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162922">
              <a:off x="2212520" y="1961421"/>
              <a:ext cx="56081" cy="14020"/>
            </a:xfrm>
            <a:prstGeom prst="ellipse">
              <a:avLst/>
            </a:prstGeom>
            <a:gradFill>
              <a:gsLst>
                <a:gs pos="0">
                  <a:srgbClr val="FFFBFF">
                    <a:alpha val="19106"/>
                  </a:srgbClr>
                </a:gs>
                <a:gs pos="14286">
                  <a:srgbClr val="FFFBFF">
                    <a:alpha val="17706"/>
                  </a:srgbClr>
                </a:gs>
                <a:gs pos="28571">
                  <a:srgbClr val="FFFBFF">
                    <a:alpha val="14042"/>
                  </a:srgbClr>
                </a:gs>
                <a:gs pos="42857">
                  <a:srgbClr val="FFFBFF">
                    <a:alpha val="9448"/>
                  </a:srgbClr>
                </a:gs>
                <a:gs pos="57143">
                  <a:srgbClr val="FFFBFF">
                    <a:alpha val="5351"/>
                  </a:srgbClr>
                </a:gs>
                <a:gs pos="71429">
                  <a:srgbClr val="FFFBFF">
                    <a:alpha val="2541"/>
                  </a:srgbClr>
                </a:gs>
                <a:gs pos="85714">
                  <a:srgbClr val="FFFBFF">
                    <a:alpha val="1013"/>
                  </a:srgbClr>
                </a:gs>
                <a:gs pos="100000">
                  <a:srgbClr val="FFFBFF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8789076">
              <a:off x="1192469" y="1764421"/>
              <a:ext cx="494116" cy="35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9644337">
              <a:off x="1072313" y="2326602"/>
              <a:ext cx="62679" cy="15670"/>
            </a:xfrm>
            <a:prstGeom prst="ellipse">
              <a:avLst/>
            </a:prstGeom>
            <a:gradFill>
              <a:gsLst>
                <a:gs pos="0">
                  <a:srgbClr val="FF9337">
                    <a:alpha val="17915"/>
                  </a:srgbClr>
                </a:gs>
                <a:gs pos="14286">
                  <a:srgbClr val="FF9337">
                    <a:alpha val="16593"/>
                  </a:srgbClr>
                </a:gs>
                <a:gs pos="28571">
                  <a:srgbClr val="FF9337">
                    <a:alpha val="13141"/>
                  </a:srgbClr>
                </a:gs>
                <a:gs pos="42857">
                  <a:srgbClr val="FF9337">
                    <a:alpha val="8827"/>
                  </a:srgbClr>
                </a:gs>
                <a:gs pos="57143">
                  <a:srgbClr val="FF9337">
                    <a:alpha val="4991"/>
                  </a:srgbClr>
                </a:gs>
                <a:gs pos="71429">
                  <a:srgbClr val="FF9337">
                    <a:alpha val="2368"/>
                  </a:srgbClr>
                </a:gs>
                <a:gs pos="85714">
                  <a:srgbClr val="FF9337">
                    <a:alpha val="943"/>
                  </a:srgbClr>
                </a:gs>
                <a:gs pos="100000">
                  <a:srgbClr val="FF9337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9852434">
              <a:off x="1968522" y="3464286"/>
              <a:ext cx="597137" cy="81246"/>
            </a:xfrm>
            <a:prstGeom prst="ellipse">
              <a:avLst/>
            </a:prstGeom>
            <a:gradFill>
              <a:gsLst>
                <a:gs pos="0">
                  <a:srgbClr val="CE0000">
                    <a:alpha val="32968"/>
                  </a:srgbClr>
                </a:gs>
                <a:gs pos="14286">
                  <a:srgbClr val="CE0000">
                    <a:alpha val="30764"/>
                  </a:srgbClr>
                </a:gs>
                <a:gs pos="28571">
                  <a:srgbClr val="CE0000">
                    <a:alpha val="24833"/>
                  </a:srgbClr>
                </a:gs>
                <a:gs pos="42857">
                  <a:srgbClr val="CE0000">
                    <a:alpha val="17075"/>
                  </a:srgbClr>
                </a:gs>
                <a:gs pos="57143">
                  <a:srgbClr val="CE0000">
                    <a:alpha val="9855"/>
                  </a:srgbClr>
                </a:gs>
                <a:gs pos="71429">
                  <a:srgbClr val="CE0000">
                    <a:alpha val="4740"/>
                  </a:srgbClr>
                </a:gs>
                <a:gs pos="85714">
                  <a:srgbClr val="CE0000">
                    <a:alpha val="1902"/>
                  </a:srgbClr>
                </a:gs>
                <a:gs pos="100000">
                  <a:srgbClr val="C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-10016801">
              <a:off x="1196193" y="1851105"/>
              <a:ext cx="68461" cy="17200"/>
            </a:xfrm>
            <a:prstGeom prst="ellipse">
              <a:avLst/>
            </a:prstGeom>
            <a:gradFill>
              <a:gsLst>
                <a:gs pos="0">
                  <a:srgbClr val="78A637">
                    <a:alpha val="16794"/>
                  </a:srgbClr>
                </a:gs>
                <a:gs pos="14286">
                  <a:srgbClr val="78A637">
                    <a:alpha val="15547"/>
                  </a:srgbClr>
                </a:gs>
                <a:gs pos="28571">
                  <a:srgbClr val="78A637">
                    <a:alpha val="12296"/>
                  </a:srgbClr>
                </a:gs>
                <a:gs pos="42857">
                  <a:srgbClr val="78A637">
                    <a:alpha val="8246"/>
                  </a:srgbClr>
                </a:gs>
                <a:gs pos="57143">
                  <a:srgbClr val="78A637">
                    <a:alpha val="4657"/>
                  </a:srgbClr>
                </a:gs>
                <a:gs pos="71429">
                  <a:srgbClr val="78A637">
                    <a:alpha val="2207"/>
                  </a:srgbClr>
                </a:gs>
                <a:gs pos="85714">
                  <a:srgbClr val="78A637">
                    <a:alpha val="879"/>
                  </a:srgbClr>
                </a:gs>
                <a:gs pos="100000">
                  <a:srgbClr val="78A637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4520205">
              <a:off x="3200280" y="1314566"/>
              <a:ext cx="611636" cy="52560"/>
            </a:xfrm>
            <a:prstGeom prst="ellipse">
              <a:avLst/>
            </a:prstGeom>
            <a:gradFill>
              <a:gsLst>
                <a:gs pos="0">
                  <a:srgbClr val="ED4900">
                    <a:alpha val="32968"/>
                  </a:srgbClr>
                </a:gs>
                <a:gs pos="14286">
                  <a:srgbClr val="ED4900">
                    <a:alpha val="30764"/>
                  </a:srgbClr>
                </a:gs>
                <a:gs pos="28571">
                  <a:srgbClr val="ED4900">
                    <a:alpha val="24833"/>
                  </a:srgbClr>
                </a:gs>
                <a:gs pos="42857">
                  <a:srgbClr val="ED4900">
                    <a:alpha val="17075"/>
                  </a:srgbClr>
                </a:gs>
                <a:gs pos="57143">
                  <a:srgbClr val="ED4900">
                    <a:alpha val="9855"/>
                  </a:srgbClr>
                </a:gs>
                <a:gs pos="71429">
                  <a:srgbClr val="ED4900">
                    <a:alpha val="4740"/>
                  </a:srgbClr>
                </a:gs>
                <a:gs pos="85714">
                  <a:srgbClr val="ED4900">
                    <a:alpha val="1902"/>
                  </a:srgbClr>
                </a:gs>
                <a:gs pos="100000">
                  <a:srgbClr val="ED4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6310417">
              <a:off x="2398257" y="2585537"/>
              <a:ext cx="58823" cy="14706"/>
            </a:xfrm>
            <a:prstGeom prst="ellipse">
              <a:avLst/>
            </a:prstGeom>
            <a:gradFill>
              <a:gsLst>
                <a:gs pos="0">
                  <a:srgbClr val="FFFFFF">
                    <a:alpha val="18613"/>
                  </a:srgbClr>
                </a:gs>
                <a:gs pos="14286">
                  <a:srgbClr val="FFFFFF">
                    <a:alpha val="17246"/>
                  </a:srgbClr>
                </a:gs>
                <a:gs pos="28571">
                  <a:srgbClr val="FFFFFF">
                    <a:alpha val="13669"/>
                  </a:srgbClr>
                </a:gs>
                <a:gs pos="42857">
                  <a:srgbClr val="FFFFFF">
                    <a:alpha val="9190"/>
                  </a:srgbClr>
                </a:gs>
                <a:gs pos="57143">
                  <a:srgbClr val="FFFFFF">
                    <a:alpha val="5202"/>
                  </a:srgbClr>
                </a:gs>
                <a:gs pos="71429">
                  <a:srgbClr val="FFFFFF">
                    <a:alpha val="2469"/>
                  </a:srgbClr>
                </a:gs>
                <a:gs pos="85714">
                  <a:srgbClr val="FFFFFF">
                    <a:alpha val="984"/>
                  </a:srgbClr>
                </a:gs>
                <a:gs pos="100000">
                  <a:srgbClr val="FFFFFF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193902">
              <a:off x="3273551" y="1729819"/>
              <a:ext cx="595109" cy="54049"/>
            </a:xfrm>
            <a:prstGeom prst="ellipse">
              <a:avLst/>
            </a:prstGeom>
            <a:gradFill>
              <a:gsLst>
                <a:gs pos="0">
                  <a:srgbClr val="F78300">
                    <a:alpha val="32968"/>
                  </a:srgbClr>
                </a:gs>
                <a:gs pos="14286">
                  <a:srgbClr val="F78300">
                    <a:alpha val="30764"/>
                  </a:srgbClr>
                </a:gs>
                <a:gs pos="28571">
                  <a:srgbClr val="F78300">
                    <a:alpha val="24833"/>
                  </a:srgbClr>
                </a:gs>
                <a:gs pos="42857">
                  <a:srgbClr val="F78300">
                    <a:alpha val="17075"/>
                  </a:srgbClr>
                </a:gs>
                <a:gs pos="57143">
                  <a:srgbClr val="F78300">
                    <a:alpha val="9855"/>
                  </a:srgbClr>
                </a:gs>
                <a:gs pos="71429">
                  <a:srgbClr val="F78300">
                    <a:alpha val="4740"/>
                  </a:srgbClr>
                </a:gs>
                <a:gs pos="85714">
                  <a:srgbClr val="F78300">
                    <a:alpha val="1902"/>
                  </a:srgbClr>
                </a:gs>
                <a:gs pos="100000">
                  <a:srgbClr val="F7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3205412">
              <a:off x="2223369" y="998888"/>
              <a:ext cx="68461" cy="17137"/>
            </a:xfrm>
            <a:prstGeom prst="ellipse">
              <a:avLst/>
            </a:prstGeom>
            <a:gradFill>
              <a:gsLst>
                <a:gs pos="0">
                  <a:srgbClr val="FFECE8">
                    <a:alpha val="16840"/>
                  </a:srgbClr>
                </a:gs>
                <a:gs pos="14286">
                  <a:srgbClr val="FFECE8">
                    <a:alpha val="15591"/>
                  </a:srgbClr>
                </a:gs>
                <a:gs pos="28571">
                  <a:srgbClr val="FFECE8">
                    <a:alpha val="12331"/>
                  </a:srgbClr>
                </a:gs>
                <a:gs pos="42857">
                  <a:srgbClr val="FFECE8">
                    <a:alpha val="8270"/>
                  </a:srgbClr>
                </a:gs>
                <a:gs pos="57143">
                  <a:srgbClr val="FFECE8">
                    <a:alpha val="4670"/>
                  </a:srgbClr>
                </a:gs>
                <a:gs pos="71429">
                  <a:srgbClr val="FFECE8">
                    <a:alpha val="2214"/>
                  </a:srgbClr>
                </a:gs>
                <a:gs pos="85714">
                  <a:srgbClr val="FFECE8">
                    <a:alpha val="881"/>
                  </a:srgbClr>
                </a:gs>
                <a:gs pos="100000">
                  <a:srgbClr val="FFECE8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8948782">
              <a:off x="324208" y="2723672"/>
              <a:ext cx="57308" cy="14327"/>
            </a:xfrm>
            <a:prstGeom prst="ellipse">
              <a:avLst/>
            </a:prstGeom>
            <a:gradFill>
              <a:gsLst>
                <a:gs pos="0">
                  <a:srgbClr val="FFFFFF">
                    <a:alpha val="18885"/>
                  </a:srgbClr>
                </a:gs>
                <a:gs pos="14286">
                  <a:srgbClr val="FFFFFF">
                    <a:alpha val="17500"/>
                  </a:srgbClr>
                </a:gs>
                <a:gs pos="28571">
                  <a:srgbClr val="FFFFFF">
                    <a:alpha val="13875"/>
                  </a:srgbClr>
                </a:gs>
                <a:gs pos="42857">
                  <a:srgbClr val="FFFFFF">
                    <a:alpha val="9333"/>
                  </a:srgbClr>
                </a:gs>
                <a:gs pos="57143">
                  <a:srgbClr val="FFFFFF">
                    <a:alpha val="5284"/>
                  </a:srgbClr>
                </a:gs>
                <a:gs pos="71429">
                  <a:srgbClr val="FFFFFF">
                    <a:alpha val="2509"/>
                  </a:srgbClr>
                </a:gs>
                <a:gs pos="85714">
                  <a:srgbClr val="FFFFFF">
                    <a:alpha val="1000"/>
                  </a:srgbClr>
                </a:gs>
                <a:gs pos="100000">
                  <a:srgbClr val="FFFFF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985376">
              <a:off x="-9396" y="973753"/>
              <a:ext cx="634058" cy="117870"/>
            </a:xfrm>
            <a:prstGeom prst="ellipse">
              <a:avLst/>
            </a:prstGeom>
            <a:gradFill>
              <a:gsLst>
                <a:gs pos="0">
                  <a:srgbClr val="7FC100">
                    <a:alpha val="32968"/>
                  </a:srgbClr>
                </a:gs>
                <a:gs pos="14286">
                  <a:srgbClr val="7FC100">
                    <a:alpha val="30764"/>
                  </a:srgbClr>
                </a:gs>
                <a:gs pos="28571">
                  <a:srgbClr val="7FC100">
                    <a:alpha val="24833"/>
                  </a:srgbClr>
                </a:gs>
                <a:gs pos="42857">
                  <a:srgbClr val="7FC100">
                    <a:alpha val="17075"/>
                  </a:srgbClr>
                </a:gs>
                <a:gs pos="57143">
                  <a:srgbClr val="7FC100">
                    <a:alpha val="9855"/>
                  </a:srgbClr>
                </a:gs>
                <a:gs pos="71429">
                  <a:srgbClr val="7FC100">
                    <a:alpha val="4740"/>
                  </a:srgbClr>
                </a:gs>
                <a:gs pos="85714">
                  <a:srgbClr val="7FC100">
                    <a:alpha val="1902"/>
                  </a:srgbClr>
                </a:gs>
                <a:gs pos="100000">
                  <a:srgbClr val="7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7899741">
              <a:off x="2804872" y="2967209"/>
              <a:ext cx="496962" cy="123753"/>
            </a:xfrm>
            <a:prstGeom prst="ellipse">
              <a:avLst/>
            </a:prstGeom>
            <a:gradFill>
              <a:gsLst>
                <a:gs pos="0">
                  <a:srgbClr val="F50000">
                    <a:alpha val="32968"/>
                  </a:srgbClr>
                </a:gs>
                <a:gs pos="14286">
                  <a:srgbClr val="F50000">
                    <a:alpha val="30764"/>
                  </a:srgbClr>
                </a:gs>
                <a:gs pos="28571">
                  <a:srgbClr val="F50000">
                    <a:alpha val="24833"/>
                  </a:srgbClr>
                </a:gs>
                <a:gs pos="42857">
                  <a:srgbClr val="F50000">
                    <a:alpha val="17075"/>
                  </a:srgbClr>
                </a:gs>
                <a:gs pos="57143">
                  <a:srgbClr val="F50000">
                    <a:alpha val="9855"/>
                  </a:srgbClr>
                </a:gs>
                <a:gs pos="71429">
                  <a:srgbClr val="F50000">
                    <a:alpha val="4740"/>
                  </a:srgbClr>
                </a:gs>
                <a:gs pos="85714">
                  <a:srgbClr val="F50000">
                    <a:alpha val="1902"/>
                  </a:srgbClr>
                </a:gs>
                <a:gs pos="100000">
                  <a:srgbClr val="F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7833108">
              <a:off x="900037" y="2371302"/>
              <a:ext cx="721545" cy="375537"/>
            </a:xfrm>
            <a:prstGeom prst="ellipse">
              <a:avLst/>
            </a:prstGeom>
            <a:gradFill>
              <a:gsLst>
                <a:gs pos="0">
                  <a:srgbClr val="FCFF00">
                    <a:alpha val="32968"/>
                  </a:srgbClr>
                </a:gs>
                <a:gs pos="14286">
                  <a:srgbClr val="FCFF00">
                    <a:alpha val="30764"/>
                  </a:srgbClr>
                </a:gs>
                <a:gs pos="28571">
                  <a:srgbClr val="FCFF00">
                    <a:alpha val="24833"/>
                  </a:srgbClr>
                </a:gs>
                <a:gs pos="42857">
                  <a:srgbClr val="FCFF00">
                    <a:alpha val="17075"/>
                  </a:srgbClr>
                </a:gs>
                <a:gs pos="57143">
                  <a:srgbClr val="FCFF00">
                    <a:alpha val="9855"/>
                  </a:srgbClr>
                </a:gs>
                <a:gs pos="71429">
                  <a:srgbClr val="FCFF00">
                    <a:alpha val="4740"/>
                  </a:srgbClr>
                </a:gs>
                <a:gs pos="85714">
                  <a:srgbClr val="FCFF00">
                    <a:alpha val="1902"/>
                  </a:srgbClr>
                </a:gs>
                <a:gs pos="100000">
                  <a:srgbClr val="FC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9645804">
              <a:off x="1348622" y="750110"/>
              <a:ext cx="506111" cy="92147"/>
            </a:xfrm>
            <a:prstGeom prst="ellipse">
              <a:avLst/>
            </a:prstGeom>
            <a:gradFill>
              <a:gsLst>
                <a:gs pos="0">
                  <a:srgbClr val="F70000">
                    <a:alpha val="32968"/>
                  </a:srgbClr>
                </a:gs>
                <a:gs pos="14286">
                  <a:srgbClr val="F70000">
                    <a:alpha val="30764"/>
                  </a:srgbClr>
                </a:gs>
                <a:gs pos="28571">
                  <a:srgbClr val="F70000">
                    <a:alpha val="24833"/>
                  </a:srgbClr>
                </a:gs>
                <a:gs pos="42857">
                  <a:srgbClr val="F70000">
                    <a:alpha val="17075"/>
                  </a:srgbClr>
                </a:gs>
                <a:gs pos="57143">
                  <a:srgbClr val="F70000">
                    <a:alpha val="9855"/>
                  </a:srgbClr>
                </a:gs>
                <a:gs pos="71429">
                  <a:srgbClr val="F70000">
                    <a:alpha val="4740"/>
                  </a:srgbClr>
                </a:gs>
                <a:gs pos="85714">
                  <a:srgbClr val="F70000">
                    <a:alpha val="1902"/>
                  </a:srgbClr>
                </a:gs>
                <a:gs pos="100000">
                  <a:srgbClr val="F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9982172">
              <a:off x="1133938" y="3492903"/>
              <a:ext cx="555316" cy="48657"/>
            </a:xfrm>
            <a:prstGeom prst="ellipse">
              <a:avLst/>
            </a:prstGeom>
            <a:gradFill>
              <a:gsLst>
                <a:gs pos="0">
                  <a:srgbClr val="CE0000">
                    <a:alpha val="32968"/>
                  </a:srgbClr>
                </a:gs>
                <a:gs pos="14286">
                  <a:srgbClr val="CE0000">
                    <a:alpha val="30764"/>
                  </a:srgbClr>
                </a:gs>
                <a:gs pos="28571">
                  <a:srgbClr val="CE0000">
                    <a:alpha val="24833"/>
                  </a:srgbClr>
                </a:gs>
                <a:gs pos="42857">
                  <a:srgbClr val="CE0000">
                    <a:alpha val="17075"/>
                  </a:srgbClr>
                </a:gs>
                <a:gs pos="57143">
                  <a:srgbClr val="CE0000">
                    <a:alpha val="9855"/>
                  </a:srgbClr>
                </a:gs>
                <a:gs pos="71429">
                  <a:srgbClr val="CE0000">
                    <a:alpha val="4740"/>
                  </a:srgbClr>
                </a:gs>
                <a:gs pos="85714">
                  <a:srgbClr val="CE0000">
                    <a:alpha val="1902"/>
                  </a:srgbClr>
                </a:gs>
                <a:gs pos="100000">
                  <a:srgbClr val="C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8621170">
              <a:off x="1074900" y="1292541"/>
              <a:ext cx="141841" cy="62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7423460">
              <a:off x="2962550" y="2977111"/>
              <a:ext cx="374534" cy="66267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6781386">
              <a:off x="827515" y="1840773"/>
              <a:ext cx="388564" cy="26071"/>
            </a:xfrm>
            <a:prstGeom prst="ellipse">
              <a:avLst/>
            </a:prstGeom>
            <a:gradFill>
              <a:gsLst>
                <a:gs pos="0">
                  <a:srgbClr val="0000B5">
                    <a:alpha val="32968"/>
                  </a:srgbClr>
                </a:gs>
                <a:gs pos="14286">
                  <a:srgbClr val="0000B5">
                    <a:alpha val="30764"/>
                  </a:srgbClr>
                </a:gs>
                <a:gs pos="28571">
                  <a:srgbClr val="0000B5">
                    <a:alpha val="24833"/>
                  </a:srgbClr>
                </a:gs>
                <a:gs pos="42857">
                  <a:srgbClr val="0000B5">
                    <a:alpha val="17075"/>
                  </a:srgbClr>
                </a:gs>
                <a:gs pos="57143">
                  <a:srgbClr val="0000B5">
                    <a:alpha val="9855"/>
                  </a:srgbClr>
                </a:gs>
                <a:gs pos="71429">
                  <a:srgbClr val="0000B5">
                    <a:alpha val="4740"/>
                  </a:srgbClr>
                </a:gs>
                <a:gs pos="85714">
                  <a:srgbClr val="0000B5">
                    <a:alpha val="1902"/>
                  </a:srgbClr>
                </a:gs>
                <a:gs pos="100000">
                  <a:srgbClr val="0000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8854177">
              <a:off x="2368795" y="3293384"/>
              <a:ext cx="656294" cy="70120"/>
            </a:xfrm>
            <a:prstGeom prst="ellipse">
              <a:avLst/>
            </a:prstGeom>
            <a:gradFill>
              <a:gsLst>
                <a:gs pos="0">
                  <a:srgbClr val="FE9900">
                    <a:alpha val="32968"/>
                  </a:srgbClr>
                </a:gs>
                <a:gs pos="14286">
                  <a:srgbClr val="FE9900">
                    <a:alpha val="30764"/>
                  </a:srgbClr>
                </a:gs>
                <a:gs pos="28571">
                  <a:srgbClr val="FE9900">
                    <a:alpha val="24833"/>
                  </a:srgbClr>
                </a:gs>
                <a:gs pos="42857">
                  <a:srgbClr val="FE9900">
                    <a:alpha val="17075"/>
                  </a:srgbClr>
                </a:gs>
                <a:gs pos="57143">
                  <a:srgbClr val="FE9900">
                    <a:alpha val="9855"/>
                  </a:srgbClr>
                </a:gs>
                <a:gs pos="71429">
                  <a:srgbClr val="FE9900">
                    <a:alpha val="4740"/>
                  </a:srgbClr>
                </a:gs>
                <a:gs pos="85714">
                  <a:srgbClr val="FE9900">
                    <a:alpha val="1902"/>
                  </a:srgbClr>
                </a:gs>
                <a:gs pos="100000">
                  <a:srgbClr val="FE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3766310">
              <a:off x="-27596" y="2592067"/>
              <a:ext cx="586072" cy="26369"/>
            </a:xfrm>
            <a:prstGeom prst="ellipse">
              <a:avLst/>
            </a:prstGeom>
            <a:gradFill>
              <a:gsLst>
                <a:gs pos="0">
                  <a:srgbClr val="00B400">
                    <a:alpha val="32968"/>
                  </a:srgbClr>
                </a:gs>
                <a:gs pos="14286">
                  <a:srgbClr val="00B400">
                    <a:alpha val="30764"/>
                  </a:srgbClr>
                </a:gs>
                <a:gs pos="28571">
                  <a:srgbClr val="00B400">
                    <a:alpha val="24833"/>
                  </a:srgbClr>
                </a:gs>
                <a:gs pos="42857">
                  <a:srgbClr val="00B400">
                    <a:alpha val="17075"/>
                  </a:srgbClr>
                </a:gs>
                <a:gs pos="57143">
                  <a:srgbClr val="00B400">
                    <a:alpha val="9855"/>
                  </a:srgbClr>
                </a:gs>
                <a:gs pos="71429">
                  <a:srgbClr val="00B400">
                    <a:alpha val="4740"/>
                  </a:srgbClr>
                </a:gs>
                <a:gs pos="85714">
                  <a:srgbClr val="00B400">
                    <a:alpha val="1902"/>
                  </a:srgbClr>
                </a:gs>
                <a:gs pos="100000">
                  <a:srgbClr val="00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5005318">
              <a:off x="1192036" y="1379448"/>
              <a:ext cx="68461" cy="17429"/>
            </a:xfrm>
            <a:prstGeom prst="ellipse">
              <a:avLst/>
            </a:prstGeom>
            <a:gradFill>
              <a:gsLst>
                <a:gs pos="0">
                  <a:srgbClr val="FFE3D5">
                    <a:alpha val="16625"/>
                  </a:srgbClr>
                </a:gs>
                <a:gs pos="14286">
                  <a:srgbClr val="FFE3D5">
                    <a:alpha val="15390"/>
                  </a:srgbClr>
                </a:gs>
                <a:gs pos="28571">
                  <a:srgbClr val="FFE3D5">
                    <a:alpha val="12169"/>
                  </a:srgbClr>
                </a:gs>
                <a:gs pos="42857">
                  <a:srgbClr val="FFE3D5">
                    <a:alpha val="8159"/>
                  </a:srgbClr>
                </a:gs>
                <a:gs pos="57143">
                  <a:srgbClr val="FFE3D5">
                    <a:alpha val="4607"/>
                  </a:srgbClr>
                </a:gs>
                <a:gs pos="71429">
                  <a:srgbClr val="FFE3D5">
                    <a:alpha val="2183"/>
                  </a:srgbClr>
                </a:gs>
                <a:gs pos="85714">
                  <a:srgbClr val="FFE3D5">
                    <a:alpha val="869"/>
                  </a:srgbClr>
                </a:gs>
                <a:gs pos="100000">
                  <a:srgbClr val="FFE3D5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9834386">
              <a:off x="2375509" y="161221"/>
              <a:ext cx="68461" cy="17396"/>
            </a:xfrm>
            <a:prstGeom prst="ellipse">
              <a:avLst/>
            </a:prstGeom>
            <a:gradFill>
              <a:gsLst>
                <a:gs pos="0">
                  <a:srgbClr val="BAD88B">
                    <a:alpha val="16649"/>
                  </a:srgbClr>
                </a:gs>
                <a:gs pos="14286">
                  <a:srgbClr val="BAD88B">
                    <a:alpha val="15412"/>
                  </a:srgbClr>
                </a:gs>
                <a:gs pos="28571">
                  <a:srgbClr val="BAD88B">
                    <a:alpha val="12187"/>
                  </a:srgbClr>
                </a:gs>
                <a:gs pos="42857">
                  <a:srgbClr val="BAD88B">
                    <a:alpha val="8171"/>
                  </a:srgbClr>
                </a:gs>
                <a:gs pos="57143">
                  <a:srgbClr val="BAD88B">
                    <a:alpha val="4614"/>
                  </a:srgbClr>
                </a:gs>
                <a:gs pos="71429">
                  <a:srgbClr val="BAD88B">
                    <a:alpha val="2187"/>
                  </a:srgbClr>
                </a:gs>
                <a:gs pos="85714">
                  <a:srgbClr val="BAD88B">
                    <a:alpha val="870"/>
                  </a:srgbClr>
                </a:gs>
                <a:gs pos="100000">
                  <a:srgbClr val="BAD88B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9584253">
              <a:off x="1073344" y="2306110"/>
              <a:ext cx="63158" cy="15789"/>
            </a:xfrm>
            <a:prstGeom prst="ellipse">
              <a:avLst/>
            </a:prstGeom>
            <a:gradFill>
              <a:gsLst>
                <a:gs pos="0">
                  <a:srgbClr val="FFFFFF">
                    <a:alpha val="17827"/>
                  </a:srgbClr>
                </a:gs>
                <a:gs pos="14286">
                  <a:srgbClr val="FFFFFF">
                    <a:alpha val="16512"/>
                  </a:srgbClr>
                </a:gs>
                <a:gs pos="28571">
                  <a:srgbClr val="FFFFFF">
                    <a:alpha val="13075"/>
                  </a:srgbClr>
                </a:gs>
                <a:gs pos="42857">
                  <a:srgbClr val="FFFFFF">
                    <a:alpha val="8781"/>
                  </a:srgbClr>
                </a:gs>
                <a:gs pos="57143">
                  <a:srgbClr val="FFFFFF">
                    <a:alpha val="4965"/>
                  </a:srgbClr>
                </a:gs>
                <a:gs pos="71429">
                  <a:srgbClr val="FFFFFF">
                    <a:alpha val="2356"/>
                  </a:srgbClr>
                </a:gs>
                <a:gs pos="85714">
                  <a:srgbClr val="FFFFFF">
                    <a:alpha val="938"/>
                  </a:srgbClr>
                </a:gs>
                <a:gs pos="100000">
                  <a:srgbClr val="FFFF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3204148">
              <a:off x="1344837" y="2551686"/>
              <a:ext cx="66640" cy="16660"/>
            </a:xfrm>
            <a:prstGeom prst="ellipse">
              <a:avLst/>
            </a:prstGeom>
            <a:gradFill>
              <a:gsLst>
                <a:gs pos="0">
                  <a:srgbClr val="EDF7FF">
                    <a:alpha val="17191"/>
                  </a:srgbClr>
                </a:gs>
                <a:gs pos="14286">
                  <a:srgbClr val="EDF7FF">
                    <a:alpha val="15918"/>
                  </a:srgbClr>
                </a:gs>
                <a:gs pos="28571">
                  <a:srgbClr val="EDF7FF">
                    <a:alpha val="12595"/>
                  </a:srgbClr>
                </a:gs>
                <a:gs pos="42857">
                  <a:srgbClr val="EDF7FF">
                    <a:alpha val="8451"/>
                  </a:srgbClr>
                </a:gs>
                <a:gs pos="57143">
                  <a:srgbClr val="EDF7FF">
                    <a:alpha val="4775"/>
                  </a:srgbClr>
                </a:gs>
                <a:gs pos="71429">
                  <a:srgbClr val="EDF7FF">
                    <a:alpha val="2264"/>
                  </a:srgbClr>
                </a:gs>
                <a:gs pos="85714">
                  <a:srgbClr val="EDF7FF">
                    <a:alpha val="902"/>
                  </a:srgbClr>
                </a:gs>
                <a:gs pos="100000">
                  <a:srgbClr val="EDF7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8323104">
              <a:off x="2247726" y="2029108"/>
              <a:ext cx="62713" cy="15678"/>
            </a:xfrm>
            <a:prstGeom prst="ellipse">
              <a:avLst/>
            </a:prstGeom>
            <a:gradFill>
              <a:gsLst>
                <a:gs pos="0">
                  <a:srgbClr val="F2F9FF">
                    <a:alpha val="17908"/>
                  </a:srgbClr>
                </a:gs>
                <a:gs pos="14286">
                  <a:srgbClr val="F2F9FF">
                    <a:alpha val="16587"/>
                  </a:srgbClr>
                </a:gs>
                <a:gs pos="28571">
                  <a:srgbClr val="F2F9FF">
                    <a:alpha val="13136"/>
                  </a:srgbClr>
                </a:gs>
                <a:gs pos="42857">
                  <a:srgbClr val="F2F9FF">
                    <a:alpha val="8823"/>
                  </a:srgbClr>
                </a:gs>
                <a:gs pos="57143">
                  <a:srgbClr val="F2F9FF">
                    <a:alpha val="4989"/>
                  </a:srgbClr>
                </a:gs>
                <a:gs pos="71429">
                  <a:srgbClr val="F2F9FF">
                    <a:alpha val="2367"/>
                  </a:srgbClr>
                </a:gs>
                <a:gs pos="85714">
                  <a:srgbClr val="F2F9FF">
                    <a:alpha val="943"/>
                  </a:srgbClr>
                </a:gs>
                <a:gs pos="100000">
                  <a:srgbClr val="F2F9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4765327">
              <a:off x="1305669" y="1388587"/>
              <a:ext cx="246468" cy="35825"/>
            </a:xfrm>
            <a:prstGeom prst="ellipse">
              <a:avLst/>
            </a:prstGeom>
            <a:gradFill>
              <a:gsLst>
                <a:gs pos="0">
                  <a:srgbClr val="E50000">
                    <a:alpha val="32968"/>
                  </a:srgbClr>
                </a:gs>
                <a:gs pos="14286">
                  <a:srgbClr val="E50000">
                    <a:alpha val="30764"/>
                  </a:srgbClr>
                </a:gs>
                <a:gs pos="28571">
                  <a:srgbClr val="E50000">
                    <a:alpha val="24833"/>
                  </a:srgbClr>
                </a:gs>
                <a:gs pos="42857">
                  <a:srgbClr val="E50000">
                    <a:alpha val="17075"/>
                  </a:srgbClr>
                </a:gs>
                <a:gs pos="57143">
                  <a:srgbClr val="E50000">
                    <a:alpha val="9855"/>
                  </a:srgbClr>
                </a:gs>
                <a:gs pos="71429">
                  <a:srgbClr val="E50000">
                    <a:alpha val="4740"/>
                  </a:srgbClr>
                </a:gs>
                <a:gs pos="85714">
                  <a:srgbClr val="E50000">
                    <a:alpha val="1902"/>
                  </a:srgbClr>
                </a:gs>
                <a:gs pos="100000">
                  <a:srgbClr val="E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874055">
              <a:off x="1253589" y="1114434"/>
              <a:ext cx="622560" cy="29196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397557">
              <a:off x="1883592" y="1871214"/>
              <a:ext cx="68229" cy="17057"/>
            </a:xfrm>
            <a:prstGeom prst="ellipse">
              <a:avLst/>
            </a:prstGeom>
            <a:gradFill>
              <a:gsLst>
                <a:gs pos="0">
                  <a:srgbClr val="FFF2F1">
                    <a:alpha val="16899"/>
                  </a:srgbClr>
                </a:gs>
                <a:gs pos="14286">
                  <a:srgbClr val="FFF2F1">
                    <a:alpha val="15645"/>
                  </a:srgbClr>
                </a:gs>
                <a:gs pos="28571">
                  <a:srgbClr val="FFF2F1">
                    <a:alpha val="12375"/>
                  </a:srgbClr>
                </a:gs>
                <a:gs pos="42857">
                  <a:srgbClr val="FFF2F1">
                    <a:alpha val="8300"/>
                  </a:srgbClr>
                </a:gs>
                <a:gs pos="57143">
                  <a:srgbClr val="FFF2F1">
                    <a:alpha val="4688"/>
                  </a:srgbClr>
                </a:gs>
                <a:gs pos="71429">
                  <a:srgbClr val="FFF2F1">
                    <a:alpha val="2222"/>
                  </a:srgbClr>
                </a:gs>
                <a:gs pos="85714">
                  <a:srgbClr val="FFF2F1">
                    <a:alpha val="885"/>
                  </a:srgbClr>
                </a:gs>
                <a:gs pos="100000">
                  <a:srgbClr val="FFF2F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636378">
              <a:off x="876880" y="1400326"/>
              <a:ext cx="508552" cy="276031"/>
            </a:xfrm>
            <a:prstGeom prst="ellipse">
              <a:avLst/>
            </a:prstGeom>
            <a:gradFill>
              <a:gsLst>
                <a:gs pos="0">
                  <a:srgbClr val="00DF00">
                    <a:alpha val="32968"/>
                  </a:srgbClr>
                </a:gs>
                <a:gs pos="14286">
                  <a:srgbClr val="00DF00">
                    <a:alpha val="30764"/>
                  </a:srgbClr>
                </a:gs>
                <a:gs pos="28571">
                  <a:srgbClr val="00DF00">
                    <a:alpha val="24833"/>
                  </a:srgbClr>
                </a:gs>
                <a:gs pos="42857">
                  <a:srgbClr val="00DF00">
                    <a:alpha val="17075"/>
                  </a:srgbClr>
                </a:gs>
                <a:gs pos="57143">
                  <a:srgbClr val="00DF00">
                    <a:alpha val="9855"/>
                  </a:srgbClr>
                </a:gs>
                <a:gs pos="71429">
                  <a:srgbClr val="00DF00">
                    <a:alpha val="4740"/>
                  </a:srgbClr>
                </a:gs>
                <a:gs pos="85714">
                  <a:srgbClr val="00DF00">
                    <a:alpha val="1902"/>
                  </a:srgbClr>
                </a:gs>
                <a:gs pos="100000">
                  <a:srgbClr val="00D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10539413">
              <a:off x="1438103" y="3409100"/>
              <a:ext cx="617691" cy="194238"/>
            </a:xfrm>
            <a:prstGeom prst="ellipse">
              <a:avLst/>
            </a:prstGeom>
            <a:gradFill>
              <a:gsLst>
                <a:gs pos="0">
                  <a:srgbClr val="FE5A00">
                    <a:alpha val="32968"/>
                  </a:srgbClr>
                </a:gs>
                <a:gs pos="14286">
                  <a:srgbClr val="FE5A00">
                    <a:alpha val="30764"/>
                  </a:srgbClr>
                </a:gs>
                <a:gs pos="28571">
                  <a:srgbClr val="FE5A00">
                    <a:alpha val="24833"/>
                  </a:srgbClr>
                </a:gs>
                <a:gs pos="42857">
                  <a:srgbClr val="FE5A00">
                    <a:alpha val="17075"/>
                  </a:srgbClr>
                </a:gs>
                <a:gs pos="57143">
                  <a:srgbClr val="FE5A00">
                    <a:alpha val="9855"/>
                  </a:srgbClr>
                </a:gs>
                <a:gs pos="71429">
                  <a:srgbClr val="FE5A00">
                    <a:alpha val="4740"/>
                  </a:srgbClr>
                </a:gs>
                <a:gs pos="85714">
                  <a:srgbClr val="FE5A00">
                    <a:alpha val="1902"/>
                  </a:srgbClr>
                </a:gs>
                <a:gs pos="100000">
                  <a:srgbClr val="FE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9553464">
              <a:off x="2129045" y="3434740"/>
              <a:ext cx="618876" cy="48457"/>
            </a:xfrm>
            <a:prstGeom prst="ellipse">
              <a:avLst/>
            </a:prstGeom>
            <a:gradFill>
              <a:gsLst>
                <a:gs pos="0">
                  <a:srgbClr val="E71000">
                    <a:alpha val="32968"/>
                  </a:srgbClr>
                </a:gs>
                <a:gs pos="14286">
                  <a:srgbClr val="E71000">
                    <a:alpha val="30764"/>
                  </a:srgbClr>
                </a:gs>
                <a:gs pos="28571">
                  <a:srgbClr val="E71000">
                    <a:alpha val="24833"/>
                  </a:srgbClr>
                </a:gs>
                <a:gs pos="42857">
                  <a:srgbClr val="E71000">
                    <a:alpha val="17075"/>
                  </a:srgbClr>
                </a:gs>
                <a:gs pos="57143">
                  <a:srgbClr val="E71000">
                    <a:alpha val="9855"/>
                  </a:srgbClr>
                </a:gs>
                <a:gs pos="71429">
                  <a:srgbClr val="E71000">
                    <a:alpha val="4740"/>
                  </a:srgbClr>
                </a:gs>
                <a:gs pos="85714">
                  <a:srgbClr val="E71000">
                    <a:alpha val="1902"/>
                  </a:srgbClr>
                </a:gs>
                <a:gs pos="100000">
                  <a:srgbClr val="E7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10692858">
              <a:off x="1539084" y="3516470"/>
              <a:ext cx="531378" cy="83432"/>
            </a:xfrm>
            <a:prstGeom prst="ellipse">
              <a:avLst/>
            </a:prstGeom>
            <a:gradFill>
              <a:gsLst>
                <a:gs pos="0">
                  <a:srgbClr val="F06600">
                    <a:alpha val="32968"/>
                  </a:srgbClr>
                </a:gs>
                <a:gs pos="14286">
                  <a:srgbClr val="F06600">
                    <a:alpha val="30764"/>
                  </a:srgbClr>
                </a:gs>
                <a:gs pos="28571">
                  <a:srgbClr val="F06600">
                    <a:alpha val="24833"/>
                  </a:srgbClr>
                </a:gs>
                <a:gs pos="42857">
                  <a:srgbClr val="F06600">
                    <a:alpha val="17075"/>
                  </a:srgbClr>
                </a:gs>
                <a:gs pos="57143">
                  <a:srgbClr val="F06600">
                    <a:alpha val="9855"/>
                  </a:srgbClr>
                </a:gs>
                <a:gs pos="71429">
                  <a:srgbClr val="F06600">
                    <a:alpha val="4740"/>
                  </a:srgbClr>
                </a:gs>
                <a:gs pos="85714">
                  <a:srgbClr val="F06600">
                    <a:alpha val="1902"/>
                  </a:srgbClr>
                </a:gs>
                <a:gs pos="100000">
                  <a:srgbClr val="F0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8617188">
              <a:off x="2244147" y="1990028"/>
              <a:ext cx="58933" cy="14733"/>
            </a:xfrm>
            <a:prstGeom prst="ellipse">
              <a:avLst/>
            </a:prstGeom>
            <a:gradFill>
              <a:gsLst>
                <a:gs pos="0">
                  <a:srgbClr val="FFFAFF">
                    <a:alpha val="18593"/>
                  </a:srgbClr>
                </a:gs>
                <a:gs pos="14286">
                  <a:srgbClr val="FFFAFF">
                    <a:alpha val="17227"/>
                  </a:srgbClr>
                </a:gs>
                <a:gs pos="28571">
                  <a:srgbClr val="FFFAFF">
                    <a:alpha val="13653"/>
                  </a:srgbClr>
                </a:gs>
                <a:gs pos="42857">
                  <a:srgbClr val="FFFAFF">
                    <a:alpha val="9180"/>
                  </a:srgbClr>
                </a:gs>
                <a:gs pos="57143">
                  <a:srgbClr val="FFFAFF">
                    <a:alpha val="5196"/>
                  </a:srgbClr>
                </a:gs>
                <a:gs pos="71429">
                  <a:srgbClr val="FFFAFF">
                    <a:alpha val="2467"/>
                  </a:srgbClr>
                </a:gs>
                <a:gs pos="85714">
                  <a:srgbClr val="FFFAFF">
                    <a:alpha val="983"/>
                  </a:srgbClr>
                </a:gs>
                <a:gs pos="100000">
                  <a:srgbClr val="FFFAF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10625031">
              <a:off x="830672" y="1566723"/>
              <a:ext cx="283286" cy="51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8505039">
              <a:off x="1148523" y="763874"/>
              <a:ext cx="584906" cy="41129"/>
            </a:xfrm>
            <a:prstGeom prst="ellipse">
              <a:avLst/>
            </a:prstGeom>
            <a:gradFill>
              <a:gsLst>
                <a:gs pos="0">
                  <a:srgbClr val="00CA00">
                    <a:alpha val="32968"/>
                  </a:srgbClr>
                </a:gs>
                <a:gs pos="14286">
                  <a:srgbClr val="00CA00">
                    <a:alpha val="30764"/>
                  </a:srgbClr>
                </a:gs>
                <a:gs pos="28571">
                  <a:srgbClr val="00CA00">
                    <a:alpha val="24833"/>
                  </a:srgbClr>
                </a:gs>
                <a:gs pos="42857">
                  <a:srgbClr val="00CA00">
                    <a:alpha val="17075"/>
                  </a:srgbClr>
                </a:gs>
                <a:gs pos="57143">
                  <a:srgbClr val="00CA00">
                    <a:alpha val="9855"/>
                  </a:srgbClr>
                </a:gs>
                <a:gs pos="71429">
                  <a:srgbClr val="00CA00">
                    <a:alpha val="4740"/>
                  </a:srgbClr>
                </a:gs>
                <a:gs pos="85714">
                  <a:srgbClr val="00CA00">
                    <a:alpha val="1902"/>
                  </a:srgbClr>
                </a:gs>
                <a:gs pos="100000">
                  <a:srgbClr val="00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7817403">
              <a:off x="223352" y="660168"/>
              <a:ext cx="574460" cy="40381"/>
            </a:xfrm>
            <a:prstGeom prst="ellipse">
              <a:avLst/>
            </a:prstGeom>
            <a:gradFill>
              <a:gsLst>
                <a:gs pos="0">
                  <a:srgbClr val="00B200">
                    <a:alpha val="32968"/>
                  </a:srgbClr>
                </a:gs>
                <a:gs pos="14286">
                  <a:srgbClr val="00B200">
                    <a:alpha val="30764"/>
                  </a:srgbClr>
                </a:gs>
                <a:gs pos="28571">
                  <a:srgbClr val="00B200">
                    <a:alpha val="24833"/>
                  </a:srgbClr>
                </a:gs>
                <a:gs pos="42857">
                  <a:srgbClr val="00B200">
                    <a:alpha val="17075"/>
                  </a:srgbClr>
                </a:gs>
                <a:gs pos="57143">
                  <a:srgbClr val="00B200">
                    <a:alpha val="9855"/>
                  </a:srgbClr>
                </a:gs>
                <a:gs pos="71429">
                  <a:srgbClr val="00B200">
                    <a:alpha val="4740"/>
                  </a:srgbClr>
                </a:gs>
                <a:gs pos="85714">
                  <a:srgbClr val="00B200">
                    <a:alpha val="1902"/>
                  </a:srgbClr>
                </a:gs>
                <a:gs pos="100000">
                  <a:srgbClr val="00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8362629">
              <a:off x="2078121" y="708474"/>
              <a:ext cx="663782" cy="485003"/>
            </a:xfrm>
            <a:prstGeom prst="ellipse">
              <a:avLst/>
            </a:prstGeom>
            <a:gradFill>
              <a:gsLst>
                <a:gs pos="0">
                  <a:srgbClr val="75FF00">
                    <a:alpha val="32968"/>
                  </a:srgbClr>
                </a:gs>
                <a:gs pos="14286">
                  <a:srgbClr val="75FF00">
                    <a:alpha val="30764"/>
                  </a:srgbClr>
                </a:gs>
                <a:gs pos="28571">
                  <a:srgbClr val="75FF00">
                    <a:alpha val="24833"/>
                  </a:srgbClr>
                </a:gs>
                <a:gs pos="42857">
                  <a:srgbClr val="75FF00">
                    <a:alpha val="17075"/>
                  </a:srgbClr>
                </a:gs>
                <a:gs pos="57143">
                  <a:srgbClr val="75FF00">
                    <a:alpha val="9855"/>
                  </a:srgbClr>
                </a:gs>
                <a:gs pos="71429">
                  <a:srgbClr val="75FF00">
                    <a:alpha val="4740"/>
                  </a:srgbClr>
                </a:gs>
                <a:gs pos="85714">
                  <a:srgbClr val="75FF00">
                    <a:alpha val="1902"/>
                  </a:srgbClr>
                </a:gs>
                <a:gs pos="100000">
                  <a:srgbClr val="75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9135324">
              <a:off x="1277723" y="1077550"/>
              <a:ext cx="552691" cy="38886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400000">
              <a:off x="1645492" y="1064905"/>
              <a:ext cx="44597" cy="44597"/>
            </a:xfrm>
            <a:prstGeom prst="ellipse">
              <a:avLst/>
            </a:prstGeom>
            <a:gradFill>
              <a:gsLst>
                <a:gs pos="0">
                  <a:srgbClr val="FFFFFF">
                    <a:alpha val="17876"/>
                  </a:srgbClr>
                </a:gs>
                <a:gs pos="14286">
                  <a:srgbClr val="FFFFFF">
                    <a:alpha val="16557"/>
                  </a:srgbClr>
                </a:gs>
                <a:gs pos="28571">
                  <a:srgbClr val="FFFFFF">
                    <a:alpha val="13112"/>
                  </a:srgbClr>
                </a:gs>
                <a:gs pos="42857">
                  <a:srgbClr val="FFFFFF">
                    <a:alpha val="8806"/>
                  </a:srgbClr>
                </a:gs>
                <a:gs pos="57143">
                  <a:srgbClr val="FFFFFF">
                    <a:alpha val="4980"/>
                  </a:srgbClr>
                </a:gs>
                <a:gs pos="71429">
                  <a:srgbClr val="FFFFFF">
                    <a:alpha val="2363"/>
                  </a:srgbClr>
                </a:gs>
                <a:gs pos="85714">
                  <a:srgbClr val="FFFFFF">
                    <a:alpha val="941"/>
                  </a:srgbClr>
                </a:gs>
                <a:gs pos="100000">
                  <a:srgbClr val="FFFFF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096266">
              <a:off x="6508" y="952156"/>
              <a:ext cx="557227" cy="34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175334">
              <a:off x="3449646" y="2427819"/>
              <a:ext cx="68461" cy="17551"/>
            </a:xfrm>
            <a:prstGeom prst="ellipse">
              <a:avLst/>
            </a:prstGeom>
            <a:gradFill>
              <a:gsLst>
                <a:gs pos="0">
                  <a:srgbClr val="FFF6ED">
                    <a:alpha val="16535"/>
                  </a:srgbClr>
                </a:gs>
                <a:gs pos="14286">
                  <a:srgbClr val="FFF6ED">
                    <a:alpha val="15306"/>
                  </a:srgbClr>
                </a:gs>
                <a:gs pos="28571">
                  <a:srgbClr val="FFF6ED">
                    <a:alpha val="12101"/>
                  </a:srgbClr>
                </a:gs>
                <a:gs pos="42857">
                  <a:srgbClr val="FFF6ED">
                    <a:alpha val="8112"/>
                  </a:srgbClr>
                </a:gs>
                <a:gs pos="57143">
                  <a:srgbClr val="FFF6ED">
                    <a:alpha val="4580"/>
                  </a:srgbClr>
                </a:gs>
                <a:gs pos="71429">
                  <a:srgbClr val="FFF6ED">
                    <a:alpha val="2171"/>
                  </a:srgbClr>
                </a:gs>
                <a:gs pos="85714">
                  <a:srgbClr val="FFF6ED">
                    <a:alpha val="864"/>
                  </a:srgbClr>
                </a:gs>
                <a:gs pos="100000">
                  <a:srgbClr val="FFF6E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356704">
              <a:off x="3240912" y="1157507"/>
              <a:ext cx="409408" cy="96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799999">
              <a:off x="886284" y="-86479"/>
              <a:ext cx="512785" cy="512745"/>
            </a:xfrm>
            <a:prstGeom prst="ellipse">
              <a:avLst/>
            </a:prstGeom>
            <a:gradFill>
              <a:gsLst>
                <a:gs pos="0">
                  <a:srgbClr val="FFFFFF">
                    <a:alpha val="16353"/>
                  </a:srgbClr>
                </a:gs>
                <a:gs pos="14286">
                  <a:srgbClr val="FFFFFF">
                    <a:alpha val="15136"/>
                  </a:srgbClr>
                </a:gs>
                <a:gs pos="28571">
                  <a:srgbClr val="FFFFFF">
                    <a:alpha val="11965"/>
                  </a:srgbClr>
                </a:gs>
                <a:gs pos="42857">
                  <a:srgbClr val="FFFFFF">
                    <a:alpha val="8019"/>
                  </a:srgbClr>
                </a:gs>
                <a:gs pos="57143">
                  <a:srgbClr val="FFFFFF">
                    <a:alpha val="4526"/>
                  </a:srgbClr>
                </a:gs>
                <a:gs pos="71429">
                  <a:srgbClr val="FFFFFF">
                    <a:alpha val="2145"/>
                  </a:srgbClr>
                </a:gs>
                <a:gs pos="85714">
                  <a:srgbClr val="FFFFFF">
                    <a:alpha val="854"/>
                  </a:srgbClr>
                </a:gs>
                <a:gs pos="100000">
                  <a:srgbClr val="FFFFF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9151470">
              <a:off x="913084" y="1491664"/>
              <a:ext cx="438090" cy="94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8574497">
              <a:off x="344953" y="2704904"/>
              <a:ext cx="67332" cy="16833"/>
            </a:xfrm>
            <a:prstGeom prst="ellipse">
              <a:avLst/>
            </a:prstGeom>
            <a:gradFill>
              <a:gsLst>
                <a:gs pos="0">
                  <a:srgbClr val="FBFFFD">
                    <a:alpha val="17064"/>
                  </a:srgbClr>
                </a:gs>
                <a:gs pos="14286">
                  <a:srgbClr val="FBFFFD">
                    <a:alpha val="15799"/>
                  </a:srgbClr>
                </a:gs>
                <a:gs pos="28571">
                  <a:srgbClr val="FBFFFD">
                    <a:alpha val="12499"/>
                  </a:srgbClr>
                </a:gs>
                <a:gs pos="42857">
                  <a:srgbClr val="FBFFFD">
                    <a:alpha val="8386"/>
                  </a:srgbClr>
                </a:gs>
                <a:gs pos="57143">
                  <a:srgbClr val="FBFFFD">
                    <a:alpha val="4737"/>
                  </a:srgbClr>
                </a:gs>
                <a:gs pos="71429">
                  <a:srgbClr val="FBFFFD">
                    <a:alpha val="2246"/>
                  </a:srgbClr>
                </a:gs>
                <a:gs pos="85714">
                  <a:srgbClr val="FBFFFD">
                    <a:alpha val="894"/>
                  </a:srgbClr>
                </a:gs>
                <a:gs pos="100000">
                  <a:srgbClr val="FBFFFD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9144623">
              <a:off x="1122853" y="2296299"/>
              <a:ext cx="65568" cy="16392"/>
            </a:xfrm>
            <a:prstGeom prst="ellipse">
              <a:avLst/>
            </a:prstGeom>
            <a:gradFill>
              <a:gsLst>
                <a:gs pos="0">
                  <a:srgbClr val="FBFFFF">
                    <a:alpha val="17387"/>
                  </a:srgbClr>
                </a:gs>
                <a:gs pos="14286">
                  <a:srgbClr val="FBFFFF">
                    <a:alpha val="16101"/>
                  </a:srgbClr>
                </a:gs>
                <a:gs pos="28571">
                  <a:srgbClr val="FBFFFF">
                    <a:alpha val="12743"/>
                  </a:srgbClr>
                </a:gs>
                <a:gs pos="42857">
                  <a:srgbClr val="FBFFFF">
                    <a:alpha val="8553"/>
                  </a:srgbClr>
                </a:gs>
                <a:gs pos="57143">
                  <a:srgbClr val="FBFFFF">
                    <a:alpha val="4834"/>
                  </a:srgbClr>
                </a:gs>
                <a:gs pos="71429">
                  <a:srgbClr val="FBFFFF">
                    <a:alpha val="2292"/>
                  </a:srgbClr>
                </a:gs>
                <a:gs pos="85714">
                  <a:srgbClr val="FBFFFF">
                    <a:alpha val="913"/>
                  </a:srgbClr>
                </a:gs>
                <a:gs pos="100000">
                  <a:srgbClr val="FB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9453724">
              <a:off x="1072317" y="201825"/>
              <a:ext cx="68461" cy="17644"/>
            </a:xfrm>
            <a:prstGeom prst="ellipse">
              <a:avLst/>
            </a:prstGeom>
            <a:gradFill>
              <a:gsLst>
                <a:gs pos="0">
                  <a:srgbClr val="F2F8EB">
                    <a:alpha val="16466"/>
                  </a:srgbClr>
                </a:gs>
                <a:gs pos="14286">
                  <a:srgbClr val="F2F8EB">
                    <a:alpha val="15241"/>
                  </a:srgbClr>
                </a:gs>
                <a:gs pos="28571">
                  <a:srgbClr val="F2F8EB">
                    <a:alpha val="12049"/>
                  </a:srgbClr>
                </a:gs>
                <a:gs pos="42857">
                  <a:srgbClr val="F2F8EB">
                    <a:alpha val="8077"/>
                  </a:srgbClr>
                </a:gs>
                <a:gs pos="57143">
                  <a:srgbClr val="F2F8EB">
                    <a:alpha val="4559"/>
                  </a:srgbClr>
                </a:gs>
                <a:gs pos="71429">
                  <a:srgbClr val="F2F8EB">
                    <a:alpha val="2161"/>
                  </a:srgbClr>
                </a:gs>
                <a:gs pos="85714">
                  <a:srgbClr val="F2F8EB">
                    <a:alpha val="860"/>
                  </a:srgbClr>
                </a:gs>
                <a:gs pos="100000">
                  <a:srgbClr val="F2F8EB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4611767">
              <a:off x="640095" y="2249267"/>
              <a:ext cx="68461" cy="17816"/>
            </a:xfrm>
            <a:prstGeom prst="ellipse">
              <a:avLst/>
            </a:prstGeom>
            <a:gradFill>
              <a:gsLst>
                <a:gs pos="0">
                  <a:srgbClr val="779F39">
                    <a:alpha val="16339"/>
                  </a:srgbClr>
                </a:gs>
                <a:gs pos="14286">
                  <a:srgbClr val="779F39">
                    <a:alpha val="15123"/>
                  </a:srgbClr>
                </a:gs>
                <a:gs pos="28571">
                  <a:srgbClr val="779F39">
                    <a:alpha val="11954"/>
                  </a:srgbClr>
                </a:gs>
                <a:gs pos="42857">
                  <a:srgbClr val="779F39">
                    <a:alpha val="8011"/>
                  </a:srgbClr>
                </a:gs>
                <a:gs pos="57143">
                  <a:srgbClr val="779F39">
                    <a:alpha val="4522"/>
                  </a:srgbClr>
                </a:gs>
                <a:gs pos="71429">
                  <a:srgbClr val="779F39">
                    <a:alpha val="2143"/>
                  </a:srgbClr>
                </a:gs>
                <a:gs pos="85714">
                  <a:srgbClr val="779F39">
                    <a:alpha val="853"/>
                  </a:srgbClr>
                </a:gs>
                <a:gs pos="100000">
                  <a:srgbClr val="779F39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3000429">
              <a:off x="768997" y="1790294"/>
              <a:ext cx="68461" cy="17731"/>
            </a:xfrm>
            <a:prstGeom prst="ellipse">
              <a:avLst/>
            </a:prstGeom>
            <a:gradFill>
              <a:gsLst>
                <a:gs pos="0">
                  <a:srgbClr val="8DAF1A">
                    <a:alpha val="16402"/>
                  </a:srgbClr>
                </a:gs>
                <a:gs pos="14286">
                  <a:srgbClr val="8DAF1A">
                    <a:alpha val="15181"/>
                  </a:srgbClr>
                </a:gs>
                <a:gs pos="28571">
                  <a:srgbClr val="8DAF1A">
                    <a:alpha val="12001"/>
                  </a:srgbClr>
                </a:gs>
                <a:gs pos="42857">
                  <a:srgbClr val="8DAF1A">
                    <a:alpha val="8044"/>
                  </a:srgbClr>
                </a:gs>
                <a:gs pos="57143">
                  <a:srgbClr val="8DAF1A">
                    <a:alpha val="4540"/>
                  </a:srgbClr>
                </a:gs>
                <a:gs pos="71429">
                  <a:srgbClr val="8DAF1A">
                    <a:alpha val="2152"/>
                  </a:srgbClr>
                </a:gs>
                <a:gs pos="85714">
                  <a:srgbClr val="8DAF1A">
                    <a:alpha val="856"/>
                  </a:srgbClr>
                </a:gs>
                <a:gs pos="100000">
                  <a:srgbClr val="8DAF1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6627521">
              <a:off x="1198455" y="1056315"/>
              <a:ext cx="61856" cy="15464"/>
            </a:xfrm>
            <a:prstGeom prst="ellipse">
              <a:avLst/>
            </a:prstGeom>
            <a:gradFill>
              <a:gsLst>
                <a:gs pos="0">
                  <a:srgbClr val="F6FBFF">
                    <a:alpha val="18064"/>
                  </a:srgbClr>
                </a:gs>
                <a:gs pos="14286">
                  <a:srgbClr val="F6FBFF">
                    <a:alpha val="16733"/>
                  </a:srgbClr>
                </a:gs>
                <a:gs pos="28571">
                  <a:srgbClr val="F6FBFF">
                    <a:alpha val="13254"/>
                  </a:srgbClr>
                </a:gs>
                <a:gs pos="42857">
                  <a:srgbClr val="F6FBFF">
                    <a:alpha val="8904"/>
                  </a:srgbClr>
                </a:gs>
                <a:gs pos="57143">
                  <a:srgbClr val="F6FBFF">
                    <a:alpha val="5036"/>
                  </a:srgbClr>
                </a:gs>
                <a:gs pos="71429">
                  <a:srgbClr val="F6FBFF">
                    <a:alpha val="2390"/>
                  </a:srgbClr>
                </a:gs>
                <a:gs pos="85714">
                  <a:srgbClr val="F6FBFF">
                    <a:alpha val="952"/>
                  </a:srgbClr>
                </a:gs>
                <a:gs pos="100000">
                  <a:srgbClr val="F6FB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6130518">
              <a:off x="1193738" y="1145555"/>
              <a:ext cx="65083" cy="16271"/>
            </a:xfrm>
            <a:prstGeom prst="ellipse">
              <a:avLst/>
            </a:prstGeom>
            <a:gradFill>
              <a:gsLst>
                <a:gs pos="0">
                  <a:srgbClr val="FFF6FF">
                    <a:alpha val="17476"/>
                  </a:srgbClr>
                </a:gs>
                <a:gs pos="14286">
                  <a:srgbClr val="FFF6FF">
                    <a:alpha val="16184"/>
                  </a:srgbClr>
                </a:gs>
                <a:gs pos="28571">
                  <a:srgbClr val="FFF6FF">
                    <a:alpha val="12810"/>
                  </a:srgbClr>
                </a:gs>
                <a:gs pos="42857">
                  <a:srgbClr val="FFF6FF">
                    <a:alpha val="8599"/>
                  </a:srgbClr>
                </a:gs>
                <a:gs pos="57143">
                  <a:srgbClr val="FFF6FF">
                    <a:alpha val="4860"/>
                  </a:srgbClr>
                </a:gs>
                <a:gs pos="71429">
                  <a:srgbClr val="FFF6FF">
                    <a:alpha val="2305"/>
                  </a:srgbClr>
                </a:gs>
                <a:gs pos="85714">
                  <a:srgbClr val="FFF6FF">
                    <a:alpha val="918"/>
                  </a:srgbClr>
                </a:gs>
                <a:gs pos="100000">
                  <a:srgbClr val="FFF6F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3357766">
              <a:off x="2034312" y="1074123"/>
              <a:ext cx="651382" cy="693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00000">
              <a:off x="570484" y="2115601"/>
              <a:ext cx="35328" cy="35328"/>
            </a:xfrm>
            <a:prstGeom prst="ellipse">
              <a:avLst/>
            </a:prstGeom>
            <a:gradFill>
              <a:gsLst>
                <a:gs pos="0">
                  <a:srgbClr val="668510">
                    <a:alpha val="16451"/>
                  </a:srgbClr>
                </a:gs>
                <a:gs pos="14286">
                  <a:srgbClr val="668510">
                    <a:alpha val="15228"/>
                  </a:srgbClr>
                </a:gs>
                <a:gs pos="28571">
                  <a:srgbClr val="668510">
                    <a:alpha val="12038"/>
                  </a:srgbClr>
                </a:gs>
                <a:gs pos="42857">
                  <a:srgbClr val="668510">
                    <a:alpha val="8069"/>
                  </a:srgbClr>
                </a:gs>
                <a:gs pos="57143">
                  <a:srgbClr val="668510">
                    <a:alpha val="4555"/>
                  </a:srgbClr>
                </a:gs>
                <a:gs pos="71429">
                  <a:srgbClr val="668510">
                    <a:alpha val="2159"/>
                  </a:srgbClr>
                </a:gs>
                <a:gs pos="85714">
                  <a:srgbClr val="668510">
                    <a:alpha val="859"/>
                  </a:srgbClr>
                </a:gs>
                <a:gs pos="100000">
                  <a:srgbClr val="66851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9566481">
              <a:off x="2621756" y="1401551"/>
              <a:ext cx="664102" cy="772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412207">
              <a:off x="1981976" y="2925612"/>
              <a:ext cx="68461" cy="17802"/>
            </a:xfrm>
            <a:prstGeom prst="ellipse">
              <a:avLst/>
            </a:prstGeom>
            <a:gradFill>
              <a:gsLst>
                <a:gs pos="0">
                  <a:srgbClr val="ABD47D">
                    <a:alpha val="16349"/>
                  </a:srgbClr>
                </a:gs>
                <a:gs pos="14286">
                  <a:srgbClr val="ABD47D">
                    <a:alpha val="15132"/>
                  </a:srgbClr>
                </a:gs>
                <a:gs pos="28571">
                  <a:srgbClr val="ABD47D">
                    <a:alpha val="11961"/>
                  </a:srgbClr>
                </a:gs>
                <a:gs pos="42857">
                  <a:srgbClr val="ABD47D">
                    <a:alpha val="8016"/>
                  </a:srgbClr>
                </a:gs>
                <a:gs pos="57143">
                  <a:srgbClr val="ABD47D">
                    <a:alpha val="4525"/>
                  </a:srgbClr>
                </a:gs>
                <a:gs pos="71429">
                  <a:srgbClr val="ABD47D">
                    <a:alpha val="2144"/>
                  </a:srgbClr>
                </a:gs>
                <a:gs pos="85714">
                  <a:srgbClr val="ABD47D">
                    <a:alpha val="853"/>
                  </a:srgbClr>
                </a:gs>
                <a:gs pos="100000">
                  <a:srgbClr val="ABD47D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8149227">
              <a:off x="3129433" y="674925"/>
              <a:ext cx="120541" cy="59573"/>
            </a:xfrm>
            <a:prstGeom prst="ellipse">
              <a:avLst/>
            </a:prstGeom>
            <a:gradFill>
              <a:gsLst>
                <a:gs pos="0">
                  <a:srgbClr val="FFFFFF">
                    <a:alpha val="14333"/>
                  </a:srgbClr>
                </a:gs>
                <a:gs pos="14286">
                  <a:srgbClr val="FFFFFF">
                    <a:alpha val="13255"/>
                  </a:srgbClr>
                </a:gs>
                <a:gs pos="28571">
                  <a:srgbClr val="FFFFFF">
                    <a:alpha val="10453"/>
                  </a:srgbClr>
                </a:gs>
                <a:gs pos="42857">
                  <a:srgbClr val="FFFFFF">
                    <a:alpha val="6986"/>
                  </a:srgbClr>
                </a:gs>
                <a:gs pos="57143">
                  <a:srgbClr val="FFFFFF">
                    <a:alpha val="3933"/>
                  </a:srgbClr>
                </a:gs>
                <a:gs pos="71429">
                  <a:srgbClr val="FFFFFF">
                    <a:alpha val="1861"/>
                  </a:srgbClr>
                </a:gs>
                <a:gs pos="85714">
                  <a:srgbClr val="FFFFFF">
                    <a:alpha val="740"/>
                  </a:srgbClr>
                </a:gs>
                <a:gs pos="100000">
                  <a:srgbClr val="FFFFFF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9357099">
              <a:off x="1935106" y="949850"/>
              <a:ext cx="183939" cy="1133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979696">
              <a:off x="993434" y="1631772"/>
              <a:ext cx="559606" cy="91147"/>
            </a:xfrm>
            <a:prstGeom prst="ellipse">
              <a:avLst/>
            </a:prstGeom>
            <a:gradFill>
              <a:gsLst>
                <a:gs pos="0">
                  <a:srgbClr val="44C400">
                    <a:alpha val="32968"/>
                  </a:srgbClr>
                </a:gs>
                <a:gs pos="14286">
                  <a:srgbClr val="44C400">
                    <a:alpha val="30764"/>
                  </a:srgbClr>
                </a:gs>
                <a:gs pos="28571">
                  <a:srgbClr val="44C400">
                    <a:alpha val="24833"/>
                  </a:srgbClr>
                </a:gs>
                <a:gs pos="42857">
                  <a:srgbClr val="44C400">
                    <a:alpha val="17075"/>
                  </a:srgbClr>
                </a:gs>
                <a:gs pos="57143">
                  <a:srgbClr val="44C400">
                    <a:alpha val="9855"/>
                  </a:srgbClr>
                </a:gs>
                <a:gs pos="71429">
                  <a:srgbClr val="44C400">
                    <a:alpha val="4740"/>
                  </a:srgbClr>
                </a:gs>
                <a:gs pos="85714">
                  <a:srgbClr val="44C400">
                    <a:alpha val="1902"/>
                  </a:srgbClr>
                </a:gs>
                <a:gs pos="100000">
                  <a:srgbClr val="44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-9306807">
              <a:off x="1185268" y="1357674"/>
              <a:ext cx="485280" cy="45493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399812">
              <a:off x="1185117" y="-169046"/>
              <a:ext cx="507527" cy="505293"/>
            </a:xfrm>
            <a:prstGeom prst="ellipse">
              <a:avLst/>
            </a:prstGeom>
            <a:gradFill>
              <a:gsLst>
                <a:gs pos="0">
                  <a:srgbClr val="FFFFFF">
                    <a:alpha val="13624"/>
                  </a:srgbClr>
                </a:gs>
                <a:gs pos="14286">
                  <a:srgbClr val="FFFFFF">
                    <a:alpha val="12595"/>
                  </a:srgbClr>
                </a:gs>
                <a:gs pos="28571">
                  <a:srgbClr val="FFFFFF">
                    <a:alpha val="9924"/>
                  </a:srgbClr>
                </a:gs>
                <a:gs pos="42857">
                  <a:srgbClr val="FFFFFF">
                    <a:alpha val="6626"/>
                  </a:srgbClr>
                </a:gs>
                <a:gs pos="57143">
                  <a:srgbClr val="FFFFFF">
                    <a:alpha val="3728"/>
                  </a:srgbClr>
                </a:gs>
                <a:gs pos="71429">
                  <a:srgbClr val="FFFFFF">
                    <a:alpha val="1762"/>
                  </a:srgbClr>
                </a:gs>
                <a:gs pos="85714">
                  <a:srgbClr val="FFFFFF">
                    <a:alpha val="701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914677">
              <a:off x="1599575" y="1959151"/>
              <a:ext cx="542574" cy="35047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399791">
              <a:off x="1049994" y="-129850"/>
              <a:ext cx="512840" cy="512108"/>
            </a:xfrm>
            <a:prstGeom prst="ellipse">
              <a:avLst/>
            </a:prstGeom>
            <a:gradFill>
              <a:gsLst>
                <a:gs pos="0">
                  <a:srgbClr val="FFFFFF">
                    <a:alpha val="13110"/>
                  </a:srgbClr>
                </a:gs>
                <a:gs pos="14286">
                  <a:srgbClr val="FFFFFF">
                    <a:alpha val="12117"/>
                  </a:srgbClr>
                </a:gs>
                <a:gs pos="28571">
                  <a:srgbClr val="FFFFFF">
                    <a:alpha val="9542"/>
                  </a:srgbClr>
                </a:gs>
                <a:gs pos="42857">
                  <a:srgbClr val="FFFFFF">
                    <a:alpha val="6366"/>
                  </a:srgbClr>
                </a:gs>
                <a:gs pos="57143">
                  <a:srgbClr val="FFFFFF">
                    <a:alpha val="3579"/>
                  </a:srgbClr>
                </a:gs>
                <a:gs pos="71429">
                  <a:srgbClr val="FFFFFF">
                    <a:alpha val="1692"/>
                  </a:srgbClr>
                </a:gs>
                <a:gs pos="85714">
                  <a:srgbClr val="FFFFFF">
                    <a:alpha val="672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3156857">
              <a:off x="1350091" y="2600687"/>
              <a:ext cx="68461" cy="17355"/>
            </a:xfrm>
            <a:prstGeom prst="ellipse">
              <a:avLst/>
            </a:prstGeom>
            <a:gradFill>
              <a:gsLst>
                <a:gs pos="0">
                  <a:srgbClr val="FFF6FF">
                    <a:alpha val="16679"/>
                  </a:srgbClr>
                </a:gs>
                <a:gs pos="14286">
                  <a:srgbClr val="FFF6FF">
                    <a:alpha val="15441"/>
                  </a:srgbClr>
                </a:gs>
                <a:gs pos="28571">
                  <a:srgbClr val="FFF6FF">
                    <a:alpha val="12210"/>
                  </a:srgbClr>
                </a:gs>
                <a:gs pos="42857">
                  <a:srgbClr val="FFF6FF">
                    <a:alpha val="8187"/>
                  </a:srgbClr>
                </a:gs>
                <a:gs pos="57143">
                  <a:srgbClr val="FFF6FF">
                    <a:alpha val="4623"/>
                  </a:srgbClr>
                </a:gs>
                <a:gs pos="71429">
                  <a:srgbClr val="FFF6FF">
                    <a:alpha val="2191"/>
                  </a:srgbClr>
                </a:gs>
                <a:gs pos="85714">
                  <a:srgbClr val="FFF6FF">
                    <a:alpha val="872"/>
                  </a:srgbClr>
                </a:gs>
                <a:gs pos="100000">
                  <a:srgbClr val="FFF6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9000164">
              <a:off x="1825267" y="1165056"/>
              <a:ext cx="68461" cy="18126"/>
            </a:xfrm>
            <a:prstGeom prst="ellipse">
              <a:avLst/>
            </a:prstGeom>
            <a:gradFill>
              <a:gsLst>
                <a:gs pos="0">
                  <a:srgbClr val="FFA75B">
                    <a:alpha val="16108"/>
                  </a:srgbClr>
                </a:gs>
                <a:gs pos="14286">
                  <a:srgbClr val="FFA75B">
                    <a:alpha val="14908"/>
                  </a:srgbClr>
                </a:gs>
                <a:gs pos="28571">
                  <a:srgbClr val="FFA75B">
                    <a:alpha val="11781"/>
                  </a:srgbClr>
                </a:gs>
                <a:gs pos="42857">
                  <a:srgbClr val="FFA75B">
                    <a:alpha val="7893"/>
                  </a:srgbClr>
                </a:gs>
                <a:gs pos="57143">
                  <a:srgbClr val="FFA75B">
                    <a:alpha val="4453"/>
                  </a:srgbClr>
                </a:gs>
                <a:gs pos="71429">
                  <a:srgbClr val="FFA75B">
                    <a:alpha val="2110"/>
                  </a:srgbClr>
                </a:gs>
                <a:gs pos="85714">
                  <a:srgbClr val="FFA75B">
                    <a:alpha val="840"/>
                  </a:srgbClr>
                </a:gs>
                <a:gs pos="100000">
                  <a:srgbClr val="FFA75B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10614585">
              <a:off x="1976562" y="3551481"/>
              <a:ext cx="68461" cy="17923"/>
            </a:xfrm>
            <a:prstGeom prst="ellipse">
              <a:avLst/>
            </a:prstGeom>
            <a:gradFill>
              <a:gsLst>
                <a:gs pos="0">
                  <a:srgbClr val="FFA56B">
                    <a:alpha val="16259"/>
                  </a:srgbClr>
                </a:gs>
                <a:gs pos="14286">
                  <a:srgbClr val="FFA56B">
                    <a:alpha val="15048"/>
                  </a:srgbClr>
                </a:gs>
                <a:gs pos="28571">
                  <a:srgbClr val="FFA56B">
                    <a:alpha val="11894"/>
                  </a:srgbClr>
                </a:gs>
                <a:gs pos="42857">
                  <a:srgbClr val="FFA56B">
                    <a:alpha val="7970"/>
                  </a:srgbClr>
                </a:gs>
                <a:gs pos="57143">
                  <a:srgbClr val="FFA56B">
                    <a:alpha val="4498"/>
                  </a:srgbClr>
                </a:gs>
                <a:gs pos="71429">
                  <a:srgbClr val="FFA56B">
                    <a:alpha val="2131"/>
                  </a:srgbClr>
                </a:gs>
                <a:gs pos="85714">
                  <a:srgbClr val="FFA56B">
                    <a:alpha val="848"/>
                  </a:srgbClr>
                </a:gs>
                <a:gs pos="100000">
                  <a:srgbClr val="FFA56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044044">
              <a:off x="1036999" y="848265"/>
              <a:ext cx="697316" cy="699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21251">
              <a:off x="1890057" y="97347"/>
              <a:ext cx="676979" cy="91336"/>
            </a:xfrm>
            <a:prstGeom prst="ellipse">
              <a:avLst/>
            </a:prstGeom>
            <a:gradFill>
              <a:gsLst>
                <a:gs pos="0">
                  <a:srgbClr val="70C100">
                    <a:alpha val="32968"/>
                  </a:srgbClr>
                </a:gs>
                <a:gs pos="14286">
                  <a:srgbClr val="70C100">
                    <a:alpha val="30764"/>
                  </a:srgbClr>
                </a:gs>
                <a:gs pos="28571">
                  <a:srgbClr val="70C100">
                    <a:alpha val="24833"/>
                  </a:srgbClr>
                </a:gs>
                <a:gs pos="42857">
                  <a:srgbClr val="70C100">
                    <a:alpha val="17075"/>
                  </a:srgbClr>
                </a:gs>
                <a:gs pos="57143">
                  <a:srgbClr val="70C100">
                    <a:alpha val="9855"/>
                  </a:srgbClr>
                </a:gs>
                <a:gs pos="71429">
                  <a:srgbClr val="70C100">
                    <a:alpha val="4740"/>
                  </a:srgbClr>
                </a:gs>
                <a:gs pos="85714">
                  <a:srgbClr val="70C100">
                    <a:alpha val="1902"/>
                  </a:srgbClr>
                </a:gs>
                <a:gs pos="100000">
                  <a:srgbClr val="70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10773507">
              <a:off x="1182485" y="2228910"/>
              <a:ext cx="68461" cy="18178"/>
            </a:xfrm>
            <a:prstGeom prst="ellipse">
              <a:avLst/>
            </a:prstGeom>
            <a:gradFill>
              <a:gsLst>
                <a:gs pos="0">
                  <a:srgbClr val="7FA33D">
                    <a:alpha val="16070"/>
                  </a:srgbClr>
                </a:gs>
                <a:gs pos="14286">
                  <a:srgbClr val="7FA33D">
                    <a:alpha val="14872"/>
                  </a:srgbClr>
                </a:gs>
                <a:gs pos="28571">
                  <a:srgbClr val="7FA33D">
                    <a:alpha val="11752"/>
                  </a:srgbClr>
                </a:gs>
                <a:gs pos="42857">
                  <a:srgbClr val="7FA33D">
                    <a:alpha val="7873"/>
                  </a:srgbClr>
                </a:gs>
                <a:gs pos="57143">
                  <a:srgbClr val="7FA33D">
                    <a:alpha val="4442"/>
                  </a:srgbClr>
                </a:gs>
                <a:gs pos="71429">
                  <a:srgbClr val="7FA33D">
                    <a:alpha val="2104"/>
                  </a:srgbClr>
                </a:gs>
                <a:gs pos="85714">
                  <a:srgbClr val="7FA33D">
                    <a:alpha val="838"/>
                  </a:srgbClr>
                </a:gs>
                <a:gs pos="100000">
                  <a:srgbClr val="7FA33D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6313468">
              <a:off x="1539842" y="1182581"/>
              <a:ext cx="68461" cy="18094"/>
            </a:xfrm>
            <a:prstGeom prst="ellipse">
              <a:avLst/>
            </a:prstGeom>
            <a:gradFill>
              <a:gsLst>
                <a:gs pos="0">
                  <a:srgbClr val="FF9623">
                    <a:alpha val="16132"/>
                  </a:srgbClr>
                </a:gs>
                <a:gs pos="14286">
                  <a:srgbClr val="FF9623">
                    <a:alpha val="14930"/>
                  </a:srgbClr>
                </a:gs>
                <a:gs pos="28571">
                  <a:srgbClr val="FF9623">
                    <a:alpha val="11799"/>
                  </a:srgbClr>
                </a:gs>
                <a:gs pos="42857">
                  <a:srgbClr val="FF9623">
                    <a:alpha val="7905"/>
                  </a:srgbClr>
                </a:gs>
                <a:gs pos="57143">
                  <a:srgbClr val="FF9623">
                    <a:alpha val="4460"/>
                  </a:srgbClr>
                </a:gs>
                <a:gs pos="71429">
                  <a:srgbClr val="FF9623">
                    <a:alpha val="2113"/>
                  </a:srgbClr>
                </a:gs>
                <a:gs pos="85714">
                  <a:srgbClr val="FF9623">
                    <a:alpha val="841"/>
                  </a:srgbClr>
                </a:gs>
                <a:gs pos="100000">
                  <a:srgbClr val="FF962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6034475">
              <a:off x="1879159" y="988016"/>
              <a:ext cx="287152" cy="28080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279220">
              <a:off x="854059" y="1494125"/>
              <a:ext cx="558527" cy="89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9202193">
              <a:off x="3090932" y="1241341"/>
              <a:ext cx="383453" cy="881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149649">
              <a:off x="1613852" y="732203"/>
              <a:ext cx="68438" cy="17109"/>
            </a:xfrm>
            <a:prstGeom prst="ellipse">
              <a:avLst/>
            </a:prstGeom>
            <a:gradFill>
              <a:gsLst>
                <a:gs pos="0">
                  <a:srgbClr val="FFFEFF">
                    <a:alpha val="16861"/>
                  </a:srgbClr>
                </a:gs>
                <a:gs pos="14286">
                  <a:srgbClr val="FFFEFF">
                    <a:alpha val="15610"/>
                  </a:srgbClr>
                </a:gs>
                <a:gs pos="28571">
                  <a:srgbClr val="FFFEFF">
                    <a:alpha val="12346"/>
                  </a:srgbClr>
                </a:gs>
                <a:gs pos="42857">
                  <a:srgbClr val="FFFEFF">
                    <a:alpha val="8280"/>
                  </a:srgbClr>
                </a:gs>
                <a:gs pos="57143">
                  <a:srgbClr val="FFFEFF">
                    <a:alpha val="4676"/>
                  </a:srgbClr>
                </a:gs>
                <a:gs pos="71429">
                  <a:srgbClr val="FFFEFF">
                    <a:alpha val="2217"/>
                  </a:srgbClr>
                </a:gs>
                <a:gs pos="85714">
                  <a:srgbClr val="FFFEFF">
                    <a:alpha val="883"/>
                  </a:srgbClr>
                </a:gs>
                <a:gs pos="100000">
                  <a:srgbClr val="FFFEF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653720">
              <a:off x="1085296" y="781015"/>
              <a:ext cx="750218" cy="755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9645813">
              <a:off x="1295916" y="1732845"/>
              <a:ext cx="616001" cy="89998"/>
            </a:xfrm>
            <a:prstGeom prst="ellipse">
              <a:avLst/>
            </a:prstGeom>
            <a:gradFill>
              <a:gsLst>
                <a:gs pos="0">
                  <a:srgbClr val="FF7400">
                    <a:alpha val="32968"/>
                  </a:srgbClr>
                </a:gs>
                <a:gs pos="14286">
                  <a:srgbClr val="FF7400">
                    <a:alpha val="30764"/>
                  </a:srgbClr>
                </a:gs>
                <a:gs pos="28571">
                  <a:srgbClr val="FF7400">
                    <a:alpha val="24833"/>
                  </a:srgbClr>
                </a:gs>
                <a:gs pos="42857">
                  <a:srgbClr val="FF7400">
                    <a:alpha val="17075"/>
                  </a:srgbClr>
                </a:gs>
                <a:gs pos="57143">
                  <a:srgbClr val="FF7400">
                    <a:alpha val="9855"/>
                  </a:srgbClr>
                </a:gs>
                <a:gs pos="71429">
                  <a:srgbClr val="FF7400">
                    <a:alpha val="4740"/>
                  </a:srgbClr>
                </a:gs>
                <a:gs pos="85714">
                  <a:srgbClr val="FF7400">
                    <a:alpha val="1902"/>
                  </a:srgbClr>
                </a:gs>
                <a:gs pos="100000">
                  <a:srgbClr val="FF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4872016">
              <a:off x="-126471" y="2239363"/>
              <a:ext cx="538995" cy="142887"/>
            </a:xfrm>
            <a:prstGeom prst="ellipse">
              <a:avLst/>
            </a:prstGeom>
            <a:gradFill>
              <a:gsLst>
                <a:gs pos="0">
                  <a:srgbClr val="FFFFFF">
                    <a:alpha val="15795"/>
                  </a:srgbClr>
                </a:gs>
                <a:gs pos="14286">
                  <a:srgbClr val="FFFFFF">
                    <a:alpha val="14616"/>
                  </a:srgbClr>
                </a:gs>
                <a:gs pos="28571">
                  <a:srgbClr val="FFFFFF">
                    <a:alpha val="11546"/>
                  </a:srgbClr>
                </a:gs>
                <a:gs pos="42857">
                  <a:srgbClr val="FFFFFF">
                    <a:alpha val="7732"/>
                  </a:srgbClr>
                </a:gs>
                <a:gs pos="57143">
                  <a:srgbClr val="FFFFFF">
                    <a:alpha val="4361"/>
                  </a:srgbClr>
                </a:gs>
                <a:gs pos="71429">
                  <a:srgbClr val="FFFFFF">
                    <a:alpha val="2066"/>
                  </a:srgbClr>
                </a:gs>
                <a:gs pos="85714">
                  <a:srgbClr val="FFFFFF">
                    <a:alpha val="822"/>
                  </a:srgbClr>
                </a:gs>
                <a:gs pos="100000">
                  <a:srgbClr val="FFFFFF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8161565">
              <a:off x="1152901" y="2733707"/>
              <a:ext cx="651069" cy="146487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021199">
              <a:off x="1400055" y="2155769"/>
              <a:ext cx="423621" cy="31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8493649">
              <a:off x="1022256" y="1994196"/>
              <a:ext cx="68461" cy="18008"/>
            </a:xfrm>
            <a:prstGeom prst="ellipse">
              <a:avLst/>
            </a:prstGeom>
            <a:gradFill>
              <a:gsLst>
                <a:gs pos="0">
                  <a:srgbClr val="87B13B">
                    <a:alpha val="16196"/>
                  </a:srgbClr>
                </a:gs>
                <a:gs pos="14286">
                  <a:srgbClr val="87B13B">
                    <a:alpha val="14990"/>
                  </a:srgbClr>
                </a:gs>
                <a:gs pos="28571">
                  <a:srgbClr val="87B13B">
                    <a:alpha val="11847"/>
                  </a:srgbClr>
                </a:gs>
                <a:gs pos="42857">
                  <a:srgbClr val="87B13B">
                    <a:alpha val="7938"/>
                  </a:srgbClr>
                </a:gs>
                <a:gs pos="57143">
                  <a:srgbClr val="87B13B">
                    <a:alpha val="4479"/>
                  </a:srgbClr>
                </a:gs>
                <a:gs pos="71429">
                  <a:srgbClr val="87B13B">
                    <a:alpha val="2122"/>
                  </a:srgbClr>
                </a:gs>
                <a:gs pos="85714">
                  <a:srgbClr val="87B13B">
                    <a:alpha val="845"/>
                  </a:srgbClr>
                </a:gs>
                <a:gs pos="100000">
                  <a:srgbClr val="87B13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8523968">
              <a:off x="3202128" y="819442"/>
              <a:ext cx="533739" cy="454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9916914">
              <a:off x="1110344" y="1419281"/>
              <a:ext cx="463531" cy="54671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400000">
              <a:off x="977893" y="1861861"/>
              <a:ext cx="64458" cy="64458"/>
            </a:xfrm>
            <a:prstGeom prst="ellipse">
              <a:avLst/>
            </a:prstGeom>
            <a:gradFill>
              <a:gsLst>
                <a:gs pos="0">
                  <a:srgbClr val="4F4E10">
                    <a:alpha val="12640"/>
                  </a:srgbClr>
                </a:gs>
                <a:gs pos="14286">
                  <a:srgbClr val="4F4E10">
                    <a:alpha val="11680"/>
                  </a:srgbClr>
                </a:gs>
                <a:gs pos="28571">
                  <a:srgbClr val="4F4E10">
                    <a:alpha val="9193"/>
                  </a:srgbClr>
                </a:gs>
                <a:gs pos="42857">
                  <a:srgbClr val="4F4E10">
                    <a:alpha val="6130"/>
                  </a:srgbClr>
                </a:gs>
                <a:gs pos="57143">
                  <a:srgbClr val="4F4E10">
                    <a:alpha val="3444"/>
                  </a:srgbClr>
                </a:gs>
                <a:gs pos="71429">
                  <a:srgbClr val="4F4E10">
                    <a:alpha val="1627"/>
                  </a:srgbClr>
                </a:gs>
                <a:gs pos="85714">
                  <a:srgbClr val="4F4E10">
                    <a:alpha val="647"/>
                  </a:srgbClr>
                </a:gs>
                <a:gs pos="100000">
                  <a:srgbClr val="4F4E1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10266070">
              <a:off x="1001229" y="51979"/>
              <a:ext cx="637442" cy="173278"/>
            </a:xfrm>
            <a:prstGeom prst="ellipse">
              <a:avLst/>
            </a:prstGeom>
            <a:gradFill>
              <a:gsLst>
                <a:gs pos="0">
                  <a:srgbClr val="FFFFFF">
                    <a:alpha val="9735"/>
                  </a:srgbClr>
                </a:gs>
                <a:gs pos="14286">
                  <a:srgbClr val="FFFFFF">
                    <a:alpha val="8984"/>
                  </a:srgbClr>
                </a:gs>
                <a:gs pos="28571">
                  <a:srgbClr val="FFFFFF">
                    <a:alpha val="7049"/>
                  </a:srgbClr>
                </a:gs>
                <a:gs pos="42857">
                  <a:srgbClr val="FFFFFF">
                    <a:alpha val="4681"/>
                  </a:srgbClr>
                </a:gs>
                <a:gs pos="57143">
                  <a:srgbClr val="FFFFFF">
                    <a:alpha val="2622"/>
                  </a:srgbClr>
                </a:gs>
                <a:gs pos="71429">
                  <a:srgbClr val="FFFFFF">
                    <a:alpha val="1236"/>
                  </a:srgbClr>
                </a:gs>
                <a:gs pos="85714">
                  <a:srgbClr val="FFFFFF">
                    <a:alpha val="491"/>
                  </a:srgbClr>
                </a:gs>
                <a:gs pos="100000">
                  <a:srgbClr val="FFFFFF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8508506">
              <a:off x="204722" y="2680461"/>
              <a:ext cx="555098" cy="27369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9172427">
              <a:off x="1306539" y="1322673"/>
              <a:ext cx="68461" cy="18381"/>
            </a:xfrm>
            <a:prstGeom prst="ellipse">
              <a:avLst/>
            </a:prstGeom>
            <a:gradFill>
              <a:gsLst>
                <a:gs pos="0">
                  <a:srgbClr val="FFD4B1">
                    <a:alpha val="15918"/>
                  </a:srgbClr>
                </a:gs>
                <a:gs pos="14286">
                  <a:srgbClr val="FFD4B1">
                    <a:alpha val="14731"/>
                  </a:srgbClr>
                </a:gs>
                <a:gs pos="28571">
                  <a:srgbClr val="FFD4B1">
                    <a:alpha val="11638"/>
                  </a:srgbClr>
                </a:gs>
                <a:gs pos="42857">
                  <a:srgbClr val="FFD4B1">
                    <a:alpha val="7795"/>
                  </a:srgbClr>
                </a:gs>
                <a:gs pos="57143">
                  <a:srgbClr val="FFD4B1">
                    <a:alpha val="4397"/>
                  </a:srgbClr>
                </a:gs>
                <a:gs pos="71429">
                  <a:srgbClr val="FFD4B1">
                    <a:alpha val="2083"/>
                  </a:srgbClr>
                </a:gs>
                <a:gs pos="85714">
                  <a:srgbClr val="FFD4B1">
                    <a:alpha val="829"/>
                  </a:srgbClr>
                </a:gs>
                <a:gs pos="100000">
                  <a:srgbClr val="FFD4B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10236471">
              <a:off x="1709293" y="1813173"/>
              <a:ext cx="68461" cy="18420"/>
            </a:xfrm>
            <a:prstGeom prst="ellipse">
              <a:avLst/>
            </a:prstGeom>
            <a:gradFill>
              <a:gsLst>
                <a:gs pos="0">
                  <a:srgbClr val="FFBF93">
                    <a:alpha val="15890"/>
                  </a:srgbClr>
                </a:gs>
                <a:gs pos="14286">
                  <a:srgbClr val="FFBF93">
                    <a:alpha val="14704"/>
                  </a:srgbClr>
                </a:gs>
                <a:gs pos="28571">
                  <a:srgbClr val="FFBF93">
                    <a:alpha val="11617"/>
                  </a:srgbClr>
                </a:gs>
                <a:gs pos="42857">
                  <a:srgbClr val="FFBF93">
                    <a:alpha val="7781"/>
                  </a:srgbClr>
                </a:gs>
                <a:gs pos="57143">
                  <a:srgbClr val="FFBF93">
                    <a:alpha val="4389"/>
                  </a:srgbClr>
                </a:gs>
                <a:gs pos="71429">
                  <a:srgbClr val="FFBF93">
                    <a:alpha val="2079"/>
                  </a:srgbClr>
                </a:gs>
                <a:gs pos="85714">
                  <a:srgbClr val="FFBF93">
                    <a:alpha val="827"/>
                  </a:srgbClr>
                </a:gs>
                <a:gs pos="100000">
                  <a:srgbClr val="FFBF9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7409954">
              <a:off x="3261485" y="2812841"/>
              <a:ext cx="68461" cy="18313"/>
            </a:xfrm>
            <a:prstGeom prst="ellipse">
              <a:avLst/>
            </a:prstGeom>
            <a:gradFill>
              <a:gsLst>
                <a:gs pos="0">
                  <a:srgbClr val="FFFCFB">
                    <a:alpha val="15969"/>
                  </a:srgbClr>
                </a:gs>
                <a:gs pos="14286">
                  <a:srgbClr val="FFFCFB">
                    <a:alpha val="14778"/>
                  </a:srgbClr>
                </a:gs>
                <a:gs pos="28571">
                  <a:srgbClr val="FFFCFB">
                    <a:alpha val="11676"/>
                  </a:srgbClr>
                </a:gs>
                <a:gs pos="42857">
                  <a:srgbClr val="FFFCFB">
                    <a:alpha val="7821"/>
                  </a:srgbClr>
                </a:gs>
                <a:gs pos="57143">
                  <a:srgbClr val="FFFCFB">
                    <a:alpha val="4412"/>
                  </a:srgbClr>
                </a:gs>
                <a:gs pos="71429">
                  <a:srgbClr val="FFFCFB">
                    <a:alpha val="2090"/>
                  </a:srgbClr>
                </a:gs>
                <a:gs pos="85714">
                  <a:srgbClr val="FFFCFB">
                    <a:alpha val="832"/>
                  </a:srgbClr>
                </a:gs>
                <a:gs pos="100000">
                  <a:srgbClr val="FFFCFB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3421548">
              <a:off x="2900172" y="591462"/>
              <a:ext cx="481771" cy="127594"/>
            </a:xfrm>
            <a:prstGeom prst="ellipse">
              <a:avLst/>
            </a:prstGeom>
            <a:gradFill>
              <a:gsLst>
                <a:gs pos="0">
                  <a:srgbClr val="FFFFFF">
                    <a:alpha val="2510"/>
                  </a:srgbClr>
                </a:gs>
                <a:gs pos="14286">
                  <a:srgbClr val="FFFFFF">
                    <a:alpha val="2309"/>
                  </a:srgbClr>
                </a:gs>
                <a:gs pos="28571">
                  <a:srgbClr val="FFFFFF">
                    <a:alpha val="1798"/>
                  </a:srgbClr>
                </a:gs>
                <a:gs pos="42857">
                  <a:srgbClr val="FFFFFF">
                    <a:alpha val="1183"/>
                  </a:srgbClr>
                </a:gs>
                <a:gs pos="57143">
                  <a:srgbClr val="FFFFFF">
                    <a:alpha val="657"/>
                  </a:srgbClr>
                </a:gs>
                <a:gs pos="71429">
                  <a:srgbClr val="FFFFFF">
                    <a:alpha val="308"/>
                  </a:srgbClr>
                </a:gs>
                <a:gs pos="85714">
                  <a:srgbClr val="FFFFFF">
                    <a:alpha val="122"/>
                  </a:srgbClr>
                </a:gs>
                <a:gs pos="100000">
                  <a:srgbClr val="FFFFF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8611470">
              <a:off x="396507" y="2416973"/>
              <a:ext cx="538654" cy="63594"/>
            </a:xfrm>
            <a:prstGeom prst="ellipse">
              <a:avLst/>
            </a:prstGeom>
            <a:gradFill>
              <a:gsLst>
                <a:gs pos="0">
                  <a:srgbClr val="008F00">
                    <a:alpha val="32968"/>
                  </a:srgbClr>
                </a:gs>
                <a:gs pos="14286">
                  <a:srgbClr val="008F00">
                    <a:alpha val="30764"/>
                  </a:srgbClr>
                </a:gs>
                <a:gs pos="28571">
                  <a:srgbClr val="008F00">
                    <a:alpha val="24833"/>
                  </a:srgbClr>
                </a:gs>
                <a:gs pos="42857">
                  <a:srgbClr val="008F00">
                    <a:alpha val="17075"/>
                  </a:srgbClr>
                </a:gs>
                <a:gs pos="57143">
                  <a:srgbClr val="008F00">
                    <a:alpha val="9855"/>
                  </a:srgbClr>
                </a:gs>
                <a:gs pos="71429">
                  <a:srgbClr val="008F00">
                    <a:alpha val="4740"/>
                  </a:srgbClr>
                </a:gs>
                <a:gs pos="85714">
                  <a:srgbClr val="008F00">
                    <a:alpha val="1902"/>
                  </a:srgbClr>
                </a:gs>
                <a:gs pos="100000">
                  <a:srgbClr val="00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10799999">
              <a:off x="3225442" y="2243461"/>
              <a:ext cx="493146" cy="492851"/>
            </a:xfrm>
            <a:prstGeom prst="ellipse">
              <a:avLst/>
            </a:prstGeom>
            <a:gradFill>
              <a:gsLst>
                <a:gs pos="0">
                  <a:srgbClr val="FFFFFF">
                    <a:alpha val="15590"/>
                  </a:srgbClr>
                </a:gs>
                <a:gs pos="14286">
                  <a:srgbClr val="FFFFFF">
                    <a:alpha val="14425"/>
                  </a:srgbClr>
                </a:gs>
                <a:gs pos="28571">
                  <a:srgbClr val="FFFFFF">
                    <a:alpha val="11392"/>
                  </a:srgbClr>
                </a:gs>
                <a:gs pos="42857">
                  <a:srgbClr val="FFFFFF">
                    <a:alpha val="7627"/>
                  </a:srgbClr>
                </a:gs>
                <a:gs pos="57143">
                  <a:srgbClr val="FFFFFF">
                    <a:alpha val="4301"/>
                  </a:srgbClr>
                </a:gs>
                <a:gs pos="71429">
                  <a:srgbClr val="FFFFFF">
                    <a:alpha val="2037"/>
                  </a:srgbClr>
                </a:gs>
                <a:gs pos="85714">
                  <a:srgbClr val="FFFFFF">
                    <a:alpha val="810"/>
                  </a:srgbClr>
                </a:gs>
                <a:gs pos="100000">
                  <a:srgbClr val="FFFFFF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-8773568">
              <a:off x="1461485" y="1056943"/>
              <a:ext cx="526688" cy="65661"/>
            </a:xfrm>
            <a:prstGeom prst="ellipse">
              <a:avLst/>
            </a:prstGeom>
            <a:gradFill>
              <a:gsLst>
                <a:gs pos="0">
                  <a:srgbClr val="C00000">
                    <a:alpha val="32968"/>
                  </a:srgbClr>
                </a:gs>
                <a:gs pos="14286">
                  <a:srgbClr val="C00000">
                    <a:alpha val="30764"/>
                  </a:srgbClr>
                </a:gs>
                <a:gs pos="28571">
                  <a:srgbClr val="C00000">
                    <a:alpha val="24833"/>
                  </a:srgbClr>
                </a:gs>
                <a:gs pos="42857">
                  <a:srgbClr val="C00000">
                    <a:alpha val="17075"/>
                  </a:srgbClr>
                </a:gs>
                <a:gs pos="57143">
                  <a:srgbClr val="C00000">
                    <a:alpha val="9855"/>
                  </a:srgbClr>
                </a:gs>
                <a:gs pos="71429">
                  <a:srgbClr val="C00000">
                    <a:alpha val="4740"/>
                  </a:srgbClr>
                </a:gs>
                <a:gs pos="85714">
                  <a:srgbClr val="C00000">
                    <a:alpha val="1902"/>
                  </a:srgbClr>
                </a:gs>
                <a:gs pos="100000">
                  <a:srgbClr val="C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771732">
              <a:off x="3031353" y="2449577"/>
              <a:ext cx="68461" cy="18541"/>
            </a:xfrm>
            <a:prstGeom prst="ellipse">
              <a:avLst/>
            </a:prstGeom>
            <a:gradFill>
              <a:gsLst>
                <a:gs pos="0">
                  <a:srgbClr val="FF9B43">
                    <a:alpha val="15799"/>
                  </a:srgbClr>
                </a:gs>
                <a:gs pos="14286">
                  <a:srgbClr val="FF9B43">
                    <a:alpha val="14620"/>
                  </a:srgbClr>
                </a:gs>
                <a:gs pos="28571">
                  <a:srgbClr val="FF9B43">
                    <a:alpha val="11549"/>
                  </a:srgbClr>
                </a:gs>
                <a:gs pos="42857">
                  <a:srgbClr val="FF9B43">
                    <a:alpha val="7734"/>
                  </a:srgbClr>
                </a:gs>
                <a:gs pos="57143">
                  <a:srgbClr val="FF9B43">
                    <a:alpha val="4362"/>
                  </a:srgbClr>
                </a:gs>
                <a:gs pos="71429">
                  <a:srgbClr val="FF9B43">
                    <a:alpha val="2066"/>
                  </a:srgbClr>
                </a:gs>
                <a:gs pos="85714">
                  <a:srgbClr val="FF9B43">
                    <a:alpha val="822"/>
                  </a:srgbClr>
                </a:gs>
                <a:gs pos="100000">
                  <a:srgbClr val="FF9B4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4625262">
              <a:off x="402322" y="2584299"/>
              <a:ext cx="68461" cy="18533"/>
            </a:xfrm>
            <a:prstGeom prst="ellipse">
              <a:avLst/>
            </a:prstGeom>
            <a:gradFill>
              <a:gsLst>
                <a:gs pos="0">
                  <a:srgbClr val="85AD3C">
                    <a:alpha val="15805"/>
                  </a:srgbClr>
                </a:gs>
                <a:gs pos="14286">
                  <a:srgbClr val="85AD3C">
                    <a:alpha val="14625"/>
                  </a:srgbClr>
                </a:gs>
                <a:gs pos="28571">
                  <a:srgbClr val="85AD3C">
                    <a:alpha val="11553"/>
                  </a:srgbClr>
                </a:gs>
                <a:gs pos="42857">
                  <a:srgbClr val="85AD3C">
                    <a:alpha val="7737"/>
                  </a:srgbClr>
                </a:gs>
                <a:gs pos="57143">
                  <a:srgbClr val="85AD3C">
                    <a:alpha val="4364"/>
                  </a:srgbClr>
                </a:gs>
                <a:gs pos="71429">
                  <a:srgbClr val="85AD3C">
                    <a:alpha val="2067"/>
                  </a:srgbClr>
                </a:gs>
                <a:gs pos="85714">
                  <a:srgbClr val="85AD3C">
                    <a:alpha val="823"/>
                  </a:srgbClr>
                </a:gs>
                <a:gs pos="100000">
                  <a:srgbClr val="85AD3C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4445499">
              <a:off x="3482132" y="1257494"/>
              <a:ext cx="68461" cy="17377"/>
            </a:xfrm>
            <a:prstGeom prst="ellipse">
              <a:avLst/>
            </a:prstGeom>
            <a:gradFill>
              <a:gsLst>
                <a:gs pos="0">
                  <a:srgbClr val="FFFFFF">
                    <a:alpha val="16663"/>
                  </a:srgbClr>
                </a:gs>
                <a:gs pos="14286">
                  <a:srgbClr val="FFFFFF">
                    <a:alpha val="15425"/>
                  </a:srgbClr>
                </a:gs>
                <a:gs pos="28571">
                  <a:srgbClr val="FFFFFF">
                    <a:alpha val="12198"/>
                  </a:srgbClr>
                </a:gs>
                <a:gs pos="42857">
                  <a:srgbClr val="FFFFFF">
                    <a:alpha val="8178"/>
                  </a:srgbClr>
                </a:gs>
                <a:gs pos="57143">
                  <a:srgbClr val="FFFFFF">
                    <a:alpha val="4618"/>
                  </a:srgbClr>
                </a:gs>
                <a:gs pos="71429">
                  <a:srgbClr val="FFFFFF">
                    <a:alpha val="2189"/>
                  </a:srgbClr>
                </a:gs>
                <a:gs pos="85714">
                  <a:srgbClr val="FFFFFF">
                    <a:alpha val="871"/>
                  </a:srgbClr>
                </a:gs>
                <a:gs pos="100000">
                  <a:srgbClr val="FFFF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10094430">
              <a:off x="1171731" y="1960597"/>
              <a:ext cx="575122" cy="38785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4684007">
              <a:off x="1982082" y="1267550"/>
              <a:ext cx="481135" cy="61646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950983">
              <a:off x="1599095" y="1234059"/>
              <a:ext cx="433652" cy="107898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10139137">
              <a:off x="330078" y="2289840"/>
              <a:ext cx="442049" cy="51469"/>
            </a:xfrm>
            <a:prstGeom prst="ellipse">
              <a:avLst/>
            </a:prstGeom>
            <a:gradFill>
              <a:gsLst>
                <a:gs pos="0">
                  <a:srgbClr val="0000B2">
                    <a:alpha val="32968"/>
                  </a:srgbClr>
                </a:gs>
                <a:gs pos="14286">
                  <a:srgbClr val="0000B2">
                    <a:alpha val="30764"/>
                  </a:srgbClr>
                </a:gs>
                <a:gs pos="28571">
                  <a:srgbClr val="0000B2">
                    <a:alpha val="24833"/>
                  </a:srgbClr>
                </a:gs>
                <a:gs pos="42857">
                  <a:srgbClr val="0000B2">
                    <a:alpha val="17075"/>
                  </a:srgbClr>
                </a:gs>
                <a:gs pos="57143">
                  <a:srgbClr val="0000B2">
                    <a:alpha val="9855"/>
                  </a:srgbClr>
                </a:gs>
                <a:gs pos="71429">
                  <a:srgbClr val="0000B2">
                    <a:alpha val="4740"/>
                  </a:srgbClr>
                </a:gs>
                <a:gs pos="85714">
                  <a:srgbClr val="0000B2">
                    <a:alpha val="1902"/>
                  </a:srgbClr>
                </a:gs>
                <a:gs pos="100000">
                  <a:srgbClr val="0000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7204245">
              <a:off x="1881029" y="1596871"/>
              <a:ext cx="626551" cy="593268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9914554">
              <a:off x="2581802" y="1426686"/>
              <a:ext cx="632522" cy="70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10799999">
              <a:off x="3230625" y="2263839"/>
              <a:ext cx="498751" cy="498350"/>
            </a:xfrm>
            <a:prstGeom prst="ellipse">
              <a:avLst/>
            </a:prstGeom>
            <a:gradFill>
              <a:gsLst>
                <a:gs pos="0">
                  <a:srgbClr val="FFFFFF">
                    <a:alpha val="17887"/>
                  </a:srgbClr>
                </a:gs>
                <a:gs pos="14286">
                  <a:srgbClr val="FFFFFF">
                    <a:alpha val="16568"/>
                  </a:srgbClr>
                </a:gs>
                <a:gs pos="28571">
                  <a:srgbClr val="FFFFFF">
                    <a:alpha val="13120"/>
                  </a:srgbClr>
                </a:gs>
                <a:gs pos="42857">
                  <a:srgbClr val="FFFFFF">
                    <a:alpha val="8812"/>
                  </a:srgbClr>
                </a:gs>
                <a:gs pos="57143">
                  <a:srgbClr val="FFFFFF">
                    <a:alpha val="4983"/>
                  </a:srgbClr>
                </a:gs>
                <a:gs pos="71429">
                  <a:srgbClr val="FFFFFF">
                    <a:alpha val="2364"/>
                  </a:srgbClr>
                </a:gs>
                <a:gs pos="85714">
                  <a:srgbClr val="FFFFFF">
                    <a:alpha val="942"/>
                  </a:srgbClr>
                </a:gs>
                <a:gs pos="100000">
                  <a:srgbClr val="FFFF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3169978">
              <a:off x="1036686" y="2551943"/>
              <a:ext cx="732388" cy="23658"/>
            </a:xfrm>
            <a:prstGeom prst="ellipse">
              <a:avLst/>
            </a:prstGeom>
            <a:gradFill>
              <a:gsLst>
                <a:gs pos="0">
                  <a:srgbClr val="009100">
                    <a:alpha val="32968"/>
                  </a:srgbClr>
                </a:gs>
                <a:gs pos="14286">
                  <a:srgbClr val="009100">
                    <a:alpha val="30764"/>
                  </a:srgbClr>
                </a:gs>
                <a:gs pos="28571">
                  <a:srgbClr val="009100">
                    <a:alpha val="24833"/>
                  </a:srgbClr>
                </a:gs>
                <a:gs pos="42857">
                  <a:srgbClr val="009100">
                    <a:alpha val="17075"/>
                  </a:srgbClr>
                </a:gs>
                <a:gs pos="57143">
                  <a:srgbClr val="009100">
                    <a:alpha val="9855"/>
                  </a:srgbClr>
                </a:gs>
                <a:gs pos="71429">
                  <a:srgbClr val="009100">
                    <a:alpha val="4740"/>
                  </a:srgbClr>
                </a:gs>
                <a:gs pos="85714">
                  <a:srgbClr val="009100">
                    <a:alpha val="1902"/>
                  </a:srgbClr>
                </a:gs>
                <a:gs pos="100000">
                  <a:srgbClr val="00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8510850">
              <a:off x="276498" y="2516786"/>
              <a:ext cx="633073" cy="23359"/>
            </a:xfrm>
            <a:prstGeom prst="ellipse">
              <a:avLst/>
            </a:prstGeom>
            <a:gradFill>
              <a:gsLst>
                <a:gs pos="0">
                  <a:srgbClr val="009E00">
                    <a:alpha val="32968"/>
                  </a:srgbClr>
                </a:gs>
                <a:gs pos="14286">
                  <a:srgbClr val="009E00">
                    <a:alpha val="30764"/>
                  </a:srgbClr>
                </a:gs>
                <a:gs pos="28571">
                  <a:srgbClr val="009E00">
                    <a:alpha val="24833"/>
                  </a:srgbClr>
                </a:gs>
                <a:gs pos="42857">
                  <a:srgbClr val="009E00">
                    <a:alpha val="17075"/>
                  </a:srgbClr>
                </a:gs>
                <a:gs pos="57143">
                  <a:srgbClr val="009E00">
                    <a:alpha val="9855"/>
                  </a:srgbClr>
                </a:gs>
                <a:gs pos="71429">
                  <a:srgbClr val="009E00">
                    <a:alpha val="4740"/>
                  </a:srgbClr>
                </a:gs>
                <a:gs pos="85714">
                  <a:srgbClr val="009E00">
                    <a:alpha val="1902"/>
                  </a:srgbClr>
                </a:gs>
                <a:gs pos="100000">
                  <a:srgbClr val="00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-10559889">
              <a:off x="1025603" y="2240184"/>
              <a:ext cx="68461" cy="18624"/>
            </a:xfrm>
            <a:prstGeom prst="ellipse">
              <a:avLst/>
            </a:prstGeom>
            <a:gradFill>
              <a:gsLst>
                <a:gs pos="0">
                  <a:srgbClr val="9ECA67">
                    <a:alpha val="15737"/>
                  </a:srgbClr>
                </a:gs>
                <a:gs pos="14286">
                  <a:srgbClr val="9ECA67">
                    <a:alpha val="14562"/>
                  </a:srgbClr>
                </a:gs>
                <a:gs pos="28571">
                  <a:srgbClr val="9ECA67">
                    <a:alpha val="11503"/>
                  </a:srgbClr>
                </a:gs>
                <a:gs pos="42857">
                  <a:srgbClr val="9ECA67">
                    <a:alpha val="7702"/>
                  </a:srgbClr>
                </a:gs>
                <a:gs pos="57143">
                  <a:srgbClr val="9ECA67">
                    <a:alpha val="4344"/>
                  </a:srgbClr>
                </a:gs>
                <a:gs pos="71429">
                  <a:srgbClr val="9ECA67">
                    <a:alpha val="2057"/>
                  </a:srgbClr>
                </a:gs>
                <a:gs pos="85714">
                  <a:srgbClr val="9ECA67">
                    <a:alpha val="819"/>
                  </a:srgbClr>
                </a:gs>
                <a:gs pos="100000">
                  <a:srgbClr val="9ECA6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6431518">
              <a:off x="1392520" y="1607519"/>
              <a:ext cx="68461" cy="18773"/>
            </a:xfrm>
            <a:prstGeom prst="ellipse">
              <a:avLst/>
            </a:prstGeom>
            <a:gradFill>
              <a:gsLst>
                <a:gs pos="0">
                  <a:srgbClr val="FFB379">
                    <a:alpha val="15626"/>
                  </a:srgbClr>
                </a:gs>
                <a:gs pos="14286">
                  <a:srgbClr val="FFB379">
                    <a:alpha val="14458"/>
                  </a:srgbClr>
                </a:gs>
                <a:gs pos="28571">
                  <a:srgbClr val="FFB379">
                    <a:alpha val="11419"/>
                  </a:srgbClr>
                </a:gs>
                <a:gs pos="42857">
                  <a:srgbClr val="FFB379">
                    <a:alpha val="7645"/>
                  </a:srgbClr>
                </a:gs>
                <a:gs pos="57143">
                  <a:srgbClr val="FFB379">
                    <a:alpha val="4311"/>
                  </a:srgbClr>
                </a:gs>
                <a:gs pos="71429">
                  <a:srgbClr val="FFB379">
                    <a:alpha val="2042"/>
                  </a:srgbClr>
                </a:gs>
                <a:gs pos="85714">
                  <a:srgbClr val="FFB379">
                    <a:alpha val="812"/>
                  </a:srgbClr>
                </a:gs>
                <a:gs pos="100000">
                  <a:srgbClr val="FFB379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8289175">
              <a:off x="2887671" y="3140374"/>
              <a:ext cx="68461" cy="18786"/>
            </a:xfrm>
            <a:prstGeom prst="ellipse">
              <a:avLst/>
            </a:prstGeom>
            <a:gradFill>
              <a:gsLst>
                <a:gs pos="0">
                  <a:srgbClr val="FF8700">
                    <a:alpha val="15616"/>
                  </a:srgbClr>
                </a:gs>
                <a:gs pos="14286">
                  <a:srgbClr val="FF8700">
                    <a:alpha val="14449"/>
                  </a:srgbClr>
                </a:gs>
                <a:gs pos="28571">
                  <a:srgbClr val="FF8700">
                    <a:alpha val="11412"/>
                  </a:srgbClr>
                </a:gs>
                <a:gs pos="42857">
                  <a:srgbClr val="FF8700">
                    <a:alpha val="7640"/>
                  </a:srgbClr>
                </a:gs>
                <a:gs pos="57143">
                  <a:srgbClr val="FF8700">
                    <a:alpha val="4308"/>
                  </a:srgbClr>
                </a:gs>
                <a:gs pos="71429">
                  <a:srgbClr val="FF8700">
                    <a:alpha val="2040"/>
                  </a:srgbClr>
                </a:gs>
                <a:gs pos="85714">
                  <a:srgbClr val="FF8700">
                    <a:alpha val="812"/>
                  </a:srgbClr>
                </a:gs>
                <a:gs pos="100000">
                  <a:srgbClr val="FF87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8583634">
              <a:off x="3183359" y="812910"/>
              <a:ext cx="526500" cy="444585"/>
            </a:xfrm>
            <a:prstGeom prst="ellipse">
              <a:avLst/>
            </a:prstGeom>
            <a:gradFill>
              <a:gsLst>
                <a:gs pos="0">
                  <a:srgbClr val="FFFFFF">
                    <a:alpha val="27290"/>
                  </a:srgbClr>
                </a:gs>
                <a:gs pos="14286">
                  <a:srgbClr val="FFFFFF">
                    <a:alpha val="25391"/>
                  </a:srgbClr>
                </a:gs>
                <a:gs pos="28571">
                  <a:srgbClr val="FFFFFF">
                    <a:alpha val="20342"/>
                  </a:srgbClr>
                </a:gs>
                <a:gs pos="42857">
                  <a:srgbClr val="FFFFFF">
                    <a:alpha val="13858"/>
                  </a:srgbClr>
                </a:gs>
                <a:gs pos="57143">
                  <a:srgbClr val="FFFFFF">
                    <a:alpha val="7933"/>
                  </a:srgbClr>
                </a:gs>
                <a:gs pos="71429">
                  <a:srgbClr val="FFFFFF">
                    <a:alpha val="3795"/>
                  </a:srgbClr>
                </a:gs>
                <a:gs pos="85714">
                  <a:srgbClr val="FFFFFF">
                    <a:alpha val="1518"/>
                  </a:srgbClr>
                </a:gs>
                <a:gs pos="100000">
                  <a:srgbClr val="FFFFFF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-9472375">
              <a:off x="785193" y="2180099"/>
              <a:ext cx="68461" cy="18817"/>
            </a:xfrm>
            <a:prstGeom prst="ellipse">
              <a:avLst/>
            </a:prstGeom>
            <a:gradFill>
              <a:gsLst>
                <a:gs pos="0">
                  <a:srgbClr val="90C243">
                    <a:alpha val="15593"/>
                  </a:srgbClr>
                </a:gs>
                <a:gs pos="14286">
                  <a:srgbClr val="90C243">
                    <a:alpha val="14428"/>
                  </a:srgbClr>
                </a:gs>
                <a:gs pos="28571">
                  <a:srgbClr val="90C243">
                    <a:alpha val="11395"/>
                  </a:srgbClr>
                </a:gs>
                <a:gs pos="42857">
                  <a:srgbClr val="90C243">
                    <a:alpha val="7628"/>
                  </a:srgbClr>
                </a:gs>
                <a:gs pos="57143">
                  <a:srgbClr val="90C243">
                    <a:alpha val="4302"/>
                  </a:srgbClr>
                </a:gs>
                <a:gs pos="71429">
                  <a:srgbClr val="90C243">
                    <a:alpha val="2037"/>
                  </a:srgbClr>
                </a:gs>
                <a:gs pos="85714">
                  <a:srgbClr val="90C243">
                    <a:alpha val="811"/>
                  </a:srgbClr>
                </a:gs>
                <a:gs pos="100000">
                  <a:srgbClr val="90C243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007662">
              <a:off x="1481021" y="1545074"/>
              <a:ext cx="68461" cy="18826"/>
            </a:xfrm>
            <a:prstGeom prst="ellipse">
              <a:avLst/>
            </a:prstGeom>
            <a:gradFill>
              <a:gsLst>
                <a:gs pos="0">
                  <a:srgbClr val="FFCAA7">
                    <a:alpha val="15586"/>
                  </a:srgbClr>
                </a:gs>
                <a:gs pos="14286">
                  <a:srgbClr val="FFCAA7">
                    <a:alpha val="14421"/>
                  </a:srgbClr>
                </a:gs>
                <a:gs pos="28571">
                  <a:srgbClr val="FFCAA7">
                    <a:alpha val="11389"/>
                  </a:srgbClr>
                </a:gs>
                <a:gs pos="42857">
                  <a:srgbClr val="FFCAA7">
                    <a:alpha val="7625"/>
                  </a:srgbClr>
                </a:gs>
                <a:gs pos="57143">
                  <a:srgbClr val="FFCAA7">
                    <a:alpha val="4300"/>
                  </a:srgbClr>
                </a:gs>
                <a:gs pos="71429">
                  <a:srgbClr val="FFCAA7">
                    <a:alpha val="2036"/>
                  </a:srgbClr>
                </a:gs>
                <a:gs pos="85714">
                  <a:srgbClr val="FFCAA7">
                    <a:alpha val="810"/>
                  </a:srgbClr>
                </a:gs>
                <a:gs pos="100000">
                  <a:srgbClr val="FFCAA7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7667615">
              <a:off x="168111" y="731194"/>
              <a:ext cx="539533" cy="22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3301495">
              <a:off x="564045" y="2715313"/>
              <a:ext cx="68461" cy="18596"/>
            </a:xfrm>
            <a:prstGeom prst="ellipse">
              <a:avLst/>
            </a:prstGeom>
            <a:gradFill>
              <a:gsLst>
                <a:gs pos="0">
                  <a:srgbClr val="FFC18B">
                    <a:alpha val="15758"/>
                  </a:srgbClr>
                </a:gs>
                <a:gs pos="14286">
                  <a:srgbClr val="FFC18B">
                    <a:alpha val="14581"/>
                  </a:srgbClr>
                </a:gs>
                <a:gs pos="28571">
                  <a:srgbClr val="FFC18B">
                    <a:alpha val="11518"/>
                  </a:srgbClr>
                </a:gs>
                <a:gs pos="42857">
                  <a:srgbClr val="FFC18B">
                    <a:alpha val="7713"/>
                  </a:srgbClr>
                </a:gs>
                <a:gs pos="57143">
                  <a:srgbClr val="FFC18B">
                    <a:alpha val="4350"/>
                  </a:srgbClr>
                </a:gs>
                <a:gs pos="71429">
                  <a:srgbClr val="FFC18B">
                    <a:alpha val="2060"/>
                  </a:srgbClr>
                </a:gs>
                <a:gs pos="85714">
                  <a:srgbClr val="FFC18B">
                    <a:alpha val="820"/>
                  </a:srgbClr>
                </a:gs>
                <a:gs pos="100000">
                  <a:srgbClr val="FFC18B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10633333">
              <a:off x="2309974" y="3084067"/>
              <a:ext cx="68461" cy="18828"/>
            </a:xfrm>
            <a:prstGeom prst="ellipse">
              <a:avLst/>
            </a:prstGeom>
            <a:gradFill>
              <a:gsLst>
                <a:gs pos="0">
                  <a:srgbClr val="FF8312">
                    <a:alpha val="15585"/>
                  </a:srgbClr>
                </a:gs>
                <a:gs pos="14286">
                  <a:srgbClr val="FF8312">
                    <a:alpha val="14420"/>
                  </a:srgbClr>
                </a:gs>
                <a:gs pos="28571">
                  <a:srgbClr val="FF8312">
                    <a:alpha val="11388"/>
                  </a:srgbClr>
                </a:gs>
                <a:gs pos="42857">
                  <a:srgbClr val="FF8312">
                    <a:alpha val="7624"/>
                  </a:srgbClr>
                </a:gs>
                <a:gs pos="57143">
                  <a:srgbClr val="FF8312">
                    <a:alpha val="4299"/>
                  </a:srgbClr>
                </a:gs>
                <a:gs pos="71429">
                  <a:srgbClr val="FF8312">
                    <a:alpha val="2036"/>
                  </a:srgbClr>
                </a:gs>
                <a:gs pos="85714">
                  <a:srgbClr val="FF8312">
                    <a:alpha val="810"/>
                  </a:srgbClr>
                </a:gs>
                <a:gs pos="100000">
                  <a:srgbClr val="FF8312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399527">
              <a:off x="1092658" y="-115633"/>
              <a:ext cx="485609" cy="485532"/>
            </a:xfrm>
            <a:prstGeom prst="ellipse">
              <a:avLst/>
            </a:prstGeom>
            <a:gradFill>
              <a:gsLst>
                <a:gs pos="0">
                  <a:srgbClr val="FFFFFF">
                    <a:alpha val="11854"/>
                  </a:srgbClr>
                </a:gs>
                <a:gs pos="14286">
                  <a:srgbClr val="FFFFFF">
                    <a:alpha val="10950"/>
                  </a:srgbClr>
                </a:gs>
                <a:gs pos="28571">
                  <a:srgbClr val="FFFFFF">
                    <a:alpha val="8611"/>
                  </a:srgbClr>
                </a:gs>
                <a:gs pos="42857">
                  <a:srgbClr val="FFFFFF">
                    <a:alpha val="5735"/>
                  </a:srgbClr>
                </a:gs>
                <a:gs pos="57143">
                  <a:srgbClr val="FFFFFF">
                    <a:alpha val="3220"/>
                  </a:srgbClr>
                </a:gs>
                <a:gs pos="71429">
                  <a:srgbClr val="FFFFFF">
                    <a:alpha val="1520"/>
                  </a:srgbClr>
                </a:gs>
                <a:gs pos="85714">
                  <a:srgbClr val="FFFFFF">
                    <a:alpha val="604"/>
                  </a:srgbClr>
                </a:gs>
                <a:gs pos="100000">
                  <a:srgbClr val="FFFFFF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10164183">
              <a:off x="1618469" y="754550"/>
              <a:ext cx="578211" cy="334156"/>
            </a:xfrm>
            <a:prstGeom prst="ellipse">
              <a:avLst/>
            </a:prstGeom>
            <a:gradFill>
              <a:gsLst>
                <a:gs pos="0">
                  <a:srgbClr val="FE4400">
                    <a:alpha val="32968"/>
                  </a:srgbClr>
                </a:gs>
                <a:gs pos="14286">
                  <a:srgbClr val="FE4400">
                    <a:alpha val="30764"/>
                  </a:srgbClr>
                </a:gs>
                <a:gs pos="28571">
                  <a:srgbClr val="FE4400">
                    <a:alpha val="24833"/>
                  </a:srgbClr>
                </a:gs>
                <a:gs pos="42857">
                  <a:srgbClr val="FE4400">
                    <a:alpha val="17075"/>
                  </a:srgbClr>
                </a:gs>
                <a:gs pos="57143">
                  <a:srgbClr val="FE4400">
                    <a:alpha val="9855"/>
                  </a:srgbClr>
                </a:gs>
                <a:gs pos="71429">
                  <a:srgbClr val="FE4400">
                    <a:alpha val="4740"/>
                  </a:srgbClr>
                </a:gs>
                <a:gs pos="85714">
                  <a:srgbClr val="FE4400">
                    <a:alpha val="1902"/>
                  </a:srgbClr>
                </a:gs>
                <a:gs pos="100000">
                  <a:srgbClr val="FE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6468929">
              <a:off x="787764" y="1519544"/>
              <a:ext cx="258263" cy="56598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9438776">
              <a:off x="1493001" y="1894538"/>
              <a:ext cx="468579" cy="1153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809919">
              <a:off x="2445415" y="1189234"/>
              <a:ext cx="333205" cy="125876"/>
            </a:xfrm>
            <a:prstGeom prst="ellipse">
              <a:avLst/>
            </a:prstGeom>
            <a:gradFill>
              <a:gsLst>
                <a:gs pos="0">
                  <a:srgbClr val="62002F">
                    <a:alpha val="32968"/>
                  </a:srgbClr>
                </a:gs>
                <a:gs pos="14286">
                  <a:srgbClr val="62002F">
                    <a:alpha val="30764"/>
                  </a:srgbClr>
                </a:gs>
                <a:gs pos="28571">
                  <a:srgbClr val="62002F">
                    <a:alpha val="24833"/>
                  </a:srgbClr>
                </a:gs>
                <a:gs pos="42857">
                  <a:srgbClr val="62002F">
                    <a:alpha val="17075"/>
                  </a:srgbClr>
                </a:gs>
                <a:gs pos="57143">
                  <a:srgbClr val="62002F">
                    <a:alpha val="9855"/>
                  </a:srgbClr>
                </a:gs>
                <a:gs pos="71429">
                  <a:srgbClr val="62002F">
                    <a:alpha val="4740"/>
                  </a:srgbClr>
                </a:gs>
                <a:gs pos="85714">
                  <a:srgbClr val="62002F">
                    <a:alpha val="1902"/>
                  </a:srgbClr>
                </a:gs>
                <a:gs pos="100000">
                  <a:srgbClr val="6200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10582510">
              <a:off x="1879171" y="2130781"/>
              <a:ext cx="68461" cy="18605"/>
            </a:xfrm>
            <a:prstGeom prst="ellipse">
              <a:avLst/>
            </a:prstGeom>
            <a:gradFill>
              <a:gsLst>
                <a:gs pos="0">
                  <a:srgbClr val="759939">
                    <a:alpha val="15752"/>
                  </a:srgbClr>
                </a:gs>
                <a:gs pos="14286">
                  <a:srgbClr val="759939">
                    <a:alpha val="14576"/>
                  </a:srgbClr>
                </a:gs>
                <a:gs pos="28571">
                  <a:srgbClr val="759939">
                    <a:alpha val="11513"/>
                  </a:srgbClr>
                </a:gs>
                <a:gs pos="42857">
                  <a:srgbClr val="759939">
                    <a:alpha val="7710"/>
                  </a:srgbClr>
                </a:gs>
                <a:gs pos="57143">
                  <a:srgbClr val="759939">
                    <a:alpha val="4348"/>
                  </a:srgbClr>
                </a:gs>
                <a:gs pos="71429">
                  <a:srgbClr val="759939">
                    <a:alpha val="2060"/>
                  </a:srgbClr>
                </a:gs>
                <a:gs pos="85714">
                  <a:srgbClr val="759939">
                    <a:alpha val="820"/>
                  </a:srgbClr>
                </a:gs>
                <a:gs pos="100000">
                  <a:srgbClr val="75993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005410">
              <a:off x="423461" y="2841555"/>
              <a:ext cx="68461" cy="18894"/>
            </a:xfrm>
            <a:prstGeom prst="ellipse">
              <a:avLst/>
            </a:prstGeom>
            <a:gradFill>
              <a:gsLst>
                <a:gs pos="0">
                  <a:srgbClr val="FFA96A">
                    <a:alpha val="15535"/>
                  </a:srgbClr>
                </a:gs>
                <a:gs pos="14286">
                  <a:srgbClr val="FFA96A">
                    <a:alpha val="14374"/>
                  </a:srgbClr>
                </a:gs>
                <a:gs pos="28571">
                  <a:srgbClr val="FFA96A">
                    <a:alpha val="11351"/>
                  </a:srgbClr>
                </a:gs>
                <a:gs pos="42857">
                  <a:srgbClr val="FFA96A">
                    <a:alpha val="7599"/>
                  </a:srgbClr>
                </a:gs>
                <a:gs pos="57143">
                  <a:srgbClr val="FFA96A">
                    <a:alpha val="4285"/>
                  </a:srgbClr>
                </a:gs>
                <a:gs pos="71429">
                  <a:srgbClr val="FFA96A">
                    <a:alpha val="2029"/>
                  </a:srgbClr>
                </a:gs>
                <a:gs pos="85714">
                  <a:srgbClr val="FFA96A">
                    <a:alpha val="807"/>
                  </a:srgbClr>
                </a:gs>
                <a:gs pos="100000">
                  <a:srgbClr val="FFA96A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9981123">
              <a:off x="2121610" y="1647443"/>
              <a:ext cx="68461" cy="18904"/>
            </a:xfrm>
            <a:prstGeom prst="ellipse">
              <a:avLst/>
            </a:prstGeom>
            <a:gradFill>
              <a:gsLst>
                <a:gs pos="0">
                  <a:srgbClr val="FF933B">
                    <a:alpha val="15528"/>
                  </a:srgbClr>
                </a:gs>
                <a:gs pos="14286">
                  <a:srgbClr val="FF933B">
                    <a:alpha val="14367"/>
                  </a:srgbClr>
                </a:gs>
                <a:gs pos="28571">
                  <a:srgbClr val="FF933B">
                    <a:alpha val="11346"/>
                  </a:srgbClr>
                </a:gs>
                <a:gs pos="42857">
                  <a:srgbClr val="FF933B">
                    <a:alpha val="7595"/>
                  </a:srgbClr>
                </a:gs>
                <a:gs pos="57143">
                  <a:srgbClr val="FF933B">
                    <a:alpha val="4282"/>
                  </a:srgbClr>
                </a:gs>
                <a:gs pos="71429">
                  <a:srgbClr val="FF933B">
                    <a:alpha val="2028"/>
                  </a:srgbClr>
                </a:gs>
                <a:gs pos="85714">
                  <a:srgbClr val="FF933B">
                    <a:alpha val="807"/>
                  </a:srgbClr>
                </a:gs>
                <a:gs pos="100000">
                  <a:srgbClr val="FF933B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8485041">
              <a:off x="1565338" y="1540429"/>
              <a:ext cx="68461" cy="18663"/>
            </a:xfrm>
            <a:prstGeom prst="ellipse">
              <a:avLst/>
            </a:prstGeom>
            <a:gradFill>
              <a:gsLst>
                <a:gs pos="0">
                  <a:srgbClr val="FF7409">
                    <a:alpha val="15708"/>
                  </a:srgbClr>
                </a:gs>
                <a:gs pos="14286">
                  <a:srgbClr val="FF7409">
                    <a:alpha val="14535"/>
                  </a:srgbClr>
                </a:gs>
                <a:gs pos="28571">
                  <a:srgbClr val="FF7409">
                    <a:alpha val="11481"/>
                  </a:srgbClr>
                </a:gs>
                <a:gs pos="42857">
                  <a:srgbClr val="FF7409">
                    <a:alpha val="7688"/>
                  </a:srgbClr>
                </a:gs>
                <a:gs pos="57143">
                  <a:srgbClr val="FF7409">
                    <a:alpha val="4336"/>
                  </a:srgbClr>
                </a:gs>
                <a:gs pos="71429">
                  <a:srgbClr val="FF7409">
                    <a:alpha val="2053"/>
                  </a:srgbClr>
                </a:gs>
                <a:gs pos="85714">
                  <a:srgbClr val="FF7409">
                    <a:alpha val="817"/>
                  </a:srgbClr>
                </a:gs>
                <a:gs pos="100000">
                  <a:srgbClr val="FF740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8602515">
              <a:off x="472353" y="2370906"/>
              <a:ext cx="595202" cy="31307"/>
            </a:xfrm>
            <a:prstGeom prst="ellipse">
              <a:avLst/>
            </a:prstGeom>
            <a:gradFill>
              <a:gsLst>
                <a:gs pos="0">
                  <a:srgbClr val="00AA00">
                    <a:alpha val="32968"/>
                  </a:srgbClr>
                </a:gs>
                <a:gs pos="14286">
                  <a:srgbClr val="00AA00">
                    <a:alpha val="30764"/>
                  </a:srgbClr>
                </a:gs>
                <a:gs pos="28571">
                  <a:srgbClr val="00AA00">
                    <a:alpha val="24833"/>
                  </a:srgbClr>
                </a:gs>
                <a:gs pos="42857">
                  <a:srgbClr val="00AA00">
                    <a:alpha val="17075"/>
                  </a:srgbClr>
                </a:gs>
                <a:gs pos="57143">
                  <a:srgbClr val="00AA00">
                    <a:alpha val="9855"/>
                  </a:srgbClr>
                </a:gs>
                <a:gs pos="71429">
                  <a:srgbClr val="00AA00">
                    <a:alpha val="4740"/>
                  </a:srgbClr>
                </a:gs>
                <a:gs pos="85714">
                  <a:srgbClr val="00AA00">
                    <a:alpha val="1902"/>
                  </a:srgbClr>
                </a:gs>
                <a:gs pos="100000">
                  <a:srgbClr val="00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7521193">
              <a:off x="2168167" y="2188082"/>
              <a:ext cx="68461" cy="18918"/>
            </a:xfrm>
            <a:prstGeom prst="ellipse">
              <a:avLst/>
            </a:prstGeom>
            <a:gradFill>
              <a:gsLst>
                <a:gs pos="0">
                  <a:srgbClr val="86AF3D">
                    <a:alpha val="15518"/>
                  </a:srgbClr>
                </a:gs>
                <a:gs pos="14286">
                  <a:srgbClr val="86AF3D">
                    <a:alpha val="14358"/>
                  </a:srgbClr>
                </a:gs>
                <a:gs pos="28571">
                  <a:srgbClr val="86AF3D">
                    <a:alpha val="11338"/>
                  </a:srgbClr>
                </a:gs>
                <a:gs pos="42857">
                  <a:srgbClr val="86AF3D">
                    <a:alpha val="7590"/>
                  </a:srgbClr>
                </a:gs>
                <a:gs pos="57143">
                  <a:srgbClr val="86AF3D">
                    <a:alpha val="4280"/>
                  </a:srgbClr>
                </a:gs>
                <a:gs pos="71429">
                  <a:srgbClr val="86AF3D">
                    <a:alpha val="2027"/>
                  </a:srgbClr>
                </a:gs>
                <a:gs pos="85714">
                  <a:srgbClr val="86AF3D">
                    <a:alpha val="806"/>
                  </a:srgbClr>
                </a:gs>
                <a:gs pos="100000">
                  <a:srgbClr val="86AF3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3037566">
              <a:off x="589834" y="2426460"/>
              <a:ext cx="113540" cy="47603"/>
            </a:xfrm>
            <a:prstGeom prst="ellipse">
              <a:avLst/>
            </a:prstGeom>
            <a:gradFill>
              <a:gsLst>
                <a:gs pos="0">
                  <a:srgbClr val="000040">
                    <a:alpha val="32968"/>
                  </a:srgbClr>
                </a:gs>
                <a:gs pos="14286">
                  <a:srgbClr val="000040">
                    <a:alpha val="30764"/>
                  </a:srgbClr>
                </a:gs>
                <a:gs pos="28571">
                  <a:srgbClr val="000040">
                    <a:alpha val="24833"/>
                  </a:srgbClr>
                </a:gs>
                <a:gs pos="42857">
                  <a:srgbClr val="000040">
                    <a:alpha val="17075"/>
                  </a:srgbClr>
                </a:gs>
                <a:gs pos="57143">
                  <a:srgbClr val="000040">
                    <a:alpha val="9855"/>
                  </a:srgbClr>
                </a:gs>
                <a:gs pos="71429">
                  <a:srgbClr val="000040">
                    <a:alpha val="4740"/>
                  </a:srgbClr>
                </a:gs>
                <a:gs pos="85714">
                  <a:srgbClr val="000040">
                    <a:alpha val="1902"/>
                  </a:srgbClr>
                </a:gs>
                <a:gs pos="100000">
                  <a:srgbClr val="0000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3069162">
              <a:off x="998365" y="1628186"/>
              <a:ext cx="538665" cy="35061"/>
            </a:xfrm>
            <a:prstGeom prst="ellipse">
              <a:avLst/>
            </a:prstGeom>
            <a:gradFill>
              <a:gsLst>
                <a:gs pos="0">
                  <a:srgbClr val="00A500">
                    <a:alpha val="32968"/>
                  </a:srgbClr>
                </a:gs>
                <a:gs pos="14286">
                  <a:srgbClr val="00A500">
                    <a:alpha val="30764"/>
                  </a:srgbClr>
                </a:gs>
                <a:gs pos="28571">
                  <a:srgbClr val="00A500">
                    <a:alpha val="24833"/>
                  </a:srgbClr>
                </a:gs>
                <a:gs pos="42857">
                  <a:srgbClr val="00A500">
                    <a:alpha val="17075"/>
                  </a:srgbClr>
                </a:gs>
                <a:gs pos="57143">
                  <a:srgbClr val="00A500">
                    <a:alpha val="9855"/>
                  </a:srgbClr>
                </a:gs>
                <a:gs pos="71429">
                  <a:srgbClr val="00A500">
                    <a:alpha val="4740"/>
                  </a:srgbClr>
                </a:gs>
                <a:gs pos="85714">
                  <a:srgbClr val="00A500">
                    <a:alpha val="1902"/>
                  </a:srgbClr>
                </a:gs>
                <a:gs pos="100000">
                  <a:srgbClr val="00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9986397">
              <a:off x="2349939" y="1511707"/>
              <a:ext cx="68461" cy="18927"/>
            </a:xfrm>
            <a:prstGeom prst="ellipse">
              <a:avLst/>
            </a:prstGeom>
            <a:gradFill>
              <a:gsLst>
                <a:gs pos="0">
                  <a:srgbClr val="FFAF6E">
                    <a:alpha val="15510"/>
                  </a:srgbClr>
                </a:gs>
                <a:gs pos="14286">
                  <a:srgbClr val="FFAF6E">
                    <a:alpha val="14351"/>
                  </a:srgbClr>
                </a:gs>
                <a:gs pos="28571">
                  <a:srgbClr val="FFAF6E">
                    <a:alpha val="11333"/>
                  </a:srgbClr>
                </a:gs>
                <a:gs pos="42857">
                  <a:srgbClr val="FFAF6E">
                    <a:alpha val="7586"/>
                  </a:srgbClr>
                </a:gs>
                <a:gs pos="57143">
                  <a:srgbClr val="FFAF6E">
                    <a:alpha val="4277"/>
                  </a:srgbClr>
                </a:gs>
                <a:gs pos="71429">
                  <a:srgbClr val="FFAF6E">
                    <a:alpha val="2025"/>
                  </a:srgbClr>
                </a:gs>
                <a:gs pos="85714">
                  <a:srgbClr val="FFAF6E">
                    <a:alpha val="806"/>
                  </a:srgbClr>
                </a:gs>
                <a:gs pos="100000">
                  <a:srgbClr val="FFAF6E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7292277">
              <a:off x="2605918" y="2980231"/>
              <a:ext cx="68461" cy="18952"/>
            </a:xfrm>
            <a:prstGeom prst="ellipse">
              <a:avLst/>
            </a:prstGeom>
            <a:gradFill>
              <a:gsLst>
                <a:gs pos="0">
                  <a:srgbClr val="FFC49D">
                    <a:alpha val="15492"/>
                  </a:srgbClr>
                </a:gs>
                <a:gs pos="14286">
                  <a:srgbClr val="FFC49D">
                    <a:alpha val="14333"/>
                  </a:srgbClr>
                </a:gs>
                <a:gs pos="28571">
                  <a:srgbClr val="FFC49D">
                    <a:alpha val="11319"/>
                  </a:srgbClr>
                </a:gs>
                <a:gs pos="42857">
                  <a:srgbClr val="FFC49D">
                    <a:alpha val="7577"/>
                  </a:srgbClr>
                </a:gs>
                <a:gs pos="57143">
                  <a:srgbClr val="FFC49D">
                    <a:alpha val="4272"/>
                  </a:srgbClr>
                </a:gs>
                <a:gs pos="71429">
                  <a:srgbClr val="FFC49D">
                    <a:alpha val="2023"/>
                  </a:srgbClr>
                </a:gs>
                <a:gs pos="85714">
                  <a:srgbClr val="FFC49D">
                    <a:alpha val="805"/>
                  </a:srgbClr>
                </a:gs>
                <a:gs pos="100000">
                  <a:srgbClr val="FFC49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9484253">
              <a:off x="1739937" y="2524199"/>
              <a:ext cx="68461" cy="18964"/>
            </a:xfrm>
            <a:prstGeom prst="ellipse">
              <a:avLst/>
            </a:prstGeom>
            <a:gradFill>
              <a:gsLst>
                <a:gs pos="0">
                  <a:srgbClr val="92C249">
                    <a:alpha val="15483"/>
                  </a:srgbClr>
                </a:gs>
                <a:gs pos="14286">
                  <a:srgbClr val="92C249">
                    <a:alpha val="14325"/>
                  </a:srgbClr>
                </a:gs>
                <a:gs pos="28571">
                  <a:srgbClr val="92C249">
                    <a:alpha val="11312"/>
                  </a:srgbClr>
                </a:gs>
                <a:gs pos="42857">
                  <a:srgbClr val="92C249">
                    <a:alpha val="7572"/>
                  </a:srgbClr>
                </a:gs>
                <a:gs pos="57143">
                  <a:srgbClr val="92C249">
                    <a:alpha val="4269"/>
                  </a:srgbClr>
                </a:gs>
                <a:gs pos="71429">
                  <a:srgbClr val="92C249">
                    <a:alpha val="2022"/>
                  </a:srgbClr>
                </a:gs>
                <a:gs pos="85714">
                  <a:srgbClr val="92C249">
                    <a:alpha val="804"/>
                  </a:srgbClr>
                </a:gs>
                <a:gs pos="100000">
                  <a:srgbClr val="92C249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10262979">
              <a:off x="2775707" y="3172361"/>
              <a:ext cx="68461" cy="18963"/>
            </a:xfrm>
            <a:prstGeom prst="ellipse">
              <a:avLst/>
            </a:prstGeom>
            <a:gradFill>
              <a:gsLst>
                <a:gs pos="0">
                  <a:srgbClr val="FFA45B">
                    <a:alpha val="15484"/>
                  </a:srgbClr>
                </a:gs>
                <a:gs pos="14286">
                  <a:srgbClr val="FFA45B">
                    <a:alpha val="14326"/>
                  </a:srgbClr>
                </a:gs>
                <a:gs pos="28571">
                  <a:srgbClr val="FFA45B">
                    <a:alpha val="11313"/>
                  </a:srgbClr>
                </a:gs>
                <a:gs pos="42857">
                  <a:srgbClr val="FFA45B">
                    <a:alpha val="7572"/>
                  </a:srgbClr>
                </a:gs>
                <a:gs pos="57143">
                  <a:srgbClr val="FFA45B">
                    <a:alpha val="4269"/>
                  </a:srgbClr>
                </a:gs>
                <a:gs pos="71429">
                  <a:srgbClr val="FFA45B">
                    <a:alpha val="2022"/>
                  </a:srgbClr>
                </a:gs>
                <a:gs pos="85714">
                  <a:srgbClr val="FFA45B">
                    <a:alpha val="804"/>
                  </a:srgbClr>
                </a:gs>
                <a:gs pos="100000">
                  <a:srgbClr val="FFA45B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8884716">
              <a:off x="2373748" y="3210944"/>
              <a:ext cx="701402" cy="13260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9536027">
              <a:off x="2807003" y="3179443"/>
              <a:ext cx="68461" cy="18975"/>
            </a:xfrm>
            <a:prstGeom prst="ellipse">
              <a:avLst/>
            </a:prstGeom>
            <a:gradFill>
              <a:gsLst>
                <a:gs pos="0">
                  <a:srgbClr val="FF9D4B">
                    <a:alpha val="15475"/>
                  </a:srgbClr>
                </a:gs>
                <a:gs pos="14286">
                  <a:srgbClr val="FF9D4B">
                    <a:alpha val="14318"/>
                  </a:srgbClr>
                </a:gs>
                <a:gs pos="28571">
                  <a:srgbClr val="FF9D4B">
                    <a:alpha val="11306"/>
                  </a:srgbClr>
                </a:gs>
                <a:gs pos="42857">
                  <a:srgbClr val="FF9D4B">
                    <a:alpha val="7568"/>
                  </a:srgbClr>
                </a:gs>
                <a:gs pos="57143">
                  <a:srgbClr val="FF9D4B">
                    <a:alpha val="4267"/>
                  </a:srgbClr>
                </a:gs>
                <a:gs pos="71429">
                  <a:srgbClr val="FF9D4B">
                    <a:alpha val="2020"/>
                  </a:srgbClr>
                </a:gs>
                <a:gs pos="85714">
                  <a:srgbClr val="FF9D4B">
                    <a:alpha val="804"/>
                  </a:srgbClr>
                </a:gs>
                <a:gs pos="100000">
                  <a:srgbClr val="FF9D4B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332719">
              <a:off x="2443541" y="1019377"/>
              <a:ext cx="68461" cy="18406"/>
            </a:xfrm>
            <a:prstGeom prst="ellipse">
              <a:avLst/>
            </a:prstGeom>
            <a:gradFill>
              <a:gsLst>
                <a:gs pos="0">
                  <a:srgbClr val="586D26">
                    <a:alpha val="15900"/>
                  </a:srgbClr>
                </a:gs>
                <a:gs pos="14286">
                  <a:srgbClr val="586D26">
                    <a:alpha val="14713"/>
                  </a:srgbClr>
                </a:gs>
                <a:gs pos="28571">
                  <a:srgbClr val="586D26">
                    <a:alpha val="11624"/>
                  </a:srgbClr>
                </a:gs>
                <a:gs pos="42857">
                  <a:srgbClr val="586D26">
                    <a:alpha val="7786"/>
                  </a:srgbClr>
                </a:gs>
                <a:gs pos="57143">
                  <a:srgbClr val="586D26">
                    <a:alpha val="4392"/>
                  </a:srgbClr>
                </a:gs>
                <a:gs pos="71429">
                  <a:srgbClr val="586D26">
                    <a:alpha val="2080"/>
                  </a:srgbClr>
                </a:gs>
                <a:gs pos="85714">
                  <a:srgbClr val="586D26">
                    <a:alpha val="828"/>
                  </a:srgbClr>
                </a:gs>
                <a:gs pos="100000">
                  <a:srgbClr val="586D26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6680152">
              <a:off x="2431857" y="2638096"/>
              <a:ext cx="68461" cy="18969"/>
            </a:xfrm>
            <a:prstGeom prst="ellipse">
              <a:avLst/>
            </a:prstGeom>
            <a:gradFill>
              <a:gsLst>
                <a:gs pos="0">
                  <a:srgbClr val="FFBB86">
                    <a:alpha val="15479"/>
                  </a:srgbClr>
                </a:gs>
                <a:gs pos="14286">
                  <a:srgbClr val="FFBB86">
                    <a:alpha val="14321"/>
                  </a:srgbClr>
                </a:gs>
                <a:gs pos="28571">
                  <a:srgbClr val="FFBB86">
                    <a:alpha val="11309"/>
                  </a:srgbClr>
                </a:gs>
                <a:gs pos="42857">
                  <a:srgbClr val="FFBB86">
                    <a:alpha val="7570"/>
                  </a:srgbClr>
                </a:gs>
                <a:gs pos="57143">
                  <a:srgbClr val="FFBB86">
                    <a:alpha val="4268"/>
                  </a:srgbClr>
                </a:gs>
                <a:gs pos="71429">
                  <a:srgbClr val="FFBB86">
                    <a:alpha val="2021"/>
                  </a:srgbClr>
                </a:gs>
                <a:gs pos="85714">
                  <a:srgbClr val="FFBB86">
                    <a:alpha val="804"/>
                  </a:srgbClr>
                </a:gs>
                <a:gs pos="100000">
                  <a:srgbClr val="FFBB86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224485">
              <a:off x="2913200" y="1093173"/>
              <a:ext cx="297386" cy="41271"/>
            </a:xfrm>
            <a:prstGeom prst="ellipse">
              <a:avLst/>
            </a:prstGeom>
            <a:gradFill>
              <a:gsLst>
                <a:gs pos="0">
                  <a:srgbClr val="0000FA">
                    <a:alpha val="32968"/>
                  </a:srgbClr>
                </a:gs>
                <a:gs pos="14286">
                  <a:srgbClr val="0000FA">
                    <a:alpha val="30764"/>
                  </a:srgbClr>
                </a:gs>
                <a:gs pos="28571">
                  <a:srgbClr val="0000FA">
                    <a:alpha val="24833"/>
                  </a:srgbClr>
                </a:gs>
                <a:gs pos="42857">
                  <a:srgbClr val="0000FA">
                    <a:alpha val="17075"/>
                  </a:srgbClr>
                </a:gs>
                <a:gs pos="57143">
                  <a:srgbClr val="0000FA">
                    <a:alpha val="9855"/>
                  </a:srgbClr>
                </a:gs>
                <a:gs pos="71429">
                  <a:srgbClr val="0000FA">
                    <a:alpha val="4740"/>
                  </a:srgbClr>
                </a:gs>
                <a:gs pos="85714">
                  <a:srgbClr val="0000FA">
                    <a:alpha val="1902"/>
                  </a:srgbClr>
                </a:gs>
                <a:gs pos="100000">
                  <a:srgbClr val="0000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3203339">
              <a:off x="39278" y="2810896"/>
              <a:ext cx="675002" cy="945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-8647533">
              <a:off x="920746" y="3298651"/>
              <a:ext cx="68461" cy="19015"/>
            </a:xfrm>
            <a:prstGeom prst="ellipse">
              <a:avLst/>
            </a:prstGeom>
            <a:gradFill>
              <a:gsLst>
                <a:gs pos="0">
                  <a:srgbClr val="FF9843">
                    <a:alpha val="15445"/>
                  </a:srgbClr>
                </a:gs>
                <a:gs pos="14286">
                  <a:srgbClr val="FF9843">
                    <a:alpha val="14290"/>
                  </a:srgbClr>
                </a:gs>
                <a:gs pos="28571">
                  <a:srgbClr val="FF9843">
                    <a:alpha val="11284"/>
                  </a:srgbClr>
                </a:gs>
                <a:gs pos="42857">
                  <a:srgbClr val="FF9843">
                    <a:alpha val="7553"/>
                  </a:srgbClr>
                </a:gs>
                <a:gs pos="57143">
                  <a:srgbClr val="FF9843">
                    <a:alpha val="4258"/>
                  </a:srgbClr>
                </a:gs>
                <a:gs pos="71429">
                  <a:srgbClr val="FF9843">
                    <a:alpha val="2016"/>
                  </a:srgbClr>
                </a:gs>
                <a:gs pos="85714">
                  <a:srgbClr val="FF9843">
                    <a:alpha val="802"/>
                  </a:srgbClr>
                </a:gs>
                <a:gs pos="100000">
                  <a:srgbClr val="FF984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797759">
              <a:off x="2230789" y="1045544"/>
              <a:ext cx="486606" cy="54873"/>
            </a:xfrm>
            <a:prstGeom prst="ellipse">
              <a:avLst/>
            </a:prstGeom>
            <a:gradFill>
              <a:gsLst>
                <a:gs pos="0">
                  <a:srgbClr val="00003D">
                    <a:alpha val="32968"/>
                  </a:srgbClr>
                </a:gs>
                <a:gs pos="14286">
                  <a:srgbClr val="00003D">
                    <a:alpha val="30764"/>
                  </a:srgbClr>
                </a:gs>
                <a:gs pos="28571">
                  <a:srgbClr val="00003D">
                    <a:alpha val="24833"/>
                  </a:srgbClr>
                </a:gs>
                <a:gs pos="42857">
                  <a:srgbClr val="00003D">
                    <a:alpha val="17075"/>
                  </a:srgbClr>
                </a:gs>
                <a:gs pos="57143">
                  <a:srgbClr val="00003D">
                    <a:alpha val="9855"/>
                  </a:srgbClr>
                </a:gs>
                <a:gs pos="71429">
                  <a:srgbClr val="00003D">
                    <a:alpha val="4740"/>
                  </a:srgbClr>
                </a:gs>
                <a:gs pos="85714">
                  <a:srgbClr val="00003D">
                    <a:alpha val="1902"/>
                  </a:srgbClr>
                </a:gs>
                <a:gs pos="100000">
                  <a:srgbClr val="0000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-8647400">
              <a:off x="588131" y="2218749"/>
              <a:ext cx="68461" cy="18721"/>
            </a:xfrm>
            <a:prstGeom prst="ellipse">
              <a:avLst/>
            </a:prstGeom>
            <a:gradFill>
              <a:gsLst>
                <a:gs pos="0">
                  <a:srgbClr val="9FD24A">
                    <a:alpha val="15665"/>
                  </a:srgbClr>
                </a:gs>
                <a:gs pos="14286">
                  <a:srgbClr val="9FD24A">
                    <a:alpha val="14495"/>
                  </a:srgbClr>
                </a:gs>
                <a:gs pos="28571">
                  <a:srgbClr val="9FD24A">
                    <a:alpha val="11449"/>
                  </a:srgbClr>
                </a:gs>
                <a:gs pos="42857">
                  <a:srgbClr val="9FD24A">
                    <a:alpha val="7665"/>
                  </a:srgbClr>
                </a:gs>
                <a:gs pos="57143">
                  <a:srgbClr val="9FD24A">
                    <a:alpha val="4323"/>
                  </a:srgbClr>
                </a:gs>
                <a:gs pos="71429">
                  <a:srgbClr val="9FD24A">
                    <a:alpha val="2047"/>
                  </a:srgbClr>
                </a:gs>
                <a:gs pos="85714">
                  <a:srgbClr val="9FD24A">
                    <a:alpha val="815"/>
                  </a:srgbClr>
                </a:gs>
                <a:gs pos="100000">
                  <a:srgbClr val="9FD24A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4029961">
              <a:off x="1758945" y="1493566"/>
              <a:ext cx="68461" cy="19033"/>
            </a:xfrm>
            <a:prstGeom prst="ellipse">
              <a:avLst/>
            </a:prstGeom>
            <a:gradFill>
              <a:gsLst>
                <a:gs pos="0">
                  <a:srgbClr val="FFA560">
                    <a:alpha val="15431"/>
                  </a:srgbClr>
                </a:gs>
                <a:gs pos="14286">
                  <a:srgbClr val="FFA560">
                    <a:alpha val="14277"/>
                  </a:srgbClr>
                </a:gs>
                <a:gs pos="28571">
                  <a:srgbClr val="FFA560">
                    <a:alpha val="11273"/>
                  </a:srgbClr>
                </a:gs>
                <a:gs pos="42857">
                  <a:srgbClr val="FFA560">
                    <a:alpha val="7546"/>
                  </a:srgbClr>
                </a:gs>
                <a:gs pos="57143">
                  <a:srgbClr val="FFA560">
                    <a:alpha val="4254"/>
                  </a:srgbClr>
                </a:gs>
                <a:gs pos="71429">
                  <a:srgbClr val="FFA560">
                    <a:alpha val="2014"/>
                  </a:srgbClr>
                </a:gs>
                <a:gs pos="85714">
                  <a:srgbClr val="FFA560">
                    <a:alpha val="801"/>
                  </a:srgbClr>
                </a:gs>
                <a:gs pos="100000">
                  <a:srgbClr val="FFA56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7034214">
              <a:off x="2958044" y="1531708"/>
              <a:ext cx="68461" cy="19011"/>
            </a:xfrm>
            <a:prstGeom prst="ellipse">
              <a:avLst/>
            </a:prstGeom>
            <a:gradFill>
              <a:gsLst>
                <a:gs pos="0">
                  <a:srgbClr val="FFAB65">
                    <a:alpha val="15447"/>
                  </a:srgbClr>
                </a:gs>
                <a:gs pos="14286">
                  <a:srgbClr val="FFAB65">
                    <a:alpha val="14292"/>
                  </a:srgbClr>
                </a:gs>
                <a:gs pos="28571">
                  <a:srgbClr val="FFAB65">
                    <a:alpha val="11286"/>
                  </a:srgbClr>
                </a:gs>
                <a:gs pos="42857">
                  <a:srgbClr val="FFAB65">
                    <a:alpha val="7554"/>
                  </a:srgbClr>
                </a:gs>
                <a:gs pos="57143">
                  <a:srgbClr val="FFAB65">
                    <a:alpha val="4259"/>
                  </a:srgbClr>
                </a:gs>
                <a:gs pos="71429">
                  <a:srgbClr val="FFAB65">
                    <a:alpha val="2017"/>
                  </a:srgbClr>
                </a:gs>
                <a:gs pos="85714">
                  <a:srgbClr val="FFAB65">
                    <a:alpha val="802"/>
                  </a:srgbClr>
                </a:gs>
                <a:gs pos="100000">
                  <a:srgbClr val="FFAB6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9568286">
              <a:off x="2172122" y="147908"/>
              <a:ext cx="539828" cy="111106"/>
            </a:xfrm>
            <a:prstGeom prst="ellipse">
              <a:avLst/>
            </a:prstGeom>
            <a:gradFill>
              <a:gsLst>
                <a:gs pos="0">
                  <a:srgbClr val="76C800">
                    <a:alpha val="32968"/>
                  </a:srgbClr>
                </a:gs>
                <a:gs pos="14286">
                  <a:srgbClr val="76C800">
                    <a:alpha val="30764"/>
                  </a:srgbClr>
                </a:gs>
                <a:gs pos="28571">
                  <a:srgbClr val="76C800">
                    <a:alpha val="24833"/>
                  </a:srgbClr>
                </a:gs>
                <a:gs pos="42857">
                  <a:srgbClr val="76C800">
                    <a:alpha val="17075"/>
                  </a:srgbClr>
                </a:gs>
                <a:gs pos="57143">
                  <a:srgbClr val="76C800">
                    <a:alpha val="9855"/>
                  </a:srgbClr>
                </a:gs>
                <a:gs pos="71429">
                  <a:srgbClr val="76C800">
                    <a:alpha val="4740"/>
                  </a:srgbClr>
                </a:gs>
                <a:gs pos="85714">
                  <a:srgbClr val="76C800">
                    <a:alpha val="1902"/>
                  </a:srgbClr>
                </a:gs>
                <a:gs pos="100000">
                  <a:srgbClr val="76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397002">
              <a:off x="2807957" y="2774423"/>
              <a:ext cx="520943" cy="146847"/>
            </a:xfrm>
            <a:prstGeom prst="ellipse">
              <a:avLst/>
            </a:prstGeom>
            <a:gradFill>
              <a:gsLst>
                <a:gs pos="0">
                  <a:srgbClr val="DF0000">
                    <a:alpha val="32968"/>
                  </a:srgbClr>
                </a:gs>
                <a:gs pos="14286">
                  <a:srgbClr val="DF0000">
                    <a:alpha val="30764"/>
                  </a:srgbClr>
                </a:gs>
                <a:gs pos="28571">
                  <a:srgbClr val="DF0000">
                    <a:alpha val="24833"/>
                  </a:srgbClr>
                </a:gs>
                <a:gs pos="42857">
                  <a:srgbClr val="DF0000">
                    <a:alpha val="17075"/>
                  </a:srgbClr>
                </a:gs>
                <a:gs pos="57143">
                  <a:srgbClr val="DF0000">
                    <a:alpha val="9855"/>
                  </a:srgbClr>
                </a:gs>
                <a:gs pos="71429">
                  <a:srgbClr val="DF0000">
                    <a:alpha val="4740"/>
                  </a:srgbClr>
                </a:gs>
                <a:gs pos="85714">
                  <a:srgbClr val="DF0000">
                    <a:alpha val="1902"/>
                  </a:srgbClr>
                </a:gs>
                <a:gs pos="100000">
                  <a:srgbClr val="D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8444733">
              <a:off x="632029" y="2354741"/>
              <a:ext cx="153463" cy="44414"/>
            </a:xfrm>
            <a:prstGeom prst="ellipse">
              <a:avLst/>
            </a:prstGeom>
            <a:gradFill>
              <a:gsLst>
                <a:gs pos="0">
                  <a:srgbClr val="39003A">
                    <a:alpha val="32968"/>
                  </a:srgbClr>
                </a:gs>
                <a:gs pos="14286">
                  <a:srgbClr val="39003A">
                    <a:alpha val="30764"/>
                  </a:srgbClr>
                </a:gs>
                <a:gs pos="28571">
                  <a:srgbClr val="39003A">
                    <a:alpha val="24833"/>
                  </a:srgbClr>
                </a:gs>
                <a:gs pos="42857">
                  <a:srgbClr val="39003A">
                    <a:alpha val="17075"/>
                  </a:srgbClr>
                </a:gs>
                <a:gs pos="57143">
                  <a:srgbClr val="39003A">
                    <a:alpha val="9855"/>
                  </a:srgbClr>
                </a:gs>
                <a:gs pos="71429">
                  <a:srgbClr val="39003A">
                    <a:alpha val="4740"/>
                  </a:srgbClr>
                </a:gs>
                <a:gs pos="85714">
                  <a:srgbClr val="39003A">
                    <a:alpha val="1902"/>
                  </a:srgbClr>
                </a:gs>
                <a:gs pos="100000">
                  <a:srgbClr val="39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3488601">
              <a:off x="283101" y="2780511"/>
              <a:ext cx="202028" cy="45387"/>
            </a:xfrm>
            <a:prstGeom prst="ellipse">
              <a:avLst/>
            </a:prstGeom>
            <a:gradFill>
              <a:gsLst>
                <a:gs pos="0">
                  <a:srgbClr val="FF5400">
                    <a:alpha val="32968"/>
                  </a:srgbClr>
                </a:gs>
                <a:gs pos="14286">
                  <a:srgbClr val="FF5400">
                    <a:alpha val="30764"/>
                  </a:srgbClr>
                </a:gs>
                <a:gs pos="28571">
                  <a:srgbClr val="FF5400">
                    <a:alpha val="24833"/>
                  </a:srgbClr>
                </a:gs>
                <a:gs pos="42857">
                  <a:srgbClr val="FF5400">
                    <a:alpha val="17075"/>
                  </a:srgbClr>
                </a:gs>
                <a:gs pos="57143">
                  <a:srgbClr val="FF5400">
                    <a:alpha val="9855"/>
                  </a:srgbClr>
                </a:gs>
                <a:gs pos="71429">
                  <a:srgbClr val="FF5400">
                    <a:alpha val="4740"/>
                  </a:srgbClr>
                </a:gs>
                <a:gs pos="85714">
                  <a:srgbClr val="FF5400">
                    <a:alpha val="1902"/>
                  </a:srgbClr>
                </a:gs>
                <a:gs pos="100000">
                  <a:srgbClr val="FF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780509">
              <a:off x="2240546" y="639020"/>
              <a:ext cx="599459" cy="437637"/>
            </a:xfrm>
            <a:prstGeom prst="ellipse">
              <a:avLst/>
            </a:prstGeom>
            <a:gradFill>
              <a:gsLst>
                <a:gs pos="0">
                  <a:srgbClr val="DFFF00">
                    <a:alpha val="32968"/>
                  </a:srgbClr>
                </a:gs>
                <a:gs pos="14286">
                  <a:srgbClr val="DFFF00">
                    <a:alpha val="30764"/>
                  </a:srgbClr>
                </a:gs>
                <a:gs pos="28571">
                  <a:srgbClr val="DFFF00">
                    <a:alpha val="24833"/>
                  </a:srgbClr>
                </a:gs>
                <a:gs pos="42857">
                  <a:srgbClr val="DFFF00">
                    <a:alpha val="17075"/>
                  </a:srgbClr>
                </a:gs>
                <a:gs pos="57143">
                  <a:srgbClr val="DFFF00">
                    <a:alpha val="9855"/>
                  </a:srgbClr>
                </a:gs>
                <a:gs pos="71429">
                  <a:srgbClr val="DFFF00">
                    <a:alpha val="4740"/>
                  </a:srgbClr>
                </a:gs>
                <a:gs pos="85714">
                  <a:srgbClr val="DFFF00">
                    <a:alpha val="1902"/>
                  </a:srgbClr>
                </a:gs>
                <a:gs pos="100000">
                  <a:srgbClr val="D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7052624">
              <a:off x="3101089" y="2533389"/>
              <a:ext cx="608472" cy="66476"/>
            </a:xfrm>
            <a:prstGeom prst="ellipse">
              <a:avLst/>
            </a:prstGeom>
            <a:gradFill>
              <a:gsLst>
                <a:gs pos="0">
                  <a:srgbClr val="F99700">
                    <a:alpha val="32968"/>
                  </a:srgbClr>
                </a:gs>
                <a:gs pos="14286">
                  <a:srgbClr val="F99700">
                    <a:alpha val="30764"/>
                  </a:srgbClr>
                </a:gs>
                <a:gs pos="28571">
                  <a:srgbClr val="F99700">
                    <a:alpha val="24833"/>
                  </a:srgbClr>
                </a:gs>
                <a:gs pos="42857">
                  <a:srgbClr val="F99700">
                    <a:alpha val="17075"/>
                  </a:srgbClr>
                </a:gs>
                <a:gs pos="57143">
                  <a:srgbClr val="F99700">
                    <a:alpha val="9855"/>
                  </a:srgbClr>
                </a:gs>
                <a:gs pos="71429">
                  <a:srgbClr val="F99700">
                    <a:alpha val="4740"/>
                  </a:srgbClr>
                </a:gs>
                <a:gs pos="85714">
                  <a:srgbClr val="F99700">
                    <a:alpha val="1902"/>
                  </a:srgbClr>
                </a:gs>
                <a:gs pos="100000">
                  <a:srgbClr val="F9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8732848">
              <a:off x="778513" y="1535019"/>
              <a:ext cx="525613" cy="517363"/>
            </a:xfrm>
            <a:prstGeom prst="ellipse">
              <a:avLst/>
            </a:prstGeom>
            <a:gradFill>
              <a:gsLst>
                <a:gs pos="0">
                  <a:srgbClr val="63FF00">
                    <a:alpha val="32968"/>
                  </a:srgbClr>
                </a:gs>
                <a:gs pos="14286">
                  <a:srgbClr val="63FF00">
                    <a:alpha val="30764"/>
                  </a:srgbClr>
                </a:gs>
                <a:gs pos="28571">
                  <a:srgbClr val="63FF00">
                    <a:alpha val="24833"/>
                  </a:srgbClr>
                </a:gs>
                <a:gs pos="42857">
                  <a:srgbClr val="63FF00">
                    <a:alpha val="17075"/>
                  </a:srgbClr>
                </a:gs>
                <a:gs pos="57143">
                  <a:srgbClr val="63FF00">
                    <a:alpha val="9855"/>
                  </a:srgbClr>
                </a:gs>
                <a:gs pos="71429">
                  <a:srgbClr val="63FF00">
                    <a:alpha val="4740"/>
                  </a:srgbClr>
                </a:gs>
                <a:gs pos="85714">
                  <a:srgbClr val="63FF00">
                    <a:alpha val="1902"/>
                  </a:srgbClr>
                </a:gs>
                <a:gs pos="100000">
                  <a:srgbClr val="6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6591543">
              <a:off x="690170" y="1333072"/>
              <a:ext cx="518140" cy="351915"/>
            </a:xfrm>
            <a:prstGeom prst="ellipse">
              <a:avLst/>
            </a:prstGeom>
            <a:gradFill>
              <a:gsLst>
                <a:gs pos="0">
                  <a:srgbClr val="26E800">
                    <a:alpha val="32968"/>
                  </a:srgbClr>
                </a:gs>
                <a:gs pos="14286">
                  <a:srgbClr val="26E800">
                    <a:alpha val="30764"/>
                  </a:srgbClr>
                </a:gs>
                <a:gs pos="28571">
                  <a:srgbClr val="26E800">
                    <a:alpha val="24833"/>
                  </a:srgbClr>
                </a:gs>
                <a:gs pos="42857">
                  <a:srgbClr val="26E800">
                    <a:alpha val="17075"/>
                  </a:srgbClr>
                </a:gs>
                <a:gs pos="57143">
                  <a:srgbClr val="26E800">
                    <a:alpha val="9855"/>
                  </a:srgbClr>
                </a:gs>
                <a:gs pos="71429">
                  <a:srgbClr val="26E800">
                    <a:alpha val="4740"/>
                  </a:srgbClr>
                </a:gs>
                <a:gs pos="85714">
                  <a:srgbClr val="26E800">
                    <a:alpha val="1902"/>
                  </a:srgbClr>
                </a:gs>
                <a:gs pos="100000">
                  <a:srgbClr val="26E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3103545">
              <a:off x="1012956" y="2463977"/>
              <a:ext cx="603439" cy="76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104087">
              <a:off x="1024484" y="1159731"/>
              <a:ext cx="488570" cy="100923"/>
            </a:xfrm>
            <a:prstGeom prst="ellipse">
              <a:avLst/>
            </a:prstGeom>
            <a:gradFill>
              <a:gsLst>
                <a:gs pos="0">
                  <a:srgbClr val="FF6600">
                    <a:alpha val="32968"/>
                  </a:srgbClr>
                </a:gs>
                <a:gs pos="14286">
                  <a:srgbClr val="FF6600">
                    <a:alpha val="30764"/>
                  </a:srgbClr>
                </a:gs>
                <a:gs pos="28571">
                  <a:srgbClr val="FF6600">
                    <a:alpha val="24833"/>
                  </a:srgbClr>
                </a:gs>
                <a:gs pos="42857">
                  <a:srgbClr val="FF6600">
                    <a:alpha val="17075"/>
                  </a:srgbClr>
                </a:gs>
                <a:gs pos="57143">
                  <a:srgbClr val="FF6600">
                    <a:alpha val="9855"/>
                  </a:srgbClr>
                </a:gs>
                <a:gs pos="71429">
                  <a:srgbClr val="FF6600">
                    <a:alpha val="4740"/>
                  </a:srgbClr>
                </a:gs>
                <a:gs pos="85714">
                  <a:srgbClr val="FF6600">
                    <a:alpha val="1902"/>
                  </a:srgbClr>
                </a:gs>
                <a:gs pos="100000">
                  <a:srgbClr val="FF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6477522">
              <a:off x="-108921" y="1274505"/>
              <a:ext cx="512798" cy="312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8388519">
              <a:off x="1958712" y="1999058"/>
              <a:ext cx="480766" cy="218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9415736">
              <a:off x="2767022" y="1223859"/>
              <a:ext cx="583633" cy="145560"/>
            </a:xfrm>
            <a:prstGeom prst="ellipse">
              <a:avLst/>
            </a:prstGeom>
            <a:gradFill>
              <a:gsLst>
                <a:gs pos="0">
                  <a:srgbClr val="3CB800">
                    <a:alpha val="32968"/>
                  </a:srgbClr>
                </a:gs>
                <a:gs pos="14286">
                  <a:srgbClr val="3CB800">
                    <a:alpha val="30764"/>
                  </a:srgbClr>
                </a:gs>
                <a:gs pos="28571">
                  <a:srgbClr val="3CB800">
                    <a:alpha val="24833"/>
                  </a:srgbClr>
                </a:gs>
                <a:gs pos="42857">
                  <a:srgbClr val="3CB800">
                    <a:alpha val="17075"/>
                  </a:srgbClr>
                </a:gs>
                <a:gs pos="57143">
                  <a:srgbClr val="3CB800">
                    <a:alpha val="9855"/>
                  </a:srgbClr>
                </a:gs>
                <a:gs pos="71429">
                  <a:srgbClr val="3CB800">
                    <a:alpha val="4740"/>
                  </a:srgbClr>
                </a:gs>
                <a:gs pos="85714">
                  <a:srgbClr val="3CB800">
                    <a:alpha val="1902"/>
                  </a:srgbClr>
                </a:gs>
                <a:gs pos="100000">
                  <a:srgbClr val="3C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7583845">
              <a:off x="2139814" y="2725336"/>
              <a:ext cx="362331" cy="38989"/>
            </a:xfrm>
            <a:prstGeom prst="ellipse">
              <a:avLst/>
            </a:prstGeom>
            <a:gradFill>
              <a:gsLst>
                <a:gs pos="0">
                  <a:srgbClr val="009600">
                    <a:alpha val="32968"/>
                  </a:srgbClr>
                </a:gs>
                <a:gs pos="14286">
                  <a:srgbClr val="009600">
                    <a:alpha val="30764"/>
                  </a:srgbClr>
                </a:gs>
                <a:gs pos="28571">
                  <a:srgbClr val="009600">
                    <a:alpha val="24833"/>
                  </a:srgbClr>
                </a:gs>
                <a:gs pos="42857">
                  <a:srgbClr val="009600">
                    <a:alpha val="17075"/>
                  </a:srgbClr>
                </a:gs>
                <a:gs pos="57143">
                  <a:srgbClr val="009600">
                    <a:alpha val="9855"/>
                  </a:srgbClr>
                </a:gs>
                <a:gs pos="71429">
                  <a:srgbClr val="009600">
                    <a:alpha val="4740"/>
                  </a:srgbClr>
                </a:gs>
                <a:gs pos="85714">
                  <a:srgbClr val="009600">
                    <a:alpha val="1902"/>
                  </a:srgbClr>
                </a:gs>
                <a:gs pos="100000">
                  <a:srgbClr val="00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-8886356">
              <a:off x="2449255" y="1394406"/>
              <a:ext cx="370460" cy="859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316133">
              <a:off x="1253374" y="1728849"/>
              <a:ext cx="463188" cy="41805"/>
            </a:xfrm>
            <a:prstGeom prst="ellipse">
              <a:avLst/>
            </a:prstGeom>
            <a:gradFill>
              <a:gsLst>
                <a:gs pos="0">
                  <a:srgbClr val="FF8A00">
                    <a:alpha val="32968"/>
                  </a:srgbClr>
                </a:gs>
                <a:gs pos="14286">
                  <a:srgbClr val="FF8A00">
                    <a:alpha val="30764"/>
                  </a:srgbClr>
                </a:gs>
                <a:gs pos="28571">
                  <a:srgbClr val="FF8A00">
                    <a:alpha val="24833"/>
                  </a:srgbClr>
                </a:gs>
                <a:gs pos="42857">
                  <a:srgbClr val="FF8A00">
                    <a:alpha val="17075"/>
                  </a:srgbClr>
                </a:gs>
                <a:gs pos="57143">
                  <a:srgbClr val="FF8A00">
                    <a:alpha val="9855"/>
                  </a:srgbClr>
                </a:gs>
                <a:gs pos="71429">
                  <a:srgbClr val="FF8A00">
                    <a:alpha val="4740"/>
                  </a:srgbClr>
                </a:gs>
                <a:gs pos="85714">
                  <a:srgbClr val="FF8A00">
                    <a:alpha val="1902"/>
                  </a:srgbClr>
                </a:gs>
                <a:gs pos="100000">
                  <a:srgbClr val="FF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9782400">
              <a:off x="1050646" y="3411867"/>
              <a:ext cx="573346" cy="119394"/>
            </a:xfrm>
            <a:prstGeom prst="ellipse">
              <a:avLst/>
            </a:prstGeom>
            <a:gradFill>
              <a:gsLst>
                <a:gs pos="0">
                  <a:srgbClr val="E40000">
                    <a:alpha val="32968"/>
                  </a:srgbClr>
                </a:gs>
                <a:gs pos="14286">
                  <a:srgbClr val="E40000">
                    <a:alpha val="30764"/>
                  </a:srgbClr>
                </a:gs>
                <a:gs pos="28571">
                  <a:srgbClr val="E40000">
                    <a:alpha val="24833"/>
                  </a:srgbClr>
                </a:gs>
                <a:gs pos="42857">
                  <a:srgbClr val="E40000">
                    <a:alpha val="17075"/>
                  </a:srgbClr>
                </a:gs>
                <a:gs pos="57143">
                  <a:srgbClr val="E40000">
                    <a:alpha val="9855"/>
                  </a:srgbClr>
                </a:gs>
                <a:gs pos="71429">
                  <a:srgbClr val="E40000">
                    <a:alpha val="4740"/>
                  </a:srgbClr>
                </a:gs>
                <a:gs pos="85714">
                  <a:srgbClr val="E40000">
                    <a:alpha val="1902"/>
                  </a:srgbClr>
                </a:gs>
                <a:gs pos="100000">
                  <a:srgbClr val="E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4363868">
              <a:off x="453619" y="2034820"/>
              <a:ext cx="401942" cy="62246"/>
            </a:xfrm>
            <a:prstGeom prst="ellipse">
              <a:avLst/>
            </a:prstGeom>
            <a:gradFill>
              <a:gsLst>
                <a:gs pos="0">
                  <a:srgbClr val="000061">
                    <a:alpha val="32968"/>
                  </a:srgbClr>
                </a:gs>
                <a:gs pos="14286">
                  <a:srgbClr val="000061">
                    <a:alpha val="30764"/>
                  </a:srgbClr>
                </a:gs>
                <a:gs pos="28571">
                  <a:srgbClr val="000061">
                    <a:alpha val="24833"/>
                  </a:srgbClr>
                </a:gs>
                <a:gs pos="42857">
                  <a:srgbClr val="000061">
                    <a:alpha val="17075"/>
                  </a:srgbClr>
                </a:gs>
                <a:gs pos="57143">
                  <a:srgbClr val="000061">
                    <a:alpha val="9855"/>
                  </a:srgbClr>
                </a:gs>
                <a:gs pos="71429">
                  <a:srgbClr val="000061">
                    <a:alpha val="4740"/>
                  </a:srgbClr>
                </a:gs>
                <a:gs pos="85714">
                  <a:srgbClr val="000061">
                    <a:alpha val="1902"/>
                  </a:srgbClr>
                </a:gs>
                <a:gs pos="100000">
                  <a:srgbClr val="00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8421268">
              <a:off x="226486" y="2557444"/>
              <a:ext cx="576616" cy="47608"/>
            </a:xfrm>
            <a:prstGeom prst="ellipse">
              <a:avLst/>
            </a:prstGeom>
            <a:gradFill>
              <a:gsLst>
                <a:gs pos="0">
                  <a:srgbClr val="008C00">
                    <a:alpha val="32968"/>
                  </a:srgbClr>
                </a:gs>
                <a:gs pos="14286">
                  <a:srgbClr val="008C00">
                    <a:alpha val="30764"/>
                  </a:srgbClr>
                </a:gs>
                <a:gs pos="28571">
                  <a:srgbClr val="008C00">
                    <a:alpha val="24833"/>
                  </a:srgbClr>
                </a:gs>
                <a:gs pos="42857">
                  <a:srgbClr val="008C00">
                    <a:alpha val="17075"/>
                  </a:srgbClr>
                </a:gs>
                <a:gs pos="57143">
                  <a:srgbClr val="008C00">
                    <a:alpha val="9855"/>
                  </a:srgbClr>
                </a:gs>
                <a:gs pos="71429">
                  <a:srgbClr val="008C00">
                    <a:alpha val="4740"/>
                  </a:srgbClr>
                </a:gs>
                <a:gs pos="85714">
                  <a:srgbClr val="008C00">
                    <a:alpha val="1902"/>
                  </a:srgbClr>
                </a:gs>
                <a:gs pos="100000">
                  <a:srgbClr val="00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614299">
              <a:off x="2833973" y="829998"/>
              <a:ext cx="199784" cy="115227"/>
            </a:xfrm>
            <a:prstGeom prst="ellipse">
              <a:avLst/>
            </a:prstGeom>
            <a:gradFill>
              <a:gsLst>
                <a:gs pos="0">
                  <a:srgbClr val="000069">
                    <a:alpha val="32968"/>
                  </a:srgbClr>
                </a:gs>
                <a:gs pos="14286">
                  <a:srgbClr val="000069">
                    <a:alpha val="30764"/>
                  </a:srgbClr>
                </a:gs>
                <a:gs pos="28571">
                  <a:srgbClr val="000069">
                    <a:alpha val="24833"/>
                  </a:srgbClr>
                </a:gs>
                <a:gs pos="42857">
                  <a:srgbClr val="000069">
                    <a:alpha val="17075"/>
                  </a:srgbClr>
                </a:gs>
                <a:gs pos="57143">
                  <a:srgbClr val="000069">
                    <a:alpha val="9855"/>
                  </a:srgbClr>
                </a:gs>
                <a:gs pos="71429">
                  <a:srgbClr val="000069">
                    <a:alpha val="4740"/>
                  </a:srgbClr>
                </a:gs>
                <a:gs pos="85714">
                  <a:srgbClr val="000069">
                    <a:alpha val="1902"/>
                  </a:srgbClr>
                </a:gs>
                <a:gs pos="100000">
                  <a:srgbClr val="00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3242076">
              <a:off x="1054774" y="2625485"/>
              <a:ext cx="650353" cy="56201"/>
            </a:xfrm>
            <a:prstGeom prst="ellipse">
              <a:avLst/>
            </a:prstGeom>
            <a:gradFill>
              <a:gsLst>
                <a:gs pos="0">
                  <a:srgbClr val="F91900">
                    <a:alpha val="32968"/>
                  </a:srgbClr>
                </a:gs>
                <a:gs pos="14286">
                  <a:srgbClr val="F91900">
                    <a:alpha val="30764"/>
                  </a:srgbClr>
                </a:gs>
                <a:gs pos="28571">
                  <a:srgbClr val="F91900">
                    <a:alpha val="24833"/>
                  </a:srgbClr>
                </a:gs>
                <a:gs pos="42857">
                  <a:srgbClr val="F91900">
                    <a:alpha val="17075"/>
                  </a:srgbClr>
                </a:gs>
                <a:gs pos="57143">
                  <a:srgbClr val="F91900">
                    <a:alpha val="9855"/>
                  </a:srgbClr>
                </a:gs>
                <a:gs pos="71429">
                  <a:srgbClr val="F91900">
                    <a:alpha val="4740"/>
                  </a:srgbClr>
                </a:gs>
                <a:gs pos="85714">
                  <a:srgbClr val="F91900">
                    <a:alpha val="1902"/>
                  </a:srgbClr>
                </a:gs>
                <a:gs pos="100000">
                  <a:srgbClr val="F91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9669365">
              <a:off x="1046741" y="177223"/>
              <a:ext cx="139790" cy="63100"/>
            </a:xfrm>
            <a:prstGeom prst="ellipse">
              <a:avLst/>
            </a:prstGeom>
            <a:gradFill>
              <a:gsLst>
                <a:gs pos="0">
                  <a:srgbClr val="FFFFFF">
                    <a:alpha val="15152"/>
                  </a:srgbClr>
                </a:gs>
                <a:gs pos="14286">
                  <a:srgbClr val="FFFFFF">
                    <a:alpha val="14017"/>
                  </a:srgbClr>
                </a:gs>
                <a:gs pos="28571">
                  <a:srgbClr val="FFFFFF">
                    <a:alpha val="11064"/>
                  </a:srgbClr>
                </a:gs>
                <a:gs pos="42857">
                  <a:srgbClr val="FFFFFF">
                    <a:alpha val="7403"/>
                  </a:srgbClr>
                </a:gs>
                <a:gs pos="57143">
                  <a:srgbClr val="FFFFFF">
                    <a:alpha val="4172"/>
                  </a:srgbClr>
                </a:gs>
                <a:gs pos="71429">
                  <a:srgbClr val="FFFFFF">
                    <a:alpha val="1975"/>
                  </a:srgbClr>
                </a:gs>
                <a:gs pos="85714">
                  <a:srgbClr val="FFFFFF">
                    <a:alpha val="786"/>
                  </a:srgbClr>
                </a:gs>
                <a:gs pos="100000">
                  <a:srgbClr val="FFFFFF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7346769">
              <a:off x="819365" y="1832927"/>
              <a:ext cx="415392" cy="51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542706">
              <a:off x="809067" y="1627593"/>
              <a:ext cx="492161" cy="79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9332304">
              <a:off x="829532" y="1497827"/>
              <a:ext cx="501284" cy="44114"/>
            </a:xfrm>
            <a:prstGeom prst="ellipse">
              <a:avLst/>
            </a:prstGeom>
            <a:gradFill>
              <a:gsLst>
                <a:gs pos="0">
                  <a:srgbClr val="CAFF00">
                    <a:alpha val="32968"/>
                  </a:srgbClr>
                </a:gs>
                <a:gs pos="14286">
                  <a:srgbClr val="CAFF00">
                    <a:alpha val="30764"/>
                  </a:srgbClr>
                </a:gs>
                <a:gs pos="28571">
                  <a:srgbClr val="CAFF00">
                    <a:alpha val="24833"/>
                  </a:srgbClr>
                </a:gs>
                <a:gs pos="42857">
                  <a:srgbClr val="CAFF00">
                    <a:alpha val="17075"/>
                  </a:srgbClr>
                </a:gs>
                <a:gs pos="57143">
                  <a:srgbClr val="CAFF00">
                    <a:alpha val="9855"/>
                  </a:srgbClr>
                </a:gs>
                <a:gs pos="71429">
                  <a:srgbClr val="CAFF00">
                    <a:alpha val="4740"/>
                  </a:srgbClr>
                </a:gs>
                <a:gs pos="85714">
                  <a:srgbClr val="CAFF00">
                    <a:alpha val="1902"/>
                  </a:srgbClr>
                </a:gs>
                <a:gs pos="100000">
                  <a:srgbClr val="CA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481441">
              <a:off x="2942009" y="2814748"/>
              <a:ext cx="607903" cy="53803"/>
            </a:xfrm>
            <a:prstGeom prst="ellipse">
              <a:avLst/>
            </a:prstGeom>
            <a:gradFill>
              <a:gsLst>
                <a:gs pos="0">
                  <a:srgbClr val="FFB000">
                    <a:alpha val="32968"/>
                  </a:srgbClr>
                </a:gs>
                <a:gs pos="14286">
                  <a:srgbClr val="FFB000">
                    <a:alpha val="30764"/>
                  </a:srgbClr>
                </a:gs>
                <a:gs pos="28571">
                  <a:srgbClr val="FFB000">
                    <a:alpha val="24833"/>
                  </a:srgbClr>
                </a:gs>
                <a:gs pos="42857">
                  <a:srgbClr val="FFB000">
                    <a:alpha val="17075"/>
                  </a:srgbClr>
                </a:gs>
                <a:gs pos="57143">
                  <a:srgbClr val="FFB000">
                    <a:alpha val="9855"/>
                  </a:srgbClr>
                </a:gs>
                <a:gs pos="71429">
                  <a:srgbClr val="FFB000">
                    <a:alpha val="4740"/>
                  </a:srgbClr>
                </a:gs>
                <a:gs pos="85714">
                  <a:srgbClr val="FFB000">
                    <a:alpha val="1902"/>
                  </a:srgbClr>
                </a:gs>
                <a:gs pos="100000">
                  <a:srgbClr val="FF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064253">
              <a:off x="970689" y="1334546"/>
              <a:ext cx="384797" cy="39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718324">
              <a:off x="2195975" y="2287592"/>
              <a:ext cx="434450" cy="62902"/>
            </a:xfrm>
            <a:prstGeom prst="ellipse">
              <a:avLst/>
            </a:prstGeom>
            <a:gradFill>
              <a:gsLst>
                <a:gs pos="0">
                  <a:srgbClr val="009700">
                    <a:alpha val="32968"/>
                  </a:srgbClr>
                </a:gs>
                <a:gs pos="14286">
                  <a:srgbClr val="009700">
                    <a:alpha val="30764"/>
                  </a:srgbClr>
                </a:gs>
                <a:gs pos="28571">
                  <a:srgbClr val="009700">
                    <a:alpha val="24833"/>
                  </a:srgbClr>
                </a:gs>
                <a:gs pos="42857">
                  <a:srgbClr val="009700">
                    <a:alpha val="17075"/>
                  </a:srgbClr>
                </a:gs>
                <a:gs pos="57143">
                  <a:srgbClr val="009700">
                    <a:alpha val="9855"/>
                  </a:srgbClr>
                </a:gs>
                <a:gs pos="71429">
                  <a:srgbClr val="009700">
                    <a:alpha val="4740"/>
                  </a:srgbClr>
                </a:gs>
                <a:gs pos="85714">
                  <a:srgbClr val="009700">
                    <a:alpha val="1902"/>
                  </a:srgbClr>
                </a:gs>
                <a:gs pos="100000">
                  <a:srgbClr val="00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3943731">
              <a:off x="2858562" y="906853"/>
              <a:ext cx="318558" cy="91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951944">
              <a:off x="2326522" y="2690311"/>
              <a:ext cx="499134" cy="357218"/>
            </a:xfrm>
            <a:prstGeom prst="ellipse">
              <a:avLst/>
            </a:prstGeom>
            <a:gradFill>
              <a:gsLst>
                <a:gs pos="0">
                  <a:srgbClr val="FC7A00">
                    <a:alpha val="32968"/>
                  </a:srgbClr>
                </a:gs>
                <a:gs pos="14286">
                  <a:srgbClr val="FC7A00">
                    <a:alpha val="30764"/>
                  </a:srgbClr>
                </a:gs>
                <a:gs pos="28571">
                  <a:srgbClr val="FC7A00">
                    <a:alpha val="24833"/>
                  </a:srgbClr>
                </a:gs>
                <a:gs pos="42857">
                  <a:srgbClr val="FC7A00">
                    <a:alpha val="17075"/>
                  </a:srgbClr>
                </a:gs>
                <a:gs pos="57143">
                  <a:srgbClr val="FC7A00">
                    <a:alpha val="9855"/>
                  </a:srgbClr>
                </a:gs>
                <a:gs pos="71429">
                  <a:srgbClr val="FC7A00">
                    <a:alpha val="4740"/>
                  </a:srgbClr>
                </a:gs>
                <a:gs pos="85714">
                  <a:srgbClr val="FC7A00">
                    <a:alpha val="1902"/>
                  </a:srgbClr>
                </a:gs>
                <a:gs pos="100000">
                  <a:srgbClr val="FC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700748">
              <a:off x="1601014" y="1665537"/>
              <a:ext cx="721869" cy="225864"/>
            </a:xfrm>
            <a:prstGeom prst="ellipse">
              <a:avLst/>
            </a:prstGeom>
            <a:gradFill>
              <a:gsLst>
                <a:gs pos="0">
                  <a:srgbClr val="FFFF00">
                    <a:alpha val="32881"/>
                  </a:srgbClr>
                </a:gs>
                <a:gs pos="14286">
                  <a:srgbClr val="FFFF00">
                    <a:alpha val="30682"/>
                  </a:srgbClr>
                </a:gs>
                <a:gs pos="28571">
                  <a:srgbClr val="FFFF00">
                    <a:alpha val="24764"/>
                  </a:srgbClr>
                </a:gs>
                <a:gs pos="42857">
                  <a:srgbClr val="FFFF00">
                    <a:alpha val="17025"/>
                  </a:srgbClr>
                </a:gs>
                <a:gs pos="57143">
                  <a:srgbClr val="FFFF00">
                    <a:alpha val="9825"/>
                  </a:srgbClr>
                </a:gs>
                <a:gs pos="71429">
                  <a:srgbClr val="FFFF00">
                    <a:alpha val="4725"/>
                  </a:srgbClr>
                </a:gs>
                <a:gs pos="85714">
                  <a:srgbClr val="FFFF00">
                    <a:alpha val="1896"/>
                  </a:srgbClr>
                </a:gs>
                <a:gs pos="100000">
                  <a:srgbClr val="FFFF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10269780">
              <a:off x="2691769" y="1423163"/>
              <a:ext cx="244558" cy="52285"/>
            </a:xfrm>
            <a:prstGeom prst="ellipse">
              <a:avLst/>
            </a:prstGeom>
            <a:gradFill>
              <a:gsLst>
                <a:gs pos="0">
                  <a:srgbClr val="008D00">
                    <a:alpha val="32968"/>
                  </a:srgbClr>
                </a:gs>
                <a:gs pos="14286">
                  <a:srgbClr val="008D00">
                    <a:alpha val="30764"/>
                  </a:srgbClr>
                </a:gs>
                <a:gs pos="28571">
                  <a:srgbClr val="008D00">
                    <a:alpha val="24833"/>
                  </a:srgbClr>
                </a:gs>
                <a:gs pos="42857">
                  <a:srgbClr val="008D00">
                    <a:alpha val="17075"/>
                  </a:srgbClr>
                </a:gs>
                <a:gs pos="57143">
                  <a:srgbClr val="008D00">
                    <a:alpha val="9855"/>
                  </a:srgbClr>
                </a:gs>
                <a:gs pos="71429">
                  <a:srgbClr val="008D00">
                    <a:alpha val="4740"/>
                  </a:srgbClr>
                </a:gs>
                <a:gs pos="85714">
                  <a:srgbClr val="008D00">
                    <a:alpha val="1902"/>
                  </a:srgbClr>
                </a:gs>
                <a:gs pos="100000">
                  <a:srgbClr val="008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9962296">
              <a:off x="2248262" y="684071"/>
              <a:ext cx="365780" cy="271488"/>
            </a:xfrm>
            <a:prstGeom prst="ellipse">
              <a:avLst/>
            </a:prstGeom>
            <a:gradFill>
              <a:gsLst>
                <a:gs pos="0">
                  <a:srgbClr val="366500">
                    <a:alpha val="32968"/>
                  </a:srgbClr>
                </a:gs>
                <a:gs pos="14286">
                  <a:srgbClr val="366500">
                    <a:alpha val="30764"/>
                  </a:srgbClr>
                </a:gs>
                <a:gs pos="28571">
                  <a:srgbClr val="366500">
                    <a:alpha val="24833"/>
                  </a:srgbClr>
                </a:gs>
                <a:gs pos="42857">
                  <a:srgbClr val="366500">
                    <a:alpha val="17075"/>
                  </a:srgbClr>
                </a:gs>
                <a:gs pos="57143">
                  <a:srgbClr val="366500">
                    <a:alpha val="9855"/>
                  </a:srgbClr>
                </a:gs>
                <a:gs pos="71429">
                  <a:srgbClr val="366500">
                    <a:alpha val="4740"/>
                  </a:srgbClr>
                </a:gs>
                <a:gs pos="85714">
                  <a:srgbClr val="366500">
                    <a:alpha val="1902"/>
                  </a:srgbClr>
                </a:gs>
                <a:gs pos="100000">
                  <a:srgbClr val="366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8743015">
              <a:off x="1896189" y="1627590"/>
              <a:ext cx="544646" cy="85931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2959509">
              <a:off x="2797830" y="648709"/>
              <a:ext cx="683946" cy="41020"/>
            </a:xfrm>
            <a:prstGeom prst="ellipse">
              <a:avLst/>
            </a:prstGeom>
            <a:gradFill>
              <a:gsLst>
                <a:gs pos="0">
                  <a:srgbClr val="00BC00">
                    <a:alpha val="32968"/>
                  </a:srgbClr>
                </a:gs>
                <a:gs pos="14286">
                  <a:srgbClr val="00BC00">
                    <a:alpha val="30764"/>
                  </a:srgbClr>
                </a:gs>
                <a:gs pos="28571">
                  <a:srgbClr val="00BC00">
                    <a:alpha val="24833"/>
                  </a:srgbClr>
                </a:gs>
                <a:gs pos="42857">
                  <a:srgbClr val="00BC00">
                    <a:alpha val="17075"/>
                  </a:srgbClr>
                </a:gs>
                <a:gs pos="57143">
                  <a:srgbClr val="00BC00">
                    <a:alpha val="9855"/>
                  </a:srgbClr>
                </a:gs>
                <a:gs pos="71429">
                  <a:srgbClr val="00BC00">
                    <a:alpha val="4740"/>
                  </a:srgbClr>
                </a:gs>
                <a:gs pos="85714">
                  <a:srgbClr val="00BC00">
                    <a:alpha val="1902"/>
                  </a:srgbClr>
                </a:gs>
                <a:gs pos="100000">
                  <a:srgbClr val="00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8793542">
              <a:off x="559796" y="305215"/>
              <a:ext cx="553021" cy="1304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414386">
              <a:off x="1374383" y="3475490"/>
              <a:ext cx="551179" cy="115395"/>
            </a:xfrm>
            <a:prstGeom prst="ellipse">
              <a:avLst/>
            </a:prstGeom>
            <a:gradFill>
              <a:gsLst>
                <a:gs pos="0">
                  <a:srgbClr val="F66600">
                    <a:alpha val="32968"/>
                  </a:srgbClr>
                </a:gs>
                <a:gs pos="14286">
                  <a:srgbClr val="F66600">
                    <a:alpha val="30764"/>
                  </a:srgbClr>
                </a:gs>
                <a:gs pos="28571">
                  <a:srgbClr val="F66600">
                    <a:alpha val="24833"/>
                  </a:srgbClr>
                </a:gs>
                <a:gs pos="42857">
                  <a:srgbClr val="F66600">
                    <a:alpha val="17075"/>
                  </a:srgbClr>
                </a:gs>
                <a:gs pos="57143">
                  <a:srgbClr val="F66600">
                    <a:alpha val="9855"/>
                  </a:srgbClr>
                </a:gs>
                <a:gs pos="71429">
                  <a:srgbClr val="F66600">
                    <a:alpha val="4740"/>
                  </a:srgbClr>
                </a:gs>
                <a:gs pos="85714">
                  <a:srgbClr val="F66600">
                    <a:alpha val="1902"/>
                  </a:srgbClr>
                </a:gs>
                <a:gs pos="100000">
                  <a:srgbClr val="F6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7803579">
              <a:off x="2268805" y="2718270"/>
              <a:ext cx="313382" cy="81437"/>
            </a:xfrm>
            <a:prstGeom prst="ellipse">
              <a:avLst/>
            </a:prstGeom>
            <a:gradFill>
              <a:gsLst>
                <a:gs pos="0">
                  <a:srgbClr val="F92300">
                    <a:alpha val="32968"/>
                  </a:srgbClr>
                </a:gs>
                <a:gs pos="14286">
                  <a:srgbClr val="F92300">
                    <a:alpha val="30764"/>
                  </a:srgbClr>
                </a:gs>
                <a:gs pos="28571">
                  <a:srgbClr val="F92300">
                    <a:alpha val="24833"/>
                  </a:srgbClr>
                </a:gs>
                <a:gs pos="42857">
                  <a:srgbClr val="F92300">
                    <a:alpha val="17075"/>
                  </a:srgbClr>
                </a:gs>
                <a:gs pos="57143">
                  <a:srgbClr val="F92300">
                    <a:alpha val="9855"/>
                  </a:srgbClr>
                </a:gs>
                <a:gs pos="71429">
                  <a:srgbClr val="F92300">
                    <a:alpha val="4740"/>
                  </a:srgbClr>
                </a:gs>
                <a:gs pos="85714">
                  <a:srgbClr val="F92300">
                    <a:alpha val="1902"/>
                  </a:srgbClr>
                </a:gs>
                <a:gs pos="100000">
                  <a:srgbClr val="F9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8262580">
              <a:off x="539117" y="2410923"/>
              <a:ext cx="609297" cy="231473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8116093">
              <a:off x="2039758" y="1496661"/>
              <a:ext cx="553822" cy="70192"/>
            </a:xfrm>
            <a:prstGeom prst="ellipse">
              <a:avLst/>
            </a:prstGeom>
            <a:gradFill>
              <a:gsLst>
                <a:gs pos="0">
                  <a:srgbClr val="670000">
                    <a:alpha val="32968"/>
                  </a:srgbClr>
                </a:gs>
                <a:gs pos="14286">
                  <a:srgbClr val="670000">
                    <a:alpha val="30764"/>
                  </a:srgbClr>
                </a:gs>
                <a:gs pos="28571">
                  <a:srgbClr val="670000">
                    <a:alpha val="24833"/>
                  </a:srgbClr>
                </a:gs>
                <a:gs pos="42857">
                  <a:srgbClr val="670000">
                    <a:alpha val="17075"/>
                  </a:srgbClr>
                </a:gs>
                <a:gs pos="57143">
                  <a:srgbClr val="670000">
                    <a:alpha val="9855"/>
                  </a:srgbClr>
                </a:gs>
                <a:gs pos="71429">
                  <a:srgbClr val="670000">
                    <a:alpha val="4740"/>
                  </a:srgbClr>
                </a:gs>
                <a:gs pos="85714">
                  <a:srgbClr val="670000">
                    <a:alpha val="1902"/>
                  </a:srgbClr>
                </a:gs>
                <a:gs pos="100000">
                  <a:srgbClr val="6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8539710">
              <a:off x="360502" y="2561052"/>
              <a:ext cx="628233" cy="490267"/>
            </a:xfrm>
            <a:prstGeom prst="ellipse">
              <a:avLst/>
            </a:prstGeom>
            <a:gradFill>
              <a:gsLst>
                <a:gs pos="0">
                  <a:srgbClr val="FFE200">
                    <a:alpha val="32968"/>
                  </a:srgbClr>
                </a:gs>
                <a:gs pos="14286">
                  <a:srgbClr val="FFE200">
                    <a:alpha val="30764"/>
                  </a:srgbClr>
                </a:gs>
                <a:gs pos="28571">
                  <a:srgbClr val="FFE200">
                    <a:alpha val="24833"/>
                  </a:srgbClr>
                </a:gs>
                <a:gs pos="42857">
                  <a:srgbClr val="FFE200">
                    <a:alpha val="17075"/>
                  </a:srgbClr>
                </a:gs>
                <a:gs pos="57143">
                  <a:srgbClr val="FFE200">
                    <a:alpha val="9855"/>
                  </a:srgbClr>
                </a:gs>
                <a:gs pos="71429">
                  <a:srgbClr val="FFE200">
                    <a:alpha val="4740"/>
                  </a:srgbClr>
                </a:gs>
                <a:gs pos="85714">
                  <a:srgbClr val="FFE200">
                    <a:alpha val="1902"/>
                  </a:srgbClr>
                </a:gs>
                <a:gs pos="100000">
                  <a:srgbClr val="FFE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9695459">
              <a:off x="1647688" y="2508187"/>
              <a:ext cx="183114" cy="49498"/>
            </a:xfrm>
            <a:prstGeom prst="ellipse">
              <a:avLst/>
            </a:prstGeom>
            <a:gradFill>
              <a:gsLst>
                <a:gs pos="0">
                  <a:srgbClr val="9B00FB">
                    <a:alpha val="32968"/>
                  </a:srgbClr>
                </a:gs>
                <a:gs pos="14286">
                  <a:srgbClr val="9B00FB">
                    <a:alpha val="30764"/>
                  </a:srgbClr>
                </a:gs>
                <a:gs pos="28571">
                  <a:srgbClr val="9B00FB">
                    <a:alpha val="24833"/>
                  </a:srgbClr>
                </a:gs>
                <a:gs pos="42857">
                  <a:srgbClr val="9B00FB">
                    <a:alpha val="17075"/>
                  </a:srgbClr>
                </a:gs>
                <a:gs pos="57143">
                  <a:srgbClr val="9B00FB">
                    <a:alpha val="9855"/>
                  </a:srgbClr>
                </a:gs>
                <a:gs pos="71429">
                  <a:srgbClr val="9B00FB">
                    <a:alpha val="4740"/>
                  </a:srgbClr>
                </a:gs>
                <a:gs pos="85714">
                  <a:srgbClr val="9B00FB">
                    <a:alpha val="1902"/>
                  </a:srgbClr>
                </a:gs>
                <a:gs pos="100000">
                  <a:srgbClr val="9B00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10691956">
              <a:off x="2008337" y="2035339"/>
              <a:ext cx="432085" cy="357628"/>
            </a:xfrm>
            <a:prstGeom prst="ellipse">
              <a:avLst/>
            </a:prstGeom>
            <a:gradFill>
              <a:gsLst>
                <a:gs pos="0">
                  <a:srgbClr val="57B800">
                    <a:alpha val="32968"/>
                  </a:srgbClr>
                </a:gs>
                <a:gs pos="14286">
                  <a:srgbClr val="57B800">
                    <a:alpha val="30764"/>
                  </a:srgbClr>
                </a:gs>
                <a:gs pos="28571">
                  <a:srgbClr val="57B800">
                    <a:alpha val="24833"/>
                  </a:srgbClr>
                </a:gs>
                <a:gs pos="42857">
                  <a:srgbClr val="57B800">
                    <a:alpha val="17075"/>
                  </a:srgbClr>
                </a:gs>
                <a:gs pos="57143">
                  <a:srgbClr val="57B800">
                    <a:alpha val="9855"/>
                  </a:srgbClr>
                </a:gs>
                <a:gs pos="71429">
                  <a:srgbClr val="57B800">
                    <a:alpha val="4740"/>
                  </a:srgbClr>
                </a:gs>
                <a:gs pos="85714">
                  <a:srgbClr val="57B800">
                    <a:alpha val="1902"/>
                  </a:srgbClr>
                </a:gs>
                <a:gs pos="100000">
                  <a:srgbClr val="57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10400154">
              <a:off x="1787246" y="1099696"/>
              <a:ext cx="308521" cy="140700"/>
            </a:xfrm>
            <a:prstGeom prst="ellipse">
              <a:avLst/>
            </a:prstGeom>
            <a:gradFill>
              <a:gsLst>
                <a:gs pos="0">
                  <a:srgbClr val="FF8B73">
                    <a:alpha val="32968"/>
                  </a:srgbClr>
                </a:gs>
                <a:gs pos="14286">
                  <a:srgbClr val="FF8B73">
                    <a:alpha val="30764"/>
                  </a:srgbClr>
                </a:gs>
                <a:gs pos="28571">
                  <a:srgbClr val="FF8B73">
                    <a:alpha val="24833"/>
                  </a:srgbClr>
                </a:gs>
                <a:gs pos="42857">
                  <a:srgbClr val="FF8B73">
                    <a:alpha val="17075"/>
                  </a:srgbClr>
                </a:gs>
                <a:gs pos="57143">
                  <a:srgbClr val="FF8B73">
                    <a:alpha val="9855"/>
                  </a:srgbClr>
                </a:gs>
                <a:gs pos="71429">
                  <a:srgbClr val="FF8B73">
                    <a:alpha val="4740"/>
                  </a:srgbClr>
                </a:gs>
                <a:gs pos="85714">
                  <a:srgbClr val="FF8B73">
                    <a:alpha val="1902"/>
                  </a:srgbClr>
                </a:gs>
                <a:gs pos="100000">
                  <a:srgbClr val="FF8B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8679911">
              <a:off x="2333748" y="1466103"/>
              <a:ext cx="622942" cy="140516"/>
            </a:xfrm>
            <a:prstGeom prst="ellipse">
              <a:avLst/>
            </a:prstGeom>
            <a:gradFill>
              <a:gsLst>
                <a:gs pos="0">
                  <a:srgbClr val="FF6632">
                    <a:alpha val="32968"/>
                  </a:srgbClr>
                </a:gs>
                <a:gs pos="14286">
                  <a:srgbClr val="FF6632">
                    <a:alpha val="30764"/>
                  </a:srgbClr>
                </a:gs>
                <a:gs pos="28571">
                  <a:srgbClr val="FF6632">
                    <a:alpha val="24833"/>
                  </a:srgbClr>
                </a:gs>
                <a:gs pos="42857">
                  <a:srgbClr val="FF6632">
                    <a:alpha val="17075"/>
                  </a:srgbClr>
                </a:gs>
                <a:gs pos="57143">
                  <a:srgbClr val="FF6632">
                    <a:alpha val="9855"/>
                  </a:srgbClr>
                </a:gs>
                <a:gs pos="71429">
                  <a:srgbClr val="FF6632">
                    <a:alpha val="4740"/>
                  </a:srgbClr>
                </a:gs>
                <a:gs pos="85714">
                  <a:srgbClr val="FF6632">
                    <a:alpha val="1902"/>
                  </a:srgbClr>
                </a:gs>
                <a:gs pos="100000">
                  <a:srgbClr val="FF66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6552145">
              <a:off x="213934" y="2482797"/>
              <a:ext cx="376177" cy="193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8419853">
              <a:off x="924626" y="2096921"/>
              <a:ext cx="565871" cy="226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9233718">
              <a:off x="1352749" y="1539178"/>
              <a:ext cx="463960" cy="34398"/>
            </a:xfrm>
            <a:prstGeom prst="ellipse">
              <a:avLst/>
            </a:prstGeom>
            <a:gradFill>
              <a:gsLst>
                <a:gs pos="0">
                  <a:srgbClr val="AF0000">
                    <a:alpha val="32968"/>
                  </a:srgbClr>
                </a:gs>
                <a:gs pos="14286">
                  <a:srgbClr val="AF0000">
                    <a:alpha val="30764"/>
                  </a:srgbClr>
                </a:gs>
                <a:gs pos="28571">
                  <a:srgbClr val="AF0000">
                    <a:alpha val="24833"/>
                  </a:srgbClr>
                </a:gs>
                <a:gs pos="42857">
                  <a:srgbClr val="AF0000">
                    <a:alpha val="17075"/>
                  </a:srgbClr>
                </a:gs>
                <a:gs pos="57143">
                  <a:srgbClr val="AF0000">
                    <a:alpha val="9855"/>
                  </a:srgbClr>
                </a:gs>
                <a:gs pos="71429">
                  <a:srgbClr val="AF0000">
                    <a:alpha val="4740"/>
                  </a:srgbClr>
                </a:gs>
                <a:gs pos="85714">
                  <a:srgbClr val="AF0000">
                    <a:alpha val="1902"/>
                  </a:srgbClr>
                </a:gs>
                <a:gs pos="100000">
                  <a:srgbClr val="A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10279155">
              <a:off x="613252" y="88347"/>
              <a:ext cx="502705" cy="4865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9546068">
              <a:off x="1455102" y="1570789"/>
              <a:ext cx="629391" cy="395259"/>
            </a:xfrm>
            <a:prstGeom prst="ellipse">
              <a:avLst/>
            </a:prstGeom>
            <a:gradFill>
              <a:gsLst>
                <a:gs pos="0">
                  <a:srgbClr val="FFD000">
                    <a:alpha val="32968"/>
                  </a:srgbClr>
                </a:gs>
                <a:gs pos="14286">
                  <a:srgbClr val="FFD000">
                    <a:alpha val="30764"/>
                  </a:srgbClr>
                </a:gs>
                <a:gs pos="28571">
                  <a:srgbClr val="FFD000">
                    <a:alpha val="24833"/>
                  </a:srgbClr>
                </a:gs>
                <a:gs pos="42857">
                  <a:srgbClr val="FFD000">
                    <a:alpha val="17075"/>
                  </a:srgbClr>
                </a:gs>
                <a:gs pos="57143">
                  <a:srgbClr val="FFD000">
                    <a:alpha val="9855"/>
                  </a:srgbClr>
                </a:gs>
                <a:gs pos="71429">
                  <a:srgbClr val="FFD000">
                    <a:alpha val="4740"/>
                  </a:srgbClr>
                </a:gs>
                <a:gs pos="85714">
                  <a:srgbClr val="FFD000">
                    <a:alpha val="1902"/>
                  </a:srgbClr>
                </a:gs>
                <a:gs pos="100000">
                  <a:srgbClr val="FF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9199618">
              <a:off x="1511013" y="1930828"/>
              <a:ext cx="501507" cy="31102"/>
            </a:xfrm>
            <a:prstGeom prst="ellipse">
              <a:avLst/>
            </a:prstGeom>
            <a:gradFill>
              <a:gsLst>
                <a:gs pos="0">
                  <a:srgbClr val="00001D">
                    <a:alpha val="32968"/>
                  </a:srgbClr>
                </a:gs>
                <a:gs pos="14286">
                  <a:srgbClr val="00001D">
                    <a:alpha val="30764"/>
                  </a:srgbClr>
                </a:gs>
                <a:gs pos="28571">
                  <a:srgbClr val="00001D">
                    <a:alpha val="24833"/>
                  </a:srgbClr>
                </a:gs>
                <a:gs pos="42857">
                  <a:srgbClr val="00001D">
                    <a:alpha val="17075"/>
                  </a:srgbClr>
                </a:gs>
                <a:gs pos="57143">
                  <a:srgbClr val="00001D">
                    <a:alpha val="9855"/>
                  </a:srgbClr>
                </a:gs>
                <a:gs pos="71429">
                  <a:srgbClr val="00001D">
                    <a:alpha val="4740"/>
                  </a:srgbClr>
                </a:gs>
                <a:gs pos="85714">
                  <a:srgbClr val="00001D">
                    <a:alpha val="1902"/>
                  </a:srgbClr>
                </a:gs>
                <a:gs pos="100000">
                  <a:srgbClr val="0000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10216381">
              <a:off x="698702" y="1691641"/>
              <a:ext cx="784714" cy="627405"/>
            </a:xfrm>
            <a:prstGeom prst="ellipse">
              <a:avLst/>
            </a:prstGeom>
            <a:gradFill>
              <a:gsLst>
                <a:gs pos="0">
                  <a:srgbClr val="73FF00">
                    <a:alpha val="32968"/>
                  </a:srgbClr>
                </a:gs>
                <a:gs pos="14286">
                  <a:srgbClr val="73FF00">
                    <a:alpha val="30764"/>
                  </a:srgbClr>
                </a:gs>
                <a:gs pos="28571">
                  <a:srgbClr val="73FF00">
                    <a:alpha val="24833"/>
                  </a:srgbClr>
                </a:gs>
                <a:gs pos="42857">
                  <a:srgbClr val="73FF00">
                    <a:alpha val="17075"/>
                  </a:srgbClr>
                </a:gs>
                <a:gs pos="57143">
                  <a:srgbClr val="73FF00">
                    <a:alpha val="9855"/>
                  </a:srgbClr>
                </a:gs>
                <a:gs pos="71429">
                  <a:srgbClr val="73FF00">
                    <a:alpha val="4740"/>
                  </a:srgbClr>
                </a:gs>
                <a:gs pos="85714">
                  <a:srgbClr val="73FF00">
                    <a:alpha val="1902"/>
                  </a:srgbClr>
                </a:gs>
                <a:gs pos="100000">
                  <a:srgbClr val="7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329267">
              <a:off x="1313336" y="1859180"/>
              <a:ext cx="639948" cy="3495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445904">
              <a:off x="1561281" y="1690421"/>
              <a:ext cx="626897" cy="21285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042964">
              <a:off x="2543726" y="835062"/>
              <a:ext cx="509435" cy="130032"/>
            </a:xfrm>
            <a:prstGeom prst="ellipse">
              <a:avLst/>
            </a:prstGeom>
            <a:gradFill>
              <a:gsLst>
                <a:gs pos="0">
                  <a:srgbClr val="3800C0">
                    <a:alpha val="32968"/>
                  </a:srgbClr>
                </a:gs>
                <a:gs pos="14286">
                  <a:srgbClr val="3800C0">
                    <a:alpha val="30764"/>
                  </a:srgbClr>
                </a:gs>
                <a:gs pos="28571">
                  <a:srgbClr val="3800C0">
                    <a:alpha val="24833"/>
                  </a:srgbClr>
                </a:gs>
                <a:gs pos="42857">
                  <a:srgbClr val="3800C0">
                    <a:alpha val="17075"/>
                  </a:srgbClr>
                </a:gs>
                <a:gs pos="57143">
                  <a:srgbClr val="3800C0">
                    <a:alpha val="9855"/>
                  </a:srgbClr>
                </a:gs>
                <a:gs pos="71429">
                  <a:srgbClr val="3800C0">
                    <a:alpha val="4740"/>
                  </a:srgbClr>
                </a:gs>
                <a:gs pos="85714">
                  <a:srgbClr val="3800C0">
                    <a:alpha val="1902"/>
                  </a:srgbClr>
                </a:gs>
                <a:gs pos="100000">
                  <a:srgbClr val="3800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7315094">
              <a:off x="2594280" y="1070096"/>
              <a:ext cx="408499" cy="97560"/>
            </a:xfrm>
            <a:prstGeom prst="ellipse">
              <a:avLst/>
            </a:prstGeom>
            <a:gradFill>
              <a:gsLst>
                <a:gs pos="0">
                  <a:srgbClr val="9000E3">
                    <a:alpha val="32968"/>
                  </a:srgbClr>
                </a:gs>
                <a:gs pos="14286">
                  <a:srgbClr val="9000E3">
                    <a:alpha val="30764"/>
                  </a:srgbClr>
                </a:gs>
                <a:gs pos="28571">
                  <a:srgbClr val="9000E3">
                    <a:alpha val="24833"/>
                  </a:srgbClr>
                </a:gs>
                <a:gs pos="42857">
                  <a:srgbClr val="9000E3">
                    <a:alpha val="17075"/>
                  </a:srgbClr>
                </a:gs>
                <a:gs pos="57143">
                  <a:srgbClr val="9000E3">
                    <a:alpha val="9855"/>
                  </a:srgbClr>
                </a:gs>
                <a:gs pos="71429">
                  <a:srgbClr val="9000E3">
                    <a:alpha val="4740"/>
                  </a:srgbClr>
                </a:gs>
                <a:gs pos="85714">
                  <a:srgbClr val="9000E3">
                    <a:alpha val="1902"/>
                  </a:srgbClr>
                </a:gs>
                <a:gs pos="100000">
                  <a:srgbClr val="9000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9633644">
              <a:off x="2747080" y="1459860"/>
              <a:ext cx="436497" cy="92851"/>
            </a:xfrm>
            <a:prstGeom prst="ellipse">
              <a:avLst/>
            </a:prstGeom>
            <a:gradFill>
              <a:gsLst>
                <a:gs pos="0">
                  <a:srgbClr val="FF7300">
                    <a:alpha val="32968"/>
                  </a:srgbClr>
                </a:gs>
                <a:gs pos="14286">
                  <a:srgbClr val="FF7300">
                    <a:alpha val="30764"/>
                  </a:srgbClr>
                </a:gs>
                <a:gs pos="28571">
                  <a:srgbClr val="FF7300">
                    <a:alpha val="24833"/>
                  </a:srgbClr>
                </a:gs>
                <a:gs pos="42857">
                  <a:srgbClr val="FF7300">
                    <a:alpha val="17075"/>
                  </a:srgbClr>
                </a:gs>
                <a:gs pos="57143">
                  <a:srgbClr val="FF7300">
                    <a:alpha val="9855"/>
                  </a:srgbClr>
                </a:gs>
                <a:gs pos="71429">
                  <a:srgbClr val="FF7300">
                    <a:alpha val="4740"/>
                  </a:srgbClr>
                </a:gs>
                <a:gs pos="85714">
                  <a:srgbClr val="FF7300">
                    <a:alpha val="1902"/>
                  </a:srgbClr>
                </a:gs>
                <a:gs pos="100000">
                  <a:srgbClr val="FF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3792310">
              <a:off x="2025016" y="1651903"/>
              <a:ext cx="592868" cy="111593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9619926">
              <a:off x="1171788" y="2166516"/>
              <a:ext cx="389853" cy="30361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9391061">
              <a:off x="2728744" y="1374453"/>
              <a:ext cx="521590" cy="34230"/>
            </a:xfrm>
            <a:prstGeom prst="ellipse">
              <a:avLst/>
            </a:prstGeom>
            <a:gradFill>
              <a:gsLst>
                <a:gs pos="0">
                  <a:srgbClr val="00A800">
                    <a:alpha val="32968"/>
                  </a:srgbClr>
                </a:gs>
                <a:gs pos="14286">
                  <a:srgbClr val="00A800">
                    <a:alpha val="30764"/>
                  </a:srgbClr>
                </a:gs>
                <a:gs pos="28571">
                  <a:srgbClr val="00A800">
                    <a:alpha val="24833"/>
                  </a:srgbClr>
                </a:gs>
                <a:gs pos="42857">
                  <a:srgbClr val="00A800">
                    <a:alpha val="17075"/>
                  </a:srgbClr>
                </a:gs>
                <a:gs pos="57143">
                  <a:srgbClr val="00A800">
                    <a:alpha val="9855"/>
                  </a:srgbClr>
                </a:gs>
                <a:gs pos="71429">
                  <a:srgbClr val="00A800">
                    <a:alpha val="4740"/>
                  </a:srgbClr>
                </a:gs>
                <a:gs pos="85714">
                  <a:srgbClr val="00A800">
                    <a:alpha val="1902"/>
                  </a:srgbClr>
                </a:gs>
                <a:gs pos="100000">
                  <a:srgbClr val="00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608229">
              <a:off x="2292117" y="636606"/>
              <a:ext cx="629937" cy="503661"/>
            </a:xfrm>
            <a:prstGeom prst="ellipse">
              <a:avLst/>
            </a:prstGeom>
            <a:gradFill>
              <a:gsLst>
                <a:gs pos="0">
                  <a:srgbClr val="9FFF00">
                    <a:alpha val="32968"/>
                  </a:srgbClr>
                </a:gs>
                <a:gs pos="14286">
                  <a:srgbClr val="9FFF00">
                    <a:alpha val="30764"/>
                  </a:srgbClr>
                </a:gs>
                <a:gs pos="28571">
                  <a:srgbClr val="9FFF00">
                    <a:alpha val="24833"/>
                  </a:srgbClr>
                </a:gs>
                <a:gs pos="42857">
                  <a:srgbClr val="9FFF00">
                    <a:alpha val="17075"/>
                  </a:srgbClr>
                </a:gs>
                <a:gs pos="57143">
                  <a:srgbClr val="9FFF00">
                    <a:alpha val="9855"/>
                  </a:srgbClr>
                </a:gs>
                <a:gs pos="71429">
                  <a:srgbClr val="9FFF00">
                    <a:alpha val="4740"/>
                  </a:srgbClr>
                </a:gs>
                <a:gs pos="85714">
                  <a:srgbClr val="9FFF00">
                    <a:alpha val="1902"/>
                  </a:srgbClr>
                </a:gs>
                <a:gs pos="100000">
                  <a:srgbClr val="9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6885777">
              <a:off x="-43297" y="1046056"/>
              <a:ext cx="616762" cy="64359"/>
            </a:xfrm>
            <a:prstGeom prst="ellipse">
              <a:avLst/>
            </a:prstGeom>
            <a:gradFill>
              <a:gsLst>
                <a:gs pos="0">
                  <a:srgbClr val="8FC500">
                    <a:alpha val="32968"/>
                  </a:srgbClr>
                </a:gs>
                <a:gs pos="14286">
                  <a:srgbClr val="8FC500">
                    <a:alpha val="30764"/>
                  </a:srgbClr>
                </a:gs>
                <a:gs pos="28571">
                  <a:srgbClr val="8FC500">
                    <a:alpha val="24833"/>
                  </a:srgbClr>
                </a:gs>
                <a:gs pos="42857">
                  <a:srgbClr val="8FC500">
                    <a:alpha val="17075"/>
                  </a:srgbClr>
                </a:gs>
                <a:gs pos="57143">
                  <a:srgbClr val="8FC500">
                    <a:alpha val="9855"/>
                  </a:srgbClr>
                </a:gs>
                <a:gs pos="71429">
                  <a:srgbClr val="8FC500">
                    <a:alpha val="4740"/>
                  </a:srgbClr>
                </a:gs>
                <a:gs pos="85714">
                  <a:srgbClr val="8FC500">
                    <a:alpha val="1902"/>
                  </a:srgbClr>
                </a:gs>
                <a:gs pos="100000">
                  <a:srgbClr val="8F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7040084">
              <a:off x="2578470" y="1019428"/>
              <a:ext cx="378823" cy="123416"/>
            </a:xfrm>
            <a:prstGeom prst="ellipse">
              <a:avLst/>
            </a:prstGeom>
            <a:gradFill>
              <a:gsLst>
                <a:gs pos="0">
                  <a:srgbClr val="63008E">
                    <a:alpha val="32968"/>
                  </a:srgbClr>
                </a:gs>
                <a:gs pos="14286">
                  <a:srgbClr val="63008E">
                    <a:alpha val="30764"/>
                  </a:srgbClr>
                </a:gs>
                <a:gs pos="28571">
                  <a:srgbClr val="63008E">
                    <a:alpha val="24833"/>
                  </a:srgbClr>
                </a:gs>
                <a:gs pos="42857">
                  <a:srgbClr val="63008E">
                    <a:alpha val="17075"/>
                  </a:srgbClr>
                </a:gs>
                <a:gs pos="57143">
                  <a:srgbClr val="63008E">
                    <a:alpha val="9855"/>
                  </a:srgbClr>
                </a:gs>
                <a:gs pos="71429">
                  <a:srgbClr val="63008E">
                    <a:alpha val="4740"/>
                  </a:srgbClr>
                </a:gs>
                <a:gs pos="85714">
                  <a:srgbClr val="63008E">
                    <a:alpha val="1902"/>
                  </a:srgbClr>
                </a:gs>
                <a:gs pos="100000">
                  <a:srgbClr val="6300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8579621">
              <a:off x="2759272" y="1115799"/>
              <a:ext cx="493254" cy="261789"/>
            </a:xfrm>
            <a:prstGeom prst="ellipse">
              <a:avLst/>
            </a:prstGeom>
            <a:gradFill>
              <a:gsLst>
                <a:gs pos="0">
                  <a:srgbClr val="5D9600">
                    <a:alpha val="32968"/>
                  </a:srgbClr>
                </a:gs>
                <a:gs pos="14286">
                  <a:srgbClr val="5D9600">
                    <a:alpha val="30764"/>
                  </a:srgbClr>
                </a:gs>
                <a:gs pos="28571">
                  <a:srgbClr val="5D9600">
                    <a:alpha val="24833"/>
                  </a:srgbClr>
                </a:gs>
                <a:gs pos="42857">
                  <a:srgbClr val="5D9600">
                    <a:alpha val="17075"/>
                  </a:srgbClr>
                </a:gs>
                <a:gs pos="57143">
                  <a:srgbClr val="5D9600">
                    <a:alpha val="9855"/>
                  </a:srgbClr>
                </a:gs>
                <a:gs pos="71429">
                  <a:srgbClr val="5D9600">
                    <a:alpha val="4740"/>
                  </a:srgbClr>
                </a:gs>
                <a:gs pos="85714">
                  <a:srgbClr val="5D9600">
                    <a:alpha val="1902"/>
                  </a:srgbClr>
                </a:gs>
                <a:gs pos="100000">
                  <a:srgbClr val="5D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7601755">
              <a:off x="191055" y="2153303"/>
              <a:ext cx="617751" cy="406516"/>
            </a:xfrm>
            <a:prstGeom prst="ellipse">
              <a:avLst/>
            </a:prstGeom>
            <a:gradFill>
              <a:gsLst>
                <a:gs pos="0">
                  <a:srgbClr val="73FF00">
                    <a:alpha val="31477"/>
                  </a:srgbClr>
                </a:gs>
                <a:gs pos="14286">
                  <a:srgbClr val="73FF00">
                    <a:alpha val="29350"/>
                  </a:srgbClr>
                </a:gs>
                <a:gs pos="28571">
                  <a:srgbClr val="73FF00">
                    <a:alpha val="23644"/>
                  </a:srgbClr>
                </a:gs>
                <a:gs pos="42857">
                  <a:srgbClr val="73FF00">
                    <a:alpha val="16217"/>
                  </a:srgbClr>
                </a:gs>
                <a:gs pos="57143">
                  <a:srgbClr val="73FF00">
                    <a:alpha val="9339"/>
                  </a:srgbClr>
                </a:gs>
                <a:gs pos="71429">
                  <a:srgbClr val="73FF00">
                    <a:alpha val="4486"/>
                  </a:srgbClr>
                </a:gs>
                <a:gs pos="85714">
                  <a:srgbClr val="73FF00">
                    <a:alpha val="1798"/>
                  </a:srgbClr>
                </a:gs>
                <a:gs pos="100000">
                  <a:srgbClr val="73FF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213772">
              <a:off x="1766039" y="2784749"/>
              <a:ext cx="694888" cy="54986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537255">
              <a:off x="663753" y="2292182"/>
              <a:ext cx="642420" cy="391259"/>
            </a:xfrm>
            <a:prstGeom prst="ellipse">
              <a:avLst/>
            </a:prstGeom>
            <a:gradFill>
              <a:gsLst>
                <a:gs pos="0">
                  <a:srgbClr val="FF4E00">
                    <a:alpha val="32968"/>
                  </a:srgbClr>
                </a:gs>
                <a:gs pos="14286">
                  <a:srgbClr val="FF4E00">
                    <a:alpha val="30764"/>
                  </a:srgbClr>
                </a:gs>
                <a:gs pos="28571">
                  <a:srgbClr val="FF4E00">
                    <a:alpha val="24833"/>
                  </a:srgbClr>
                </a:gs>
                <a:gs pos="42857">
                  <a:srgbClr val="FF4E00">
                    <a:alpha val="17075"/>
                  </a:srgbClr>
                </a:gs>
                <a:gs pos="57143">
                  <a:srgbClr val="FF4E00">
                    <a:alpha val="9855"/>
                  </a:srgbClr>
                </a:gs>
                <a:gs pos="71429">
                  <a:srgbClr val="FF4E00">
                    <a:alpha val="4740"/>
                  </a:srgbClr>
                </a:gs>
                <a:gs pos="85714">
                  <a:srgbClr val="FF4E00">
                    <a:alpha val="1902"/>
                  </a:srgbClr>
                </a:gs>
                <a:gs pos="100000">
                  <a:srgbClr val="F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727565">
              <a:off x="-154531" y="2065859"/>
              <a:ext cx="554984" cy="80015"/>
            </a:xfrm>
            <a:prstGeom prst="ellipse">
              <a:avLst/>
            </a:prstGeom>
            <a:gradFill>
              <a:gsLst>
                <a:gs pos="0">
                  <a:srgbClr val="40BB00">
                    <a:alpha val="32968"/>
                  </a:srgbClr>
                </a:gs>
                <a:gs pos="14286">
                  <a:srgbClr val="40BB00">
                    <a:alpha val="30764"/>
                  </a:srgbClr>
                </a:gs>
                <a:gs pos="28571">
                  <a:srgbClr val="40BB00">
                    <a:alpha val="24833"/>
                  </a:srgbClr>
                </a:gs>
                <a:gs pos="42857">
                  <a:srgbClr val="40BB00">
                    <a:alpha val="17075"/>
                  </a:srgbClr>
                </a:gs>
                <a:gs pos="57143">
                  <a:srgbClr val="40BB00">
                    <a:alpha val="9855"/>
                  </a:srgbClr>
                </a:gs>
                <a:gs pos="71429">
                  <a:srgbClr val="40BB00">
                    <a:alpha val="4740"/>
                  </a:srgbClr>
                </a:gs>
                <a:gs pos="85714">
                  <a:srgbClr val="40BB00">
                    <a:alpha val="1902"/>
                  </a:srgbClr>
                </a:gs>
                <a:gs pos="100000">
                  <a:srgbClr val="40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7029788">
              <a:off x="943341" y="1000812"/>
              <a:ext cx="564734" cy="45699"/>
            </a:xfrm>
            <a:prstGeom prst="ellipse">
              <a:avLst/>
            </a:prstGeom>
            <a:gradFill>
              <a:gsLst>
                <a:gs pos="0">
                  <a:srgbClr val="00AC00">
                    <a:alpha val="32968"/>
                  </a:srgbClr>
                </a:gs>
                <a:gs pos="14286">
                  <a:srgbClr val="00AC00">
                    <a:alpha val="30764"/>
                  </a:srgbClr>
                </a:gs>
                <a:gs pos="28571">
                  <a:srgbClr val="00AC00">
                    <a:alpha val="24833"/>
                  </a:srgbClr>
                </a:gs>
                <a:gs pos="42857">
                  <a:srgbClr val="00AC00">
                    <a:alpha val="17075"/>
                  </a:srgbClr>
                </a:gs>
                <a:gs pos="57143">
                  <a:srgbClr val="00AC00">
                    <a:alpha val="9855"/>
                  </a:srgbClr>
                </a:gs>
                <a:gs pos="71429">
                  <a:srgbClr val="00AC00">
                    <a:alpha val="4740"/>
                  </a:srgbClr>
                </a:gs>
                <a:gs pos="85714">
                  <a:srgbClr val="00AC00">
                    <a:alpha val="1902"/>
                  </a:srgbClr>
                </a:gs>
                <a:gs pos="100000">
                  <a:srgbClr val="00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3784668">
              <a:off x="2116171" y="1669167"/>
              <a:ext cx="544940" cy="327565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9101564">
              <a:off x="166196" y="1840684"/>
              <a:ext cx="677037" cy="527690"/>
            </a:xfrm>
            <a:prstGeom prst="ellipse">
              <a:avLst/>
            </a:prstGeom>
            <a:gradFill>
              <a:gsLst>
                <a:gs pos="0">
                  <a:srgbClr val="DDFF00">
                    <a:alpha val="32968"/>
                  </a:srgbClr>
                </a:gs>
                <a:gs pos="14286">
                  <a:srgbClr val="DDFF00">
                    <a:alpha val="30764"/>
                  </a:srgbClr>
                </a:gs>
                <a:gs pos="28571">
                  <a:srgbClr val="DDFF00">
                    <a:alpha val="24833"/>
                  </a:srgbClr>
                </a:gs>
                <a:gs pos="42857">
                  <a:srgbClr val="DDFF00">
                    <a:alpha val="17075"/>
                  </a:srgbClr>
                </a:gs>
                <a:gs pos="57143">
                  <a:srgbClr val="DDFF00">
                    <a:alpha val="9855"/>
                  </a:srgbClr>
                </a:gs>
                <a:gs pos="71429">
                  <a:srgbClr val="DDFF00">
                    <a:alpha val="4740"/>
                  </a:srgbClr>
                </a:gs>
                <a:gs pos="85714">
                  <a:srgbClr val="DDFF00">
                    <a:alpha val="1902"/>
                  </a:srgbClr>
                </a:gs>
                <a:gs pos="100000">
                  <a:srgbClr val="D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191711">
              <a:off x="948162" y="1502621"/>
              <a:ext cx="372004" cy="7962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3700011">
              <a:off x="1637952" y="1596471"/>
              <a:ext cx="477120" cy="147118"/>
            </a:xfrm>
            <a:prstGeom prst="ellipse">
              <a:avLst/>
            </a:prstGeom>
            <a:gradFill>
              <a:gsLst>
                <a:gs pos="0">
                  <a:srgbClr val="FFFEF7">
                    <a:alpha val="27028"/>
                  </a:srgbClr>
                </a:gs>
                <a:gs pos="14286">
                  <a:srgbClr val="FFFEF7">
                    <a:alpha val="25145"/>
                  </a:srgbClr>
                </a:gs>
                <a:gs pos="28571">
                  <a:srgbClr val="FFFEF7">
                    <a:alpha val="20138"/>
                  </a:srgbClr>
                </a:gs>
                <a:gs pos="42857">
                  <a:srgbClr val="FFFEF7">
                    <a:alpha val="13713"/>
                  </a:srgbClr>
                </a:gs>
                <a:gs pos="57143">
                  <a:srgbClr val="FFFEF7">
                    <a:alpha val="7848"/>
                  </a:srgbClr>
                </a:gs>
                <a:gs pos="71429">
                  <a:srgbClr val="FFFEF7">
                    <a:alpha val="3753"/>
                  </a:srgbClr>
                </a:gs>
                <a:gs pos="85714">
                  <a:srgbClr val="FFFEF7">
                    <a:alpha val="1501"/>
                  </a:srgbClr>
                </a:gs>
                <a:gs pos="100000">
                  <a:srgbClr val="FFFEF7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10159436">
              <a:off x="2262060" y="903756"/>
              <a:ext cx="437759" cy="79765"/>
            </a:xfrm>
            <a:prstGeom prst="ellipse">
              <a:avLst/>
            </a:prstGeom>
            <a:gradFill>
              <a:gsLst>
                <a:gs pos="0">
                  <a:srgbClr val="390000">
                    <a:alpha val="32968"/>
                  </a:srgbClr>
                </a:gs>
                <a:gs pos="14286">
                  <a:srgbClr val="390000">
                    <a:alpha val="30764"/>
                  </a:srgbClr>
                </a:gs>
                <a:gs pos="28571">
                  <a:srgbClr val="390000">
                    <a:alpha val="24833"/>
                  </a:srgbClr>
                </a:gs>
                <a:gs pos="42857">
                  <a:srgbClr val="390000">
                    <a:alpha val="17075"/>
                  </a:srgbClr>
                </a:gs>
                <a:gs pos="57143">
                  <a:srgbClr val="390000">
                    <a:alpha val="9855"/>
                  </a:srgbClr>
                </a:gs>
                <a:gs pos="71429">
                  <a:srgbClr val="390000">
                    <a:alpha val="4740"/>
                  </a:srgbClr>
                </a:gs>
                <a:gs pos="85714">
                  <a:srgbClr val="390000">
                    <a:alpha val="1902"/>
                  </a:srgbClr>
                </a:gs>
                <a:gs pos="100000">
                  <a:srgbClr val="3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9788297">
              <a:off x="1859763" y="2914166"/>
              <a:ext cx="413004" cy="83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9203915">
              <a:off x="960644" y="1537879"/>
              <a:ext cx="408372" cy="19197"/>
            </a:xfrm>
            <a:prstGeom prst="ellipse">
              <a:avLst/>
            </a:prstGeom>
            <a:gradFill>
              <a:gsLst>
                <a:gs pos="0">
                  <a:srgbClr val="C7FF56">
                    <a:alpha val="30738"/>
                  </a:srgbClr>
                </a:gs>
                <a:gs pos="14286">
                  <a:srgbClr val="C7FF56">
                    <a:alpha val="28649"/>
                  </a:srgbClr>
                </a:gs>
                <a:gs pos="28571">
                  <a:srgbClr val="C7FF56">
                    <a:alpha val="23057"/>
                  </a:srgbClr>
                </a:gs>
                <a:gs pos="42857">
                  <a:srgbClr val="C7FF56">
                    <a:alpha val="15795"/>
                  </a:srgbClr>
                </a:gs>
                <a:gs pos="57143">
                  <a:srgbClr val="C7FF56">
                    <a:alpha val="9086"/>
                  </a:srgbClr>
                </a:gs>
                <a:gs pos="71429">
                  <a:srgbClr val="C7FF56">
                    <a:alpha val="4361"/>
                  </a:srgbClr>
                </a:gs>
                <a:gs pos="85714">
                  <a:srgbClr val="C7FF56">
                    <a:alpha val="1748"/>
                  </a:srgbClr>
                </a:gs>
                <a:gs pos="100000">
                  <a:srgbClr val="C7FF56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885963">
              <a:off x="1256206" y="1140972"/>
              <a:ext cx="556785" cy="124441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668194">
              <a:off x="2047267" y="1106521"/>
              <a:ext cx="445396" cy="354132"/>
            </a:xfrm>
            <a:prstGeom prst="ellipse">
              <a:avLst/>
            </a:prstGeom>
            <a:gradFill>
              <a:gsLst>
                <a:gs pos="0">
                  <a:srgbClr val="FF9700">
                    <a:alpha val="31953"/>
                  </a:srgbClr>
                </a:gs>
                <a:gs pos="14286">
                  <a:srgbClr val="FF9700">
                    <a:alpha val="29801"/>
                  </a:srgbClr>
                </a:gs>
                <a:gs pos="28571">
                  <a:srgbClr val="FF9700">
                    <a:alpha val="24022"/>
                  </a:srgbClr>
                </a:gs>
                <a:gs pos="42857">
                  <a:srgbClr val="FF9700">
                    <a:alpha val="16490"/>
                  </a:srgbClr>
                </a:gs>
                <a:gs pos="57143">
                  <a:srgbClr val="FF9700">
                    <a:alpha val="9503"/>
                  </a:srgbClr>
                </a:gs>
                <a:gs pos="71429">
                  <a:srgbClr val="FF9700">
                    <a:alpha val="4566"/>
                  </a:srgbClr>
                </a:gs>
                <a:gs pos="85714">
                  <a:srgbClr val="FF9700">
                    <a:alpha val="1831"/>
                  </a:srgbClr>
                </a:gs>
                <a:gs pos="100000">
                  <a:srgbClr val="FF97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9330832">
              <a:off x="963337" y="212966"/>
              <a:ext cx="147712" cy="65968"/>
            </a:xfrm>
            <a:prstGeom prst="ellipse">
              <a:avLst/>
            </a:prstGeom>
            <a:gradFill>
              <a:gsLst>
                <a:gs pos="0">
                  <a:srgbClr val="FFFFFF">
                    <a:alpha val="14504"/>
                  </a:srgbClr>
                </a:gs>
                <a:gs pos="14286">
                  <a:srgbClr val="FFFFFF">
                    <a:alpha val="13414"/>
                  </a:srgbClr>
                </a:gs>
                <a:gs pos="28571">
                  <a:srgbClr val="FFFFFF">
                    <a:alpha val="10581"/>
                  </a:srgbClr>
                </a:gs>
                <a:gs pos="42857">
                  <a:srgbClr val="FFFFFF">
                    <a:alpha val="7073"/>
                  </a:srgbClr>
                </a:gs>
                <a:gs pos="57143">
                  <a:srgbClr val="FFFFFF">
                    <a:alpha val="3983"/>
                  </a:srgbClr>
                </a:gs>
                <a:gs pos="71429">
                  <a:srgbClr val="FFFFFF">
                    <a:alpha val="1885"/>
                  </a:srgbClr>
                </a:gs>
                <a:gs pos="85714">
                  <a:srgbClr val="FFFFFF">
                    <a:alpha val="750"/>
                  </a:srgbClr>
                </a:gs>
                <a:gs pos="100000">
                  <a:srgbClr val="FFFFFF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969631">
              <a:off x="1876446" y="1740061"/>
              <a:ext cx="495062" cy="78638"/>
            </a:xfrm>
            <a:prstGeom prst="ellipse">
              <a:avLst/>
            </a:prstGeom>
            <a:gradFill>
              <a:gsLst>
                <a:gs pos="0">
                  <a:srgbClr val="E70000">
                    <a:alpha val="32968"/>
                  </a:srgbClr>
                </a:gs>
                <a:gs pos="14286">
                  <a:srgbClr val="E70000">
                    <a:alpha val="30764"/>
                  </a:srgbClr>
                </a:gs>
                <a:gs pos="28571">
                  <a:srgbClr val="E70000">
                    <a:alpha val="24833"/>
                  </a:srgbClr>
                </a:gs>
                <a:gs pos="42857">
                  <a:srgbClr val="E70000">
                    <a:alpha val="17075"/>
                  </a:srgbClr>
                </a:gs>
                <a:gs pos="57143">
                  <a:srgbClr val="E70000">
                    <a:alpha val="9855"/>
                  </a:srgbClr>
                </a:gs>
                <a:gs pos="71429">
                  <a:srgbClr val="E70000">
                    <a:alpha val="4740"/>
                  </a:srgbClr>
                </a:gs>
                <a:gs pos="85714">
                  <a:srgbClr val="E70000">
                    <a:alpha val="1902"/>
                  </a:srgbClr>
                </a:gs>
                <a:gs pos="100000">
                  <a:srgbClr val="E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7465346">
              <a:off x="2359980" y="2618886"/>
              <a:ext cx="592760" cy="113838"/>
            </a:xfrm>
            <a:prstGeom prst="ellipse">
              <a:avLst/>
            </a:prstGeom>
            <a:gradFill>
              <a:gsLst>
                <a:gs pos="0">
                  <a:srgbClr val="E90000">
                    <a:alpha val="32968"/>
                  </a:srgbClr>
                </a:gs>
                <a:gs pos="14286">
                  <a:srgbClr val="E90000">
                    <a:alpha val="30764"/>
                  </a:srgbClr>
                </a:gs>
                <a:gs pos="28571">
                  <a:srgbClr val="E90000">
                    <a:alpha val="24833"/>
                  </a:srgbClr>
                </a:gs>
                <a:gs pos="42857">
                  <a:srgbClr val="E90000">
                    <a:alpha val="17075"/>
                  </a:srgbClr>
                </a:gs>
                <a:gs pos="57143">
                  <a:srgbClr val="E90000">
                    <a:alpha val="9855"/>
                  </a:srgbClr>
                </a:gs>
                <a:gs pos="71429">
                  <a:srgbClr val="E90000">
                    <a:alpha val="4740"/>
                  </a:srgbClr>
                </a:gs>
                <a:gs pos="85714">
                  <a:srgbClr val="E90000">
                    <a:alpha val="1902"/>
                  </a:srgbClr>
                </a:gs>
                <a:gs pos="100000">
                  <a:srgbClr val="E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399999">
              <a:off x="3250598" y="1792180"/>
              <a:ext cx="680653" cy="98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083239">
              <a:off x="1820854" y="51812"/>
              <a:ext cx="566862" cy="398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3842397">
              <a:off x="3150876" y="1041085"/>
              <a:ext cx="576996" cy="860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2895254">
              <a:off x="2179414" y="1285182"/>
              <a:ext cx="697002" cy="86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474726">
              <a:off x="1002149" y="1422899"/>
              <a:ext cx="442870" cy="909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4380167">
              <a:off x="-90476" y="2318377"/>
              <a:ext cx="525528" cy="58065"/>
            </a:xfrm>
            <a:prstGeom prst="ellipse">
              <a:avLst/>
            </a:prstGeom>
            <a:gradFill>
              <a:gsLst>
                <a:gs pos="0">
                  <a:srgbClr val="91C400">
                    <a:alpha val="32968"/>
                  </a:srgbClr>
                </a:gs>
                <a:gs pos="14286">
                  <a:srgbClr val="91C400">
                    <a:alpha val="30764"/>
                  </a:srgbClr>
                </a:gs>
                <a:gs pos="28571">
                  <a:srgbClr val="91C400">
                    <a:alpha val="24833"/>
                  </a:srgbClr>
                </a:gs>
                <a:gs pos="42857">
                  <a:srgbClr val="91C400">
                    <a:alpha val="17075"/>
                  </a:srgbClr>
                </a:gs>
                <a:gs pos="57143">
                  <a:srgbClr val="91C400">
                    <a:alpha val="9855"/>
                  </a:srgbClr>
                </a:gs>
                <a:gs pos="71429">
                  <a:srgbClr val="91C400">
                    <a:alpha val="4740"/>
                  </a:srgbClr>
                </a:gs>
                <a:gs pos="85714">
                  <a:srgbClr val="91C400">
                    <a:alpha val="1902"/>
                  </a:srgbClr>
                </a:gs>
                <a:gs pos="100000">
                  <a:srgbClr val="91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8155582">
              <a:off x="3192082" y="837550"/>
              <a:ext cx="521409" cy="4070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052187" y="766180"/>
              <a:ext cx="52026" cy="52026"/>
            </a:xfrm>
            <a:prstGeom prst="ellipse">
              <a:avLst/>
            </a:prstGeom>
            <a:gradFill>
              <a:gsLst>
                <a:gs pos="0">
                  <a:srgbClr val="FDFFFF">
                    <a:alpha val="15955"/>
                  </a:srgbClr>
                </a:gs>
                <a:gs pos="14286">
                  <a:srgbClr val="FDFFFF">
                    <a:alpha val="14765"/>
                  </a:srgbClr>
                </a:gs>
                <a:gs pos="28571">
                  <a:srgbClr val="FDFFFF">
                    <a:alpha val="11666"/>
                  </a:srgbClr>
                </a:gs>
                <a:gs pos="42857">
                  <a:srgbClr val="FDFFFF">
                    <a:alpha val="7814"/>
                  </a:srgbClr>
                </a:gs>
                <a:gs pos="57143">
                  <a:srgbClr val="FDFFFF">
                    <a:alpha val="4408"/>
                  </a:srgbClr>
                </a:gs>
                <a:gs pos="71429">
                  <a:srgbClr val="FDFFFF">
                    <a:alpha val="2088"/>
                  </a:srgbClr>
                </a:gs>
                <a:gs pos="85714">
                  <a:srgbClr val="FDFFFF">
                    <a:alpha val="831"/>
                  </a:srgbClr>
                </a:gs>
                <a:gs pos="100000">
                  <a:srgbClr val="FDFFF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618926">
              <a:off x="1599676" y="3477015"/>
              <a:ext cx="680116" cy="122676"/>
            </a:xfrm>
            <a:prstGeom prst="ellipse">
              <a:avLst/>
            </a:prstGeom>
            <a:gradFill>
              <a:gsLst>
                <a:gs pos="0">
                  <a:srgbClr val="F77900">
                    <a:alpha val="32968"/>
                  </a:srgbClr>
                </a:gs>
                <a:gs pos="14286">
                  <a:srgbClr val="F77900">
                    <a:alpha val="30764"/>
                  </a:srgbClr>
                </a:gs>
                <a:gs pos="28571">
                  <a:srgbClr val="F77900">
                    <a:alpha val="24833"/>
                  </a:srgbClr>
                </a:gs>
                <a:gs pos="42857">
                  <a:srgbClr val="F77900">
                    <a:alpha val="17075"/>
                  </a:srgbClr>
                </a:gs>
                <a:gs pos="57143">
                  <a:srgbClr val="F77900">
                    <a:alpha val="9855"/>
                  </a:srgbClr>
                </a:gs>
                <a:gs pos="71429">
                  <a:srgbClr val="F77900">
                    <a:alpha val="4740"/>
                  </a:srgbClr>
                </a:gs>
                <a:gs pos="85714">
                  <a:srgbClr val="F77900">
                    <a:alpha val="1902"/>
                  </a:srgbClr>
                </a:gs>
                <a:gs pos="100000">
                  <a:srgbClr val="F7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8746277">
              <a:off x="2572693" y="125942"/>
              <a:ext cx="556188" cy="4403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2030340" y="756272"/>
              <a:ext cx="53062" cy="53062"/>
            </a:xfrm>
            <a:prstGeom prst="ellipse">
              <a:avLst/>
            </a:prstGeom>
            <a:gradFill>
              <a:gsLst>
                <a:gs pos="0">
                  <a:srgbClr val="FEFFFF">
                    <a:alpha val="15684"/>
                  </a:srgbClr>
                </a:gs>
                <a:gs pos="14286">
                  <a:srgbClr val="FEFFFF">
                    <a:alpha val="14513"/>
                  </a:srgbClr>
                </a:gs>
                <a:gs pos="28571">
                  <a:srgbClr val="FEFFFF">
                    <a:alpha val="11463"/>
                  </a:srgbClr>
                </a:gs>
                <a:gs pos="42857">
                  <a:srgbClr val="FEFFFF">
                    <a:alpha val="7675"/>
                  </a:srgbClr>
                </a:gs>
                <a:gs pos="57143">
                  <a:srgbClr val="FEFFFF">
                    <a:alpha val="4328"/>
                  </a:srgbClr>
                </a:gs>
                <a:gs pos="71429">
                  <a:srgbClr val="FEFFFF">
                    <a:alpha val="2050"/>
                  </a:srgbClr>
                </a:gs>
                <a:gs pos="85714">
                  <a:srgbClr val="FEFFFF">
                    <a:alpha val="816"/>
                  </a:srgbClr>
                </a:gs>
                <a:gs pos="100000">
                  <a:srgbClr val="FEFF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10110203">
              <a:off x="1523900" y="1899483"/>
              <a:ext cx="687166" cy="34222"/>
            </a:xfrm>
            <a:prstGeom prst="ellipse">
              <a:avLst/>
            </a:prstGeom>
            <a:gradFill>
              <a:gsLst>
                <a:gs pos="0">
                  <a:srgbClr val="007600">
                    <a:alpha val="32968"/>
                  </a:srgbClr>
                </a:gs>
                <a:gs pos="14286">
                  <a:srgbClr val="007600">
                    <a:alpha val="30764"/>
                  </a:srgbClr>
                </a:gs>
                <a:gs pos="28571">
                  <a:srgbClr val="007600">
                    <a:alpha val="24833"/>
                  </a:srgbClr>
                </a:gs>
                <a:gs pos="42857">
                  <a:srgbClr val="007600">
                    <a:alpha val="17075"/>
                  </a:srgbClr>
                </a:gs>
                <a:gs pos="57143">
                  <a:srgbClr val="007600">
                    <a:alpha val="9855"/>
                  </a:srgbClr>
                </a:gs>
                <a:gs pos="71429">
                  <a:srgbClr val="007600">
                    <a:alpha val="4740"/>
                  </a:srgbClr>
                </a:gs>
                <a:gs pos="85714">
                  <a:srgbClr val="007600">
                    <a:alpha val="1902"/>
                  </a:srgbClr>
                </a:gs>
                <a:gs pos="100000">
                  <a:srgbClr val="00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2266889" y="1988805"/>
              <a:ext cx="55246" cy="55246"/>
            </a:xfrm>
            <a:prstGeom prst="ellipse">
              <a:avLst/>
            </a:prstGeom>
            <a:gradFill>
              <a:gsLst>
                <a:gs pos="0">
                  <a:srgbClr val="FFFAFF">
                    <a:alpha val="15109"/>
                  </a:srgbClr>
                </a:gs>
                <a:gs pos="14286">
                  <a:srgbClr val="FFFAFF">
                    <a:alpha val="13977"/>
                  </a:srgbClr>
                </a:gs>
                <a:gs pos="28571">
                  <a:srgbClr val="FFFAFF">
                    <a:alpha val="11032"/>
                  </a:srgbClr>
                </a:gs>
                <a:gs pos="42857">
                  <a:srgbClr val="FFFAFF">
                    <a:alpha val="7381"/>
                  </a:srgbClr>
                </a:gs>
                <a:gs pos="57143">
                  <a:srgbClr val="FFFAFF">
                    <a:alpha val="4160"/>
                  </a:srgbClr>
                </a:gs>
                <a:gs pos="71429">
                  <a:srgbClr val="FFFAFF">
                    <a:alpha val="1969"/>
                  </a:srgbClr>
                </a:gs>
                <a:gs pos="85714">
                  <a:srgbClr val="FFFAFF">
                    <a:alpha val="783"/>
                  </a:srgbClr>
                </a:gs>
                <a:gs pos="100000">
                  <a:srgbClr val="FFFA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2780760">
              <a:off x="2811109" y="570675"/>
              <a:ext cx="499255" cy="137154"/>
            </a:xfrm>
            <a:prstGeom prst="ellipse">
              <a:avLst/>
            </a:prstGeom>
            <a:gradFill>
              <a:gsLst>
                <a:gs pos="0">
                  <a:srgbClr val="B6BF00">
                    <a:alpha val="32968"/>
                  </a:srgbClr>
                </a:gs>
                <a:gs pos="14286">
                  <a:srgbClr val="B6BF00">
                    <a:alpha val="30764"/>
                  </a:srgbClr>
                </a:gs>
                <a:gs pos="28571">
                  <a:srgbClr val="B6BF00">
                    <a:alpha val="24833"/>
                  </a:srgbClr>
                </a:gs>
                <a:gs pos="42857">
                  <a:srgbClr val="B6BF00">
                    <a:alpha val="17075"/>
                  </a:srgbClr>
                </a:gs>
                <a:gs pos="57143">
                  <a:srgbClr val="B6BF00">
                    <a:alpha val="9855"/>
                  </a:srgbClr>
                </a:gs>
                <a:gs pos="71429">
                  <a:srgbClr val="B6BF00">
                    <a:alpha val="4740"/>
                  </a:srgbClr>
                </a:gs>
                <a:gs pos="85714">
                  <a:srgbClr val="B6BF00">
                    <a:alpha val="1902"/>
                  </a:srgbClr>
                </a:gs>
                <a:gs pos="100000">
                  <a:srgbClr val="B6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-10736680">
              <a:off x="1240711" y="2149099"/>
              <a:ext cx="674021" cy="40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-9758432">
              <a:off x="639062" y="1845218"/>
              <a:ext cx="480186" cy="74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6283937">
              <a:off x="445900" y="1566278"/>
              <a:ext cx="694683" cy="415771"/>
            </a:xfrm>
            <a:prstGeom prst="ellipse">
              <a:avLst/>
            </a:prstGeom>
            <a:gradFill>
              <a:gsLst>
                <a:gs pos="0">
                  <a:srgbClr val="24FF00">
                    <a:alpha val="32968"/>
                  </a:srgbClr>
                </a:gs>
                <a:gs pos="14286">
                  <a:srgbClr val="24FF00">
                    <a:alpha val="30764"/>
                  </a:srgbClr>
                </a:gs>
                <a:gs pos="28571">
                  <a:srgbClr val="24FF00">
                    <a:alpha val="24833"/>
                  </a:srgbClr>
                </a:gs>
                <a:gs pos="42857">
                  <a:srgbClr val="24FF00">
                    <a:alpha val="17075"/>
                  </a:srgbClr>
                </a:gs>
                <a:gs pos="57143">
                  <a:srgbClr val="24FF00">
                    <a:alpha val="9855"/>
                  </a:srgbClr>
                </a:gs>
                <a:gs pos="71429">
                  <a:srgbClr val="24FF00">
                    <a:alpha val="4740"/>
                  </a:srgbClr>
                </a:gs>
                <a:gs pos="85714">
                  <a:srgbClr val="24FF00">
                    <a:alpha val="1902"/>
                  </a:srgbClr>
                </a:gs>
                <a:gs pos="100000">
                  <a:srgbClr val="2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951000">
              <a:off x="824682" y="1253540"/>
              <a:ext cx="654737" cy="57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9207535">
              <a:off x="2319285" y="225845"/>
              <a:ext cx="663298" cy="528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2993804">
              <a:off x="196281" y="2953006"/>
              <a:ext cx="573251" cy="889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9029543">
              <a:off x="677055" y="3279025"/>
              <a:ext cx="614541" cy="88355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238770">
              <a:off x="3339030" y="1962635"/>
              <a:ext cx="503235" cy="471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9643595">
              <a:off x="1758831" y="1845357"/>
              <a:ext cx="612209" cy="68897"/>
            </a:xfrm>
            <a:prstGeom prst="ellipse">
              <a:avLst/>
            </a:prstGeom>
            <a:gradFill>
              <a:gsLst>
                <a:gs pos="0">
                  <a:srgbClr val="FF5200">
                    <a:alpha val="29653"/>
                  </a:srgbClr>
                </a:gs>
                <a:gs pos="14286">
                  <a:srgbClr val="FF5200">
                    <a:alpha val="27622"/>
                  </a:srgbClr>
                </a:gs>
                <a:gs pos="28571">
                  <a:srgbClr val="FF5200">
                    <a:alpha val="22198"/>
                  </a:srgbClr>
                </a:gs>
                <a:gs pos="42857">
                  <a:srgbClr val="FF5200">
                    <a:alpha val="15180"/>
                  </a:srgbClr>
                </a:gs>
                <a:gs pos="57143">
                  <a:srgbClr val="FF5200">
                    <a:alpha val="8719"/>
                  </a:srgbClr>
                </a:gs>
                <a:gs pos="71429">
                  <a:srgbClr val="FF5200">
                    <a:alpha val="4180"/>
                  </a:srgbClr>
                </a:gs>
                <a:gs pos="85714">
                  <a:srgbClr val="FF5200">
                    <a:alpha val="1674"/>
                  </a:srgbClr>
                </a:gs>
                <a:gs pos="100000">
                  <a:srgbClr val="FF52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9193956">
              <a:off x="2894097" y="1256209"/>
              <a:ext cx="630792" cy="46038"/>
            </a:xfrm>
            <a:prstGeom prst="ellipse">
              <a:avLst/>
            </a:prstGeom>
            <a:gradFill>
              <a:gsLst>
                <a:gs pos="0">
                  <a:srgbClr val="3FC100">
                    <a:alpha val="32968"/>
                  </a:srgbClr>
                </a:gs>
                <a:gs pos="14286">
                  <a:srgbClr val="3FC100">
                    <a:alpha val="30764"/>
                  </a:srgbClr>
                </a:gs>
                <a:gs pos="28571">
                  <a:srgbClr val="3FC100">
                    <a:alpha val="24833"/>
                  </a:srgbClr>
                </a:gs>
                <a:gs pos="42857">
                  <a:srgbClr val="3FC100">
                    <a:alpha val="17075"/>
                  </a:srgbClr>
                </a:gs>
                <a:gs pos="57143">
                  <a:srgbClr val="3FC100">
                    <a:alpha val="9855"/>
                  </a:srgbClr>
                </a:gs>
                <a:gs pos="71429">
                  <a:srgbClr val="3FC100">
                    <a:alpha val="4740"/>
                  </a:srgbClr>
                </a:gs>
                <a:gs pos="85714">
                  <a:srgbClr val="3FC100">
                    <a:alpha val="1902"/>
                  </a:srgbClr>
                </a:gs>
                <a:gs pos="100000">
                  <a:srgbClr val="3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-9296692">
              <a:off x="2321664" y="221782"/>
              <a:ext cx="495864" cy="37412"/>
            </a:xfrm>
            <a:prstGeom prst="ellipse">
              <a:avLst/>
            </a:prstGeom>
            <a:gradFill>
              <a:gsLst>
                <a:gs pos="0">
                  <a:srgbClr val="00C000">
                    <a:alpha val="32968"/>
                  </a:srgbClr>
                </a:gs>
                <a:gs pos="14286">
                  <a:srgbClr val="00C000">
                    <a:alpha val="30764"/>
                  </a:srgbClr>
                </a:gs>
                <a:gs pos="28571">
                  <a:srgbClr val="00C000">
                    <a:alpha val="24833"/>
                  </a:srgbClr>
                </a:gs>
                <a:gs pos="42857">
                  <a:srgbClr val="00C000">
                    <a:alpha val="17075"/>
                  </a:srgbClr>
                </a:gs>
                <a:gs pos="57143">
                  <a:srgbClr val="00C000">
                    <a:alpha val="9855"/>
                  </a:srgbClr>
                </a:gs>
                <a:gs pos="71429">
                  <a:srgbClr val="00C000">
                    <a:alpha val="4740"/>
                  </a:srgbClr>
                </a:gs>
                <a:gs pos="85714">
                  <a:srgbClr val="00C000">
                    <a:alpha val="1902"/>
                  </a:srgbClr>
                </a:gs>
                <a:gs pos="100000">
                  <a:srgbClr val="00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8714402">
              <a:off x="1872236" y="840012"/>
              <a:ext cx="748661" cy="76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9180825">
              <a:off x="2344829" y="250861"/>
              <a:ext cx="609876" cy="21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10200079">
              <a:off x="1172304" y="2164514"/>
              <a:ext cx="646840" cy="24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733914" y="2392377"/>
              <a:ext cx="58815" cy="58815"/>
            </a:xfrm>
            <a:prstGeom prst="ellipse">
              <a:avLst/>
            </a:prstGeom>
            <a:gradFill>
              <a:gsLst>
                <a:gs pos="0">
                  <a:srgbClr val="F1FBFF">
                    <a:alpha val="14161"/>
                  </a:srgbClr>
                </a:gs>
                <a:gs pos="14286">
                  <a:srgbClr val="F1FBFF">
                    <a:alpha val="13094"/>
                  </a:srgbClr>
                </a:gs>
                <a:gs pos="28571">
                  <a:srgbClr val="F1FBFF">
                    <a:alpha val="10324"/>
                  </a:srgbClr>
                </a:gs>
                <a:gs pos="42857">
                  <a:srgbClr val="F1FBFF">
                    <a:alpha val="6898"/>
                  </a:srgbClr>
                </a:gs>
                <a:gs pos="57143">
                  <a:srgbClr val="F1FBFF">
                    <a:alpha val="3883"/>
                  </a:srgbClr>
                </a:gs>
                <a:gs pos="71429">
                  <a:srgbClr val="F1FBFF">
                    <a:alpha val="1837"/>
                  </a:srgbClr>
                </a:gs>
                <a:gs pos="85714">
                  <a:srgbClr val="F1FBFF">
                    <a:alpha val="730"/>
                  </a:srgbClr>
                </a:gs>
                <a:gs pos="100000">
                  <a:srgbClr val="F1FBF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10798112">
              <a:off x="1016373" y="-80390"/>
              <a:ext cx="451214" cy="450311"/>
            </a:xfrm>
            <a:prstGeom prst="ellipse">
              <a:avLst/>
            </a:prstGeom>
            <a:gradFill>
              <a:gsLst>
                <a:gs pos="0">
                  <a:srgbClr val="FFFFFF">
                    <a:alpha val="19529"/>
                  </a:srgbClr>
                </a:gs>
                <a:gs pos="14286">
                  <a:srgbClr val="FFFFFF">
                    <a:alpha val="18102"/>
                  </a:srgbClr>
                </a:gs>
                <a:gs pos="28571">
                  <a:srgbClr val="FFFFFF">
                    <a:alpha val="14363"/>
                  </a:srgbClr>
                </a:gs>
                <a:gs pos="42857">
                  <a:srgbClr val="FFFFFF">
                    <a:alpha val="9670"/>
                  </a:srgbClr>
                </a:gs>
                <a:gs pos="57143">
                  <a:srgbClr val="FFFFFF">
                    <a:alpha val="5480"/>
                  </a:srgbClr>
                </a:gs>
                <a:gs pos="71429">
                  <a:srgbClr val="FFFFFF">
                    <a:alpha val="2603"/>
                  </a:srgbClr>
                </a:gs>
                <a:gs pos="85714">
                  <a:srgbClr val="FFFFFF">
                    <a:alpha val="1038"/>
                  </a:srgbClr>
                </a:gs>
                <a:gs pos="100000">
                  <a:srgbClr val="FFFFF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3262549">
              <a:off x="2116328" y="1038267"/>
              <a:ext cx="692948" cy="149119"/>
            </a:xfrm>
            <a:prstGeom prst="ellipse">
              <a:avLst/>
            </a:prstGeom>
            <a:gradFill>
              <a:gsLst>
                <a:gs pos="0">
                  <a:srgbClr val="003300">
                    <a:alpha val="32968"/>
                  </a:srgbClr>
                </a:gs>
                <a:gs pos="14286">
                  <a:srgbClr val="003300">
                    <a:alpha val="30764"/>
                  </a:srgbClr>
                </a:gs>
                <a:gs pos="28571">
                  <a:srgbClr val="003300">
                    <a:alpha val="24833"/>
                  </a:srgbClr>
                </a:gs>
                <a:gs pos="42857">
                  <a:srgbClr val="003300">
                    <a:alpha val="17075"/>
                  </a:srgbClr>
                </a:gs>
                <a:gs pos="57143">
                  <a:srgbClr val="003300">
                    <a:alpha val="9855"/>
                  </a:srgbClr>
                </a:gs>
                <a:gs pos="71429">
                  <a:srgbClr val="003300">
                    <a:alpha val="4740"/>
                  </a:srgbClr>
                </a:gs>
                <a:gs pos="85714">
                  <a:srgbClr val="003300">
                    <a:alpha val="1902"/>
                  </a:srgbClr>
                </a:gs>
                <a:gs pos="100000">
                  <a:srgbClr val="00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4236717">
              <a:off x="3117328" y="876752"/>
              <a:ext cx="433775" cy="82753"/>
            </a:xfrm>
            <a:prstGeom prst="ellipse">
              <a:avLst/>
            </a:prstGeom>
            <a:gradFill>
              <a:gsLst>
                <a:gs pos="0">
                  <a:srgbClr val="FFFFFF">
                    <a:alpha val="18920"/>
                  </a:srgbClr>
                </a:gs>
                <a:gs pos="14286">
                  <a:srgbClr val="FFFFFF">
                    <a:alpha val="17533"/>
                  </a:srgbClr>
                </a:gs>
                <a:gs pos="28571">
                  <a:srgbClr val="FFFFFF">
                    <a:alpha val="13901"/>
                  </a:srgbClr>
                </a:gs>
                <a:gs pos="42857">
                  <a:srgbClr val="FFFFFF">
                    <a:alpha val="9351"/>
                  </a:srgbClr>
                </a:gs>
                <a:gs pos="57143">
                  <a:srgbClr val="FFFFFF">
                    <a:alpha val="5295"/>
                  </a:srgbClr>
                </a:gs>
                <a:gs pos="71429">
                  <a:srgbClr val="FFFFFF">
                    <a:alpha val="2514"/>
                  </a:srgbClr>
                </a:gs>
                <a:gs pos="85714">
                  <a:srgbClr val="FFFFFF">
                    <a:alpha val="1002"/>
                  </a:srgbClr>
                </a:gs>
                <a:gs pos="100000">
                  <a:srgbClr val="FFFFFF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004331">
              <a:off x="487443" y="1820471"/>
              <a:ext cx="715650" cy="748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5400000">
              <a:off x="2383042" y="2620305"/>
              <a:ext cx="59424" cy="59424"/>
            </a:xfrm>
            <a:prstGeom prst="ellipse">
              <a:avLst/>
            </a:prstGeom>
            <a:gradFill>
              <a:gsLst>
                <a:gs pos="0">
                  <a:srgbClr val="FFFFFF">
                    <a:alpha val="13998"/>
                  </a:srgbClr>
                </a:gs>
                <a:gs pos="14286">
                  <a:srgbClr val="FFFFFF">
                    <a:alpha val="12943"/>
                  </a:srgbClr>
                </a:gs>
                <a:gs pos="28571">
                  <a:srgbClr val="FFFFFF">
                    <a:alpha val="10203"/>
                  </a:srgbClr>
                </a:gs>
                <a:gs pos="42857">
                  <a:srgbClr val="FFFFFF">
                    <a:alpha val="6815"/>
                  </a:srgbClr>
                </a:gs>
                <a:gs pos="57143">
                  <a:srgbClr val="FFFFFF">
                    <a:alpha val="3836"/>
                  </a:srgbClr>
                </a:gs>
                <a:gs pos="71429">
                  <a:srgbClr val="FFFFFF">
                    <a:alpha val="1814"/>
                  </a:srgbClr>
                </a:gs>
                <a:gs pos="85714">
                  <a:srgbClr val="FFFFFF">
                    <a:alpha val="721"/>
                  </a:srgbClr>
                </a:gs>
                <a:gs pos="100000">
                  <a:srgbClr val="FFFFFF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8694276">
              <a:off x="685550" y="2300407"/>
              <a:ext cx="420160" cy="804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1239742" y="1573459"/>
              <a:ext cx="59799" cy="59799"/>
            </a:xfrm>
            <a:prstGeom prst="ellipse">
              <a:avLst/>
            </a:prstGeom>
            <a:gradFill>
              <a:gsLst>
                <a:gs pos="0">
                  <a:srgbClr val="F7FFFF">
                    <a:alpha val="13898"/>
                  </a:srgbClr>
                </a:gs>
                <a:gs pos="14286">
                  <a:srgbClr val="F7FFFF">
                    <a:alpha val="12849"/>
                  </a:srgbClr>
                </a:gs>
                <a:gs pos="28571">
                  <a:srgbClr val="F7FFFF">
                    <a:alpha val="10128"/>
                  </a:srgbClr>
                </a:gs>
                <a:gs pos="42857">
                  <a:srgbClr val="F7FFFF">
                    <a:alpha val="6765"/>
                  </a:srgbClr>
                </a:gs>
                <a:gs pos="57143">
                  <a:srgbClr val="F7FFFF">
                    <a:alpha val="3807"/>
                  </a:srgbClr>
                </a:gs>
                <a:gs pos="71429">
                  <a:srgbClr val="F7FFFF">
                    <a:alpha val="1800"/>
                  </a:srgbClr>
                </a:gs>
                <a:gs pos="85714">
                  <a:srgbClr val="F7FFFF">
                    <a:alpha val="716"/>
                  </a:srgbClr>
                </a:gs>
                <a:gs pos="100000">
                  <a:srgbClr val="F7FFFF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1199827" y="1465472"/>
              <a:ext cx="60119" cy="60119"/>
            </a:xfrm>
            <a:prstGeom prst="ellipse">
              <a:avLst/>
            </a:prstGeom>
            <a:gradFill>
              <a:gsLst>
                <a:gs pos="0">
                  <a:srgbClr val="FFFFFF">
                    <a:alpha val="13812"/>
                  </a:srgbClr>
                </a:gs>
                <a:gs pos="14286">
                  <a:srgbClr val="FFFFFF">
                    <a:alpha val="12769"/>
                  </a:srgbClr>
                </a:gs>
                <a:gs pos="28571">
                  <a:srgbClr val="FFFFFF">
                    <a:alpha val="10064"/>
                  </a:srgbClr>
                </a:gs>
                <a:gs pos="42857">
                  <a:srgbClr val="FFFFFF">
                    <a:alpha val="6721"/>
                  </a:srgbClr>
                </a:gs>
                <a:gs pos="57143">
                  <a:srgbClr val="FFFFFF">
                    <a:alpha val="3782"/>
                  </a:srgbClr>
                </a:gs>
                <a:gs pos="71429">
                  <a:srgbClr val="FFFFFF">
                    <a:alpha val="1788"/>
                  </a:srgbClr>
                </a:gs>
                <a:gs pos="85714">
                  <a:srgbClr val="FFFFFF">
                    <a:alpha val="711"/>
                  </a:srgbClr>
                </a:gs>
                <a:gs pos="100000">
                  <a:srgbClr val="FFFF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2035444" y="768887"/>
              <a:ext cx="59877" cy="59877"/>
            </a:xfrm>
            <a:prstGeom prst="ellipse">
              <a:avLst/>
            </a:prstGeom>
            <a:gradFill>
              <a:gsLst>
                <a:gs pos="0">
                  <a:srgbClr val="FFFFFF">
                    <a:alpha val="13877"/>
                  </a:srgbClr>
                </a:gs>
                <a:gs pos="14286">
                  <a:srgbClr val="FFFFFF">
                    <a:alpha val="12830"/>
                  </a:srgbClr>
                </a:gs>
                <a:gs pos="28571">
                  <a:srgbClr val="FFFFFF">
                    <a:alpha val="10113"/>
                  </a:srgbClr>
                </a:gs>
                <a:gs pos="42857">
                  <a:srgbClr val="FFFFFF">
                    <a:alpha val="6754"/>
                  </a:srgbClr>
                </a:gs>
                <a:gs pos="57143">
                  <a:srgbClr val="FFFFFF">
                    <a:alpha val="3801"/>
                  </a:srgbClr>
                </a:gs>
                <a:gs pos="71429">
                  <a:srgbClr val="FFFFFF">
                    <a:alpha val="1797"/>
                  </a:srgbClr>
                </a:gs>
                <a:gs pos="85714">
                  <a:srgbClr val="FFFFFF">
                    <a:alpha val="715"/>
                  </a:srgbClr>
                </a:gs>
                <a:gs pos="100000">
                  <a:srgbClr val="FFFFFF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1295682" y="2502600"/>
              <a:ext cx="60229" cy="60229"/>
            </a:xfrm>
            <a:prstGeom prst="ellipse">
              <a:avLst/>
            </a:prstGeom>
            <a:gradFill>
              <a:gsLst>
                <a:gs pos="0">
                  <a:srgbClr val="FFF8FF">
                    <a:alpha val="13782"/>
                  </a:srgbClr>
                </a:gs>
                <a:gs pos="14286">
                  <a:srgbClr val="FFF8FF">
                    <a:alpha val="12742"/>
                  </a:srgbClr>
                </a:gs>
                <a:gs pos="28571">
                  <a:srgbClr val="FFF8FF">
                    <a:alpha val="10042"/>
                  </a:srgbClr>
                </a:gs>
                <a:gs pos="42857">
                  <a:srgbClr val="FFF8FF">
                    <a:alpha val="6706"/>
                  </a:srgbClr>
                </a:gs>
                <a:gs pos="57143">
                  <a:srgbClr val="FFF8FF">
                    <a:alpha val="3773"/>
                  </a:srgbClr>
                </a:gs>
                <a:gs pos="71429">
                  <a:srgbClr val="FFF8FF">
                    <a:alpha val="1784"/>
                  </a:srgbClr>
                </a:gs>
                <a:gs pos="85714">
                  <a:srgbClr val="FFF8FF">
                    <a:alpha val="709"/>
                  </a:srgbClr>
                </a:gs>
                <a:gs pos="100000">
                  <a:srgbClr val="FFF8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00000">
              <a:off x="2265394" y="1996276"/>
              <a:ext cx="60185" cy="60185"/>
            </a:xfrm>
            <a:prstGeom prst="ellipse">
              <a:avLst/>
            </a:prstGeom>
            <a:gradFill>
              <a:gsLst>
                <a:gs pos="0">
                  <a:srgbClr val="FFFFFF">
                    <a:alpha val="13794"/>
                  </a:srgbClr>
                </a:gs>
                <a:gs pos="14286">
                  <a:srgbClr val="FFFFFF">
                    <a:alpha val="12753"/>
                  </a:srgbClr>
                </a:gs>
                <a:gs pos="28571">
                  <a:srgbClr val="FFFFFF">
                    <a:alpha val="10051"/>
                  </a:srgbClr>
                </a:gs>
                <a:gs pos="42857">
                  <a:srgbClr val="FFFFFF">
                    <a:alpha val="6712"/>
                  </a:srgbClr>
                </a:gs>
                <a:gs pos="57143">
                  <a:srgbClr val="FFFFFF">
                    <a:alpha val="3777"/>
                  </a:srgbClr>
                </a:gs>
                <a:gs pos="71429">
                  <a:srgbClr val="FFFFFF">
                    <a:alpha val="1786"/>
                  </a:srgbClr>
                </a:gs>
                <a:gs pos="85714">
                  <a:srgbClr val="FFFFFF">
                    <a:alpha val="710"/>
                  </a:srgbClr>
                </a:gs>
                <a:gs pos="100000">
                  <a:srgbClr val="FFFF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400000">
              <a:off x="551081" y="2529031"/>
              <a:ext cx="60869" cy="60869"/>
            </a:xfrm>
            <a:prstGeom prst="ellipse">
              <a:avLst/>
            </a:prstGeom>
            <a:gradFill>
              <a:gsLst>
                <a:gs pos="0">
                  <a:srgbClr val="EFF6FF">
                    <a:alpha val="13610"/>
                  </a:srgbClr>
                </a:gs>
                <a:gs pos="14286">
                  <a:srgbClr val="EFF6FF">
                    <a:alpha val="12582"/>
                  </a:srgbClr>
                </a:gs>
                <a:gs pos="28571">
                  <a:srgbClr val="EFF6FF">
                    <a:alpha val="9914"/>
                  </a:srgbClr>
                </a:gs>
                <a:gs pos="42857">
                  <a:srgbClr val="EFF6FF">
                    <a:alpha val="6619"/>
                  </a:srgbClr>
                </a:gs>
                <a:gs pos="57143">
                  <a:srgbClr val="EFF6FF">
                    <a:alpha val="3724"/>
                  </a:srgbClr>
                </a:gs>
                <a:gs pos="71429">
                  <a:srgbClr val="EFF6FF">
                    <a:alpha val="1761"/>
                  </a:srgbClr>
                </a:gs>
                <a:gs pos="85714">
                  <a:srgbClr val="EFF6FF">
                    <a:alpha val="700"/>
                  </a:srgbClr>
                </a:gs>
                <a:gs pos="100000">
                  <a:srgbClr val="EFF6FF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10539327">
              <a:off x="1459791" y="657163"/>
              <a:ext cx="527969" cy="46420"/>
            </a:xfrm>
            <a:prstGeom prst="ellipse">
              <a:avLst/>
            </a:prstGeom>
            <a:gradFill>
              <a:gsLst>
                <a:gs pos="0">
                  <a:srgbClr val="007A00">
                    <a:alpha val="32968"/>
                  </a:srgbClr>
                </a:gs>
                <a:gs pos="14286">
                  <a:srgbClr val="007A00">
                    <a:alpha val="30764"/>
                  </a:srgbClr>
                </a:gs>
                <a:gs pos="28571">
                  <a:srgbClr val="007A00">
                    <a:alpha val="24833"/>
                  </a:srgbClr>
                </a:gs>
                <a:gs pos="42857">
                  <a:srgbClr val="007A00">
                    <a:alpha val="17075"/>
                  </a:srgbClr>
                </a:gs>
                <a:gs pos="57143">
                  <a:srgbClr val="007A00">
                    <a:alpha val="9855"/>
                  </a:srgbClr>
                </a:gs>
                <a:gs pos="71429">
                  <a:srgbClr val="007A00">
                    <a:alpha val="4740"/>
                  </a:srgbClr>
                </a:gs>
                <a:gs pos="85714">
                  <a:srgbClr val="007A00">
                    <a:alpha val="1902"/>
                  </a:srgbClr>
                </a:gs>
                <a:gs pos="100000">
                  <a:srgbClr val="00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2405399" y="2225247"/>
              <a:ext cx="60461" cy="60461"/>
            </a:xfrm>
            <a:prstGeom prst="ellipse">
              <a:avLst/>
            </a:prstGeom>
            <a:gradFill>
              <a:gsLst>
                <a:gs pos="0">
                  <a:srgbClr val="FFFFFF">
                    <a:alpha val="13720"/>
                  </a:srgbClr>
                </a:gs>
                <a:gs pos="14286">
                  <a:srgbClr val="FFFFFF">
                    <a:alpha val="12684"/>
                  </a:srgbClr>
                </a:gs>
                <a:gs pos="28571">
                  <a:srgbClr val="FFFFFF">
                    <a:alpha val="9996"/>
                  </a:srgbClr>
                </a:gs>
                <a:gs pos="42857">
                  <a:srgbClr val="FFFFFF">
                    <a:alpha val="6675"/>
                  </a:srgbClr>
                </a:gs>
                <a:gs pos="57143">
                  <a:srgbClr val="FFFFFF">
                    <a:alpha val="3755"/>
                  </a:srgbClr>
                </a:gs>
                <a:gs pos="71429">
                  <a:srgbClr val="FFFFFF">
                    <a:alpha val="1776"/>
                  </a:srgbClr>
                </a:gs>
                <a:gs pos="85714">
                  <a:srgbClr val="FFFFFF">
                    <a:alpha val="706"/>
                  </a:srgbClr>
                </a:gs>
                <a:gs pos="100000">
                  <a:srgbClr val="FFFFFF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3113366">
              <a:off x="1040299" y="1868257"/>
              <a:ext cx="520268" cy="946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9936277">
              <a:off x="1147093" y="2131307"/>
              <a:ext cx="611326" cy="85538"/>
            </a:xfrm>
            <a:prstGeom prst="ellipse">
              <a:avLst/>
            </a:prstGeom>
            <a:gradFill>
              <a:gsLst>
                <a:gs pos="0">
                  <a:srgbClr val="110000">
                    <a:alpha val="32968"/>
                  </a:srgbClr>
                </a:gs>
                <a:gs pos="14286">
                  <a:srgbClr val="110000">
                    <a:alpha val="30764"/>
                  </a:srgbClr>
                </a:gs>
                <a:gs pos="28571">
                  <a:srgbClr val="110000">
                    <a:alpha val="24833"/>
                  </a:srgbClr>
                </a:gs>
                <a:gs pos="42857">
                  <a:srgbClr val="110000">
                    <a:alpha val="17075"/>
                  </a:srgbClr>
                </a:gs>
                <a:gs pos="57143">
                  <a:srgbClr val="110000">
                    <a:alpha val="9855"/>
                  </a:srgbClr>
                </a:gs>
                <a:gs pos="71429">
                  <a:srgbClr val="110000">
                    <a:alpha val="4740"/>
                  </a:srgbClr>
                </a:gs>
                <a:gs pos="85714">
                  <a:srgbClr val="110000">
                    <a:alpha val="1902"/>
                  </a:srgbClr>
                </a:gs>
                <a:gs pos="100000">
                  <a:srgbClr val="1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400000">
              <a:off x="2329398" y="2094090"/>
              <a:ext cx="61572" cy="61572"/>
            </a:xfrm>
            <a:prstGeom prst="ellipse">
              <a:avLst/>
            </a:prstGeom>
            <a:gradFill>
              <a:gsLst>
                <a:gs pos="0">
                  <a:srgbClr val="FAFFFF">
                    <a:alpha val="13421"/>
                  </a:srgbClr>
                </a:gs>
                <a:gs pos="14286">
                  <a:srgbClr val="FAFFFF">
                    <a:alpha val="12406"/>
                  </a:srgbClr>
                </a:gs>
                <a:gs pos="28571">
                  <a:srgbClr val="FAFFFF">
                    <a:alpha val="9774"/>
                  </a:srgbClr>
                </a:gs>
                <a:gs pos="42857">
                  <a:srgbClr val="FAFFFF">
                    <a:alpha val="6524"/>
                  </a:srgbClr>
                </a:gs>
                <a:gs pos="57143">
                  <a:srgbClr val="FAFFFF">
                    <a:alpha val="3669"/>
                  </a:srgbClr>
                </a:gs>
                <a:gs pos="71429">
                  <a:srgbClr val="FAFFFF">
                    <a:alpha val="1735"/>
                  </a:srgbClr>
                </a:gs>
                <a:gs pos="85714">
                  <a:srgbClr val="FAFFFF">
                    <a:alpha val="690"/>
                  </a:srgbClr>
                </a:gs>
                <a:gs pos="100000">
                  <a:srgbClr val="FAFF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960070">
              <a:off x="1588624" y="1939775"/>
              <a:ext cx="569744" cy="144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3176504">
              <a:off x="1211579" y="2570651"/>
              <a:ext cx="370965" cy="789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8223126">
              <a:off x="2855566" y="3038867"/>
              <a:ext cx="392738" cy="62880"/>
            </a:xfrm>
            <a:prstGeom prst="ellipse">
              <a:avLst/>
            </a:prstGeom>
            <a:gradFill>
              <a:gsLst>
                <a:gs pos="0">
                  <a:srgbClr val="F04900">
                    <a:alpha val="32968"/>
                  </a:srgbClr>
                </a:gs>
                <a:gs pos="14286">
                  <a:srgbClr val="F04900">
                    <a:alpha val="30764"/>
                  </a:srgbClr>
                </a:gs>
                <a:gs pos="28571">
                  <a:srgbClr val="F04900">
                    <a:alpha val="24833"/>
                  </a:srgbClr>
                </a:gs>
                <a:gs pos="42857">
                  <a:srgbClr val="F04900">
                    <a:alpha val="17075"/>
                  </a:srgbClr>
                </a:gs>
                <a:gs pos="57143">
                  <a:srgbClr val="F04900">
                    <a:alpha val="9855"/>
                  </a:srgbClr>
                </a:gs>
                <a:gs pos="71429">
                  <a:srgbClr val="F04900">
                    <a:alpha val="4740"/>
                  </a:srgbClr>
                </a:gs>
                <a:gs pos="85714">
                  <a:srgbClr val="F04900">
                    <a:alpha val="1902"/>
                  </a:srgbClr>
                </a:gs>
                <a:gs pos="100000">
                  <a:srgbClr val="F04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8783873">
              <a:off x="668411" y="2335060"/>
              <a:ext cx="538471" cy="39311"/>
            </a:xfrm>
            <a:prstGeom prst="ellipse">
              <a:avLst/>
            </a:prstGeom>
            <a:gradFill>
              <a:gsLst>
                <a:gs pos="0">
                  <a:srgbClr val="DA0000">
                    <a:alpha val="32968"/>
                  </a:srgbClr>
                </a:gs>
                <a:gs pos="14286">
                  <a:srgbClr val="DA0000">
                    <a:alpha val="30764"/>
                  </a:srgbClr>
                </a:gs>
                <a:gs pos="28571">
                  <a:srgbClr val="DA0000">
                    <a:alpha val="24833"/>
                  </a:srgbClr>
                </a:gs>
                <a:gs pos="42857">
                  <a:srgbClr val="DA0000">
                    <a:alpha val="17075"/>
                  </a:srgbClr>
                </a:gs>
                <a:gs pos="57143">
                  <a:srgbClr val="DA0000">
                    <a:alpha val="9855"/>
                  </a:srgbClr>
                </a:gs>
                <a:gs pos="71429">
                  <a:srgbClr val="DA0000">
                    <a:alpha val="4740"/>
                  </a:srgbClr>
                </a:gs>
                <a:gs pos="85714">
                  <a:srgbClr val="DA0000">
                    <a:alpha val="1902"/>
                  </a:srgbClr>
                </a:gs>
                <a:gs pos="100000">
                  <a:srgbClr val="D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9183106">
              <a:off x="2945179" y="1247620"/>
              <a:ext cx="629164" cy="25971"/>
            </a:xfrm>
            <a:prstGeom prst="ellipse">
              <a:avLst/>
            </a:prstGeom>
            <a:gradFill>
              <a:gsLst>
                <a:gs pos="0">
                  <a:srgbClr val="00B000">
                    <a:alpha val="32968"/>
                  </a:srgbClr>
                </a:gs>
                <a:gs pos="14286">
                  <a:srgbClr val="00B000">
                    <a:alpha val="30764"/>
                  </a:srgbClr>
                </a:gs>
                <a:gs pos="28571">
                  <a:srgbClr val="00B000">
                    <a:alpha val="24833"/>
                  </a:srgbClr>
                </a:gs>
                <a:gs pos="42857">
                  <a:srgbClr val="00B000">
                    <a:alpha val="17075"/>
                  </a:srgbClr>
                </a:gs>
                <a:gs pos="57143">
                  <a:srgbClr val="00B000">
                    <a:alpha val="9855"/>
                  </a:srgbClr>
                </a:gs>
                <a:gs pos="71429">
                  <a:srgbClr val="00B000">
                    <a:alpha val="4740"/>
                  </a:srgbClr>
                </a:gs>
                <a:gs pos="85714">
                  <a:srgbClr val="00B000">
                    <a:alpha val="1902"/>
                  </a:srgbClr>
                </a:gs>
                <a:gs pos="100000">
                  <a:srgbClr val="00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2285550" y="1101286"/>
              <a:ext cx="62781" cy="62781"/>
            </a:xfrm>
            <a:prstGeom prst="ellipse">
              <a:avLst/>
            </a:prstGeom>
            <a:gradFill>
              <a:gsLst>
                <a:gs pos="0">
                  <a:srgbClr val="FFA854">
                    <a:alpha val="13095"/>
                  </a:srgbClr>
                </a:gs>
                <a:gs pos="14286">
                  <a:srgbClr val="FFA854">
                    <a:alpha val="12103"/>
                  </a:srgbClr>
                </a:gs>
                <a:gs pos="28571">
                  <a:srgbClr val="FFA854">
                    <a:alpha val="9531"/>
                  </a:srgbClr>
                </a:gs>
                <a:gs pos="42857">
                  <a:srgbClr val="FFA854">
                    <a:alpha val="6359"/>
                  </a:srgbClr>
                </a:gs>
                <a:gs pos="57143">
                  <a:srgbClr val="FFA854">
                    <a:alpha val="3575"/>
                  </a:srgbClr>
                </a:gs>
                <a:gs pos="71429">
                  <a:srgbClr val="FFA854">
                    <a:alpha val="1690"/>
                  </a:srgbClr>
                </a:gs>
                <a:gs pos="85714">
                  <a:srgbClr val="FFA854">
                    <a:alpha val="672"/>
                  </a:srgbClr>
                </a:gs>
                <a:gs pos="100000">
                  <a:srgbClr val="FFA85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8350927">
              <a:off x="1160934" y="1695930"/>
              <a:ext cx="477948" cy="69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9953553">
              <a:off x="1625691" y="667429"/>
              <a:ext cx="536219" cy="48598"/>
            </a:xfrm>
            <a:prstGeom prst="ellipse">
              <a:avLst/>
            </a:prstGeom>
            <a:gradFill>
              <a:gsLst>
                <a:gs pos="0">
                  <a:srgbClr val="009000">
                    <a:alpha val="32968"/>
                  </a:srgbClr>
                </a:gs>
                <a:gs pos="14286">
                  <a:srgbClr val="009000">
                    <a:alpha val="30764"/>
                  </a:srgbClr>
                </a:gs>
                <a:gs pos="28571">
                  <a:srgbClr val="009000">
                    <a:alpha val="24833"/>
                  </a:srgbClr>
                </a:gs>
                <a:gs pos="42857">
                  <a:srgbClr val="009000">
                    <a:alpha val="17075"/>
                  </a:srgbClr>
                </a:gs>
                <a:gs pos="57143">
                  <a:srgbClr val="009000">
                    <a:alpha val="9855"/>
                  </a:srgbClr>
                </a:gs>
                <a:gs pos="71429">
                  <a:srgbClr val="009000">
                    <a:alpha val="4740"/>
                  </a:srgbClr>
                </a:gs>
                <a:gs pos="85714">
                  <a:srgbClr val="009000">
                    <a:alpha val="1902"/>
                  </a:srgbClr>
                </a:gs>
                <a:gs pos="100000">
                  <a:srgbClr val="00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400000">
              <a:off x="1673443" y="980222"/>
              <a:ext cx="62439" cy="62439"/>
            </a:xfrm>
            <a:prstGeom prst="ellipse">
              <a:avLst/>
            </a:prstGeom>
            <a:gradFill>
              <a:gsLst>
                <a:gs pos="0">
                  <a:srgbClr val="FFDFC7">
                    <a:alpha val="13187"/>
                  </a:srgbClr>
                </a:gs>
                <a:gs pos="14286">
                  <a:srgbClr val="FFDFC7">
                    <a:alpha val="12189"/>
                  </a:srgbClr>
                </a:gs>
                <a:gs pos="28571">
                  <a:srgbClr val="FFDFC7">
                    <a:alpha val="9600"/>
                  </a:srgbClr>
                </a:gs>
                <a:gs pos="42857">
                  <a:srgbClr val="FFDFC7">
                    <a:alpha val="6405"/>
                  </a:srgbClr>
                </a:gs>
                <a:gs pos="57143">
                  <a:srgbClr val="FFDFC7">
                    <a:alpha val="3602"/>
                  </a:srgbClr>
                </a:gs>
                <a:gs pos="71429">
                  <a:srgbClr val="FFDFC7">
                    <a:alpha val="1702"/>
                  </a:srgbClr>
                </a:gs>
                <a:gs pos="85714">
                  <a:srgbClr val="FFDFC7">
                    <a:alpha val="677"/>
                  </a:srgbClr>
                </a:gs>
                <a:gs pos="100000">
                  <a:srgbClr val="FFDFC7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205820">
              <a:off x="1183505" y="1233702"/>
              <a:ext cx="181545" cy="72788"/>
            </a:xfrm>
            <a:prstGeom prst="ellipse">
              <a:avLst/>
            </a:prstGeom>
            <a:gradFill>
              <a:gsLst>
                <a:gs pos="0">
                  <a:srgbClr val="EE2500">
                    <a:alpha val="32968"/>
                  </a:srgbClr>
                </a:gs>
                <a:gs pos="14286">
                  <a:srgbClr val="EE2500">
                    <a:alpha val="30764"/>
                  </a:srgbClr>
                </a:gs>
                <a:gs pos="28571">
                  <a:srgbClr val="EE2500">
                    <a:alpha val="24833"/>
                  </a:srgbClr>
                </a:gs>
                <a:gs pos="42857">
                  <a:srgbClr val="EE2500">
                    <a:alpha val="17075"/>
                  </a:srgbClr>
                </a:gs>
                <a:gs pos="57143">
                  <a:srgbClr val="EE2500">
                    <a:alpha val="9855"/>
                  </a:srgbClr>
                </a:gs>
                <a:gs pos="71429">
                  <a:srgbClr val="EE2500">
                    <a:alpha val="4740"/>
                  </a:srgbClr>
                </a:gs>
                <a:gs pos="85714">
                  <a:srgbClr val="EE2500">
                    <a:alpha val="1902"/>
                  </a:srgbClr>
                </a:gs>
                <a:gs pos="100000">
                  <a:srgbClr val="EE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073080" y="2272992"/>
              <a:ext cx="62680" cy="62680"/>
            </a:xfrm>
            <a:prstGeom prst="ellipse">
              <a:avLst/>
            </a:prstGeom>
            <a:gradFill>
              <a:gsLst>
                <a:gs pos="0">
                  <a:srgbClr val="FFFFFF">
                    <a:alpha val="13122"/>
                  </a:srgbClr>
                </a:gs>
                <a:gs pos="14286">
                  <a:srgbClr val="FFFFFF">
                    <a:alpha val="12128"/>
                  </a:srgbClr>
                </a:gs>
                <a:gs pos="28571">
                  <a:srgbClr val="FFFFFF">
                    <a:alpha val="9551"/>
                  </a:srgbClr>
                </a:gs>
                <a:gs pos="42857">
                  <a:srgbClr val="FFFFFF">
                    <a:alpha val="6372"/>
                  </a:srgbClr>
                </a:gs>
                <a:gs pos="57143">
                  <a:srgbClr val="FFFFFF">
                    <a:alpha val="3583"/>
                  </a:srgbClr>
                </a:gs>
                <a:gs pos="71429">
                  <a:srgbClr val="FFFFFF">
                    <a:alpha val="1693"/>
                  </a:srgbClr>
                </a:gs>
                <a:gs pos="85714">
                  <a:srgbClr val="FFFFFF">
                    <a:alpha val="673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2718169">
              <a:off x="1941945" y="887424"/>
              <a:ext cx="540778" cy="78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4750602">
              <a:off x="-116333" y="2120835"/>
              <a:ext cx="458186" cy="35117"/>
            </a:xfrm>
            <a:prstGeom prst="ellipse">
              <a:avLst/>
            </a:prstGeom>
            <a:gradFill>
              <a:gsLst>
                <a:gs pos="0">
                  <a:srgbClr val="00AD00">
                    <a:alpha val="32968"/>
                  </a:srgbClr>
                </a:gs>
                <a:gs pos="14286">
                  <a:srgbClr val="00AD00">
                    <a:alpha val="30764"/>
                  </a:srgbClr>
                </a:gs>
                <a:gs pos="28571">
                  <a:srgbClr val="00AD00">
                    <a:alpha val="24833"/>
                  </a:srgbClr>
                </a:gs>
                <a:gs pos="42857">
                  <a:srgbClr val="00AD00">
                    <a:alpha val="17075"/>
                  </a:srgbClr>
                </a:gs>
                <a:gs pos="57143">
                  <a:srgbClr val="00AD00">
                    <a:alpha val="9855"/>
                  </a:srgbClr>
                </a:gs>
                <a:gs pos="71429">
                  <a:srgbClr val="00AD00">
                    <a:alpha val="4740"/>
                  </a:srgbClr>
                </a:gs>
                <a:gs pos="85714">
                  <a:srgbClr val="00AD00">
                    <a:alpha val="1902"/>
                  </a:srgbClr>
                </a:gs>
                <a:gs pos="100000">
                  <a:srgbClr val="00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9414770">
              <a:off x="852903" y="2265258"/>
              <a:ext cx="464553" cy="64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400000">
              <a:off x="1181120" y="1318624"/>
              <a:ext cx="63203" cy="63203"/>
            </a:xfrm>
            <a:prstGeom prst="ellipse">
              <a:avLst/>
            </a:prstGeom>
            <a:gradFill>
              <a:gsLst>
                <a:gs pos="0">
                  <a:srgbClr val="FFFCFF">
                    <a:alpha val="12981"/>
                  </a:srgbClr>
                </a:gs>
                <a:gs pos="14286">
                  <a:srgbClr val="FFFCFF">
                    <a:alpha val="11997"/>
                  </a:srgbClr>
                </a:gs>
                <a:gs pos="28571">
                  <a:srgbClr val="FFFCFF">
                    <a:alpha val="9446"/>
                  </a:srgbClr>
                </a:gs>
                <a:gs pos="42857">
                  <a:srgbClr val="FFFCFF">
                    <a:alpha val="6301"/>
                  </a:srgbClr>
                </a:gs>
                <a:gs pos="57143">
                  <a:srgbClr val="FFFCFF">
                    <a:alpha val="3542"/>
                  </a:srgbClr>
                </a:gs>
                <a:gs pos="71429">
                  <a:srgbClr val="FFFCFF">
                    <a:alpha val="1674"/>
                  </a:srgbClr>
                </a:gs>
                <a:gs pos="85714">
                  <a:srgbClr val="FFFCFF">
                    <a:alpha val="665"/>
                  </a:srgbClr>
                </a:gs>
                <a:gs pos="100000">
                  <a:srgbClr val="FFFCF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10797723">
              <a:off x="889805" y="-38314"/>
              <a:ext cx="436196" cy="434620"/>
            </a:xfrm>
            <a:prstGeom prst="ellipse">
              <a:avLst/>
            </a:prstGeom>
            <a:gradFill>
              <a:gsLst>
                <a:gs pos="0">
                  <a:srgbClr val="FFFFFF">
                    <a:alpha val="19335"/>
                  </a:srgbClr>
                </a:gs>
                <a:gs pos="14286">
                  <a:srgbClr val="FFFFFF">
                    <a:alpha val="17921"/>
                  </a:srgbClr>
                </a:gs>
                <a:gs pos="28571">
                  <a:srgbClr val="FFFFFF">
                    <a:alpha val="14216"/>
                  </a:srgbClr>
                </a:gs>
                <a:gs pos="42857">
                  <a:srgbClr val="FFFFFF">
                    <a:alpha val="9568"/>
                  </a:srgbClr>
                </a:gs>
                <a:gs pos="57143">
                  <a:srgbClr val="FFFFFF">
                    <a:alpha val="5421"/>
                  </a:srgbClr>
                </a:gs>
                <a:gs pos="71429">
                  <a:srgbClr val="FFFFFF">
                    <a:alpha val="2575"/>
                  </a:srgbClr>
                </a:gs>
                <a:gs pos="85714">
                  <a:srgbClr val="FFFFFF">
                    <a:alpha val="1026"/>
                  </a:srgbClr>
                </a:gs>
                <a:gs pos="100000">
                  <a:srgbClr val="FFFFF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5400000">
              <a:off x="1204424" y="2371383"/>
              <a:ext cx="63572" cy="63572"/>
            </a:xfrm>
            <a:prstGeom prst="ellipse">
              <a:avLst/>
            </a:prstGeom>
            <a:gradFill>
              <a:gsLst>
                <a:gs pos="0">
                  <a:srgbClr val="FEFFFF">
                    <a:alpha val="12881"/>
                  </a:srgbClr>
                </a:gs>
                <a:gs pos="14286">
                  <a:srgbClr val="FEFFFF">
                    <a:alpha val="11904"/>
                  </a:srgbClr>
                </a:gs>
                <a:gs pos="28571">
                  <a:srgbClr val="FEFFFF">
                    <a:alpha val="9372"/>
                  </a:srgbClr>
                </a:gs>
                <a:gs pos="42857">
                  <a:srgbClr val="FEFFFF">
                    <a:alpha val="6251"/>
                  </a:srgbClr>
                </a:gs>
                <a:gs pos="57143">
                  <a:srgbClr val="FEFFFF">
                    <a:alpha val="3513"/>
                  </a:srgbClr>
                </a:gs>
                <a:gs pos="71429">
                  <a:srgbClr val="FEFFFF">
                    <a:alpha val="1660"/>
                  </a:srgbClr>
                </a:gs>
                <a:gs pos="85714">
                  <a:srgbClr val="FEFFFF">
                    <a:alpha val="660"/>
                  </a:srgbClr>
                </a:gs>
                <a:gs pos="100000">
                  <a:srgbClr val="FEFF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506171">
              <a:off x="1352731" y="2822603"/>
              <a:ext cx="544444" cy="275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400000">
              <a:off x="2088865" y="2275623"/>
              <a:ext cx="63967" cy="63967"/>
            </a:xfrm>
            <a:prstGeom prst="ellipse">
              <a:avLst/>
            </a:prstGeom>
            <a:gradFill>
              <a:gsLst>
                <a:gs pos="0">
                  <a:srgbClr val="73993B">
                    <a:alpha val="12774"/>
                  </a:srgbClr>
                </a:gs>
                <a:gs pos="14286">
                  <a:srgbClr val="73993B">
                    <a:alpha val="11804"/>
                  </a:srgbClr>
                </a:gs>
                <a:gs pos="28571">
                  <a:srgbClr val="73993B">
                    <a:alpha val="9292"/>
                  </a:srgbClr>
                </a:gs>
                <a:gs pos="42857">
                  <a:srgbClr val="73993B">
                    <a:alpha val="6197"/>
                  </a:srgbClr>
                </a:gs>
                <a:gs pos="57143">
                  <a:srgbClr val="73993B">
                    <a:alpha val="3483"/>
                  </a:srgbClr>
                </a:gs>
                <a:gs pos="71429">
                  <a:srgbClr val="73993B">
                    <a:alpha val="1646"/>
                  </a:srgbClr>
                </a:gs>
                <a:gs pos="85714">
                  <a:srgbClr val="73993B">
                    <a:alpha val="654"/>
                  </a:srgbClr>
                </a:gs>
                <a:gs pos="100000">
                  <a:srgbClr val="73993B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6502627">
              <a:off x="919242" y="1230656"/>
              <a:ext cx="431805" cy="75658"/>
            </a:xfrm>
            <a:prstGeom prst="ellipse">
              <a:avLst/>
            </a:prstGeom>
            <a:gradFill>
              <a:gsLst>
                <a:gs pos="0">
                  <a:srgbClr val="6DE500">
                    <a:alpha val="32968"/>
                  </a:srgbClr>
                </a:gs>
                <a:gs pos="14286">
                  <a:srgbClr val="6DE500">
                    <a:alpha val="30764"/>
                  </a:srgbClr>
                </a:gs>
                <a:gs pos="28571">
                  <a:srgbClr val="6DE500">
                    <a:alpha val="24833"/>
                  </a:srgbClr>
                </a:gs>
                <a:gs pos="42857">
                  <a:srgbClr val="6DE500">
                    <a:alpha val="17075"/>
                  </a:srgbClr>
                </a:gs>
                <a:gs pos="57143">
                  <a:srgbClr val="6DE500">
                    <a:alpha val="9855"/>
                  </a:srgbClr>
                </a:gs>
                <a:gs pos="71429">
                  <a:srgbClr val="6DE500">
                    <a:alpha val="4740"/>
                  </a:srgbClr>
                </a:gs>
                <a:gs pos="85714">
                  <a:srgbClr val="6DE500">
                    <a:alpha val="1902"/>
                  </a:srgbClr>
                </a:gs>
                <a:gs pos="100000">
                  <a:srgbClr val="6DE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5400000">
              <a:off x="3328417" y="1208903"/>
              <a:ext cx="63605" cy="63605"/>
            </a:xfrm>
            <a:prstGeom prst="ellipse">
              <a:avLst/>
            </a:prstGeom>
            <a:gradFill>
              <a:gsLst>
                <a:gs pos="0">
                  <a:srgbClr val="FDFFFF">
                    <a:alpha val="12872"/>
                  </a:srgbClr>
                </a:gs>
                <a:gs pos="14286">
                  <a:srgbClr val="FDFFFF">
                    <a:alpha val="11895"/>
                  </a:srgbClr>
                </a:gs>
                <a:gs pos="28571">
                  <a:srgbClr val="FDFFFF">
                    <a:alpha val="9365"/>
                  </a:srgbClr>
                </a:gs>
                <a:gs pos="42857">
                  <a:srgbClr val="FDFFFF">
                    <a:alpha val="6246"/>
                  </a:srgbClr>
                </a:gs>
                <a:gs pos="57143">
                  <a:srgbClr val="FDFFFF">
                    <a:alpha val="3511"/>
                  </a:srgbClr>
                </a:gs>
                <a:gs pos="71429">
                  <a:srgbClr val="FDFFFF">
                    <a:alpha val="1659"/>
                  </a:srgbClr>
                </a:gs>
                <a:gs pos="85714">
                  <a:srgbClr val="FDFFFF">
                    <a:alpha val="659"/>
                  </a:srgbClr>
                </a:gs>
                <a:gs pos="100000">
                  <a:srgbClr val="FDFF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3005180">
              <a:off x="1090027" y="2416794"/>
              <a:ext cx="383508" cy="381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400000">
              <a:off x="425666" y="672701"/>
              <a:ext cx="63528" cy="63528"/>
            </a:xfrm>
            <a:prstGeom prst="ellipse">
              <a:avLst/>
            </a:prstGeom>
            <a:gradFill>
              <a:gsLst>
                <a:gs pos="0">
                  <a:srgbClr val="FDFEFA">
                    <a:alpha val="12893"/>
                  </a:srgbClr>
                </a:gs>
                <a:gs pos="14286">
                  <a:srgbClr val="FDFEFA">
                    <a:alpha val="11915"/>
                  </a:srgbClr>
                </a:gs>
                <a:gs pos="28571">
                  <a:srgbClr val="FDFEFA">
                    <a:alpha val="9381"/>
                  </a:srgbClr>
                </a:gs>
                <a:gs pos="42857">
                  <a:srgbClr val="FDFEFA">
                    <a:alpha val="6257"/>
                  </a:srgbClr>
                </a:gs>
                <a:gs pos="57143">
                  <a:srgbClr val="FDFEFA">
                    <a:alpha val="3517"/>
                  </a:srgbClr>
                </a:gs>
                <a:gs pos="71429">
                  <a:srgbClr val="FDFEFA">
                    <a:alpha val="1662"/>
                  </a:srgbClr>
                </a:gs>
                <a:gs pos="85714">
                  <a:srgbClr val="FDFEFA">
                    <a:alpha val="660"/>
                  </a:srgbClr>
                </a:gs>
                <a:gs pos="100000">
                  <a:srgbClr val="FDFEFA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8138666">
              <a:off x="1674238" y="902318"/>
              <a:ext cx="683150" cy="211565"/>
            </a:xfrm>
            <a:prstGeom prst="ellipse">
              <a:avLst/>
            </a:prstGeom>
            <a:gradFill>
              <a:gsLst>
                <a:gs pos="0">
                  <a:srgbClr val="FFA300">
                    <a:alpha val="25342"/>
                  </a:srgbClr>
                </a:gs>
                <a:gs pos="14286">
                  <a:srgbClr val="FFA300">
                    <a:alpha val="23556"/>
                  </a:srgbClr>
                </a:gs>
                <a:gs pos="28571">
                  <a:srgbClr val="FFA300">
                    <a:alpha val="18825"/>
                  </a:srgbClr>
                </a:gs>
                <a:gs pos="42857">
                  <a:srgbClr val="FFA300">
                    <a:alpha val="12785"/>
                  </a:srgbClr>
                </a:gs>
                <a:gs pos="57143">
                  <a:srgbClr val="FFA300">
                    <a:alpha val="7300"/>
                  </a:srgbClr>
                </a:gs>
                <a:gs pos="71429">
                  <a:srgbClr val="FFA300">
                    <a:alpha val="3486"/>
                  </a:srgbClr>
                </a:gs>
                <a:gs pos="85714">
                  <a:srgbClr val="FFA300">
                    <a:alpha val="1393"/>
                  </a:srgbClr>
                </a:gs>
                <a:gs pos="100000">
                  <a:srgbClr val="FFA3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10797882">
              <a:off x="896291" y="-30487"/>
              <a:ext cx="429493" cy="428098"/>
            </a:xfrm>
            <a:prstGeom prst="ellipse">
              <a:avLst/>
            </a:prstGeom>
            <a:gradFill>
              <a:gsLst>
                <a:gs pos="0">
                  <a:srgbClr val="FFFFFF">
                    <a:alpha val="19235"/>
                  </a:srgbClr>
                </a:gs>
                <a:gs pos="14286">
                  <a:srgbClr val="FFFFFF">
                    <a:alpha val="17827"/>
                  </a:srgbClr>
                </a:gs>
                <a:gs pos="28571">
                  <a:srgbClr val="FFFFFF">
                    <a:alpha val="14140"/>
                  </a:srgbClr>
                </a:gs>
                <a:gs pos="42857">
                  <a:srgbClr val="FFFFFF">
                    <a:alpha val="9516"/>
                  </a:srgbClr>
                </a:gs>
                <a:gs pos="57143">
                  <a:srgbClr val="FFFFFF">
                    <a:alpha val="5390"/>
                  </a:srgbClr>
                </a:gs>
                <a:gs pos="71429">
                  <a:srgbClr val="FFFFFF">
                    <a:alpha val="2560"/>
                  </a:srgbClr>
                </a:gs>
                <a:gs pos="85714">
                  <a:srgbClr val="FFFFFF">
                    <a:alpha val="1020"/>
                  </a:srgbClr>
                </a:gs>
                <a:gs pos="100000">
                  <a:srgbClr val="FFFF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3449704">
              <a:off x="2208904" y="2133724"/>
              <a:ext cx="414132" cy="1018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400000">
              <a:off x="1625324" y="2021953"/>
              <a:ext cx="64741" cy="64741"/>
            </a:xfrm>
            <a:prstGeom prst="ellipse">
              <a:avLst/>
            </a:prstGeom>
            <a:gradFill>
              <a:gsLst>
                <a:gs pos="0">
                  <a:srgbClr val="95C044">
                    <a:alpha val="12563"/>
                  </a:srgbClr>
                </a:gs>
                <a:gs pos="14286">
                  <a:srgbClr val="95C044">
                    <a:alpha val="11609"/>
                  </a:srgbClr>
                </a:gs>
                <a:gs pos="28571">
                  <a:srgbClr val="95C044">
                    <a:alpha val="9136"/>
                  </a:srgbClr>
                </a:gs>
                <a:gs pos="42857">
                  <a:srgbClr val="95C044">
                    <a:alpha val="6091"/>
                  </a:srgbClr>
                </a:gs>
                <a:gs pos="57143">
                  <a:srgbClr val="95C044">
                    <a:alpha val="3422"/>
                  </a:srgbClr>
                </a:gs>
                <a:gs pos="71429">
                  <a:srgbClr val="95C044">
                    <a:alpha val="1617"/>
                  </a:srgbClr>
                </a:gs>
                <a:gs pos="85714">
                  <a:srgbClr val="95C044">
                    <a:alpha val="642"/>
                  </a:srgbClr>
                </a:gs>
                <a:gs pos="100000">
                  <a:srgbClr val="95C04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400000">
              <a:off x="1475110" y="2700423"/>
              <a:ext cx="64568" cy="64568"/>
            </a:xfrm>
            <a:prstGeom prst="ellipse">
              <a:avLst/>
            </a:prstGeom>
            <a:gradFill>
              <a:gsLst>
                <a:gs pos="0">
                  <a:srgbClr val="F4FDFC">
                    <a:alpha val="12610"/>
                  </a:srgbClr>
                </a:gs>
                <a:gs pos="14286">
                  <a:srgbClr val="F4FDFC">
                    <a:alpha val="11652"/>
                  </a:srgbClr>
                </a:gs>
                <a:gs pos="28571">
                  <a:srgbClr val="F4FDFC">
                    <a:alpha val="9171"/>
                  </a:srgbClr>
                </a:gs>
                <a:gs pos="42857">
                  <a:srgbClr val="F4FDFC">
                    <a:alpha val="6115"/>
                  </a:srgbClr>
                </a:gs>
                <a:gs pos="57143">
                  <a:srgbClr val="F4FDFC">
                    <a:alpha val="3436"/>
                  </a:srgbClr>
                </a:gs>
                <a:gs pos="71429">
                  <a:srgbClr val="F4FDFC">
                    <a:alpha val="1623"/>
                  </a:srgbClr>
                </a:gs>
                <a:gs pos="85714">
                  <a:srgbClr val="F4FDFC">
                    <a:alpha val="645"/>
                  </a:srgbClr>
                </a:gs>
                <a:gs pos="100000">
                  <a:srgbClr val="F4FDFC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400000">
              <a:off x="326660" y="793698"/>
              <a:ext cx="64532" cy="64532"/>
            </a:xfrm>
            <a:prstGeom prst="ellipse">
              <a:avLst/>
            </a:prstGeom>
            <a:gradFill>
              <a:gsLst>
                <a:gs pos="0">
                  <a:srgbClr val="FBFDF8">
                    <a:alpha val="12620"/>
                  </a:srgbClr>
                </a:gs>
                <a:gs pos="14286">
                  <a:srgbClr val="FBFDF8">
                    <a:alpha val="11661"/>
                  </a:srgbClr>
                </a:gs>
                <a:gs pos="28571">
                  <a:srgbClr val="FBFDF8">
                    <a:alpha val="9178"/>
                  </a:srgbClr>
                </a:gs>
                <a:gs pos="42857">
                  <a:srgbClr val="FBFDF8">
                    <a:alpha val="6120"/>
                  </a:srgbClr>
                </a:gs>
                <a:gs pos="57143">
                  <a:srgbClr val="FBFDF8">
                    <a:alpha val="3439"/>
                  </a:srgbClr>
                </a:gs>
                <a:gs pos="71429">
                  <a:srgbClr val="FBFDF8">
                    <a:alpha val="1625"/>
                  </a:srgbClr>
                </a:gs>
                <a:gs pos="85714">
                  <a:srgbClr val="FBFDF8">
                    <a:alpha val="646"/>
                  </a:srgbClr>
                </a:gs>
                <a:gs pos="100000">
                  <a:srgbClr val="FBFDF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400000">
              <a:off x="2642105" y="237662"/>
              <a:ext cx="64561" cy="64561"/>
            </a:xfrm>
            <a:prstGeom prst="ellipse">
              <a:avLst/>
            </a:prstGeom>
            <a:gradFill>
              <a:gsLst>
                <a:gs pos="0">
                  <a:srgbClr val="F7FBF4">
                    <a:alpha val="12612"/>
                  </a:srgbClr>
                </a:gs>
                <a:gs pos="14286">
                  <a:srgbClr val="F7FBF4">
                    <a:alpha val="11654"/>
                  </a:srgbClr>
                </a:gs>
                <a:gs pos="28571">
                  <a:srgbClr val="F7FBF4">
                    <a:alpha val="9173"/>
                  </a:srgbClr>
                </a:gs>
                <a:gs pos="42857">
                  <a:srgbClr val="F7FBF4">
                    <a:alpha val="6116"/>
                  </a:srgbClr>
                </a:gs>
                <a:gs pos="57143">
                  <a:srgbClr val="F7FBF4">
                    <a:alpha val="3436"/>
                  </a:srgbClr>
                </a:gs>
                <a:gs pos="71429">
                  <a:srgbClr val="F7FBF4">
                    <a:alpha val="1623"/>
                  </a:srgbClr>
                </a:gs>
                <a:gs pos="85714">
                  <a:srgbClr val="F7FBF4">
                    <a:alpha val="645"/>
                  </a:srgbClr>
                </a:gs>
                <a:gs pos="100000">
                  <a:srgbClr val="F7FBF4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3567751" y="1882194"/>
              <a:ext cx="64770" cy="64770"/>
            </a:xfrm>
            <a:prstGeom prst="ellipse">
              <a:avLst/>
            </a:prstGeom>
            <a:gradFill>
              <a:gsLst>
                <a:gs pos="0">
                  <a:srgbClr val="FFF8F4">
                    <a:alpha val="12555"/>
                  </a:srgbClr>
                </a:gs>
                <a:gs pos="14286">
                  <a:srgbClr val="FFF8F4">
                    <a:alpha val="11601"/>
                  </a:srgbClr>
                </a:gs>
                <a:gs pos="28571">
                  <a:srgbClr val="FFF8F4">
                    <a:alpha val="9130"/>
                  </a:srgbClr>
                </a:gs>
                <a:gs pos="42857">
                  <a:srgbClr val="FFF8F4">
                    <a:alpha val="6087"/>
                  </a:srgbClr>
                </a:gs>
                <a:gs pos="57143">
                  <a:srgbClr val="FFF8F4">
                    <a:alpha val="3420"/>
                  </a:srgbClr>
                </a:gs>
                <a:gs pos="71429">
                  <a:srgbClr val="FFF8F4">
                    <a:alpha val="1616"/>
                  </a:srgbClr>
                </a:gs>
                <a:gs pos="85714">
                  <a:srgbClr val="FFF8F4">
                    <a:alpha val="642"/>
                  </a:srgbClr>
                </a:gs>
                <a:gs pos="100000">
                  <a:srgbClr val="FFF8F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400000">
              <a:off x="1521247" y="2635519"/>
              <a:ext cx="65150" cy="65150"/>
            </a:xfrm>
            <a:prstGeom prst="ellipse">
              <a:avLst/>
            </a:prstGeom>
            <a:gradFill>
              <a:gsLst>
                <a:gs pos="0">
                  <a:srgbClr val="80AB41">
                    <a:alpha val="12452"/>
                  </a:srgbClr>
                </a:gs>
                <a:gs pos="14286">
                  <a:srgbClr val="80AB41">
                    <a:alpha val="11505"/>
                  </a:srgbClr>
                </a:gs>
                <a:gs pos="28571">
                  <a:srgbClr val="80AB41">
                    <a:alpha val="9054"/>
                  </a:srgbClr>
                </a:gs>
                <a:gs pos="42857">
                  <a:srgbClr val="80AB41">
                    <a:alpha val="6035"/>
                  </a:srgbClr>
                </a:gs>
                <a:gs pos="57143">
                  <a:srgbClr val="80AB41">
                    <a:alpha val="3390"/>
                  </a:srgbClr>
                </a:gs>
                <a:gs pos="71429">
                  <a:srgbClr val="80AB41">
                    <a:alpha val="1602"/>
                  </a:srgbClr>
                </a:gs>
                <a:gs pos="85714">
                  <a:srgbClr val="80AB41">
                    <a:alpha val="636"/>
                  </a:srgbClr>
                </a:gs>
                <a:gs pos="100000">
                  <a:srgbClr val="80AB4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400000">
              <a:off x="1195059" y="1776287"/>
              <a:ext cx="65202" cy="65202"/>
            </a:xfrm>
            <a:prstGeom prst="ellipse">
              <a:avLst/>
            </a:prstGeom>
            <a:gradFill>
              <a:gsLst>
                <a:gs pos="0">
                  <a:srgbClr val="8DBC44">
                    <a:alpha val="12438"/>
                  </a:srgbClr>
                </a:gs>
                <a:gs pos="14286">
                  <a:srgbClr val="8DBC44">
                    <a:alpha val="11492"/>
                  </a:srgbClr>
                </a:gs>
                <a:gs pos="28571">
                  <a:srgbClr val="8DBC44">
                    <a:alpha val="9043"/>
                  </a:srgbClr>
                </a:gs>
                <a:gs pos="42857">
                  <a:srgbClr val="8DBC44">
                    <a:alpha val="6028"/>
                  </a:srgbClr>
                </a:gs>
                <a:gs pos="57143">
                  <a:srgbClr val="8DBC44">
                    <a:alpha val="3386"/>
                  </a:srgbClr>
                </a:gs>
                <a:gs pos="71429">
                  <a:srgbClr val="8DBC44">
                    <a:alpha val="1600"/>
                  </a:srgbClr>
                </a:gs>
                <a:gs pos="85714">
                  <a:srgbClr val="8DBC44">
                    <a:alpha val="636"/>
                  </a:srgbClr>
                </a:gs>
                <a:gs pos="100000">
                  <a:srgbClr val="8DBC44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5400000">
              <a:off x="71897" y="1379308"/>
              <a:ext cx="65048" cy="65048"/>
            </a:xfrm>
            <a:prstGeom prst="ellipse">
              <a:avLst/>
            </a:prstGeom>
            <a:gradFill>
              <a:gsLst>
                <a:gs pos="0">
                  <a:srgbClr val="F9FCF5">
                    <a:alpha val="12480"/>
                  </a:srgbClr>
                </a:gs>
                <a:gs pos="14286">
                  <a:srgbClr val="F9FCF5">
                    <a:alpha val="11531"/>
                  </a:srgbClr>
                </a:gs>
                <a:gs pos="28571">
                  <a:srgbClr val="F9FCF5">
                    <a:alpha val="9074"/>
                  </a:srgbClr>
                </a:gs>
                <a:gs pos="42857">
                  <a:srgbClr val="F9FCF5">
                    <a:alpha val="6049"/>
                  </a:srgbClr>
                </a:gs>
                <a:gs pos="57143">
                  <a:srgbClr val="F9FCF5">
                    <a:alpha val="3398"/>
                  </a:srgbClr>
                </a:gs>
                <a:gs pos="71429">
                  <a:srgbClr val="F9FCF5">
                    <a:alpha val="1605"/>
                  </a:srgbClr>
                </a:gs>
                <a:gs pos="85714">
                  <a:srgbClr val="F9FCF5">
                    <a:alpha val="638"/>
                  </a:srgbClr>
                </a:gs>
                <a:gs pos="100000">
                  <a:srgbClr val="F9FCF5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400000">
              <a:off x="2578552" y="3386872"/>
              <a:ext cx="65080" cy="65080"/>
            </a:xfrm>
            <a:prstGeom prst="ellipse">
              <a:avLst/>
            </a:prstGeom>
            <a:gradFill>
              <a:gsLst>
                <a:gs pos="0">
                  <a:srgbClr val="FFFEFA">
                    <a:alpha val="12471"/>
                  </a:srgbClr>
                </a:gs>
                <a:gs pos="14286">
                  <a:srgbClr val="FFFEFA">
                    <a:alpha val="11523"/>
                  </a:srgbClr>
                </a:gs>
                <a:gs pos="28571">
                  <a:srgbClr val="FFFEFA">
                    <a:alpha val="9068"/>
                  </a:srgbClr>
                </a:gs>
                <a:gs pos="42857">
                  <a:srgbClr val="FFFEFA">
                    <a:alpha val="6045"/>
                  </a:srgbClr>
                </a:gs>
                <a:gs pos="57143">
                  <a:srgbClr val="FFFEFA">
                    <a:alpha val="3396"/>
                  </a:srgbClr>
                </a:gs>
                <a:gs pos="71429">
                  <a:srgbClr val="FFFEFA">
                    <a:alpha val="1604"/>
                  </a:srgbClr>
                </a:gs>
                <a:gs pos="85714">
                  <a:srgbClr val="FFFEFA">
                    <a:alpha val="637"/>
                  </a:srgbClr>
                </a:gs>
                <a:gs pos="100000">
                  <a:srgbClr val="FFFEF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400000">
              <a:off x="775595" y="329333"/>
              <a:ext cx="65166" cy="65166"/>
            </a:xfrm>
            <a:prstGeom prst="ellipse">
              <a:avLst/>
            </a:prstGeom>
            <a:gradFill>
              <a:gsLst>
                <a:gs pos="0">
                  <a:srgbClr val="FFFFFF">
                    <a:alpha val="12448"/>
                  </a:srgbClr>
                </a:gs>
                <a:gs pos="14286">
                  <a:srgbClr val="FFFFFF">
                    <a:alpha val="11501"/>
                  </a:srgbClr>
                </a:gs>
                <a:gs pos="28571">
                  <a:srgbClr val="FFFFFF">
                    <a:alpha val="9051"/>
                  </a:srgbClr>
                </a:gs>
                <a:gs pos="42857">
                  <a:srgbClr val="FFFFFF">
                    <a:alpha val="6033"/>
                  </a:srgbClr>
                </a:gs>
                <a:gs pos="57143">
                  <a:srgbClr val="FFFFFF">
                    <a:alpha val="3389"/>
                  </a:srgbClr>
                </a:gs>
                <a:gs pos="71429">
                  <a:srgbClr val="FFFFFF">
                    <a:alpha val="1601"/>
                  </a:srgbClr>
                </a:gs>
                <a:gs pos="85714">
                  <a:srgbClr val="FFFFFF">
                    <a:alpha val="636"/>
                  </a:srgbClr>
                </a:gs>
                <a:gs pos="100000">
                  <a:srgbClr val="FFFFF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8580453">
              <a:off x="2611671" y="413936"/>
              <a:ext cx="563660" cy="53857"/>
            </a:xfrm>
            <a:prstGeom prst="ellipse">
              <a:avLst/>
            </a:prstGeom>
            <a:gradFill>
              <a:gsLst>
                <a:gs pos="0">
                  <a:srgbClr val="67D200">
                    <a:alpha val="32968"/>
                  </a:srgbClr>
                </a:gs>
                <a:gs pos="14286">
                  <a:srgbClr val="67D200">
                    <a:alpha val="30764"/>
                  </a:srgbClr>
                </a:gs>
                <a:gs pos="28571">
                  <a:srgbClr val="67D200">
                    <a:alpha val="24833"/>
                  </a:srgbClr>
                </a:gs>
                <a:gs pos="42857">
                  <a:srgbClr val="67D200">
                    <a:alpha val="17075"/>
                  </a:srgbClr>
                </a:gs>
                <a:gs pos="57143">
                  <a:srgbClr val="67D200">
                    <a:alpha val="9855"/>
                  </a:srgbClr>
                </a:gs>
                <a:gs pos="71429">
                  <a:srgbClr val="67D200">
                    <a:alpha val="4740"/>
                  </a:srgbClr>
                </a:gs>
                <a:gs pos="85714">
                  <a:srgbClr val="67D200">
                    <a:alpha val="1902"/>
                  </a:srgbClr>
                </a:gs>
                <a:gs pos="100000">
                  <a:srgbClr val="67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122475">
              <a:off x="1285592" y="2765382"/>
              <a:ext cx="533130" cy="692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282303">
              <a:off x="710669" y="1560202"/>
              <a:ext cx="543834" cy="177562"/>
            </a:xfrm>
            <a:prstGeom prst="ellipse">
              <a:avLst/>
            </a:prstGeom>
            <a:gradFill>
              <a:gsLst>
                <a:gs pos="0">
                  <a:srgbClr val="A5FF00">
                    <a:alpha val="32968"/>
                  </a:srgbClr>
                </a:gs>
                <a:gs pos="14286">
                  <a:srgbClr val="A5FF00">
                    <a:alpha val="30764"/>
                  </a:srgbClr>
                </a:gs>
                <a:gs pos="28571">
                  <a:srgbClr val="A5FF00">
                    <a:alpha val="24833"/>
                  </a:srgbClr>
                </a:gs>
                <a:gs pos="42857">
                  <a:srgbClr val="A5FF00">
                    <a:alpha val="17075"/>
                  </a:srgbClr>
                </a:gs>
                <a:gs pos="57143">
                  <a:srgbClr val="A5FF00">
                    <a:alpha val="9855"/>
                  </a:srgbClr>
                </a:gs>
                <a:gs pos="71429">
                  <a:srgbClr val="A5FF00">
                    <a:alpha val="4740"/>
                  </a:srgbClr>
                </a:gs>
                <a:gs pos="85714">
                  <a:srgbClr val="A5FF00">
                    <a:alpha val="1902"/>
                  </a:srgbClr>
                </a:gs>
                <a:gs pos="100000">
                  <a:srgbClr val="A5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647700">
              <a:off x="1286061" y="1504873"/>
              <a:ext cx="294625" cy="193526"/>
            </a:xfrm>
            <a:prstGeom prst="ellipse">
              <a:avLst/>
            </a:prstGeom>
            <a:gradFill>
              <a:gsLst>
                <a:gs pos="0">
                  <a:srgbClr val="FF7F00">
                    <a:alpha val="21759"/>
                  </a:srgbClr>
                </a:gs>
                <a:gs pos="14286">
                  <a:srgbClr val="FF7F00">
                    <a:alpha val="20190"/>
                  </a:srgbClr>
                </a:gs>
                <a:gs pos="28571">
                  <a:srgbClr val="FF7F00">
                    <a:alpha val="16063"/>
                  </a:srgbClr>
                </a:gs>
                <a:gs pos="42857">
                  <a:srgbClr val="FF7F00">
                    <a:alpha val="10851"/>
                  </a:srgbClr>
                </a:gs>
                <a:gs pos="57143">
                  <a:srgbClr val="FF7F00">
                    <a:alpha val="6166"/>
                  </a:srgbClr>
                </a:gs>
                <a:gs pos="71429">
                  <a:srgbClr val="FF7F00">
                    <a:alpha val="2935"/>
                  </a:srgbClr>
                </a:gs>
                <a:gs pos="85714">
                  <a:srgbClr val="FF7F00">
                    <a:alpha val="1171"/>
                  </a:srgbClr>
                </a:gs>
                <a:gs pos="100000">
                  <a:srgbClr val="FF7F0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524243">
              <a:off x="3340626" y="1946356"/>
              <a:ext cx="457111" cy="53683"/>
            </a:xfrm>
            <a:prstGeom prst="ellipse">
              <a:avLst/>
            </a:prstGeom>
            <a:gradFill>
              <a:gsLst>
                <a:gs pos="0">
                  <a:srgbClr val="F28600">
                    <a:alpha val="32968"/>
                  </a:srgbClr>
                </a:gs>
                <a:gs pos="14286">
                  <a:srgbClr val="F28600">
                    <a:alpha val="30764"/>
                  </a:srgbClr>
                </a:gs>
                <a:gs pos="28571">
                  <a:srgbClr val="F28600">
                    <a:alpha val="24833"/>
                  </a:srgbClr>
                </a:gs>
                <a:gs pos="42857">
                  <a:srgbClr val="F28600">
                    <a:alpha val="17075"/>
                  </a:srgbClr>
                </a:gs>
                <a:gs pos="57143">
                  <a:srgbClr val="F28600">
                    <a:alpha val="9855"/>
                  </a:srgbClr>
                </a:gs>
                <a:gs pos="71429">
                  <a:srgbClr val="F28600">
                    <a:alpha val="4740"/>
                  </a:srgbClr>
                </a:gs>
                <a:gs pos="85714">
                  <a:srgbClr val="F28600">
                    <a:alpha val="1902"/>
                  </a:srgbClr>
                </a:gs>
                <a:gs pos="100000">
                  <a:srgbClr val="F2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8558692">
              <a:off x="1204056" y="1718561"/>
              <a:ext cx="443232" cy="67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10757636">
              <a:off x="1640442" y="3570083"/>
              <a:ext cx="694095" cy="29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958516">
              <a:off x="1167716" y="115302"/>
              <a:ext cx="459248" cy="31173"/>
            </a:xfrm>
            <a:prstGeom prst="ellipse">
              <a:avLst/>
            </a:prstGeom>
            <a:gradFill>
              <a:gsLst>
                <a:gs pos="0">
                  <a:srgbClr val="8ED200">
                    <a:alpha val="32968"/>
                  </a:srgbClr>
                </a:gs>
                <a:gs pos="14286">
                  <a:srgbClr val="8ED200">
                    <a:alpha val="30764"/>
                  </a:srgbClr>
                </a:gs>
                <a:gs pos="28571">
                  <a:srgbClr val="8ED200">
                    <a:alpha val="24833"/>
                  </a:srgbClr>
                </a:gs>
                <a:gs pos="42857">
                  <a:srgbClr val="8ED200">
                    <a:alpha val="17075"/>
                  </a:srgbClr>
                </a:gs>
                <a:gs pos="57143">
                  <a:srgbClr val="8ED200">
                    <a:alpha val="9855"/>
                  </a:srgbClr>
                </a:gs>
                <a:gs pos="71429">
                  <a:srgbClr val="8ED200">
                    <a:alpha val="4740"/>
                  </a:srgbClr>
                </a:gs>
                <a:gs pos="85714">
                  <a:srgbClr val="8ED200">
                    <a:alpha val="1902"/>
                  </a:srgbClr>
                </a:gs>
                <a:gs pos="100000">
                  <a:srgbClr val="8E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5900201">
              <a:off x="663344" y="1775843"/>
              <a:ext cx="747525" cy="61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10071482">
              <a:off x="1455249" y="1891498"/>
              <a:ext cx="305004" cy="113119"/>
            </a:xfrm>
            <a:prstGeom prst="ellipse">
              <a:avLst/>
            </a:prstGeom>
            <a:gradFill>
              <a:gsLst>
                <a:gs pos="0">
                  <a:srgbClr val="A3C900">
                    <a:alpha val="32968"/>
                  </a:srgbClr>
                </a:gs>
                <a:gs pos="14286">
                  <a:srgbClr val="A3C900">
                    <a:alpha val="30764"/>
                  </a:srgbClr>
                </a:gs>
                <a:gs pos="28571">
                  <a:srgbClr val="A3C900">
                    <a:alpha val="24833"/>
                  </a:srgbClr>
                </a:gs>
                <a:gs pos="42857">
                  <a:srgbClr val="A3C900">
                    <a:alpha val="17075"/>
                  </a:srgbClr>
                </a:gs>
                <a:gs pos="57143">
                  <a:srgbClr val="A3C900">
                    <a:alpha val="9855"/>
                  </a:srgbClr>
                </a:gs>
                <a:gs pos="71429">
                  <a:srgbClr val="A3C900">
                    <a:alpha val="4740"/>
                  </a:srgbClr>
                </a:gs>
                <a:gs pos="85714">
                  <a:srgbClr val="A3C900">
                    <a:alpha val="1902"/>
                  </a:srgbClr>
                </a:gs>
                <a:gs pos="100000">
                  <a:srgbClr val="A3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815178">
              <a:off x="1958736" y="1034764"/>
              <a:ext cx="399138" cy="378210"/>
            </a:xfrm>
            <a:prstGeom prst="ellipse">
              <a:avLst/>
            </a:prstGeom>
            <a:gradFill>
              <a:gsLst>
                <a:gs pos="0">
                  <a:srgbClr val="FFFF00">
                    <a:alpha val="4076"/>
                  </a:srgbClr>
                </a:gs>
                <a:gs pos="14286">
                  <a:srgbClr val="FFFF00">
                    <a:alpha val="3752"/>
                  </a:srgbClr>
                </a:gs>
                <a:gs pos="28571">
                  <a:srgbClr val="FFFF00">
                    <a:alpha val="2926"/>
                  </a:srgbClr>
                </a:gs>
                <a:gs pos="42857">
                  <a:srgbClr val="FFFF00">
                    <a:alpha val="1929"/>
                  </a:srgbClr>
                </a:gs>
                <a:gs pos="57143">
                  <a:srgbClr val="FFFF00">
                    <a:alpha val="1073"/>
                  </a:srgbClr>
                </a:gs>
                <a:gs pos="71429">
                  <a:srgbClr val="FFFF00">
                    <a:alpha val="504"/>
                  </a:srgbClr>
                </a:gs>
                <a:gs pos="85714">
                  <a:srgbClr val="FFFF00">
                    <a:alpha val="200"/>
                  </a:srgbClr>
                </a:gs>
                <a:gs pos="100000">
                  <a:srgbClr val="FFFF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8224034">
              <a:off x="2085055" y="907266"/>
              <a:ext cx="641144" cy="1814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3087729">
              <a:off x="2031970" y="931229"/>
              <a:ext cx="495929" cy="34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8326654">
              <a:off x="2036952" y="2826985"/>
              <a:ext cx="426915" cy="69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10151389">
              <a:off x="1257412" y="84207"/>
              <a:ext cx="552022" cy="38719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624358">
              <a:off x="1983086" y="1055107"/>
              <a:ext cx="384726" cy="367617"/>
            </a:xfrm>
            <a:prstGeom prst="ellipse">
              <a:avLst/>
            </a:prstGeom>
            <a:gradFill>
              <a:gsLst>
                <a:gs pos="0">
                  <a:srgbClr val="FFFD00">
                    <a:alpha val="2528"/>
                  </a:srgbClr>
                </a:gs>
                <a:gs pos="14286">
                  <a:srgbClr val="FFFD00">
                    <a:alpha val="2326"/>
                  </a:srgbClr>
                </a:gs>
                <a:gs pos="28571">
                  <a:srgbClr val="FFFD00">
                    <a:alpha val="1811"/>
                  </a:srgbClr>
                </a:gs>
                <a:gs pos="42857">
                  <a:srgbClr val="FFFD00">
                    <a:alpha val="1191"/>
                  </a:srgbClr>
                </a:gs>
                <a:gs pos="57143">
                  <a:srgbClr val="FFFD00">
                    <a:alpha val="662"/>
                  </a:srgbClr>
                </a:gs>
                <a:gs pos="71429">
                  <a:srgbClr val="FFFD00">
                    <a:alpha val="310"/>
                  </a:srgbClr>
                </a:gs>
                <a:gs pos="85714">
                  <a:srgbClr val="FFFD00">
                    <a:alpha val="123"/>
                  </a:srgbClr>
                </a:gs>
                <a:gs pos="100000">
                  <a:srgbClr val="FFFD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178624">
              <a:off x="780499" y="230201"/>
              <a:ext cx="563459" cy="59377"/>
            </a:xfrm>
            <a:prstGeom prst="ellipse">
              <a:avLst/>
            </a:prstGeom>
            <a:gradFill>
              <a:gsLst>
                <a:gs pos="0">
                  <a:srgbClr val="00BD00">
                    <a:alpha val="32968"/>
                  </a:srgbClr>
                </a:gs>
                <a:gs pos="14286">
                  <a:srgbClr val="00BD00">
                    <a:alpha val="30764"/>
                  </a:srgbClr>
                </a:gs>
                <a:gs pos="28571">
                  <a:srgbClr val="00BD00">
                    <a:alpha val="24833"/>
                  </a:srgbClr>
                </a:gs>
                <a:gs pos="42857">
                  <a:srgbClr val="00BD00">
                    <a:alpha val="17075"/>
                  </a:srgbClr>
                </a:gs>
                <a:gs pos="57143">
                  <a:srgbClr val="00BD00">
                    <a:alpha val="9855"/>
                  </a:srgbClr>
                </a:gs>
                <a:gs pos="71429">
                  <a:srgbClr val="00BD00">
                    <a:alpha val="4740"/>
                  </a:srgbClr>
                </a:gs>
                <a:gs pos="85714">
                  <a:srgbClr val="00BD00">
                    <a:alpha val="1902"/>
                  </a:srgbClr>
                </a:gs>
                <a:gs pos="100000">
                  <a:srgbClr val="00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746527">
              <a:off x="2088709" y="2012610"/>
              <a:ext cx="288168" cy="42924"/>
            </a:xfrm>
            <a:prstGeom prst="ellipse">
              <a:avLst/>
            </a:prstGeom>
            <a:gradFill>
              <a:gsLst>
                <a:gs pos="0">
                  <a:srgbClr val="004B00">
                    <a:alpha val="32968"/>
                  </a:srgbClr>
                </a:gs>
                <a:gs pos="14286">
                  <a:srgbClr val="004B00">
                    <a:alpha val="30764"/>
                  </a:srgbClr>
                </a:gs>
                <a:gs pos="28571">
                  <a:srgbClr val="004B00">
                    <a:alpha val="24833"/>
                  </a:srgbClr>
                </a:gs>
                <a:gs pos="42857">
                  <a:srgbClr val="004B00">
                    <a:alpha val="17075"/>
                  </a:srgbClr>
                </a:gs>
                <a:gs pos="57143">
                  <a:srgbClr val="004B00">
                    <a:alpha val="9855"/>
                  </a:srgbClr>
                </a:gs>
                <a:gs pos="71429">
                  <a:srgbClr val="004B00">
                    <a:alpha val="4740"/>
                  </a:srgbClr>
                </a:gs>
                <a:gs pos="85714">
                  <a:srgbClr val="004B00">
                    <a:alpha val="1902"/>
                  </a:srgbClr>
                </a:gs>
                <a:gs pos="100000">
                  <a:srgbClr val="0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835049">
              <a:off x="1977547" y="1219846"/>
              <a:ext cx="450095" cy="32432"/>
            </a:xfrm>
            <a:prstGeom prst="ellipse">
              <a:avLst/>
            </a:prstGeom>
            <a:gradFill>
              <a:gsLst>
                <a:gs pos="0">
                  <a:srgbClr val="EF0000">
                    <a:alpha val="32968"/>
                  </a:srgbClr>
                </a:gs>
                <a:gs pos="14286">
                  <a:srgbClr val="EF0000">
                    <a:alpha val="30764"/>
                  </a:srgbClr>
                </a:gs>
                <a:gs pos="28571">
                  <a:srgbClr val="EF0000">
                    <a:alpha val="24833"/>
                  </a:srgbClr>
                </a:gs>
                <a:gs pos="42857">
                  <a:srgbClr val="EF0000">
                    <a:alpha val="17075"/>
                  </a:srgbClr>
                </a:gs>
                <a:gs pos="57143">
                  <a:srgbClr val="EF0000">
                    <a:alpha val="9855"/>
                  </a:srgbClr>
                </a:gs>
                <a:gs pos="71429">
                  <a:srgbClr val="EF0000">
                    <a:alpha val="4740"/>
                  </a:srgbClr>
                </a:gs>
                <a:gs pos="85714">
                  <a:srgbClr val="EF0000">
                    <a:alpha val="1902"/>
                  </a:srgbClr>
                </a:gs>
                <a:gs pos="100000">
                  <a:srgbClr val="E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10351970">
              <a:off x="1470390" y="2100339"/>
              <a:ext cx="708484" cy="91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5012348">
              <a:off x="2295012" y="2412720"/>
              <a:ext cx="432961" cy="42368"/>
            </a:xfrm>
            <a:prstGeom prst="ellipse">
              <a:avLst/>
            </a:prstGeom>
            <a:gradFill>
              <a:gsLst>
                <a:gs pos="0">
                  <a:srgbClr val="E57500">
                    <a:alpha val="32968"/>
                  </a:srgbClr>
                </a:gs>
                <a:gs pos="14286">
                  <a:srgbClr val="E57500">
                    <a:alpha val="30764"/>
                  </a:srgbClr>
                </a:gs>
                <a:gs pos="28571">
                  <a:srgbClr val="E57500">
                    <a:alpha val="24833"/>
                  </a:srgbClr>
                </a:gs>
                <a:gs pos="42857">
                  <a:srgbClr val="E57500">
                    <a:alpha val="17075"/>
                  </a:srgbClr>
                </a:gs>
                <a:gs pos="57143">
                  <a:srgbClr val="E57500">
                    <a:alpha val="9855"/>
                  </a:srgbClr>
                </a:gs>
                <a:gs pos="71429">
                  <a:srgbClr val="E57500">
                    <a:alpha val="4740"/>
                  </a:srgbClr>
                </a:gs>
                <a:gs pos="85714">
                  <a:srgbClr val="E57500">
                    <a:alpha val="1902"/>
                  </a:srgbClr>
                </a:gs>
                <a:gs pos="100000">
                  <a:srgbClr val="E5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9467989">
              <a:off x="889030" y="1766342"/>
              <a:ext cx="493414" cy="82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6902389">
              <a:off x="2312364" y="948850"/>
              <a:ext cx="192540" cy="170343"/>
            </a:xfrm>
            <a:prstGeom prst="ellipse">
              <a:avLst/>
            </a:prstGeom>
            <a:gradFill>
              <a:gsLst>
                <a:gs pos="0">
                  <a:srgbClr val="C3F752">
                    <a:alpha val="32968"/>
                  </a:srgbClr>
                </a:gs>
                <a:gs pos="14286">
                  <a:srgbClr val="C3F752">
                    <a:alpha val="30764"/>
                  </a:srgbClr>
                </a:gs>
                <a:gs pos="28571">
                  <a:srgbClr val="C3F752">
                    <a:alpha val="24833"/>
                  </a:srgbClr>
                </a:gs>
                <a:gs pos="42857">
                  <a:srgbClr val="C3F752">
                    <a:alpha val="17075"/>
                  </a:srgbClr>
                </a:gs>
                <a:gs pos="57143">
                  <a:srgbClr val="C3F752">
                    <a:alpha val="9855"/>
                  </a:srgbClr>
                </a:gs>
                <a:gs pos="71429">
                  <a:srgbClr val="C3F752">
                    <a:alpha val="4740"/>
                  </a:srgbClr>
                </a:gs>
                <a:gs pos="85714">
                  <a:srgbClr val="C3F752">
                    <a:alpha val="1902"/>
                  </a:srgbClr>
                </a:gs>
                <a:gs pos="100000">
                  <a:srgbClr val="C3F7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6616397">
              <a:off x="517850" y="1678909"/>
              <a:ext cx="531508" cy="959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10692038">
              <a:off x="1096428" y="2160989"/>
              <a:ext cx="287647" cy="133062"/>
            </a:xfrm>
            <a:prstGeom prst="ellipse">
              <a:avLst/>
            </a:prstGeom>
            <a:gradFill>
              <a:gsLst>
                <a:gs pos="0">
                  <a:srgbClr val="370079">
                    <a:alpha val="32968"/>
                  </a:srgbClr>
                </a:gs>
                <a:gs pos="14286">
                  <a:srgbClr val="370079">
                    <a:alpha val="30764"/>
                  </a:srgbClr>
                </a:gs>
                <a:gs pos="28571">
                  <a:srgbClr val="370079">
                    <a:alpha val="24833"/>
                  </a:srgbClr>
                </a:gs>
                <a:gs pos="42857">
                  <a:srgbClr val="370079">
                    <a:alpha val="17075"/>
                  </a:srgbClr>
                </a:gs>
                <a:gs pos="57143">
                  <a:srgbClr val="370079">
                    <a:alpha val="9855"/>
                  </a:srgbClr>
                </a:gs>
                <a:gs pos="71429">
                  <a:srgbClr val="370079">
                    <a:alpha val="4740"/>
                  </a:srgbClr>
                </a:gs>
                <a:gs pos="85714">
                  <a:srgbClr val="370079">
                    <a:alpha val="1902"/>
                  </a:srgbClr>
                </a:gs>
                <a:gs pos="100000">
                  <a:srgbClr val="3700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977941">
              <a:off x="2416202" y="783600"/>
              <a:ext cx="99135" cy="62087"/>
            </a:xfrm>
            <a:prstGeom prst="ellipse">
              <a:avLst/>
            </a:prstGeom>
            <a:gradFill>
              <a:gsLst>
                <a:gs pos="0">
                  <a:srgbClr val="000069">
                    <a:alpha val="32968"/>
                  </a:srgbClr>
                </a:gs>
                <a:gs pos="14286">
                  <a:srgbClr val="000069">
                    <a:alpha val="30764"/>
                  </a:srgbClr>
                </a:gs>
                <a:gs pos="28571">
                  <a:srgbClr val="000069">
                    <a:alpha val="24833"/>
                  </a:srgbClr>
                </a:gs>
                <a:gs pos="42857">
                  <a:srgbClr val="000069">
                    <a:alpha val="17075"/>
                  </a:srgbClr>
                </a:gs>
                <a:gs pos="57143">
                  <a:srgbClr val="000069">
                    <a:alpha val="9855"/>
                  </a:srgbClr>
                </a:gs>
                <a:gs pos="71429">
                  <a:srgbClr val="000069">
                    <a:alpha val="4740"/>
                  </a:srgbClr>
                </a:gs>
                <a:gs pos="85714">
                  <a:srgbClr val="000069">
                    <a:alpha val="1902"/>
                  </a:srgbClr>
                </a:gs>
                <a:gs pos="100000">
                  <a:srgbClr val="00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336314">
              <a:off x="811694" y="1679263"/>
              <a:ext cx="471362" cy="21427"/>
            </a:xfrm>
            <a:prstGeom prst="ellipse">
              <a:avLst/>
            </a:prstGeom>
            <a:gradFill>
              <a:gsLst>
                <a:gs pos="0">
                  <a:srgbClr val="000022">
                    <a:alpha val="32968"/>
                  </a:srgbClr>
                </a:gs>
                <a:gs pos="14286">
                  <a:srgbClr val="000022">
                    <a:alpha val="30764"/>
                  </a:srgbClr>
                </a:gs>
                <a:gs pos="28571">
                  <a:srgbClr val="000022">
                    <a:alpha val="24833"/>
                  </a:srgbClr>
                </a:gs>
                <a:gs pos="42857">
                  <a:srgbClr val="000022">
                    <a:alpha val="17075"/>
                  </a:srgbClr>
                </a:gs>
                <a:gs pos="57143">
                  <a:srgbClr val="000022">
                    <a:alpha val="9855"/>
                  </a:srgbClr>
                </a:gs>
                <a:gs pos="71429">
                  <a:srgbClr val="000022">
                    <a:alpha val="4740"/>
                  </a:srgbClr>
                </a:gs>
                <a:gs pos="85714">
                  <a:srgbClr val="000022">
                    <a:alpha val="1902"/>
                  </a:srgbClr>
                </a:gs>
                <a:gs pos="100000">
                  <a:srgbClr val="00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9763720">
              <a:off x="1229475" y="1888604"/>
              <a:ext cx="684186" cy="285446"/>
            </a:xfrm>
            <a:prstGeom prst="ellipse">
              <a:avLst/>
            </a:prstGeom>
            <a:gradFill>
              <a:gsLst>
                <a:gs pos="0">
                  <a:srgbClr val="94F100">
                    <a:alpha val="32968"/>
                  </a:srgbClr>
                </a:gs>
                <a:gs pos="14286">
                  <a:srgbClr val="94F100">
                    <a:alpha val="30764"/>
                  </a:srgbClr>
                </a:gs>
                <a:gs pos="28571">
                  <a:srgbClr val="94F100">
                    <a:alpha val="24833"/>
                  </a:srgbClr>
                </a:gs>
                <a:gs pos="42857">
                  <a:srgbClr val="94F100">
                    <a:alpha val="17075"/>
                  </a:srgbClr>
                </a:gs>
                <a:gs pos="57143">
                  <a:srgbClr val="94F100">
                    <a:alpha val="9855"/>
                  </a:srgbClr>
                </a:gs>
                <a:gs pos="71429">
                  <a:srgbClr val="94F100">
                    <a:alpha val="4740"/>
                  </a:srgbClr>
                </a:gs>
                <a:gs pos="85714">
                  <a:srgbClr val="94F100">
                    <a:alpha val="1902"/>
                  </a:srgbClr>
                </a:gs>
                <a:gs pos="100000">
                  <a:srgbClr val="94F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4107787">
              <a:off x="1933542" y="1072355"/>
              <a:ext cx="360468" cy="334101"/>
            </a:xfrm>
            <a:prstGeom prst="ellipse">
              <a:avLst/>
            </a:prstGeom>
            <a:gradFill>
              <a:gsLst>
                <a:gs pos="0">
                  <a:srgbClr val="FF7B50">
                    <a:alpha val="7123"/>
                  </a:srgbClr>
                </a:gs>
                <a:gs pos="14286">
                  <a:srgbClr val="FF7B50">
                    <a:alpha val="6566"/>
                  </a:srgbClr>
                </a:gs>
                <a:gs pos="28571">
                  <a:srgbClr val="FF7B50">
                    <a:alpha val="5137"/>
                  </a:srgbClr>
                </a:gs>
                <a:gs pos="42857">
                  <a:srgbClr val="FF7B50">
                    <a:alpha val="3400"/>
                  </a:srgbClr>
                </a:gs>
                <a:gs pos="57143">
                  <a:srgbClr val="FF7B50">
                    <a:alpha val="1898"/>
                  </a:srgbClr>
                </a:gs>
                <a:gs pos="71429">
                  <a:srgbClr val="FF7B50">
                    <a:alpha val="893"/>
                  </a:srgbClr>
                </a:gs>
                <a:gs pos="85714">
                  <a:srgbClr val="FF7B50">
                    <a:alpha val="354"/>
                  </a:srgbClr>
                </a:gs>
                <a:gs pos="100000">
                  <a:srgbClr val="FF7B5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4955550">
              <a:off x="3261402" y="1509752"/>
              <a:ext cx="518471" cy="134782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9630404">
              <a:off x="1292270" y="1813290"/>
              <a:ext cx="419200" cy="44038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9424632">
              <a:off x="2348608" y="2830270"/>
              <a:ext cx="520851" cy="430148"/>
            </a:xfrm>
            <a:prstGeom prst="ellipse">
              <a:avLst/>
            </a:prstGeom>
            <a:gradFill>
              <a:gsLst>
                <a:gs pos="0">
                  <a:srgbClr val="FFFF00">
                    <a:alpha val="32565"/>
                  </a:srgbClr>
                </a:gs>
                <a:gs pos="14286">
                  <a:srgbClr val="FFFF00">
                    <a:alpha val="30382"/>
                  </a:srgbClr>
                </a:gs>
                <a:gs pos="28571">
                  <a:srgbClr val="FFFF00">
                    <a:alpha val="24511"/>
                  </a:srgbClr>
                </a:gs>
                <a:gs pos="42857">
                  <a:srgbClr val="FFFF00">
                    <a:alpha val="16843"/>
                  </a:srgbClr>
                </a:gs>
                <a:gs pos="57143">
                  <a:srgbClr val="FFFF00">
                    <a:alpha val="9715"/>
                  </a:srgbClr>
                </a:gs>
                <a:gs pos="71429">
                  <a:srgbClr val="FFFF00">
                    <a:alpha val="4671"/>
                  </a:srgbClr>
                </a:gs>
                <a:gs pos="85714">
                  <a:srgbClr val="FFFF00">
                    <a:alpha val="1874"/>
                  </a:srgbClr>
                </a:gs>
                <a:gs pos="100000">
                  <a:srgbClr val="FFFF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8624318">
              <a:off x="799399" y="1985041"/>
              <a:ext cx="596612" cy="88263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552291">
              <a:off x="426515" y="2273392"/>
              <a:ext cx="664836" cy="108041"/>
            </a:xfrm>
            <a:prstGeom prst="ellipse">
              <a:avLst/>
            </a:prstGeom>
            <a:gradFill>
              <a:gsLst>
                <a:gs pos="0">
                  <a:srgbClr val="4EA700">
                    <a:alpha val="32968"/>
                  </a:srgbClr>
                </a:gs>
                <a:gs pos="14286">
                  <a:srgbClr val="4EA700">
                    <a:alpha val="30764"/>
                  </a:srgbClr>
                </a:gs>
                <a:gs pos="28571">
                  <a:srgbClr val="4EA700">
                    <a:alpha val="24833"/>
                  </a:srgbClr>
                </a:gs>
                <a:gs pos="42857">
                  <a:srgbClr val="4EA700">
                    <a:alpha val="17075"/>
                  </a:srgbClr>
                </a:gs>
                <a:gs pos="57143">
                  <a:srgbClr val="4EA700">
                    <a:alpha val="9855"/>
                  </a:srgbClr>
                </a:gs>
                <a:gs pos="71429">
                  <a:srgbClr val="4EA700">
                    <a:alpha val="4740"/>
                  </a:srgbClr>
                </a:gs>
                <a:gs pos="85714">
                  <a:srgbClr val="4EA700">
                    <a:alpha val="1902"/>
                  </a:srgbClr>
                </a:gs>
                <a:gs pos="100000">
                  <a:srgbClr val="4E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10712586">
              <a:off x="823809" y="2081165"/>
              <a:ext cx="649330" cy="220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651706">
              <a:off x="636506" y="1568055"/>
              <a:ext cx="592125" cy="42882"/>
            </a:xfrm>
            <a:prstGeom prst="ellipse">
              <a:avLst/>
            </a:prstGeom>
            <a:gradFill>
              <a:gsLst>
                <a:gs pos="0">
                  <a:srgbClr val="00003D">
                    <a:alpha val="32968"/>
                  </a:srgbClr>
                </a:gs>
                <a:gs pos="14286">
                  <a:srgbClr val="00003D">
                    <a:alpha val="30764"/>
                  </a:srgbClr>
                </a:gs>
                <a:gs pos="28571">
                  <a:srgbClr val="00003D">
                    <a:alpha val="24833"/>
                  </a:srgbClr>
                </a:gs>
                <a:gs pos="42857">
                  <a:srgbClr val="00003D">
                    <a:alpha val="17075"/>
                  </a:srgbClr>
                </a:gs>
                <a:gs pos="57143">
                  <a:srgbClr val="00003D">
                    <a:alpha val="9855"/>
                  </a:srgbClr>
                </a:gs>
                <a:gs pos="71429">
                  <a:srgbClr val="00003D">
                    <a:alpha val="4740"/>
                  </a:srgbClr>
                </a:gs>
                <a:gs pos="85714">
                  <a:srgbClr val="00003D">
                    <a:alpha val="1902"/>
                  </a:srgbClr>
                </a:gs>
                <a:gs pos="100000">
                  <a:srgbClr val="0000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6965321">
              <a:off x="2420572" y="2931551"/>
              <a:ext cx="449309" cy="243959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8670818">
              <a:off x="153838" y="2690470"/>
              <a:ext cx="463954" cy="735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9781964">
              <a:off x="2342759" y="700957"/>
              <a:ext cx="620519" cy="197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6685872">
              <a:off x="1109209" y="1764784"/>
              <a:ext cx="447020" cy="61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3362829">
              <a:off x="1370912" y="1434636"/>
              <a:ext cx="346359" cy="321049"/>
            </a:xfrm>
            <a:prstGeom prst="ellipse">
              <a:avLst/>
            </a:prstGeom>
            <a:gradFill>
              <a:gsLst>
                <a:gs pos="0">
                  <a:srgbClr val="FFAA00">
                    <a:alpha val="3551"/>
                  </a:srgbClr>
                </a:gs>
                <a:gs pos="14286">
                  <a:srgbClr val="FFAA00">
                    <a:alpha val="3269"/>
                  </a:srgbClr>
                </a:gs>
                <a:gs pos="28571">
                  <a:srgbClr val="FFAA00">
                    <a:alpha val="2547"/>
                  </a:srgbClr>
                </a:gs>
                <a:gs pos="42857">
                  <a:srgbClr val="FFAA00">
                    <a:alpha val="1678"/>
                  </a:srgbClr>
                </a:gs>
                <a:gs pos="57143">
                  <a:srgbClr val="FFAA00">
                    <a:alpha val="933"/>
                  </a:srgbClr>
                </a:gs>
                <a:gs pos="71429">
                  <a:srgbClr val="FFAA00">
                    <a:alpha val="438"/>
                  </a:srgbClr>
                </a:gs>
                <a:gs pos="85714">
                  <a:srgbClr val="FFAA00">
                    <a:alpha val="173"/>
                  </a:srgbClr>
                </a:gs>
                <a:gs pos="100000">
                  <a:srgbClr val="FFAA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2974857">
              <a:off x="215755" y="2918638"/>
              <a:ext cx="532599" cy="34769"/>
            </a:xfrm>
            <a:prstGeom prst="ellipse">
              <a:avLst/>
            </a:prstGeom>
            <a:gradFill>
              <a:gsLst>
                <a:gs pos="0">
                  <a:srgbClr val="E75400">
                    <a:alpha val="32968"/>
                  </a:srgbClr>
                </a:gs>
                <a:gs pos="14286">
                  <a:srgbClr val="E75400">
                    <a:alpha val="30764"/>
                  </a:srgbClr>
                </a:gs>
                <a:gs pos="28571">
                  <a:srgbClr val="E75400">
                    <a:alpha val="24833"/>
                  </a:srgbClr>
                </a:gs>
                <a:gs pos="42857">
                  <a:srgbClr val="E75400">
                    <a:alpha val="17075"/>
                  </a:srgbClr>
                </a:gs>
                <a:gs pos="57143">
                  <a:srgbClr val="E75400">
                    <a:alpha val="9855"/>
                  </a:srgbClr>
                </a:gs>
                <a:gs pos="71429">
                  <a:srgbClr val="E75400">
                    <a:alpha val="4740"/>
                  </a:srgbClr>
                </a:gs>
                <a:gs pos="85714">
                  <a:srgbClr val="E75400">
                    <a:alpha val="1902"/>
                  </a:srgbClr>
                </a:gs>
                <a:gs pos="100000">
                  <a:srgbClr val="E7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10604117">
              <a:off x="726281" y="1535816"/>
              <a:ext cx="534490" cy="33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50027">
              <a:off x="3409859" y="1928780"/>
              <a:ext cx="372751" cy="370870"/>
            </a:xfrm>
            <a:prstGeom prst="ellipse">
              <a:avLst/>
            </a:prstGeom>
            <a:gradFill>
              <a:gsLst>
                <a:gs pos="0">
                  <a:srgbClr val="FFFFFF">
                    <a:alpha val="22773"/>
                  </a:srgbClr>
                </a:gs>
                <a:gs pos="14286">
                  <a:srgbClr val="FFFFFF">
                    <a:alpha val="21142"/>
                  </a:srgbClr>
                </a:gs>
                <a:gs pos="28571">
                  <a:srgbClr val="FFFFFF">
                    <a:alpha val="16842"/>
                  </a:srgbClr>
                </a:gs>
                <a:gs pos="42857">
                  <a:srgbClr val="FFFFFF">
                    <a:alpha val="11394"/>
                  </a:srgbClr>
                </a:gs>
                <a:gs pos="57143">
                  <a:srgbClr val="FFFFFF">
                    <a:alpha val="6483"/>
                  </a:srgbClr>
                </a:gs>
                <a:gs pos="71429">
                  <a:srgbClr val="FFFFFF">
                    <a:alpha val="3089"/>
                  </a:srgbClr>
                </a:gs>
                <a:gs pos="85714">
                  <a:srgbClr val="FFFFFF">
                    <a:alpha val="1233"/>
                  </a:srgbClr>
                </a:gs>
                <a:gs pos="100000">
                  <a:srgbClr val="FFFFFF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289697">
              <a:off x="1218998" y="1341142"/>
              <a:ext cx="412181" cy="35213"/>
            </a:xfrm>
            <a:prstGeom prst="ellipse">
              <a:avLst/>
            </a:prstGeom>
            <a:gradFill>
              <a:gsLst>
                <a:gs pos="0">
                  <a:srgbClr val="FC2C00">
                    <a:alpha val="32968"/>
                  </a:srgbClr>
                </a:gs>
                <a:gs pos="14286">
                  <a:srgbClr val="FC2C00">
                    <a:alpha val="30764"/>
                  </a:srgbClr>
                </a:gs>
                <a:gs pos="28571">
                  <a:srgbClr val="FC2C00">
                    <a:alpha val="24833"/>
                  </a:srgbClr>
                </a:gs>
                <a:gs pos="42857">
                  <a:srgbClr val="FC2C00">
                    <a:alpha val="17075"/>
                  </a:srgbClr>
                </a:gs>
                <a:gs pos="57143">
                  <a:srgbClr val="FC2C00">
                    <a:alpha val="9855"/>
                  </a:srgbClr>
                </a:gs>
                <a:gs pos="71429">
                  <a:srgbClr val="FC2C00">
                    <a:alpha val="4740"/>
                  </a:srgbClr>
                </a:gs>
                <a:gs pos="85714">
                  <a:srgbClr val="FC2C00">
                    <a:alpha val="1902"/>
                  </a:srgbClr>
                </a:gs>
                <a:gs pos="100000">
                  <a:srgbClr val="FC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386595">
              <a:off x="2024591" y="938348"/>
              <a:ext cx="348291" cy="297921"/>
            </a:xfrm>
            <a:prstGeom prst="ellipse">
              <a:avLst/>
            </a:prstGeom>
            <a:gradFill>
              <a:gsLst>
                <a:gs pos="0">
                  <a:srgbClr val="FFAF00">
                    <a:alpha val="32968"/>
                  </a:srgbClr>
                </a:gs>
                <a:gs pos="14286">
                  <a:srgbClr val="FFAF00">
                    <a:alpha val="30764"/>
                  </a:srgbClr>
                </a:gs>
                <a:gs pos="28571">
                  <a:srgbClr val="FFAF00">
                    <a:alpha val="24833"/>
                  </a:srgbClr>
                </a:gs>
                <a:gs pos="42857">
                  <a:srgbClr val="FFAF00">
                    <a:alpha val="17075"/>
                  </a:srgbClr>
                </a:gs>
                <a:gs pos="57143">
                  <a:srgbClr val="FFAF00">
                    <a:alpha val="9855"/>
                  </a:srgbClr>
                </a:gs>
                <a:gs pos="71429">
                  <a:srgbClr val="FFAF00">
                    <a:alpha val="4740"/>
                  </a:srgbClr>
                </a:gs>
                <a:gs pos="85714">
                  <a:srgbClr val="FFAF00">
                    <a:alpha val="1902"/>
                  </a:srgbClr>
                </a:gs>
                <a:gs pos="100000">
                  <a:srgbClr val="FF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9126555">
              <a:off x="2863525" y="1247790"/>
              <a:ext cx="579557" cy="82690"/>
            </a:xfrm>
            <a:prstGeom prst="ellipse">
              <a:avLst/>
            </a:prstGeom>
            <a:gradFill>
              <a:gsLst>
                <a:gs pos="0">
                  <a:srgbClr val="7DBB10">
                    <a:alpha val="32968"/>
                  </a:srgbClr>
                </a:gs>
                <a:gs pos="14286">
                  <a:srgbClr val="7DBB10">
                    <a:alpha val="30764"/>
                  </a:srgbClr>
                </a:gs>
                <a:gs pos="28571">
                  <a:srgbClr val="7DBB10">
                    <a:alpha val="24833"/>
                  </a:srgbClr>
                </a:gs>
                <a:gs pos="42857">
                  <a:srgbClr val="7DBB10">
                    <a:alpha val="17075"/>
                  </a:srgbClr>
                </a:gs>
                <a:gs pos="57143">
                  <a:srgbClr val="7DBB10">
                    <a:alpha val="9855"/>
                  </a:srgbClr>
                </a:gs>
                <a:gs pos="71429">
                  <a:srgbClr val="7DBB10">
                    <a:alpha val="4740"/>
                  </a:srgbClr>
                </a:gs>
                <a:gs pos="85714">
                  <a:srgbClr val="7DBB10">
                    <a:alpha val="1902"/>
                  </a:srgbClr>
                </a:gs>
                <a:gs pos="100000">
                  <a:srgbClr val="7DBB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8224336">
              <a:off x="694638" y="1980501"/>
              <a:ext cx="699702" cy="37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3595731">
              <a:off x="842649" y="1475509"/>
              <a:ext cx="419223" cy="267140"/>
            </a:xfrm>
            <a:prstGeom prst="ellipse">
              <a:avLst/>
            </a:prstGeom>
            <a:gradFill>
              <a:gsLst>
                <a:gs pos="0">
                  <a:srgbClr val="000000">
                    <a:alpha val="17555"/>
                  </a:srgbClr>
                </a:gs>
                <a:gs pos="14286">
                  <a:srgbClr val="000000">
                    <a:alpha val="16258"/>
                  </a:srgbClr>
                </a:gs>
                <a:gs pos="28571">
                  <a:srgbClr val="000000">
                    <a:alpha val="12870"/>
                  </a:srgbClr>
                </a:gs>
                <a:gs pos="42857">
                  <a:srgbClr val="000000">
                    <a:alpha val="8640"/>
                  </a:srgbClr>
                </a:gs>
                <a:gs pos="57143">
                  <a:srgbClr val="000000">
                    <a:alpha val="4884"/>
                  </a:srgbClr>
                </a:gs>
                <a:gs pos="71429">
                  <a:srgbClr val="000000">
                    <a:alpha val="2316"/>
                  </a:srgbClr>
                </a:gs>
                <a:gs pos="85714">
                  <a:srgbClr val="000000">
                    <a:alpha val="923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9655105">
              <a:off x="923182" y="1797610"/>
              <a:ext cx="394301" cy="34591"/>
            </a:xfrm>
            <a:prstGeom prst="ellipse">
              <a:avLst/>
            </a:prstGeom>
            <a:gradFill>
              <a:gsLst>
                <a:gs pos="0">
                  <a:srgbClr val="00001F">
                    <a:alpha val="32968"/>
                  </a:srgbClr>
                </a:gs>
                <a:gs pos="14286">
                  <a:srgbClr val="00001F">
                    <a:alpha val="30764"/>
                  </a:srgbClr>
                </a:gs>
                <a:gs pos="28571">
                  <a:srgbClr val="00001F">
                    <a:alpha val="24833"/>
                  </a:srgbClr>
                </a:gs>
                <a:gs pos="42857">
                  <a:srgbClr val="00001F">
                    <a:alpha val="17075"/>
                  </a:srgbClr>
                </a:gs>
                <a:gs pos="57143">
                  <a:srgbClr val="00001F">
                    <a:alpha val="9855"/>
                  </a:srgbClr>
                </a:gs>
                <a:gs pos="71429">
                  <a:srgbClr val="00001F">
                    <a:alpha val="4740"/>
                  </a:srgbClr>
                </a:gs>
                <a:gs pos="85714">
                  <a:srgbClr val="00001F">
                    <a:alpha val="1902"/>
                  </a:srgbClr>
                </a:gs>
                <a:gs pos="100000">
                  <a:srgbClr val="00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822361">
              <a:off x="1941999" y="2852899"/>
              <a:ext cx="403944" cy="63325"/>
            </a:xfrm>
            <a:prstGeom prst="ellipse">
              <a:avLst/>
            </a:prstGeom>
            <a:gradFill>
              <a:gsLst>
                <a:gs pos="0">
                  <a:srgbClr val="00AD00">
                    <a:alpha val="32968"/>
                  </a:srgbClr>
                </a:gs>
                <a:gs pos="14286">
                  <a:srgbClr val="00AD00">
                    <a:alpha val="30764"/>
                  </a:srgbClr>
                </a:gs>
                <a:gs pos="28571">
                  <a:srgbClr val="00AD00">
                    <a:alpha val="24833"/>
                  </a:srgbClr>
                </a:gs>
                <a:gs pos="42857">
                  <a:srgbClr val="00AD00">
                    <a:alpha val="17075"/>
                  </a:srgbClr>
                </a:gs>
                <a:gs pos="57143">
                  <a:srgbClr val="00AD00">
                    <a:alpha val="9855"/>
                  </a:srgbClr>
                </a:gs>
                <a:gs pos="71429">
                  <a:srgbClr val="00AD00">
                    <a:alpha val="4740"/>
                  </a:srgbClr>
                </a:gs>
                <a:gs pos="85714">
                  <a:srgbClr val="00AD00">
                    <a:alpha val="1902"/>
                  </a:srgbClr>
                </a:gs>
                <a:gs pos="100000">
                  <a:srgbClr val="00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7684724">
              <a:off x="900070" y="1807132"/>
              <a:ext cx="208982" cy="166132"/>
            </a:xfrm>
            <a:prstGeom prst="ellipse">
              <a:avLst/>
            </a:prstGeom>
            <a:gradFill>
              <a:gsLst>
                <a:gs pos="0">
                  <a:srgbClr val="000000">
                    <a:alpha val="14493"/>
                  </a:srgbClr>
                </a:gs>
                <a:gs pos="14286">
                  <a:srgbClr val="000000">
                    <a:alpha val="13403"/>
                  </a:srgbClr>
                </a:gs>
                <a:gs pos="28571">
                  <a:srgbClr val="000000">
                    <a:alpha val="10572"/>
                  </a:srgbClr>
                </a:gs>
                <a:gs pos="42857">
                  <a:srgbClr val="000000">
                    <a:alpha val="7067"/>
                  </a:srgbClr>
                </a:gs>
                <a:gs pos="57143">
                  <a:srgbClr val="000000">
                    <a:alpha val="3980"/>
                  </a:srgbClr>
                </a:gs>
                <a:gs pos="71429">
                  <a:srgbClr val="000000">
                    <a:alpha val="1883"/>
                  </a:srgbClr>
                </a:gs>
                <a:gs pos="85714">
                  <a:srgbClr val="000000">
                    <a:alpha val="749"/>
                  </a:srgbClr>
                </a:gs>
                <a:gs pos="100000">
                  <a:srgbClr val="00000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952278">
              <a:off x="1425062" y="2000435"/>
              <a:ext cx="372541" cy="1215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8475903">
              <a:off x="2072331" y="2823653"/>
              <a:ext cx="311115" cy="35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10564750">
              <a:off x="1234837" y="1077005"/>
              <a:ext cx="359189" cy="310818"/>
            </a:xfrm>
            <a:prstGeom prst="ellipse">
              <a:avLst/>
            </a:prstGeom>
            <a:gradFill>
              <a:gsLst>
                <a:gs pos="0">
                  <a:srgbClr val="FFFF00">
                    <a:alpha val="10827"/>
                  </a:srgbClr>
                </a:gs>
                <a:gs pos="14286">
                  <a:srgbClr val="FFFF00">
                    <a:alpha val="9997"/>
                  </a:srgbClr>
                </a:gs>
                <a:gs pos="28571">
                  <a:srgbClr val="FFFF00">
                    <a:alpha val="7853"/>
                  </a:srgbClr>
                </a:gs>
                <a:gs pos="42857">
                  <a:srgbClr val="FFFF00">
                    <a:alpha val="5223"/>
                  </a:srgbClr>
                </a:gs>
                <a:gs pos="57143">
                  <a:srgbClr val="FFFF00">
                    <a:alpha val="2929"/>
                  </a:srgbClr>
                </a:gs>
                <a:gs pos="71429">
                  <a:srgbClr val="FFFF00">
                    <a:alpha val="1382"/>
                  </a:srgbClr>
                </a:gs>
                <a:gs pos="85714">
                  <a:srgbClr val="FFFF00">
                    <a:alpha val="549"/>
                  </a:srgbClr>
                </a:gs>
                <a:gs pos="100000">
                  <a:srgbClr val="FFFF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-10466347">
              <a:off x="1431878" y="2130006"/>
              <a:ext cx="442255" cy="42967"/>
            </a:xfrm>
            <a:prstGeom prst="ellipse">
              <a:avLst/>
            </a:prstGeom>
            <a:gradFill>
              <a:gsLst>
                <a:gs pos="0">
                  <a:srgbClr val="B7FA29">
                    <a:alpha val="32968"/>
                  </a:srgbClr>
                </a:gs>
                <a:gs pos="14286">
                  <a:srgbClr val="B7FA29">
                    <a:alpha val="30764"/>
                  </a:srgbClr>
                </a:gs>
                <a:gs pos="28571">
                  <a:srgbClr val="B7FA29">
                    <a:alpha val="24833"/>
                  </a:srgbClr>
                </a:gs>
                <a:gs pos="42857">
                  <a:srgbClr val="B7FA29">
                    <a:alpha val="17075"/>
                  </a:srgbClr>
                </a:gs>
                <a:gs pos="57143">
                  <a:srgbClr val="B7FA29">
                    <a:alpha val="9855"/>
                  </a:srgbClr>
                </a:gs>
                <a:gs pos="71429">
                  <a:srgbClr val="B7FA29">
                    <a:alpha val="4740"/>
                  </a:srgbClr>
                </a:gs>
                <a:gs pos="85714">
                  <a:srgbClr val="B7FA29">
                    <a:alpha val="1902"/>
                  </a:srgbClr>
                </a:gs>
                <a:gs pos="100000">
                  <a:srgbClr val="B7FA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2983425">
              <a:off x="1975300" y="963516"/>
              <a:ext cx="756546" cy="93204"/>
            </a:xfrm>
            <a:prstGeom prst="ellipse">
              <a:avLst/>
            </a:prstGeom>
            <a:gradFill>
              <a:gsLst>
                <a:gs pos="0">
                  <a:srgbClr val="5FAD00">
                    <a:alpha val="32968"/>
                  </a:srgbClr>
                </a:gs>
                <a:gs pos="14286">
                  <a:srgbClr val="5FAD00">
                    <a:alpha val="30764"/>
                  </a:srgbClr>
                </a:gs>
                <a:gs pos="28571">
                  <a:srgbClr val="5FAD00">
                    <a:alpha val="24833"/>
                  </a:srgbClr>
                </a:gs>
                <a:gs pos="42857">
                  <a:srgbClr val="5FAD00">
                    <a:alpha val="17075"/>
                  </a:srgbClr>
                </a:gs>
                <a:gs pos="57143">
                  <a:srgbClr val="5FAD00">
                    <a:alpha val="9855"/>
                  </a:srgbClr>
                </a:gs>
                <a:gs pos="71429">
                  <a:srgbClr val="5FAD00">
                    <a:alpha val="4740"/>
                  </a:srgbClr>
                </a:gs>
                <a:gs pos="85714">
                  <a:srgbClr val="5FAD00">
                    <a:alpha val="1902"/>
                  </a:srgbClr>
                </a:gs>
                <a:gs pos="100000">
                  <a:srgbClr val="5F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771930">
              <a:off x="1150594" y="1346786"/>
              <a:ext cx="479235" cy="107015"/>
            </a:xfrm>
            <a:prstGeom prst="ellipse">
              <a:avLst/>
            </a:prstGeom>
            <a:gradFill>
              <a:gsLst>
                <a:gs pos="0">
                  <a:srgbClr val="FF6A00">
                    <a:alpha val="20294"/>
                  </a:srgbClr>
                </a:gs>
                <a:gs pos="14286">
                  <a:srgbClr val="FF6A00">
                    <a:alpha val="18818"/>
                  </a:srgbClr>
                </a:gs>
                <a:gs pos="28571">
                  <a:srgbClr val="FF6A00">
                    <a:alpha val="14945"/>
                  </a:srgbClr>
                </a:gs>
                <a:gs pos="42857">
                  <a:srgbClr val="FF6A00">
                    <a:alpha val="10073"/>
                  </a:srgbClr>
                </a:gs>
                <a:gs pos="57143">
                  <a:srgbClr val="FF6A00">
                    <a:alpha val="5714"/>
                  </a:srgbClr>
                </a:gs>
                <a:gs pos="71429">
                  <a:srgbClr val="FF6A00">
                    <a:alpha val="2716"/>
                  </a:srgbClr>
                </a:gs>
                <a:gs pos="85714">
                  <a:srgbClr val="FF6A00">
                    <a:alpha val="1083"/>
                  </a:srgbClr>
                </a:gs>
                <a:gs pos="100000">
                  <a:srgbClr val="FF6A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2816237">
              <a:off x="2207544" y="1286150"/>
              <a:ext cx="514396" cy="141728"/>
            </a:xfrm>
            <a:prstGeom prst="ellipse">
              <a:avLst/>
            </a:prstGeom>
            <a:gradFill>
              <a:gsLst>
                <a:gs pos="0">
                  <a:srgbClr val="FF5300">
                    <a:alpha val="32968"/>
                  </a:srgbClr>
                </a:gs>
                <a:gs pos="14286">
                  <a:srgbClr val="FF5300">
                    <a:alpha val="30764"/>
                  </a:srgbClr>
                </a:gs>
                <a:gs pos="28571">
                  <a:srgbClr val="FF5300">
                    <a:alpha val="24833"/>
                  </a:srgbClr>
                </a:gs>
                <a:gs pos="42857">
                  <a:srgbClr val="FF5300">
                    <a:alpha val="17075"/>
                  </a:srgbClr>
                </a:gs>
                <a:gs pos="57143">
                  <a:srgbClr val="FF5300">
                    <a:alpha val="9855"/>
                  </a:srgbClr>
                </a:gs>
                <a:gs pos="71429">
                  <a:srgbClr val="FF5300">
                    <a:alpha val="4740"/>
                  </a:srgbClr>
                </a:gs>
                <a:gs pos="85714">
                  <a:srgbClr val="FF5300">
                    <a:alpha val="1902"/>
                  </a:srgbClr>
                </a:gs>
                <a:gs pos="100000">
                  <a:srgbClr val="FF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7081026">
              <a:off x="189018" y="2206079"/>
              <a:ext cx="591360" cy="235688"/>
            </a:xfrm>
            <a:prstGeom prst="ellipse">
              <a:avLst/>
            </a:prstGeom>
            <a:gradFill>
              <a:gsLst>
                <a:gs pos="0">
                  <a:srgbClr val="670000">
                    <a:alpha val="29702"/>
                  </a:srgbClr>
                </a:gs>
                <a:gs pos="14286">
                  <a:srgbClr val="670000">
                    <a:alpha val="27669"/>
                  </a:srgbClr>
                </a:gs>
                <a:gs pos="28571">
                  <a:srgbClr val="670000">
                    <a:alpha val="22237"/>
                  </a:srgbClr>
                </a:gs>
                <a:gs pos="42857">
                  <a:srgbClr val="670000">
                    <a:alpha val="15208"/>
                  </a:srgbClr>
                </a:gs>
                <a:gs pos="57143">
                  <a:srgbClr val="670000">
                    <a:alpha val="8736"/>
                  </a:srgbClr>
                </a:gs>
                <a:gs pos="71429">
                  <a:srgbClr val="670000">
                    <a:alpha val="4189"/>
                  </a:srgbClr>
                </a:gs>
                <a:gs pos="85714">
                  <a:srgbClr val="670000">
                    <a:alpha val="1678"/>
                  </a:srgbClr>
                </a:gs>
                <a:gs pos="100000">
                  <a:srgbClr val="6700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10642859">
              <a:off x="1078657" y="2100587"/>
              <a:ext cx="723072" cy="69300"/>
            </a:xfrm>
            <a:prstGeom prst="ellipse">
              <a:avLst/>
            </a:prstGeom>
            <a:gradFill>
              <a:gsLst>
                <a:gs pos="0">
                  <a:srgbClr val="BEE900">
                    <a:alpha val="32968"/>
                  </a:srgbClr>
                </a:gs>
                <a:gs pos="14286">
                  <a:srgbClr val="BEE900">
                    <a:alpha val="30764"/>
                  </a:srgbClr>
                </a:gs>
                <a:gs pos="28571">
                  <a:srgbClr val="BEE900">
                    <a:alpha val="24833"/>
                  </a:srgbClr>
                </a:gs>
                <a:gs pos="42857">
                  <a:srgbClr val="BEE900">
                    <a:alpha val="17075"/>
                  </a:srgbClr>
                </a:gs>
                <a:gs pos="57143">
                  <a:srgbClr val="BEE900">
                    <a:alpha val="9855"/>
                  </a:srgbClr>
                </a:gs>
                <a:gs pos="71429">
                  <a:srgbClr val="BEE900">
                    <a:alpha val="4740"/>
                  </a:srgbClr>
                </a:gs>
                <a:gs pos="85714">
                  <a:srgbClr val="BEE900">
                    <a:alpha val="1902"/>
                  </a:srgbClr>
                </a:gs>
                <a:gs pos="100000">
                  <a:srgbClr val="BEE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235166">
              <a:off x="751364" y="2025729"/>
              <a:ext cx="460640" cy="345839"/>
            </a:xfrm>
            <a:prstGeom prst="ellipse">
              <a:avLst/>
            </a:prstGeom>
            <a:gradFill>
              <a:gsLst>
                <a:gs pos="0">
                  <a:srgbClr val="D6FF00">
                    <a:alpha val="32968"/>
                  </a:srgbClr>
                </a:gs>
                <a:gs pos="14286">
                  <a:srgbClr val="D6FF00">
                    <a:alpha val="30764"/>
                  </a:srgbClr>
                </a:gs>
                <a:gs pos="28571">
                  <a:srgbClr val="D6FF00">
                    <a:alpha val="24833"/>
                  </a:srgbClr>
                </a:gs>
                <a:gs pos="42857">
                  <a:srgbClr val="D6FF00">
                    <a:alpha val="17075"/>
                  </a:srgbClr>
                </a:gs>
                <a:gs pos="57143">
                  <a:srgbClr val="D6FF00">
                    <a:alpha val="9855"/>
                  </a:srgbClr>
                </a:gs>
                <a:gs pos="71429">
                  <a:srgbClr val="D6FF00">
                    <a:alpha val="4740"/>
                  </a:srgbClr>
                </a:gs>
                <a:gs pos="85714">
                  <a:srgbClr val="D6FF00">
                    <a:alpha val="1902"/>
                  </a:srgbClr>
                </a:gs>
                <a:gs pos="100000">
                  <a:srgbClr val="D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9066726">
              <a:off x="976907" y="2047200"/>
              <a:ext cx="721161" cy="156713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2972741">
              <a:off x="3305290" y="1183154"/>
              <a:ext cx="329205" cy="373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8844595">
              <a:off x="1254590" y="1254423"/>
              <a:ext cx="376534" cy="30836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10227256">
              <a:off x="1526877" y="2016832"/>
              <a:ext cx="607657" cy="222929"/>
            </a:xfrm>
            <a:prstGeom prst="ellipse">
              <a:avLst/>
            </a:prstGeom>
            <a:gradFill>
              <a:gsLst>
                <a:gs pos="0">
                  <a:srgbClr val="004400">
                    <a:alpha val="32968"/>
                  </a:srgbClr>
                </a:gs>
                <a:gs pos="14286">
                  <a:srgbClr val="004400">
                    <a:alpha val="30764"/>
                  </a:srgbClr>
                </a:gs>
                <a:gs pos="28571">
                  <a:srgbClr val="004400">
                    <a:alpha val="24833"/>
                  </a:srgbClr>
                </a:gs>
                <a:gs pos="42857">
                  <a:srgbClr val="004400">
                    <a:alpha val="17075"/>
                  </a:srgbClr>
                </a:gs>
                <a:gs pos="57143">
                  <a:srgbClr val="004400">
                    <a:alpha val="9855"/>
                  </a:srgbClr>
                </a:gs>
                <a:gs pos="71429">
                  <a:srgbClr val="004400">
                    <a:alpha val="4740"/>
                  </a:srgbClr>
                </a:gs>
                <a:gs pos="85714">
                  <a:srgbClr val="004400">
                    <a:alpha val="1902"/>
                  </a:srgbClr>
                </a:gs>
                <a:gs pos="100000">
                  <a:srgbClr val="00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10420513">
              <a:off x="1151146" y="1223316"/>
              <a:ext cx="667052" cy="65252"/>
            </a:xfrm>
            <a:prstGeom prst="ellipse">
              <a:avLst/>
            </a:prstGeom>
            <a:gradFill>
              <a:gsLst>
                <a:gs pos="0">
                  <a:srgbClr val="F74E00">
                    <a:alpha val="32968"/>
                  </a:srgbClr>
                </a:gs>
                <a:gs pos="14286">
                  <a:srgbClr val="F74E00">
                    <a:alpha val="30764"/>
                  </a:srgbClr>
                </a:gs>
                <a:gs pos="28571">
                  <a:srgbClr val="F74E00">
                    <a:alpha val="24833"/>
                  </a:srgbClr>
                </a:gs>
                <a:gs pos="42857">
                  <a:srgbClr val="F74E00">
                    <a:alpha val="17075"/>
                  </a:srgbClr>
                </a:gs>
                <a:gs pos="57143">
                  <a:srgbClr val="F74E00">
                    <a:alpha val="9855"/>
                  </a:srgbClr>
                </a:gs>
                <a:gs pos="71429">
                  <a:srgbClr val="F74E00">
                    <a:alpha val="4740"/>
                  </a:srgbClr>
                </a:gs>
                <a:gs pos="85714">
                  <a:srgbClr val="F74E00">
                    <a:alpha val="1902"/>
                  </a:srgbClr>
                </a:gs>
                <a:gs pos="100000">
                  <a:srgbClr val="F7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8231664">
              <a:off x="1990434" y="2029470"/>
              <a:ext cx="505425" cy="108441"/>
            </a:xfrm>
            <a:prstGeom prst="ellipse">
              <a:avLst/>
            </a:prstGeom>
            <a:gradFill>
              <a:gsLst>
                <a:gs pos="0">
                  <a:srgbClr val="008400">
                    <a:alpha val="32968"/>
                  </a:srgbClr>
                </a:gs>
                <a:gs pos="14286">
                  <a:srgbClr val="008400">
                    <a:alpha val="30764"/>
                  </a:srgbClr>
                </a:gs>
                <a:gs pos="28571">
                  <a:srgbClr val="008400">
                    <a:alpha val="24833"/>
                  </a:srgbClr>
                </a:gs>
                <a:gs pos="42857">
                  <a:srgbClr val="008400">
                    <a:alpha val="17075"/>
                  </a:srgbClr>
                </a:gs>
                <a:gs pos="57143">
                  <a:srgbClr val="008400">
                    <a:alpha val="9855"/>
                  </a:srgbClr>
                </a:gs>
                <a:gs pos="71429">
                  <a:srgbClr val="008400">
                    <a:alpha val="4740"/>
                  </a:srgbClr>
                </a:gs>
                <a:gs pos="85714">
                  <a:srgbClr val="008400">
                    <a:alpha val="1902"/>
                  </a:srgbClr>
                </a:gs>
                <a:gs pos="100000">
                  <a:srgbClr val="00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8807465">
              <a:off x="331737" y="2234752"/>
              <a:ext cx="665320" cy="200530"/>
            </a:xfrm>
            <a:prstGeom prst="ellipse">
              <a:avLst/>
            </a:prstGeom>
            <a:gradFill>
              <a:gsLst>
                <a:gs pos="0">
                  <a:srgbClr val="6A9F00">
                    <a:alpha val="32968"/>
                  </a:srgbClr>
                </a:gs>
                <a:gs pos="14286">
                  <a:srgbClr val="6A9F00">
                    <a:alpha val="30764"/>
                  </a:srgbClr>
                </a:gs>
                <a:gs pos="28571">
                  <a:srgbClr val="6A9F00">
                    <a:alpha val="24833"/>
                  </a:srgbClr>
                </a:gs>
                <a:gs pos="42857">
                  <a:srgbClr val="6A9F00">
                    <a:alpha val="17075"/>
                  </a:srgbClr>
                </a:gs>
                <a:gs pos="57143">
                  <a:srgbClr val="6A9F00">
                    <a:alpha val="9855"/>
                  </a:srgbClr>
                </a:gs>
                <a:gs pos="71429">
                  <a:srgbClr val="6A9F00">
                    <a:alpha val="4740"/>
                  </a:srgbClr>
                </a:gs>
                <a:gs pos="85714">
                  <a:srgbClr val="6A9F00">
                    <a:alpha val="1902"/>
                  </a:srgbClr>
                </a:gs>
                <a:gs pos="100000">
                  <a:srgbClr val="6A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5922860">
              <a:off x="1700808" y="1990365"/>
              <a:ext cx="287796" cy="35346"/>
            </a:xfrm>
            <a:prstGeom prst="ellipse">
              <a:avLst/>
            </a:prstGeom>
            <a:gradFill>
              <a:gsLst>
                <a:gs pos="0">
                  <a:srgbClr val="D3FF22">
                    <a:alpha val="32968"/>
                  </a:srgbClr>
                </a:gs>
                <a:gs pos="14286">
                  <a:srgbClr val="D3FF22">
                    <a:alpha val="30764"/>
                  </a:srgbClr>
                </a:gs>
                <a:gs pos="28571">
                  <a:srgbClr val="D3FF22">
                    <a:alpha val="24833"/>
                  </a:srgbClr>
                </a:gs>
                <a:gs pos="42857">
                  <a:srgbClr val="D3FF22">
                    <a:alpha val="17075"/>
                  </a:srgbClr>
                </a:gs>
                <a:gs pos="57143">
                  <a:srgbClr val="D3FF22">
                    <a:alpha val="9855"/>
                  </a:srgbClr>
                </a:gs>
                <a:gs pos="71429">
                  <a:srgbClr val="D3FF22">
                    <a:alpha val="4740"/>
                  </a:srgbClr>
                </a:gs>
                <a:gs pos="85714">
                  <a:srgbClr val="D3FF22">
                    <a:alpha val="1902"/>
                  </a:srgbClr>
                </a:gs>
                <a:gs pos="100000">
                  <a:srgbClr val="D3FF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9999382">
              <a:off x="2073500" y="112599"/>
              <a:ext cx="413712" cy="46416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8127202">
              <a:off x="436174" y="2132430"/>
              <a:ext cx="318588" cy="73212"/>
            </a:xfrm>
            <a:prstGeom prst="ellipse">
              <a:avLst/>
            </a:prstGeom>
            <a:gradFill>
              <a:gsLst>
                <a:gs pos="0">
                  <a:srgbClr val="00004E">
                    <a:alpha val="32968"/>
                  </a:srgbClr>
                </a:gs>
                <a:gs pos="14286">
                  <a:srgbClr val="00004E">
                    <a:alpha val="30764"/>
                  </a:srgbClr>
                </a:gs>
                <a:gs pos="28571">
                  <a:srgbClr val="00004E">
                    <a:alpha val="24833"/>
                  </a:srgbClr>
                </a:gs>
                <a:gs pos="42857">
                  <a:srgbClr val="00004E">
                    <a:alpha val="17075"/>
                  </a:srgbClr>
                </a:gs>
                <a:gs pos="57143">
                  <a:srgbClr val="00004E">
                    <a:alpha val="9855"/>
                  </a:srgbClr>
                </a:gs>
                <a:gs pos="71429">
                  <a:srgbClr val="00004E">
                    <a:alpha val="4740"/>
                  </a:srgbClr>
                </a:gs>
                <a:gs pos="85714">
                  <a:srgbClr val="00004E">
                    <a:alpha val="1902"/>
                  </a:srgbClr>
                </a:gs>
                <a:gs pos="100000">
                  <a:srgbClr val="0000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-9258843">
              <a:off x="511190" y="1818504"/>
              <a:ext cx="547022" cy="253510"/>
            </a:xfrm>
            <a:prstGeom prst="ellipse">
              <a:avLst/>
            </a:prstGeom>
            <a:gradFill>
              <a:gsLst>
                <a:gs pos="0">
                  <a:srgbClr val="97FF00">
                    <a:alpha val="32968"/>
                  </a:srgbClr>
                </a:gs>
                <a:gs pos="14286">
                  <a:srgbClr val="97FF00">
                    <a:alpha val="30764"/>
                  </a:srgbClr>
                </a:gs>
                <a:gs pos="28571">
                  <a:srgbClr val="97FF00">
                    <a:alpha val="24833"/>
                  </a:srgbClr>
                </a:gs>
                <a:gs pos="42857">
                  <a:srgbClr val="97FF00">
                    <a:alpha val="17075"/>
                  </a:srgbClr>
                </a:gs>
                <a:gs pos="57143">
                  <a:srgbClr val="97FF00">
                    <a:alpha val="9855"/>
                  </a:srgbClr>
                </a:gs>
                <a:gs pos="71429">
                  <a:srgbClr val="97FF00">
                    <a:alpha val="4740"/>
                  </a:srgbClr>
                </a:gs>
                <a:gs pos="85714">
                  <a:srgbClr val="97FF00">
                    <a:alpha val="1902"/>
                  </a:srgbClr>
                </a:gs>
                <a:gs pos="100000">
                  <a:srgbClr val="97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9267799">
              <a:off x="2775393" y="1419575"/>
              <a:ext cx="564178" cy="27165"/>
            </a:xfrm>
            <a:prstGeom prst="ellipse">
              <a:avLst/>
            </a:prstGeom>
            <a:gradFill>
              <a:gsLst>
                <a:gs pos="0">
                  <a:srgbClr val="FA6F00">
                    <a:alpha val="32968"/>
                  </a:srgbClr>
                </a:gs>
                <a:gs pos="14286">
                  <a:srgbClr val="FA6F00">
                    <a:alpha val="30764"/>
                  </a:srgbClr>
                </a:gs>
                <a:gs pos="28571">
                  <a:srgbClr val="FA6F00">
                    <a:alpha val="24833"/>
                  </a:srgbClr>
                </a:gs>
                <a:gs pos="42857">
                  <a:srgbClr val="FA6F00">
                    <a:alpha val="17075"/>
                  </a:srgbClr>
                </a:gs>
                <a:gs pos="57143">
                  <a:srgbClr val="FA6F00">
                    <a:alpha val="9855"/>
                  </a:srgbClr>
                </a:gs>
                <a:gs pos="71429">
                  <a:srgbClr val="FA6F00">
                    <a:alpha val="4740"/>
                  </a:srgbClr>
                </a:gs>
                <a:gs pos="85714">
                  <a:srgbClr val="FA6F00">
                    <a:alpha val="1902"/>
                  </a:srgbClr>
                </a:gs>
                <a:gs pos="100000">
                  <a:srgbClr val="FA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9860691">
              <a:off x="2390022" y="751944"/>
              <a:ext cx="441797" cy="93973"/>
            </a:xfrm>
            <a:prstGeom prst="ellipse">
              <a:avLst/>
            </a:prstGeom>
            <a:gradFill>
              <a:gsLst>
                <a:gs pos="0">
                  <a:srgbClr val="000047">
                    <a:alpha val="32968"/>
                  </a:srgbClr>
                </a:gs>
                <a:gs pos="14286">
                  <a:srgbClr val="000047">
                    <a:alpha val="30764"/>
                  </a:srgbClr>
                </a:gs>
                <a:gs pos="28571">
                  <a:srgbClr val="000047">
                    <a:alpha val="24833"/>
                  </a:srgbClr>
                </a:gs>
                <a:gs pos="42857">
                  <a:srgbClr val="000047">
                    <a:alpha val="17075"/>
                  </a:srgbClr>
                </a:gs>
                <a:gs pos="57143">
                  <a:srgbClr val="000047">
                    <a:alpha val="9855"/>
                  </a:srgbClr>
                </a:gs>
                <a:gs pos="71429">
                  <a:srgbClr val="000047">
                    <a:alpha val="4740"/>
                  </a:srgbClr>
                </a:gs>
                <a:gs pos="85714">
                  <a:srgbClr val="000047">
                    <a:alpha val="1902"/>
                  </a:srgbClr>
                </a:gs>
                <a:gs pos="100000">
                  <a:srgbClr val="0000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8372320">
              <a:off x="2158975" y="1046723"/>
              <a:ext cx="327166" cy="92907"/>
            </a:xfrm>
            <a:prstGeom prst="ellipse">
              <a:avLst/>
            </a:prstGeom>
            <a:gradFill>
              <a:gsLst>
                <a:gs pos="0">
                  <a:srgbClr val="FFFF63">
                    <a:alpha val="2097"/>
                  </a:srgbClr>
                </a:gs>
                <a:gs pos="14286">
                  <a:srgbClr val="FFFF63">
                    <a:alpha val="1929"/>
                  </a:srgbClr>
                </a:gs>
                <a:gs pos="28571">
                  <a:srgbClr val="FFFF63">
                    <a:alpha val="1501"/>
                  </a:srgbClr>
                </a:gs>
                <a:gs pos="42857">
                  <a:srgbClr val="FFFF63">
                    <a:alpha val="987"/>
                  </a:srgbClr>
                </a:gs>
                <a:gs pos="57143">
                  <a:srgbClr val="FFFF63">
                    <a:alpha val="548"/>
                  </a:srgbClr>
                </a:gs>
                <a:gs pos="71429">
                  <a:srgbClr val="FFFF63">
                    <a:alpha val="257"/>
                  </a:srgbClr>
                </a:gs>
                <a:gs pos="85714">
                  <a:srgbClr val="FFFF63">
                    <a:alpha val="102"/>
                  </a:srgbClr>
                </a:gs>
                <a:gs pos="100000">
                  <a:srgbClr val="FFFF63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8992563">
              <a:off x="417669" y="2299446"/>
              <a:ext cx="781817" cy="75535"/>
            </a:xfrm>
            <a:prstGeom prst="ellipse">
              <a:avLst/>
            </a:prstGeom>
            <a:gradFill>
              <a:gsLst>
                <a:gs pos="0">
                  <a:srgbClr val="24B800">
                    <a:alpha val="32968"/>
                  </a:srgbClr>
                </a:gs>
                <a:gs pos="14286">
                  <a:srgbClr val="24B800">
                    <a:alpha val="30764"/>
                  </a:srgbClr>
                </a:gs>
                <a:gs pos="28571">
                  <a:srgbClr val="24B800">
                    <a:alpha val="24833"/>
                  </a:srgbClr>
                </a:gs>
                <a:gs pos="42857">
                  <a:srgbClr val="24B800">
                    <a:alpha val="17075"/>
                  </a:srgbClr>
                </a:gs>
                <a:gs pos="57143">
                  <a:srgbClr val="24B800">
                    <a:alpha val="9855"/>
                  </a:srgbClr>
                </a:gs>
                <a:gs pos="71429">
                  <a:srgbClr val="24B800">
                    <a:alpha val="4740"/>
                  </a:srgbClr>
                </a:gs>
                <a:gs pos="85714">
                  <a:srgbClr val="24B800">
                    <a:alpha val="1902"/>
                  </a:srgbClr>
                </a:gs>
                <a:gs pos="100000">
                  <a:srgbClr val="24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4847875">
              <a:off x="1769052" y="1055767"/>
              <a:ext cx="338499" cy="325488"/>
            </a:xfrm>
            <a:prstGeom prst="ellipse">
              <a:avLst/>
            </a:prstGeom>
            <a:gradFill>
              <a:gsLst>
                <a:gs pos="0">
                  <a:srgbClr val="FFBC00">
                    <a:alpha val="13585"/>
                  </a:srgbClr>
                </a:gs>
                <a:gs pos="14286">
                  <a:srgbClr val="FFBC00">
                    <a:alpha val="12558"/>
                  </a:srgbClr>
                </a:gs>
                <a:gs pos="28571">
                  <a:srgbClr val="FFBC00">
                    <a:alpha val="9895"/>
                  </a:srgbClr>
                </a:gs>
                <a:gs pos="42857">
                  <a:srgbClr val="FFBC00">
                    <a:alpha val="6606"/>
                  </a:srgbClr>
                </a:gs>
                <a:gs pos="57143">
                  <a:srgbClr val="FFBC00">
                    <a:alpha val="3716"/>
                  </a:srgbClr>
                </a:gs>
                <a:gs pos="71429">
                  <a:srgbClr val="FFBC00">
                    <a:alpha val="1757"/>
                  </a:srgbClr>
                </a:gs>
                <a:gs pos="85714">
                  <a:srgbClr val="FFBC00">
                    <a:alpha val="699"/>
                  </a:srgbClr>
                </a:gs>
                <a:gs pos="100000">
                  <a:srgbClr val="FFBC00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9360362">
              <a:off x="791247" y="2203962"/>
              <a:ext cx="674898" cy="100391"/>
            </a:xfrm>
            <a:prstGeom prst="ellipse">
              <a:avLst/>
            </a:prstGeom>
            <a:gradFill>
              <a:gsLst>
                <a:gs pos="0">
                  <a:srgbClr val="5BB600">
                    <a:alpha val="32968"/>
                  </a:srgbClr>
                </a:gs>
                <a:gs pos="14286">
                  <a:srgbClr val="5BB600">
                    <a:alpha val="30764"/>
                  </a:srgbClr>
                </a:gs>
                <a:gs pos="28571">
                  <a:srgbClr val="5BB600">
                    <a:alpha val="24833"/>
                  </a:srgbClr>
                </a:gs>
                <a:gs pos="42857">
                  <a:srgbClr val="5BB600">
                    <a:alpha val="17075"/>
                  </a:srgbClr>
                </a:gs>
                <a:gs pos="57143">
                  <a:srgbClr val="5BB600">
                    <a:alpha val="9855"/>
                  </a:srgbClr>
                </a:gs>
                <a:gs pos="71429">
                  <a:srgbClr val="5BB600">
                    <a:alpha val="4740"/>
                  </a:srgbClr>
                </a:gs>
                <a:gs pos="85714">
                  <a:srgbClr val="5BB600">
                    <a:alpha val="1902"/>
                  </a:srgbClr>
                </a:gs>
                <a:gs pos="100000">
                  <a:srgbClr val="5B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9273900">
              <a:off x="424640" y="2296853"/>
              <a:ext cx="327346" cy="75434"/>
            </a:xfrm>
            <a:prstGeom prst="ellipse">
              <a:avLst/>
            </a:prstGeom>
            <a:gradFill>
              <a:gsLst>
                <a:gs pos="0">
                  <a:srgbClr val="280032">
                    <a:alpha val="32968"/>
                  </a:srgbClr>
                </a:gs>
                <a:gs pos="14286">
                  <a:srgbClr val="280032">
                    <a:alpha val="30764"/>
                  </a:srgbClr>
                </a:gs>
                <a:gs pos="28571">
                  <a:srgbClr val="280032">
                    <a:alpha val="24833"/>
                  </a:srgbClr>
                </a:gs>
                <a:gs pos="42857">
                  <a:srgbClr val="280032">
                    <a:alpha val="17075"/>
                  </a:srgbClr>
                </a:gs>
                <a:gs pos="57143">
                  <a:srgbClr val="280032">
                    <a:alpha val="9855"/>
                  </a:srgbClr>
                </a:gs>
                <a:gs pos="71429">
                  <a:srgbClr val="280032">
                    <a:alpha val="4740"/>
                  </a:srgbClr>
                </a:gs>
                <a:gs pos="85714">
                  <a:srgbClr val="280032">
                    <a:alpha val="1902"/>
                  </a:srgbClr>
                </a:gs>
                <a:gs pos="100000">
                  <a:srgbClr val="2800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8195764">
              <a:off x="195786" y="2477789"/>
              <a:ext cx="596694" cy="143493"/>
            </a:xfrm>
            <a:prstGeom prst="ellipse">
              <a:avLst/>
            </a:prstGeom>
            <a:gradFill>
              <a:gsLst>
                <a:gs pos="0">
                  <a:srgbClr val="62C500">
                    <a:alpha val="32968"/>
                  </a:srgbClr>
                </a:gs>
                <a:gs pos="14286">
                  <a:srgbClr val="62C500">
                    <a:alpha val="30764"/>
                  </a:srgbClr>
                </a:gs>
                <a:gs pos="28571">
                  <a:srgbClr val="62C500">
                    <a:alpha val="24833"/>
                  </a:srgbClr>
                </a:gs>
                <a:gs pos="42857">
                  <a:srgbClr val="62C500">
                    <a:alpha val="17075"/>
                  </a:srgbClr>
                </a:gs>
                <a:gs pos="57143">
                  <a:srgbClr val="62C500">
                    <a:alpha val="9855"/>
                  </a:srgbClr>
                </a:gs>
                <a:gs pos="71429">
                  <a:srgbClr val="62C500">
                    <a:alpha val="4740"/>
                  </a:srgbClr>
                </a:gs>
                <a:gs pos="85714">
                  <a:srgbClr val="62C500">
                    <a:alpha val="1902"/>
                  </a:srgbClr>
                </a:gs>
                <a:gs pos="100000">
                  <a:srgbClr val="62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8421790">
              <a:off x="796260" y="1888172"/>
              <a:ext cx="271401" cy="181822"/>
            </a:xfrm>
            <a:prstGeom prst="ellipse">
              <a:avLst/>
            </a:prstGeom>
            <a:gradFill>
              <a:gsLst>
                <a:gs pos="0">
                  <a:srgbClr val="AAFF00">
                    <a:alpha val="32968"/>
                  </a:srgbClr>
                </a:gs>
                <a:gs pos="14286">
                  <a:srgbClr val="AAFF00">
                    <a:alpha val="30764"/>
                  </a:srgbClr>
                </a:gs>
                <a:gs pos="28571">
                  <a:srgbClr val="AAFF00">
                    <a:alpha val="24833"/>
                  </a:srgbClr>
                </a:gs>
                <a:gs pos="42857">
                  <a:srgbClr val="AAFF00">
                    <a:alpha val="17075"/>
                  </a:srgbClr>
                </a:gs>
                <a:gs pos="57143">
                  <a:srgbClr val="AAFF00">
                    <a:alpha val="9855"/>
                  </a:srgbClr>
                </a:gs>
                <a:gs pos="71429">
                  <a:srgbClr val="AAFF00">
                    <a:alpha val="4740"/>
                  </a:srgbClr>
                </a:gs>
                <a:gs pos="85714">
                  <a:srgbClr val="AAFF00">
                    <a:alpha val="1902"/>
                  </a:srgbClr>
                </a:gs>
                <a:gs pos="100000">
                  <a:srgbClr val="AA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8467394">
              <a:off x="317724" y="2374184"/>
              <a:ext cx="583076" cy="147218"/>
            </a:xfrm>
            <a:prstGeom prst="ellipse">
              <a:avLst/>
            </a:prstGeom>
            <a:gradFill>
              <a:gsLst>
                <a:gs pos="0">
                  <a:srgbClr val="007500">
                    <a:alpha val="26487"/>
                  </a:srgbClr>
                </a:gs>
                <a:gs pos="14286">
                  <a:srgbClr val="007500">
                    <a:alpha val="24634"/>
                  </a:srgbClr>
                </a:gs>
                <a:gs pos="28571">
                  <a:srgbClr val="007500">
                    <a:alpha val="19715"/>
                  </a:srgbClr>
                </a:gs>
                <a:gs pos="42857">
                  <a:srgbClr val="007500">
                    <a:alpha val="13414"/>
                  </a:srgbClr>
                </a:gs>
                <a:gs pos="57143">
                  <a:srgbClr val="007500">
                    <a:alpha val="7671"/>
                  </a:srgbClr>
                </a:gs>
                <a:gs pos="71429">
                  <a:srgbClr val="007500">
                    <a:alpha val="3667"/>
                  </a:srgbClr>
                </a:gs>
                <a:gs pos="85714">
                  <a:srgbClr val="007500">
                    <a:alpha val="1466"/>
                  </a:srgbClr>
                </a:gs>
                <a:gs pos="100000">
                  <a:srgbClr val="007500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492776">
              <a:off x="649645" y="1628187"/>
              <a:ext cx="414463" cy="399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124329">
              <a:off x="1332129" y="1469847"/>
              <a:ext cx="275225" cy="35125"/>
            </a:xfrm>
            <a:prstGeom prst="ellipse">
              <a:avLst/>
            </a:prstGeom>
            <a:gradFill>
              <a:gsLst>
                <a:gs pos="0">
                  <a:srgbClr val="FB1500">
                    <a:alpha val="32968"/>
                  </a:srgbClr>
                </a:gs>
                <a:gs pos="14286">
                  <a:srgbClr val="FB1500">
                    <a:alpha val="30764"/>
                  </a:srgbClr>
                </a:gs>
                <a:gs pos="28571">
                  <a:srgbClr val="FB1500">
                    <a:alpha val="24833"/>
                  </a:srgbClr>
                </a:gs>
                <a:gs pos="42857">
                  <a:srgbClr val="FB1500">
                    <a:alpha val="17075"/>
                  </a:srgbClr>
                </a:gs>
                <a:gs pos="57143">
                  <a:srgbClr val="FB1500">
                    <a:alpha val="9855"/>
                  </a:srgbClr>
                </a:gs>
                <a:gs pos="71429">
                  <a:srgbClr val="FB1500">
                    <a:alpha val="4740"/>
                  </a:srgbClr>
                </a:gs>
                <a:gs pos="85714">
                  <a:srgbClr val="FB1500">
                    <a:alpha val="1902"/>
                  </a:srgbClr>
                </a:gs>
                <a:gs pos="100000">
                  <a:srgbClr val="FB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9600024">
              <a:off x="1378429" y="2013044"/>
              <a:ext cx="235308" cy="151992"/>
            </a:xfrm>
            <a:prstGeom prst="ellipse">
              <a:avLst/>
            </a:prstGeom>
            <a:gradFill>
              <a:gsLst>
                <a:gs pos="0">
                  <a:srgbClr val="C1FF00">
                    <a:alpha val="32968"/>
                  </a:srgbClr>
                </a:gs>
                <a:gs pos="14286">
                  <a:srgbClr val="C1FF00">
                    <a:alpha val="30764"/>
                  </a:srgbClr>
                </a:gs>
                <a:gs pos="28571">
                  <a:srgbClr val="C1FF00">
                    <a:alpha val="24833"/>
                  </a:srgbClr>
                </a:gs>
                <a:gs pos="42857">
                  <a:srgbClr val="C1FF00">
                    <a:alpha val="17075"/>
                  </a:srgbClr>
                </a:gs>
                <a:gs pos="57143">
                  <a:srgbClr val="C1FF00">
                    <a:alpha val="9855"/>
                  </a:srgbClr>
                </a:gs>
                <a:gs pos="71429">
                  <a:srgbClr val="C1FF00">
                    <a:alpha val="4740"/>
                  </a:srgbClr>
                </a:gs>
                <a:gs pos="85714">
                  <a:srgbClr val="C1FF00">
                    <a:alpha val="1902"/>
                  </a:srgbClr>
                </a:gs>
                <a:gs pos="100000">
                  <a:srgbClr val="C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780669">
              <a:off x="1547285" y="65655"/>
              <a:ext cx="563214" cy="23485"/>
            </a:xfrm>
            <a:prstGeom prst="ellipse">
              <a:avLst/>
            </a:prstGeom>
            <a:gradFill>
              <a:gsLst>
                <a:gs pos="0">
                  <a:srgbClr val="006A00">
                    <a:alpha val="32968"/>
                  </a:srgbClr>
                </a:gs>
                <a:gs pos="14286">
                  <a:srgbClr val="006A00">
                    <a:alpha val="30764"/>
                  </a:srgbClr>
                </a:gs>
                <a:gs pos="28571">
                  <a:srgbClr val="006A00">
                    <a:alpha val="24833"/>
                  </a:srgbClr>
                </a:gs>
                <a:gs pos="42857">
                  <a:srgbClr val="006A00">
                    <a:alpha val="17075"/>
                  </a:srgbClr>
                </a:gs>
                <a:gs pos="57143">
                  <a:srgbClr val="006A00">
                    <a:alpha val="9855"/>
                  </a:srgbClr>
                </a:gs>
                <a:gs pos="71429">
                  <a:srgbClr val="006A00">
                    <a:alpha val="4740"/>
                  </a:srgbClr>
                </a:gs>
                <a:gs pos="85714">
                  <a:srgbClr val="006A00">
                    <a:alpha val="1902"/>
                  </a:srgbClr>
                </a:gs>
                <a:gs pos="100000">
                  <a:srgbClr val="00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812644">
              <a:off x="1095334" y="1234376"/>
              <a:ext cx="278541" cy="41454"/>
            </a:xfrm>
            <a:prstGeom prst="ellipse">
              <a:avLst/>
            </a:prstGeom>
            <a:gradFill>
              <a:gsLst>
                <a:gs pos="0">
                  <a:srgbClr val="F64600">
                    <a:alpha val="32968"/>
                  </a:srgbClr>
                </a:gs>
                <a:gs pos="14286">
                  <a:srgbClr val="F64600">
                    <a:alpha val="30764"/>
                  </a:srgbClr>
                </a:gs>
                <a:gs pos="28571">
                  <a:srgbClr val="F64600">
                    <a:alpha val="24833"/>
                  </a:srgbClr>
                </a:gs>
                <a:gs pos="42857">
                  <a:srgbClr val="F64600">
                    <a:alpha val="17075"/>
                  </a:srgbClr>
                </a:gs>
                <a:gs pos="57143">
                  <a:srgbClr val="F64600">
                    <a:alpha val="9855"/>
                  </a:srgbClr>
                </a:gs>
                <a:gs pos="71429">
                  <a:srgbClr val="F64600">
                    <a:alpha val="4740"/>
                  </a:srgbClr>
                </a:gs>
                <a:gs pos="85714">
                  <a:srgbClr val="F64600">
                    <a:alpha val="1902"/>
                  </a:srgbClr>
                </a:gs>
                <a:gs pos="100000">
                  <a:srgbClr val="F6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9393739">
              <a:off x="1856561" y="1894256"/>
              <a:ext cx="542600" cy="94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10153851">
              <a:off x="2017283" y="1102079"/>
              <a:ext cx="420892" cy="56554"/>
            </a:xfrm>
            <a:prstGeom prst="ellipse">
              <a:avLst/>
            </a:prstGeom>
            <a:gradFill>
              <a:gsLst>
                <a:gs pos="0">
                  <a:srgbClr val="F77A00">
                    <a:alpha val="32968"/>
                  </a:srgbClr>
                </a:gs>
                <a:gs pos="14286">
                  <a:srgbClr val="F77A00">
                    <a:alpha val="30764"/>
                  </a:srgbClr>
                </a:gs>
                <a:gs pos="28571">
                  <a:srgbClr val="F77A00">
                    <a:alpha val="24833"/>
                  </a:srgbClr>
                </a:gs>
                <a:gs pos="42857">
                  <a:srgbClr val="F77A00">
                    <a:alpha val="17075"/>
                  </a:srgbClr>
                </a:gs>
                <a:gs pos="57143">
                  <a:srgbClr val="F77A00">
                    <a:alpha val="9855"/>
                  </a:srgbClr>
                </a:gs>
                <a:gs pos="71429">
                  <a:srgbClr val="F77A00">
                    <a:alpha val="4740"/>
                  </a:srgbClr>
                </a:gs>
                <a:gs pos="85714">
                  <a:srgbClr val="F77A00">
                    <a:alpha val="1902"/>
                  </a:srgbClr>
                </a:gs>
                <a:gs pos="100000">
                  <a:srgbClr val="F7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-8807950">
              <a:off x="722614" y="1751169"/>
              <a:ext cx="307157" cy="127653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-10657940">
              <a:off x="1777440" y="1746008"/>
              <a:ext cx="272415" cy="159014"/>
            </a:xfrm>
            <a:prstGeom prst="ellipse">
              <a:avLst/>
            </a:prstGeom>
            <a:gradFill>
              <a:gsLst>
                <a:gs pos="0">
                  <a:srgbClr val="FFCF00">
                    <a:alpha val="32968"/>
                  </a:srgbClr>
                </a:gs>
                <a:gs pos="14286">
                  <a:srgbClr val="FFCF00">
                    <a:alpha val="30764"/>
                  </a:srgbClr>
                </a:gs>
                <a:gs pos="28571">
                  <a:srgbClr val="FFCF00">
                    <a:alpha val="24833"/>
                  </a:srgbClr>
                </a:gs>
                <a:gs pos="42857">
                  <a:srgbClr val="FFCF00">
                    <a:alpha val="17075"/>
                  </a:srgbClr>
                </a:gs>
                <a:gs pos="57143">
                  <a:srgbClr val="FFCF00">
                    <a:alpha val="9855"/>
                  </a:srgbClr>
                </a:gs>
                <a:gs pos="71429">
                  <a:srgbClr val="FFCF00">
                    <a:alpha val="4740"/>
                  </a:srgbClr>
                </a:gs>
                <a:gs pos="85714">
                  <a:srgbClr val="FFCF00">
                    <a:alpha val="1902"/>
                  </a:srgbClr>
                </a:gs>
                <a:gs pos="100000">
                  <a:srgbClr val="FF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9568937">
              <a:off x="1100956" y="2013779"/>
              <a:ext cx="699424" cy="78724"/>
            </a:xfrm>
            <a:prstGeom prst="ellipse">
              <a:avLst/>
            </a:prstGeom>
            <a:gradFill>
              <a:gsLst>
                <a:gs pos="0">
                  <a:srgbClr val="575D1F">
                    <a:alpha val="32968"/>
                  </a:srgbClr>
                </a:gs>
                <a:gs pos="14286">
                  <a:srgbClr val="575D1F">
                    <a:alpha val="30764"/>
                  </a:srgbClr>
                </a:gs>
                <a:gs pos="28571">
                  <a:srgbClr val="575D1F">
                    <a:alpha val="24833"/>
                  </a:srgbClr>
                </a:gs>
                <a:gs pos="42857">
                  <a:srgbClr val="575D1F">
                    <a:alpha val="17075"/>
                  </a:srgbClr>
                </a:gs>
                <a:gs pos="57143">
                  <a:srgbClr val="575D1F">
                    <a:alpha val="9855"/>
                  </a:srgbClr>
                </a:gs>
                <a:gs pos="71429">
                  <a:srgbClr val="575D1F">
                    <a:alpha val="4740"/>
                  </a:srgbClr>
                </a:gs>
                <a:gs pos="85714">
                  <a:srgbClr val="575D1F">
                    <a:alpha val="1902"/>
                  </a:srgbClr>
                </a:gs>
                <a:gs pos="100000">
                  <a:srgbClr val="575D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10640143">
              <a:off x="1049001" y="1900674"/>
              <a:ext cx="690079" cy="205478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8532309">
              <a:off x="470063" y="2458281"/>
              <a:ext cx="225693" cy="26447"/>
            </a:xfrm>
            <a:prstGeom prst="ellipse">
              <a:avLst/>
            </a:prstGeom>
            <a:gradFill>
              <a:gsLst>
                <a:gs pos="0">
                  <a:srgbClr val="290028">
                    <a:alpha val="32968"/>
                  </a:srgbClr>
                </a:gs>
                <a:gs pos="14286">
                  <a:srgbClr val="290028">
                    <a:alpha val="30764"/>
                  </a:srgbClr>
                </a:gs>
                <a:gs pos="28571">
                  <a:srgbClr val="290028">
                    <a:alpha val="24833"/>
                  </a:srgbClr>
                </a:gs>
                <a:gs pos="42857">
                  <a:srgbClr val="290028">
                    <a:alpha val="17075"/>
                  </a:srgbClr>
                </a:gs>
                <a:gs pos="57143">
                  <a:srgbClr val="290028">
                    <a:alpha val="9855"/>
                  </a:srgbClr>
                </a:gs>
                <a:gs pos="71429">
                  <a:srgbClr val="290028">
                    <a:alpha val="4740"/>
                  </a:srgbClr>
                </a:gs>
                <a:gs pos="85714">
                  <a:srgbClr val="290028">
                    <a:alpha val="1902"/>
                  </a:srgbClr>
                </a:gs>
                <a:gs pos="100000">
                  <a:srgbClr val="29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10582920">
              <a:off x="611142" y="2076349"/>
              <a:ext cx="666420" cy="106622"/>
            </a:xfrm>
            <a:prstGeom prst="ellipse">
              <a:avLst/>
            </a:prstGeom>
            <a:gradFill>
              <a:gsLst>
                <a:gs pos="0">
                  <a:srgbClr val="4B004F">
                    <a:alpha val="32968"/>
                  </a:srgbClr>
                </a:gs>
                <a:gs pos="14286">
                  <a:srgbClr val="4B004F">
                    <a:alpha val="30764"/>
                  </a:srgbClr>
                </a:gs>
                <a:gs pos="28571">
                  <a:srgbClr val="4B004F">
                    <a:alpha val="24833"/>
                  </a:srgbClr>
                </a:gs>
                <a:gs pos="42857">
                  <a:srgbClr val="4B004F">
                    <a:alpha val="17075"/>
                  </a:srgbClr>
                </a:gs>
                <a:gs pos="57143">
                  <a:srgbClr val="4B004F">
                    <a:alpha val="9855"/>
                  </a:srgbClr>
                </a:gs>
                <a:gs pos="71429">
                  <a:srgbClr val="4B004F">
                    <a:alpha val="4740"/>
                  </a:srgbClr>
                </a:gs>
                <a:gs pos="85714">
                  <a:srgbClr val="4B004F">
                    <a:alpha val="1902"/>
                  </a:srgbClr>
                </a:gs>
                <a:gs pos="100000">
                  <a:srgbClr val="4B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194774">
              <a:off x="9909" y="2042680"/>
              <a:ext cx="295038" cy="260053"/>
            </a:xfrm>
            <a:prstGeom prst="ellipse">
              <a:avLst/>
            </a:prstGeom>
            <a:gradFill>
              <a:gsLst>
                <a:gs pos="0">
                  <a:srgbClr val="FFFF00">
                    <a:alpha val="9985"/>
                  </a:srgbClr>
                </a:gs>
                <a:gs pos="14286">
                  <a:srgbClr val="FFFF00">
                    <a:alpha val="9216"/>
                  </a:srgbClr>
                </a:gs>
                <a:gs pos="28571">
                  <a:srgbClr val="FFFF00">
                    <a:alpha val="7232"/>
                  </a:srgbClr>
                </a:gs>
                <a:gs pos="42857">
                  <a:srgbClr val="FFFF00">
                    <a:alpha val="4805"/>
                  </a:srgbClr>
                </a:gs>
                <a:gs pos="57143">
                  <a:srgbClr val="FFFF00">
                    <a:alpha val="2692"/>
                  </a:srgbClr>
                </a:gs>
                <a:gs pos="71429">
                  <a:srgbClr val="FFFF00">
                    <a:alpha val="1269"/>
                  </a:srgbClr>
                </a:gs>
                <a:gs pos="85714">
                  <a:srgbClr val="FFFF00">
                    <a:alpha val="504"/>
                  </a:srgbClr>
                </a:gs>
                <a:gs pos="100000">
                  <a:srgbClr val="FFFF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171144">
              <a:off x="1680299" y="811483"/>
              <a:ext cx="716082" cy="106484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8740737">
              <a:off x="1979277" y="1825593"/>
              <a:ext cx="398262" cy="109937"/>
            </a:xfrm>
            <a:prstGeom prst="ellipse">
              <a:avLst/>
            </a:prstGeom>
            <a:gradFill>
              <a:gsLst>
                <a:gs pos="0">
                  <a:srgbClr val="FE1500">
                    <a:alpha val="32968"/>
                  </a:srgbClr>
                </a:gs>
                <a:gs pos="14286">
                  <a:srgbClr val="FE1500">
                    <a:alpha val="30764"/>
                  </a:srgbClr>
                </a:gs>
                <a:gs pos="28571">
                  <a:srgbClr val="FE1500">
                    <a:alpha val="24833"/>
                  </a:srgbClr>
                </a:gs>
                <a:gs pos="42857">
                  <a:srgbClr val="FE1500">
                    <a:alpha val="17075"/>
                  </a:srgbClr>
                </a:gs>
                <a:gs pos="57143">
                  <a:srgbClr val="FE1500">
                    <a:alpha val="9855"/>
                  </a:srgbClr>
                </a:gs>
                <a:gs pos="71429">
                  <a:srgbClr val="FE1500">
                    <a:alpha val="4740"/>
                  </a:srgbClr>
                </a:gs>
                <a:gs pos="85714">
                  <a:srgbClr val="FE1500">
                    <a:alpha val="1902"/>
                  </a:srgbClr>
                </a:gs>
                <a:gs pos="100000">
                  <a:srgbClr val="FE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9529988">
              <a:off x="1991686" y="894967"/>
              <a:ext cx="357903" cy="292454"/>
            </a:xfrm>
            <a:prstGeom prst="ellipse">
              <a:avLst/>
            </a:prstGeom>
            <a:gradFill>
              <a:gsLst>
                <a:gs pos="0">
                  <a:srgbClr val="FF6500">
                    <a:alpha val="7286"/>
                  </a:srgbClr>
                </a:gs>
                <a:gs pos="14286">
                  <a:srgbClr val="FF6500">
                    <a:alpha val="6717"/>
                  </a:srgbClr>
                </a:gs>
                <a:gs pos="28571">
                  <a:srgbClr val="FF6500">
                    <a:alpha val="5256"/>
                  </a:srgbClr>
                </a:gs>
                <a:gs pos="42857">
                  <a:srgbClr val="FF6500">
                    <a:alpha val="3479"/>
                  </a:srgbClr>
                </a:gs>
                <a:gs pos="57143">
                  <a:srgbClr val="FF6500">
                    <a:alpha val="1943"/>
                  </a:srgbClr>
                </a:gs>
                <a:gs pos="71429">
                  <a:srgbClr val="FF6500">
                    <a:alpha val="914"/>
                  </a:srgbClr>
                </a:gs>
                <a:gs pos="85714">
                  <a:srgbClr val="FF6500">
                    <a:alpha val="363"/>
                  </a:srgbClr>
                </a:gs>
                <a:gs pos="100000">
                  <a:srgbClr val="FF65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4595133">
              <a:off x="914606" y="1578990"/>
              <a:ext cx="334284" cy="212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10796969">
              <a:off x="1781995" y="1754290"/>
              <a:ext cx="250636" cy="146817"/>
            </a:xfrm>
            <a:prstGeom prst="ellipse">
              <a:avLst/>
            </a:prstGeom>
            <a:gradFill>
              <a:gsLst>
                <a:gs pos="0">
                  <a:srgbClr val="FF4600">
                    <a:alpha val="32968"/>
                  </a:srgbClr>
                </a:gs>
                <a:gs pos="14286">
                  <a:srgbClr val="FF4600">
                    <a:alpha val="30764"/>
                  </a:srgbClr>
                </a:gs>
                <a:gs pos="28571">
                  <a:srgbClr val="FF4600">
                    <a:alpha val="24833"/>
                  </a:srgbClr>
                </a:gs>
                <a:gs pos="42857">
                  <a:srgbClr val="FF4600">
                    <a:alpha val="17075"/>
                  </a:srgbClr>
                </a:gs>
                <a:gs pos="57143">
                  <a:srgbClr val="FF4600">
                    <a:alpha val="9855"/>
                  </a:srgbClr>
                </a:gs>
                <a:gs pos="71429">
                  <a:srgbClr val="FF4600">
                    <a:alpha val="4740"/>
                  </a:srgbClr>
                </a:gs>
                <a:gs pos="85714">
                  <a:srgbClr val="FF4600">
                    <a:alpha val="1902"/>
                  </a:srgbClr>
                </a:gs>
                <a:gs pos="100000">
                  <a:srgbClr val="FF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8497324">
              <a:off x="397536" y="2069767"/>
              <a:ext cx="515164" cy="2684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9324473">
              <a:off x="3140442" y="1155007"/>
              <a:ext cx="400966" cy="85614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663606">
              <a:off x="1918791" y="1010718"/>
              <a:ext cx="307826" cy="258400"/>
            </a:xfrm>
            <a:prstGeom prst="ellipse">
              <a:avLst/>
            </a:prstGeom>
            <a:gradFill>
              <a:gsLst>
                <a:gs pos="0">
                  <a:srgbClr val="FFA600">
                    <a:alpha val="25677"/>
                  </a:srgbClr>
                </a:gs>
                <a:gs pos="14286">
                  <a:srgbClr val="FFA600">
                    <a:alpha val="23872"/>
                  </a:srgbClr>
                </a:gs>
                <a:gs pos="28571">
                  <a:srgbClr val="FFA600">
                    <a:alpha val="19085"/>
                  </a:srgbClr>
                </a:gs>
                <a:gs pos="42857">
                  <a:srgbClr val="FFA600">
                    <a:alpha val="12969"/>
                  </a:srgbClr>
                </a:gs>
                <a:gs pos="57143">
                  <a:srgbClr val="FFA600">
                    <a:alpha val="7408"/>
                  </a:srgbClr>
                </a:gs>
                <a:gs pos="71429">
                  <a:srgbClr val="FFA600">
                    <a:alpha val="3539"/>
                  </a:srgbClr>
                </a:gs>
                <a:gs pos="85714">
                  <a:srgbClr val="FFA600">
                    <a:alpha val="1415"/>
                  </a:srgbClr>
                </a:gs>
                <a:gs pos="100000">
                  <a:srgbClr val="FFA6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10513983">
              <a:off x="652723" y="2220000"/>
              <a:ext cx="711841" cy="60810"/>
            </a:xfrm>
            <a:prstGeom prst="ellipse">
              <a:avLst/>
            </a:prstGeom>
            <a:gradFill>
              <a:gsLst>
                <a:gs pos="0">
                  <a:srgbClr val="007100">
                    <a:alpha val="32968"/>
                  </a:srgbClr>
                </a:gs>
                <a:gs pos="14286">
                  <a:srgbClr val="007100">
                    <a:alpha val="30764"/>
                  </a:srgbClr>
                </a:gs>
                <a:gs pos="28571">
                  <a:srgbClr val="007100">
                    <a:alpha val="24833"/>
                  </a:srgbClr>
                </a:gs>
                <a:gs pos="42857">
                  <a:srgbClr val="007100">
                    <a:alpha val="17075"/>
                  </a:srgbClr>
                </a:gs>
                <a:gs pos="57143">
                  <a:srgbClr val="007100">
                    <a:alpha val="9855"/>
                  </a:srgbClr>
                </a:gs>
                <a:gs pos="71429">
                  <a:srgbClr val="007100">
                    <a:alpha val="4740"/>
                  </a:srgbClr>
                </a:gs>
                <a:gs pos="85714">
                  <a:srgbClr val="007100">
                    <a:alpha val="1902"/>
                  </a:srgbClr>
                </a:gs>
                <a:gs pos="100000">
                  <a:srgbClr val="00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10386615">
              <a:off x="1576832" y="613155"/>
              <a:ext cx="541590" cy="102393"/>
            </a:xfrm>
            <a:prstGeom prst="ellipse">
              <a:avLst/>
            </a:prstGeom>
            <a:gradFill>
              <a:gsLst>
                <a:gs pos="0">
                  <a:srgbClr val="61D800">
                    <a:alpha val="32968"/>
                  </a:srgbClr>
                </a:gs>
                <a:gs pos="14286">
                  <a:srgbClr val="61D800">
                    <a:alpha val="30764"/>
                  </a:srgbClr>
                </a:gs>
                <a:gs pos="28571">
                  <a:srgbClr val="61D800">
                    <a:alpha val="24833"/>
                  </a:srgbClr>
                </a:gs>
                <a:gs pos="42857">
                  <a:srgbClr val="61D800">
                    <a:alpha val="17075"/>
                  </a:srgbClr>
                </a:gs>
                <a:gs pos="57143">
                  <a:srgbClr val="61D800">
                    <a:alpha val="9855"/>
                  </a:srgbClr>
                </a:gs>
                <a:gs pos="71429">
                  <a:srgbClr val="61D800">
                    <a:alpha val="4740"/>
                  </a:srgbClr>
                </a:gs>
                <a:gs pos="85714">
                  <a:srgbClr val="61D800">
                    <a:alpha val="1902"/>
                  </a:srgbClr>
                </a:gs>
                <a:gs pos="100000">
                  <a:srgbClr val="61D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8687755">
              <a:off x="1459548" y="2828360"/>
              <a:ext cx="342832" cy="64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9214777">
              <a:off x="1878856" y="888030"/>
              <a:ext cx="331580" cy="299161"/>
            </a:xfrm>
            <a:prstGeom prst="ellipse">
              <a:avLst/>
            </a:prstGeom>
            <a:gradFill>
              <a:gsLst>
                <a:gs pos="0">
                  <a:srgbClr val="FFFFE1">
                    <a:alpha val="11654"/>
                  </a:srgbClr>
                </a:gs>
                <a:gs pos="14286">
                  <a:srgbClr val="FFFFE1">
                    <a:alpha val="10764"/>
                  </a:srgbClr>
                </a:gs>
                <a:gs pos="28571">
                  <a:srgbClr val="FFFFE1">
                    <a:alpha val="8463"/>
                  </a:srgbClr>
                </a:gs>
                <a:gs pos="42857">
                  <a:srgbClr val="FFFFE1">
                    <a:alpha val="5635"/>
                  </a:srgbClr>
                </a:gs>
                <a:gs pos="57143">
                  <a:srgbClr val="FFFFE1">
                    <a:alpha val="3163"/>
                  </a:srgbClr>
                </a:gs>
                <a:gs pos="71429">
                  <a:srgbClr val="FFFFE1">
                    <a:alpha val="1493"/>
                  </a:srgbClr>
                </a:gs>
                <a:gs pos="85714">
                  <a:srgbClr val="FFFFE1">
                    <a:alpha val="593"/>
                  </a:srgbClr>
                </a:gs>
                <a:gs pos="100000">
                  <a:srgbClr val="FFFFE1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8515512">
              <a:off x="1373410" y="2869289"/>
              <a:ext cx="478897" cy="53865"/>
            </a:xfrm>
            <a:prstGeom prst="ellipse">
              <a:avLst/>
            </a:prstGeom>
            <a:gradFill>
              <a:gsLst>
                <a:gs pos="0">
                  <a:srgbClr val="E70000">
                    <a:alpha val="32968"/>
                  </a:srgbClr>
                </a:gs>
                <a:gs pos="14286">
                  <a:srgbClr val="E70000">
                    <a:alpha val="30764"/>
                  </a:srgbClr>
                </a:gs>
                <a:gs pos="28571">
                  <a:srgbClr val="E70000">
                    <a:alpha val="24833"/>
                  </a:srgbClr>
                </a:gs>
                <a:gs pos="42857">
                  <a:srgbClr val="E70000">
                    <a:alpha val="17075"/>
                  </a:srgbClr>
                </a:gs>
                <a:gs pos="57143">
                  <a:srgbClr val="E70000">
                    <a:alpha val="9855"/>
                  </a:srgbClr>
                </a:gs>
                <a:gs pos="71429">
                  <a:srgbClr val="E70000">
                    <a:alpha val="4740"/>
                  </a:srgbClr>
                </a:gs>
                <a:gs pos="85714">
                  <a:srgbClr val="E70000">
                    <a:alpha val="1902"/>
                  </a:srgbClr>
                </a:gs>
                <a:gs pos="100000">
                  <a:srgbClr val="E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8667691">
              <a:off x="419174" y="3074499"/>
              <a:ext cx="765851" cy="16634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7321286">
              <a:off x="916597" y="1710632"/>
              <a:ext cx="148222" cy="147430"/>
            </a:xfrm>
            <a:prstGeom prst="ellipse">
              <a:avLst/>
            </a:prstGeom>
            <a:gradFill>
              <a:gsLst>
                <a:gs pos="0">
                  <a:srgbClr val="BDE826">
                    <a:alpha val="32968"/>
                  </a:srgbClr>
                </a:gs>
                <a:gs pos="14286">
                  <a:srgbClr val="BDE826">
                    <a:alpha val="30764"/>
                  </a:srgbClr>
                </a:gs>
                <a:gs pos="28571">
                  <a:srgbClr val="BDE826">
                    <a:alpha val="24833"/>
                  </a:srgbClr>
                </a:gs>
                <a:gs pos="42857">
                  <a:srgbClr val="BDE826">
                    <a:alpha val="17075"/>
                  </a:srgbClr>
                </a:gs>
                <a:gs pos="57143">
                  <a:srgbClr val="BDE826">
                    <a:alpha val="9855"/>
                  </a:srgbClr>
                </a:gs>
                <a:gs pos="71429">
                  <a:srgbClr val="BDE826">
                    <a:alpha val="4740"/>
                  </a:srgbClr>
                </a:gs>
                <a:gs pos="85714">
                  <a:srgbClr val="BDE826">
                    <a:alpha val="1902"/>
                  </a:srgbClr>
                </a:gs>
                <a:gs pos="100000">
                  <a:srgbClr val="BDE8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10511070">
              <a:off x="1263526" y="1812213"/>
              <a:ext cx="661561" cy="173029"/>
            </a:xfrm>
            <a:prstGeom prst="ellipse">
              <a:avLst/>
            </a:prstGeom>
            <a:gradFill>
              <a:gsLst>
                <a:gs pos="0">
                  <a:srgbClr val="70CD00">
                    <a:alpha val="32968"/>
                  </a:srgbClr>
                </a:gs>
                <a:gs pos="14286">
                  <a:srgbClr val="70CD00">
                    <a:alpha val="30764"/>
                  </a:srgbClr>
                </a:gs>
                <a:gs pos="28571">
                  <a:srgbClr val="70CD00">
                    <a:alpha val="24833"/>
                  </a:srgbClr>
                </a:gs>
                <a:gs pos="42857">
                  <a:srgbClr val="70CD00">
                    <a:alpha val="17075"/>
                  </a:srgbClr>
                </a:gs>
                <a:gs pos="57143">
                  <a:srgbClr val="70CD00">
                    <a:alpha val="9855"/>
                  </a:srgbClr>
                </a:gs>
                <a:gs pos="71429">
                  <a:srgbClr val="70CD00">
                    <a:alpha val="4740"/>
                  </a:srgbClr>
                </a:gs>
                <a:gs pos="85714">
                  <a:srgbClr val="70CD00">
                    <a:alpha val="1902"/>
                  </a:srgbClr>
                </a:gs>
                <a:gs pos="100000">
                  <a:srgbClr val="70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3643913">
              <a:off x="2079752" y="1387883"/>
              <a:ext cx="382620" cy="76614"/>
            </a:xfrm>
            <a:prstGeom prst="ellipse">
              <a:avLst/>
            </a:prstGeom>
            <a:gradFill>
              <a:gsLst>
                <a:gs pos="0">
                  <a:srgbClr val="DB0000">
                    <a:alpha val="32968"/>
                  </a:srgbClr>
                </a:gs>
                <a:gs pos="14286">
                  <a:srgbClr val="DB0000">
                    <a:alpha val="30764"/>
                  </a:srgbClr>
                </a:gs>
                <a:gs pos="28571">
                  <a:srgbClr val="DB0000">
                    <a:alpha val="24833"/>
                  </a:srgbClr>
                </a:gs>
                <a:gs pos="42857">
                  <a:srgbClr val="DB0000">
                    <a:alpha val="17075"/>
                  </a:srgbClr>
                </a:gs>
                <a:gs pos="57143">
                  <a:srgbClr val="DB0000">
                    <a:alpha val="9855"/>
                  </a:srgbClr>
                </a:gs>
                <a:gs pos="71429">
                  <a:srgbClr val="DB0000">
                    <a:alpha val="4740"/>
                  </a:srgbClr>
                </a:gs>
                <a:gs pos="85714">
                  <a:srgbClr val="DB0000">
                    <a:alpha val="1902"/>
                  </a:srgbClr>
                </a:gs>
                <a:gs pos="100000">
                  <a:srgbClr val="D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657613">
              <a:off x="2520145" y="2929417"/>
              <a:ext cx="351279" cy="226483"/>
            </a:xfrm>
            <a:prstGeom prst="ellipse">
              <a:avLst/>
            </a:prstGeom>
            <a:gradFill>
              <a:gsLst>
                <a:gs pos="0">
                  <a:srgbClr val="FFA486">
                    <a:alpha val="28131"/>
                  </a:srgbClr>
                </a:gs>
                <a:gs pos="14286">
                  <a:srgbClr val="FFA486">
                    <a:alpha val="26185"/>
                  </a:srgbClr>
                </a:gs>
                <a:gs pos="28571">
                  <a:srgbClr val="FFA486">
                    <a:alpha val="21001"/>
                  </a:srgbClr>
                </a:gs>
                <a:gs pos="42857">
                  <a:srgbClr val="FFA486">
                    <a:alpha val="14326"/>
                  </a:srgbClr>
                </a:gs>
                <a:gs pos="57143">
                  <a:srgbClr val="FFA486">
                    <a:alpha val="8211"/>
                  </a:srgbClr>
                </a:gs>
                <a:gs pos="71429">
                  <a:srgbClr val="FFA486">
                    <a:alpha val="3931"/>
                  </a:srgbClr>
                </a:gs>
                <a:gs pos="85714">
                  <a:srgbClr val="FFA486">
                    <a:alpha val="1573"/>
                  </a:srgbClr>
                </a:gs>
                <a:gs pos="100000">
                  <a:srgbClr val="FFA486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9957272">
              <a:off x="1654048" y="1875347"/>
              <a:ext cx="468686" cy="141003"/>
            </a:xfrm>
            <a:prstGeom prst="ellipse">
              <a:avLst/>
            </a:prstGeom>
            <a:gradFill>
              <a:gsLst>
                <a:gs pos="0">
                  <a:srgbClr val="000000">
                    <a:alpha val="20364"/>
                  </a:srgbClr>
                </a:gs>
                <a:gs pos="14286">
                  <a:srgbClr val="000000">
                    <a:alpha val="18883"/>
                  </a:srgbClr>
                </a:gs>
                <a:gs pos="28571">
                  <a:srgbClr val="000000">
                    <a:alpha val="14998"/>
                  </a:srgbClr>
                </a:gs>
                <a:gs pos="42857">
                  <a:srgbClr val="000000">
                    <a:alpha val="10110"/>
                  </a:srgbClr>
                </a:gs>
                <a:gs pos="57143">
                  <a:srgbClr val="000000">
                    <a:alpha val="5735"/>
                  </a:srgbClr>
                </a:gs>
                <a:gs pos="71429">
                  <a:srgbClr val="000000">
                    <a:alpha val="2727"/>
                  </a:srgbClr>
                </a:gs>
                <a:gs pos="85714">
                  <a:srgbClr val="000000">
                    <a:alpha val="1087"/>
                  </a:srgbClr>
                </a:gs>
                <a:gs pos="100000">
                  <a:srgbClr val="0000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10042964">
              <a:off x="1717876" y="1850132"/>
              <a:ext cx="414927" cy="717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4148517">
              <a:off x="864865" y="1437540"/>
              <a:ext cx="625150" cy="37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6210934">
              <a:off x="1161913" y="1735812"/>
              <a:ext cx="308230" cy="238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7780361">
              <a:off x="2040319" y="2721955"/>
              <a:ext cx="489438" cy="73746"/>
            </a:xfrm>
            <a:prstGeom prst="ellipse">
              <a:avLst/>
            </a:prstGeom>
            <a:gradFill>
              <a:gsLst>
                <a:gs pos="0">
                  <a:srgbClr val="00B600">
                    <a:alpha val="32968"/>
                  </a:srgbClr>
                </a:gs>
                <a:gs pos="14286">
                  <a:srgbClr val="00B600">
                    <a:alpha val="30764"/>
                  </a:srgbClr>
                </a:gs>
                <a:gs pos="28571">
                  <a:srgbClr val="00B600">
                    <a:alpha val="24833"/>
                  </a:srgbClr>
                </a:gs>
                <a:gs pos="42857">
                  <a:srgbClr val="00B600">
                    <a:alpha val="17075"/>
                  </a:srgbClr>
                </a:gs>
                <a:gs pos="57143">
                  <a:srgbClr val="00B600">
                    <a:alpha val="9855"/>
                  </a:srgbClr>
                </a:gs>
                <a:gs pos="71429">
                  <a:srgbClr val="00B600">
                    <a:alpha val="4740"/>
                  </a:srgbClr>
                </a:gs>
                <a:gs pos="85714">
                  <a:srgbClr val="00B600">
                    <a:alpha val="1902"/>
                  </a:srgbClr>
                </a:gs>
                <a:gs pos="100000">
                  <a:srgbClr val="00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3129065">
              <a:off x="3282711" y="1041673"/>
              <a:ext cx="205621" cy="178177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2863688">
              <a:off x="357466" y="2920716"/>
              <a:ext cx="435375" cy="139799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646749">
              <a:off x="1161259" y="2178529"/>
              <a:ext cx="738053" cy="42893"/>
            </a:xfrm>
            <a:prstGeom prst="ellipse">
              <a:avLst/>
            </a:prstGeom>
            <a:gradFill>
              <a:gsLst>
                <a:gs pos="0">
                  <a:srgbClr val="C1FF00">
                    <a:alpha val="32968"/>
                  </a:srgbClr>
                </a:gs>
                <a:gs pos="14286">
                  <a:srgbClr val="C1FF00">
                    <a:alpha val="30764"/>
                  </a:srgbClr>
                </a:gs>
                <a:gs pos="28571">
                  <a:srgbClr val="C1FF00">
                    <a:alpha val="24833"/>
                  </a:srgbClr>
                </a:gs>
                <a:gs pos="42857">
                  <a:srgbClr val="C1FF00">
                    <a:alpha val="17075"/>
                  </a:srgbClr>
                </a:gs>
                <a:gs pos="57143">
                  <a:srgbClr val="C1FF00">
                    <a:alpha val="9855"/>
                  </a:srgbClr>
                </a:gs>
                <a:gs pos="71429">
                  <a:srgbClr val="C1FF00">
                    <a:alpha val="4740"/>
                  </a:srgbClr>
                </a:gs>
                <a:gs pos="85714">
                  <a:srgbClr val="C1FF00">
                    <a:alpha val="1902"/>
                  </a:srgbClr>
                </a:gs>
                <a:gs pos="100000">
                  <a:srgbClr val="C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8594801">
              <a:off x="816393" y="2328950"/>
              <a:ext cx="603464" cy="151042"/>
            </a:xfrm>
            <a:prstGeom prst="ellipse">
              <a:avLst/>
            </a:prstGeom>
            <a:gradFill>
              <a:gsLst>
                <a:gs pos="0">
                  <a:srgbClr val="FF9B00">
                    <a:alpha val="32968"/>
                  </a:srgbClr>
                </a:gs>
                <a:gs pos="14286">
                  <a:srgbClr val="FF9B00">
                    <a:alpha val="30764"/>
                  </a:srgbClr>
                </a:gs>
                <a:gs pos="28571">
                  <a:srgbClr val="FF9B00">
                    <a:alpha val="24833"/>
                  </a:srgbClr>
                </a:gs>
                <a:gs pos="42857">
                  <a:srgbClr val="FF9B00">
                    <a:alpha val="17075"/>
                  </a:srgbClr>
                </a:gs>
                <a:gs pos="57143">
                  <a:srgbClr val="FF9B00">
                    <a:alpha val="9855"/>
                  </a:srgbClr>
                </a:gs>
                <a:gs pos="71429">
                  <a:srgbClr val="FF9B00">
                    <a:alpha val="4740"/>
                  </a:srgbClr>
                </a:gs>
                <a:gs pos="85714">
                  <a:srgbClr val="FF9B00">
                    <a:alpha val="1902"/>
                  </a:srgbClr>
                </a:gs>
                <a:gs pos="100000">
                  <a:srgbClr val="FF9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9620322">
              <a:off x="1198954" y="1161625"/>
              <a:ext cx="188718" cy="157851"/>
            </a:xfrm>
            <a:prstGeom prst="ellipse">
              <a:avLst/>
            </a:prstGeom>
            <a:gradFill>
              <a:gsLst>
                <a:gs pos="0">
                  <a:srgbClr val="FF8F00">
                    <a:alpha val="32968"/>
                  </a:srgbClr>
                </a:gs>
                <a:gs pos="14286">
                  <a:srgbClr val="FF8F00">
                    <a:alpha val="30764"/>
                  </a:srgbClr>
                </a:gs>
                <a:gs pos="28571">
                  <a:srgbClr val="FF8F00">
                    <a:alpha val="24833"/>
                  </a:srgbClr>
                </a:gs>
                <a:gs pos="42857">
                  <a:srgbClr val="FF8F00">
                    <a:alpha val="17075"/>
                  </a:srgbClr>
                </a:gs>
                <a:gs pos="57143">
                  <a:srgbClr val="FF8F00">
                    <a:alpha val="9855"/>
                  </a:srgbClr>
                </a:gs>
                <a:gs pos="71429">
                  <a:srgbClr val="FF8F00">
                    <a:alpha val="4740"/>
                  </a:srgbClr>
                </a:gs>
                <a:gs pos="85714">
                  <a:srgbClr val="FF8F00">
                    <a:alpha val="1902"/>
                  </a:srgbClr>
                </a:gs>
                <a:gs pos="100000">
                  <a:srgbClr val="FF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9506247">
              <a:off x="2011603" y="1964628"/>
              <a:ext cx="252855" cy="31496"/>
            </a:xfrm>
            <a:prstGeom prst="ellipse">
              <a:avLst/>
            </a:prstGeom>
            <a:gradFill>
              <a:gsLst>
                <a:gs pos="0">
                  <a:srgbClr val="007900">
                    <a:alpha val="32968"/>
                  </a:srgbClr>
                </a:gs>
                <a:gs pos="14286">
                  <a:srgbClr val="007900">
                    <a:alpha val="30764"/>
                  </a:srgbClr>
                </a:gs>
                <a:gs pos="28571">
                  <a:srgbClr val="007900">
                    <a:alpha val="24833"/>
                  </a:srgbClr>
                </a:gs>
                <a:gs pos="42857">
                  <a:srgbClr val="007900">
                    <a:alpha val="17075"/>
                  </a:srgbClr>
                </a:gs>
                <a:gs pos="57143">
                  <a:srgbClr val="007900">
                    <a:alpha val="9855"/>
                  </a:srgbClr>
                </a:gs>
                <a:gs pos="71429">
                  <a:srgbClr val="007900">
                    <a:alpha val="4740"/>
                  </a:srgbClr>
                </a:gs>
                <a:gs pos="85714">
                  <a:srgbClr val="007900">
                    <a:alpha val="1902"/>
                  </a:srgbClr>
                </a:gs>
                <a:gs pos="100000">
                  <a:srgbClr val="00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7284706">
              <a:off x="1854994" y="1200737"/>
              <a:ext cx="374168" cy="337684"/>
            </a:xfrm>
            <a:prstGeom prst="ellipse">
              <a:avLst/>
            </a:prstGeom>
            <a:gradFill>
              <a:gsLst>
                <a:gs pos="0">
                  <a:srgbClr val="FFFF9D">
                    <a:alpha val="10237"/>
                  </a:srgbClr>
                </a:gs>
                <a:gs pos="14286">
                  <a:srgbClr val="FFFF9D">
                    <a:alpha val="9450"/>
                  </a:srgbClr>
                </a:gs>
                <a:gs pos="28571">
                  <a:srgbClr val="FFFF9D">
                    <a:alpha val="7418"/>
                  </a:srgbClr>
                </a:gs>
                <a:gs pos="42857">
                  <a:srgbClr val="FFFF9D">
                    <a:alpha val="4930"/>
                  </a:srgbClr>
                </a:gs>
                <a:gs pos="57143">
                  <a:srgbClr val="FFFF9D">
                    <a:alpha val="2762"/>
                  </a:srgbClr>
                </a:gs>
                <a:gs pos="71429">
                  <a:srgbClr val="FFFF9D">
                    <a:alpha val="1303"/>
                  </a:srgbClr>
                </a:gs>
                <a:gs pos="85714">
                  <a:srgbClr val="FFFF9D">
                    <a:alpha val="517"/>
                  </a:srgbClr>
                </a:gs>
                <a:gs pos="100000">
                  <a:srgbClr val="FFFF9D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4452264">
              <a:off x="827125" y="1356655"/>
              <a:ext cx="613628" cy="147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423732">
              <a:off x="994418" y="1629737"/>
              <a:ext cx="218068" cy="87928"/>
            </a:xfrm>
            <a:prstGeom prst="ellipse">
              <a:avLst/>
            </a:prstGeom>
            <a:gradFill>
              <a:gsLst>
                <a:gs pos="0">
                  <a:srgbClr val="ACF445">
                    <a:alpha val="32968"/>
                  </a:srgbClr>
                </a:gs>
                <a:gs pos="14286">
                  <a:srgbClr val="ACF445">
                    <a:alpha val="30764"/>
                  </a:srgbClr>
                </a:gs>
                <a:gs pos="28571">
                  <a:srgbClr val="ACF445">
                    <a:alpha val="24833"/>
                  </a:srgbClr>
                </a:gs>
                <a:gs pos="42857">
                  <a:srgbClr val="ACF445">
                    <a:alpha val="17075"/>
                  </a:srgbClr>
                </a:gs>
                <a:gs pos="57143">
                  <a:srgbClr val="ACF445">
                    <a:alpha val="9855"/>
                  </a:srgbClr>
                </a:gs>
                <a:gs pos="71429">
                  <a:srgbClr val="ACF445">
                    <a:alpha val="4740"/>
                  </a:srgbClr>
                </a:gs>
                <a:gs pos="85714">
                  <a:srgbClr val="ACF445">
                    <a:alpha val="1902"/>
                  </a:srgbClr>
                </a:gs>
                <a:gs pos="100000">
                  <a:srgbClr val="ACF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9948470">
              <a:off x="2335366" y="1301092"/>
              <a:ext cx="204998" cy="179532"/>
            </a:xfrm>
            <a:prstGeom prst="ellipse">
              <a:avLst/>
            </a:prstGeom>
            <a:gradFill>
              <a:gsLst>
                <a:gs pos="0">
                  <a:srgbClr val="FB6A00">
                    <a:alpha val="32968"/>
                  </a:srgbClr>
                </a:gs>
                <a:gs pos="14286">
                  <a:srgbClr val="FB6A00">
                    <a:alpha val="30764"/>
                  </a:srgbClr>
                </a:gs>
                <a:gs pos="28571">
                  <a:srgbClr val="FB6A00">
                    <a:alpha val="24833"/>
                  </a:srgbClr>
                </a:gs>
                <a:gs pos="42857">
                  <a:srgbClr val="FB6A00">
                    <a:alpha val="17075"/>
                  </a:srgbClr>
                </a:gs>
                <a:gs pos="57143">
                  <a:srgbClr val="FB6A00">
                    <a:alpha val="9855"/>
                  </a:srgbClr>
                </a:gs>
                <a:gs pos="71429">
                  <a:srgbClr val="FB6A00">
                    <a:alpha val="4740"/>
                  </a:srgbClr>
                </a:gs>
                <a:gs pos="85714">
                  <a:srgbClr val="FB6A00">
                    <a:alpha val="1902"/>
                  </a:srgbClr>
                </a:gs>
                <a:gs pos="100000">
                  <a:srgbClr val="FB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8700215">
              <a:off x="1633435" y="1045712"/>
              <a:ext cx="386915" cy="106118"/>
            </a:xfrm>
            <a:prstGeom prst="ellipse">
              <a:avLst/>
            </a:prstGeom>
            <a:gradFill>
              <a:gsLst>
                <a:gs pos="0">
                  <a:srgbClr val="FFFFE6">
                    <a:alpha val="20144"/>
                  </a:srgbClr>
                </a:gs>
                <a:gs pos="14286">
                  <a:srgbClr val="FFFFE6">
                    <a:alpha val="18677"/>
                  </a:srgbClr>
                </a:gs>
                <a:gs pos="28571">
                  <a:srgbClr val="FFFFE6">
                    <a:alpha val="14830"/>
                  </a:srgbClr>
                </a:gs>
                <a:gs pos="42857">
                  <a:srgbClr val="FFFFE6">
                    <a:alpha val="9994"/>
                  </a:srgbClr>
                </a:gs>
                <a:gs pos="57143">
                  <a:srgbClr val="FFFFE6">
                    <a:alpha val="5667"/>
                  </a:srgbClr>
                </a:gs>
                <a:gs pos="71429">
                  <a:srgbClr val="FFFFE6">
                    <a:alpha val="2694"/>
                  </a:srgbClr>
                </a:gs>
                <a:gs pos="85714">
                  <a:srgbClr val="FFFFE6">
                    <a:alpha val="1074"/>
                  </a:srgbClr>
                </a:gs>
                <a:gs pos="100000">
                  <a:srgbClr val="FFFFE6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9249671">
              <a:off x="2977995" y="1317606"/>
              <a:ext cx="354245" cy="241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3650114">
              <a:off x="1671420" y="1497208"/>
              <a:ext cx="697760" cy="58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9656730">
              <a:off x="1775732" y="1335308"/>
              <a:ext cx="294996" cy="158974"/>
            </a:xfrm>
            <a:prstGeom prst="ellipse">
              <a:avLst/>
            </a:prstGeom>
            <a:gradFill>
              <a:gsLst>
                <a:gs pos="0">
                  <a:srgbClr val="FE7200">
                    <a:alpha val="32968"/>
                  </a:srgbClr>
                </a:gs>
                <a:gs pos="14286">
                  <a:srgbClr val="FE7200">
                    <a:alpha val="30764"/>
                  </a:srgbClr>
                </a:gs>
                <a:gs pos="28571">
                  <a:srgbClr val="FE7200">
                    <a:alpha val="24833"/>
                  </a:srgbClr>
                </a:gs>
                <a:gs pos="42857">
                  <a:srgbClr val="FE7200">
                    <a:alpha val="17075"/>
                  </a:srgbClr>
                </a:gs>
                <a:gs pos="57143">
                  <a:srgbClr val="FE7200">
                    <a:alpha val="9855"/>
                  </a:srgbClr>
                </a:gs>
                <a:gs pos="71429">
                  <a:srgbClr val="FE7200">
                    <a:alpha val="4740"/>
                  </a:srgbClr>
                </a:gs>
                <a:gs pos="85714">
                  <a:srgbClr val="FE7200">
                    <a:alpha val="1902"/>
                  </a:srgbClr>
                </a:gs>
                <a:gs pos="100000">
                  <a:srgbClr val="FE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8898988">
              <a:off x="2079526" y="783944"/>
              <a:ext cx="276605" cy="117371"/>
            </a:xfrm>
            <a:prstGeom prst="ellipse">
              <a:avLst/>
            </a:prstGeom>
            <a:gradFill>
              <a:gsLst>
                <a:gs pos="0">
                  <a:srgbClr val="B0F046">
                    <a:alpha val="27419"/>
                  </a:srgbClr>
                </a:gs>
                <a:gs pos="14286">
                  <a:srgbClr val="B0F046">
                    <a:alpha val="25513"/>
                  </a:srgbClr>
                </a:gs>
                <a:gs pos="28571">
                  <a:srgbClr val="B0F046">
                    <a:alpha val="20444"/>
                  </a:srgbClr>
                </a:gs>
                <a:gs pos="42857">
                  <a:srgbClr val="B0F046">
                    <a:alpha val="13930"/>
                  </a:srgbClr>
                </a:gs>
                <a:gs pos="57143">
                  <a:srgbClr val="B0F046">
                    <a:alpha val="7976"/>
                  </a:srgbClr>
                </a:gs>
                <a:gs pos="71429">
                  <a:srgbClr val="B0F046">
                    <a:alpha val="3816"/>
                  </a:srgbClr>
                </a:gs>
                <a:gs pos="85714">
                  <a:srgbClr val="B0F046">
                    <a:alpha val="1527"/>
                  </a:srgbClr>
                </a:gs>
                <a:gs pos="100000">
                  <a:srgbClr val="B0F04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9374105">
              <a:off x="852670" y="3415688"/>
              <a:ext cx="619613" cy="41152"/>
            </a:xfrm>
            <a:prstGeom prst="ellipse">
              <a:avLst/>
            </a:prstGeom>
            <a:gradFill>
              <a:gsLst>
                <a:gs pos="0">
                  <a:srgbClr val="DF0000">
                    <a:alpha val="32968"/>
                  </a:srgbClr>
                </a:gs>
                <a:gs pos="14286">
                  <a:srgbClr val="DF0000">
                    <a:alpha val="30764"/>
                  </a:srgbClr>
                </a:gs>
                <a:gs pos="28571">
                  <a:srgbClr val="DF0000">
                    <a:alpha val="24833"/>
                  </a:srgbClr>
                </a:gs>
                <a:gs pos="42857">
                  <a:srgbClr val="DF0000">
                    <a:alpha val="17075"/>
                  </a:srgbClr>
                </a:gs>
                <a:gs pos="57143">
                  <a:srgbClr val="DF0000">
                    <a:alpha val="9855"/>
                  </a:srgbClr>
                </a:gs>
                <a:gs pos="71429">
                  <a:srgbClr val="DF0000">
                    <a:alpha val="4740"/>
                  </a:srgbClr>
                </a:gs>
                <a:gs pos="85714">
                  <a:srgbClr val="DF0000">
                    <a:alpha val="1902"/>
                  </a:srgbClr>
                </a:gs>
                <a:gs pos="100000">
                  <a:srgbClr val="D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8361470">
              <a:off x="2806907" y="3140919"/>
              <a:ext cx="372088" cy="25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486365">
              <a:off x="974325" y="2446121"/>
              <a:ext cx="504512" cy="19085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5726579">
              <a:off x="2794834" y="1061404"/>
              <a:ext cx="518119" cy="90773"/>
            </a:xfrm>
            <a:prstGeom prst="ellipse">
              <a:avLst/>
            </a:prstGeom>
            <a:gradFill>
              <a:gsLst>
                <a:gs pos="0">
                  <a:srgbClr val="300046">
                    <a:alpha val="32968"/>
                  </a:srgbClr>
                </a:gs>
                <a:gs pos="14286">
                  <a:srgbClr val="300046">
                    <a:alpha val="30764"/>
                  </a:srgbClr>
                </a:gs>
                <a:gs pos="28571">
                  <a:srgbClr val="300046">
                    <a:alpha val="24833"/>
                  </a:srgbClr>
                </a:gs>
                <a:gs pos="42857">
                  <a:srgbClr val="300046">
                    <a:alpha val="17075"/>
                  </a:srgbClr>
                </a:gs>
                <a:gs pos="57143">
                  <a:srgbClr val="300046">
                    <a:alpha val="9855"/>
                  </a:srgbClr>
                </a:gs>
                <a:gs pos="71429">
                  <a:srgbClr val="300046">
                    <a:alpha val="4740"/>
                  </a:srgbClr>
                </a:gs>
                <a:gs pos="85714">
                  <a:srgbClr val="300046">
                    <a:alpha val="1902"/>
                  </a:srgbClr>
                </a:gs>
                <a:gs pos="100000">
                  <a:srgbClr val="300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9200248">
              <a:off x="616630" y="1858302"/>
              <a:ext cx="530007" cy="568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10018623">
              <a:off x="910116" y="2046818"/>
              <a:ext cx="681027" cy="97125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8383108">
              <a:off x="2561421" y="450535"/>
              <a:ext cx="739009" cy="99305"/>
            </a:xfrm>
            <a:prstGeom prst="ellipse">
              <a:avLst/>
            </a:prstGeom>
            <a:gradFill>
              <a:gsLst>
                <a:gs pos="0">
                  <a:srgbClr val="7EC700">
                    <a:alpha val="32968"/>
                  </a:srgbClr>
                </a:gs>
                <a:gs pos="14286">
                  <a:srgbClr val="7EC700">
                    <a:alpha val="30764"/>
                  </a:srgbClr>
                </a:gs>
                <a:gs pos="28571">
                  <a:srgbClr val="7EC700">
                    <a:alpha val="24833"/>
                  </a:srgbClr>
                </a:gs>
                <a:gs pos="42857">
                  <a:srgbClr val="7EC700">
                    <a:alpha val="17075"/>
                  </a:srgbClr>
                </a:gs>
                <a:gs pos="57143">
                  <a:srgbClr val="7EC700">
                    <a:alpha val="9855"/>
                  </a:srgbClr>
                </a:gs>
                <a:gs pos="71429">
                  <a:srgbClr val="7EC700">
                    <a:alpha val="4740"/>
                  </a:srgbClr>
                </a:gs>
                <a:gs pos="85714">
                  <a:srgbClr val="7EC700">
                    <a:alpha val="1902"/>
                  </a:srgbClr>
                </a:gs>
                <a:gs pos="100000">
                  <a:srgbClr val="7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8524056">
              <a:off x="2476356" y="386897"/>
              <a:ext cx="750801" cy="155749"/>
            </a:xfrm>
            <a:prstGeom prst="ellipse">
              <a:avLst/>
            </a:prstGeom>
            <a:gradFill>
              <a:gsLst>
                <a:gs pos="0">
                  <a:srgbClr val="A5CC00">
                    <a:alpha val="32968"/>
                  </a:srgbClr>
                </a:gs>
                <a:gs pos="14286">
                  <a:srgbClr val="A5CC00">
                    <a:alpha val="30764"/>
                  </a:srgbClr>
                </a:gs>
                <a:gs pos="28571">
                  <a:srgbClr val="A5CC00">
                    <a:alpha val="24833"/>
                  </a:srgbClr>
                </a:gs>
                <a:gs pos="42857">
                  <a:srgbClr val="A5CC00">
                    <a:alpha val="17075"/>
                  </a:srgbClr>
                </a:gs>
                <a:gs pos="57143">
                  <a:srgbClr val="A5CC00">
                    <a:alpha val="9855"/>
                  </a:srgbClr>
                </a:gs>
                <a:gs pos="71429">
                  <a:srgbClr val="A5CC00">
                    <a:alpha val="4740"/>
                  </a:srgbClr>
                </a:gs>
                <a:gs pos="85714">
                  <a:srgbClr val="A5CC00">
                    <a:alpha val="1902"/>
                  </a:srgbClr>
                </a:gs>
                <a:gs pos="100000">
                  <a:srgbClr val="A5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7558806">
              <a:off x="276993" y="761794"/>
              <a:ext cx="311804" cy="54418"/>
            </a:xfrm>
            <a:prstGeom prst="ellipse">
              <a:avLst/>
            </a:prstGeom>
            <a:gradFill>
              <a:gsLst>
                <a:gs pos="0">
                  <a:srgbClr val="98BC00">
                    <a:alpha val="32968"/>
                  </a:srgbClr>
                </a:gs>
                <a:gs pos="14286">
                  <a:srgbClr val="98BC00">
                    <a:alpha val="30764"/>
                  </a:srgbClr>
                </a:gs>
                <a:gs pos="28571">
                  <a:srgbClr val="98BC00">
                    <a:alpha val="24833"/>
                  </a:srgbClr>
                </a:gs>
                <a:gs pos="42857">
                  <a:srgbClr val="98BC00">
                    <a:alpha val="17075"/>
                  </a:srgbClr>
                </a:gs>
                <a:gs pos="57143">
                  <a:srgbClr val="98BC00">
                    <a:alpha val="9855"/>
                  </a:srgbClr>
                </a:gs>
                <a:gs pos="71429">
                  <a:srgbClr val="98BC00">
                    <a:alpha val="4740"/>
                  </a:srgbClr>
                </a:gs>
                <a:gs pos="85714">
                  <a:srgbClr val="98BC00">
                    <a:alpha val="1902"/>
                  </a:srgbClr>
                </a:gs>
                <a:gs pos="100000">
                  <a:srgbClr val="98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9865847">
              <a:off x="1904800" y="3403273"/>
              <a:ext cx="770883" cy="135826"/>
            </a:xfrm>
            <a:prstGeom prst="ellipse">
              <a:avLst/>
            </a:prstGeom>
            <a:gradFill>
              <a:gsLst>
                <a:gs pos="0">
                  <a:srgbClr val="FB7E00">
                    <a:alpha val="32968"/>
                  </a:srgbClr>
                </a:gs>
                <a:gs pos="14286">
                  <a:srgbClr val="FB7E00">
                    <a:alpha val="30764"/>
                  </a:srgbClr>
                </a:gs>
                <a:gs pos="28571">
                  <a:srgbClr val="FB7E00">
                    <a:alpha val="24833"/>
                  </a:srgbClr>
                </a:gs>
                <a:gs pos="42857">
                  <a:srgbClr val="FB7E00">
                    <a:alpha val="17075"/>
                  </a:srgbClr>
                </a:gs>
                <a:gs pos="57143">
                  <a:srgbClr val="FB7E00">
                    <a:alpha val="9855"/>
                  </a:srgbClr>
                </a:gs>
                <a:gs pos="71429">
                  <a:srgbClr val="FB7E00">
                    <a:alpha val="4740"/>
                  </a:srgbClr>
                </a:gs>
                <a:gs pos="85714">
                  <a:srgbClr val="FB7E00">
                    <a:alpha val="1902"/>
                  </a:srgbClr>
                </a:gs>
                <a:gs pos="100000">
                  <a:srgbClr val="FB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10466542">
              <a:off x="1681924" y="3536145"/>
              <a:ext cx="659356" cy="45891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3740314">
              <a:off x="581041" y="1889343"/>
              <a:ext cx="289176" cy="81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8454152">
              <a:off x="328681" y="3055831"/>
              <a:ext cx="739240" cy="111643"/>
            </a:xfrm>
            <a:prstGeom prst="ellipse">
              <a:avLst/>
            </a:prstGeom>
            <a:gradFill>
              <a:gsLst>
                <a:gs pos="0">
                  <a:srgbClr val="F55A00">
                    <a:alpha val="32968"/>
                  </a:srgbClr>
                </a:gs>
                <a:gs pos="14286">
                  <a:srgbClr val="F55A00">
                    <a:alpha val="30764"/>
                  </a:srgbClr>
                </a:gs>
                <a:gs pos="28571">
                  <a:srgbClr val="F55A00">
                    <a:alpha val="24833"/>
                  </a:srgbClr>
                </a:gs>
                <a:gs pos="42857">
                  <a:srgbClr val="F55A00">
                    <a:alpha val="17075"/>
                  </a:srgbClr>
                </a:gs>
                <a:gs pos="57143">
                  <a:srgbClr val="F55A00">
                    <a:alpha val="9855"/>
                  </a:srgbClr>
                </a:gs>
                <a:gs pos="71429">
                  <a:srgbClr val="F55A00">
                    <a:alpha val="4740"/>
                  </a:srgbClr>
                </a:gs>
                <a:gs pos="85714">
                  <a:srgbClr val="F55A00">
                    <a:alpha val="1902"/>
                  </a:srgbClr>
                </a:gs>
                <a:gs pos="100000">
                  <a:srgbClr val="F5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10085675">
              <a:off x="1496300" y="1837125"/>
              <a:ext cx="786004" cy="30228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039989">
              <a:off x="2169916" y="2092083"/>
              <a:ext cx="297961" cy="46178"/>
            </a:xfrm>
            <a:prstGeom prst="ellipse">
              <a:avLst/>
            </a:prstGeom>
            <a:gradFill>
              <a:gsLst>
                <a:gs pos="0">
                  <a:srgbClr val="008100">
                    <a:alpha val="32968"/>
                  </a:srgbClr>
                </a:gs>
                <a:gs pos="14286">
                  <a:srgbClr val="008100">
                    <a:alpha val="30764"/>
                  </a:srgbClr>
                </a:gs>
                <a:gs pos="28571">
                  <a:srgbClr val="008100">
                    <a:alpha val="24833"/>
                  </a:srgbClr>
                </a:gs>
                <a:gs pos="42857">
                  <a:srgbClr val="008100">
                    <a:alpha val="17075"/>
                  </a:srgbClr>
                </a:gs>
                <a:gs pos="57143">
                  <a:srgbClr val="008100">
                    <a:alpha val="9855"/>
                  </a:srgbClr>
                </a:gs>
                <a:gs pos="71429">
                  <a:srgbClr val="008100">
                    <a:alpha val="4740"/>
                  </a:srgbClr>
                </a:gs>
                <a:gs pos="85714">
                  <a:srgbClr val="008100">
                    <a:alpha val="1902"/>
                  </a:srgbClr>
                </a:gs>
                <a:gs pos="100000">
                  <a:srgbClr val="00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8115947">
              <a:off x="2583983" y="469845"/>
              <a:ext cx="708122" cy="248118"/>
            </a:xfrm>
            <a:prstGeom prst="ellipse">
              <a:avLst/>
            </a:prstGeom>
            <a:gradFill>
              <a:gsLst>
                <a:gs pos="0">
                  <a:srgbClr val="6FB600">
                    <a:alpha val="32968"/>
                  </a:srgbClr>
                </a:gs>
                <a:gs pos="14286">
                  <a:srgbClr val="6FB600">
                    <a:alpha val="30764"/>
                  </a:srgbClr>
                </a:gs>
                <a:gs pos="28571">
                  <a:srgbClr val="6FB600">
                    <a:alpha val="24833"/>
                  </a:srgbClr>
                </a:gs>
                <a:gs pos="42857">
                  <a:srgbClr val="6FB600">
                    <a:alpha val="17075"/>
                  </a:srgbClr>
                </a:gs>
                <a:gs pos="57143">
                  <a:srgbClr val="6FB600">
                    <a:alpha val="9855"/>
                  </a:srgbClr>
                </a:gs>
                <a:gs pos="71429">
                  <a:srgbClr val="6FB600">
                    <a:alpha val="4740"/>
                  </a:srgbClr>
                </a:gs>
                <a:gs pos="85714">
                  <a:srgbClr val="6FB600">
                    <a:alpha val="1902"/>
                  </a:srgbClr>
                </a:gs>
                <a:gs pos="100000">
                  <a:srgbClr val="6F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8456204">
              <a:off x="1968731" y="747498"/>
              <a:ext cx="726169" cy="245197"/>
            </a:xfrm>
            <a:prstGeom prst="ellipse">
              <a:avLst/>
            </a:prstGeom>
            <a:gradFill>
              <a:gsLst>
                <a:gs pos="0">
                  <a:srgbClr val="497300">
                    <a:alpha val="32968"/>
                  </a:srgbClr>
                </a:gs>
                <a:gs pos="14286">
                  <a:srgbClr val="497300">
                    <a:alpha val="30764"/>
                  </a:srgbClr>
                </a:gs>
                <a:gs pos="28571">
                  <a:srgbClr val="497300">
                    <a:alpha val="24833"/>
                  </a:srgbClr>
                </a:gs>
                <a:gs pos="42857">
                  <a:srgbClr val="497300">
                    <a:alpha val="17075"/>
                  </a:srgbClr>
                </a:gs>
                <a:gs pos="57143">
                  <a:srgbClr val="497300">
                    <a:alpha val="9855"/>
                  </a:srgbClr>
                </a:gs>
                <a:gs pos="71429">
                  <a:srgbClr val="497300">
                    <a:alpha val="4740"/>
                  </a:srgbClr>
                </a:gs>
                <a:gs pos="85714">
                  <a:srgbClr val="497300">
                    <a:alpha val="1902"/>
                  </a:srgbClr>
                </a:gs>
                <a:gs pos="100000">
                  <a:srgbClr val="49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7423656">
              <a:off x="1756024" y="1977219"/>
              <a:ext cx="375395" cy="120115"/>
            </a:xfrm>
            <a:prstGeom prst="ellipse">
              <a:avLst/>
            </a:prstGeom>
            <a:gradFill>
              <a:gsLst>
                <a:gs pos="0">
                  <a:srgbClr val="C3FF31">
                    <a:alpha val="32968"/>
                  </a:srgbClr>
                </a:gs>
                <a:gs pos="14286">
                  <a:srgbClr val="C3FF31">
                    <a:alpha val="30764"/>
                  </a:srgbClr>
                </a:gs>
                <a:gs pos="28571">
                  <a:srgbClr val="C3FF31">
                    <a:alpha val="24833"/>
                  </a:srgbClr>
                </a:gs>
                <a:gs pos="42857">
                  <a:srgbClr val="C3FF31">
                    <a:alpha val="17075"/>
                  </a:srgbClr>
                </a:gs>
                <a:gs pos="57143">
                  <a:srgbClr val="C3FF31">
                    <a:alpha val="9855"/>
                  </a:srgbClr>
                </a:gs>
                <a:gs pos="71429">
                  <a:srgbClr val="C3FF31">
                    <a:alpha val="4740"/>
                  </a:srgbClr>
                </a:gs>
                <a:gs pos="85714">
                  <a:srgbClr val="C3FF31">
                    <a:alpha val="1902"/>
                  </a:srgbClr>
                </a:gs>
                <a:gs pos="100000">
                  <a:srgbClr val="C3FF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748473">
              <a:off x="977657" y="1697879"/>
              <a:ext cx="630422" cy="386182"/>
            </a:xfrm>
            <a:prstGeom prst="ellipse">
              <a:avLst/>
            </a:prstGeom>
            <a:gradFill>
              <a:gsLst>
                <a:gs pos="0">
                  <a:srgbClr val="000000">
                    <a:alpha val="31181"/>
                  </a:srgbClr>
                </a:gs>
                <a:gs pos="14286">
                  <a:srgbClr val="000000">
                    <a:alpha val="29070"/>
                  </a:srgbClr>
                </a:gs>
                <a:gs pos="28571">
                  <a:srgbClr val="000000">
                    <a:alpha val="23409"/>
                  </a:srgbClr>
                </a:gs>
                <a:gs pos="42857">
                  <a:srgbClr val="000000">
                    <a:alpha val="16048"/>
                  </a:srgbClr>
                </a:gs>
                <a:gs pos="57143">
                  <a:srgbClr val="000000">
                    <a:alpha val="9238"/>
                  </a:srgbClr>
                </a:gs>
                <a:gs pos="71429">
                  <a:srgbClr val="000000">
                    <a:alpha val="4436"/>
                  </a:srgbClr>
                </a:gs>
                <a:gs pos="85714">
                  <a:srgbClr val="000000">
                    <a:alpha val="1778"/>
                  </a:srgbClr>
                </a:gs>
                <a:gs pos="100000">
                  <a:srgbClr val="000000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724400">
              <a:off x="983808" y="1868685"/>
              <a:ext cx="563943" cy="275009"/>
            </a:xfrm>
            <a:prstGeom prst="ellipse">
              <a:avLst/>
            </a:prstGeom>
            <a:gradFill>
              <a:gsLst>
                <a:gs pos="0">
                  <a:srgbClr val="B8FF00">
                    <a:alpha val="32968"/>
                  </a:srgbClr>
                </a:gs>
                <a:gs pos="14286">
                  <a:srgbClr val="B8FF00">
                    <a:alpha val="30764"/>
                  </a:srgbClr>
                </a:gs>
                <a:gs pos="28571">
                  <a:srgbClr val="B8FF00">
                    <a:alpha val="24833"/>
                  </a:srgbClr>
                </a:gs>
                <a:gs pos="42857">
                  <a:srgbClr val="B8FF00">
                    <a:alpha val="17075"/>
                  </a:srgbClr>
                </a:gs>
                <a:gs pos="57143">
                  <a:srgbClr val="B8FF00">
                    <a:alpha val="9855"/>
                  </a:srgbClr>
                </a:gs>
                <a:gs pos="71429">
                  <a:srgbClr val="B8FF00">
                    <a:alpha val="4740"/>
                  </a:srgbClr>
                </a:gs>
                <a:gs pos="85714">
                  <a:srgbClr val="B8FF00">
                    <a:alpha val="1902"/>
                  </a:srgbClr>
                </a:gs>
                <a:gs pos="100000">
                  <a:srgbClr val="B8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9295987">
              <a:off x="818263" y="3360226"/>
              <a:ext cx="703045" cy="102240"/>
            </a:xfrm>
            <a:prstGeom prst="ellipse">
              <a:avLst/>
            </a:prstGeom>
            <a:gradFill>
              <a:gsLst>
                <a:gs pos="0">
                  <a:srgbClr val="EE0000">
                    <a:alpha val="32968"/>
                  </a:srgbClr>
                </a:gs>
                <a:gs pos="14286">
                  <a:srgbClr val="EE0000">
                    <a:alpha val="30764"/>
                  </a:srgbClr>
                </a:gs>
                <a:gs pos="28571">
                  <a:srgbClr val="EE0000">
                    <a:alpha val="24833"/>
                  </a:srgbClr>
                </a:gs>
                <a:gs pos="42857">
                  <a:srgbClr val="EE0000">
                    <a:alpha val="17075"/>
                  </a:srgbClr>
                </a:gs>
                <a:gs pos="57143">
                  <a:srgbClr val="EE0000">
                    <a:alpha val="9855"/>
                  </a:srgbClr>
                </a:gs>
                <a:gs pos="71429">
                  <a:srgbClr val="EE0000">
                    <a:alpha val="4740"/>
                  </a:srgbClr>
                </a:gs>
                <a:gs pos="85714">
                  <a:srgbClr val="EE0000">
                    <a:alpha val="1902"/>
                  </a:srgbClr>
                </a:gs>
                <a:gs pos="100000">
                  <a:srgbClr val="E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8227823">
              <a:off x="1446456" y="981357"/>
              <a:ext cx="251980" cy="181052"/>
            </a:xfrm>
            <a:prstGeom prst="ellipse">
              <a:avLst/>
            </a:prstGeom>
            <a:gradFill>
              <a:gsLst>
                <a:gs pos="0">
                  <a:srgbClr val="FFFF00">
                    <a:alpha val="14125"/>
                  </a:srgbClr>
                </a:gs>
                <a:gs pos="14286">
                  <a:srgbClr val="FFFF00">
                    <a:alpha val="13061"/>
                  </a:srgbClr>
                </a:gs>
                <a:gs pos="28571">
                  <a:srgbClr val="FFFF00">
                    <a:alpha val="10298"/>
                  </a:srgbClr>
                </a:gs>
                <a:gs pos="42857">
                  <a:srgbClr val="FFFF00">
                    <a:alpha val="6880"/>
                  </a:srgbClr>
                </a:gs>
                <a:gs pos="57143">
                  <a:srgbClr val="FFFF00">
                    <a:alpha val="3873"/>
                  </a:srgbClr>
                </a:gs>
                <a:gs pos="71429">
                  <a:srgbClr val="FFFF00">
                    <a:alpha val="1832"/>
                  </a:srgbClr>
                </a:gs>
                <a:gs pos="85714">
                  <a:srgbClr val="FFFF00">
                    <a:alpha val="728"/>
                  </a:srgbClr>
                </a:gs>
                <a:gs pos="100000">
                  <a:srgbClr val="FFFF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4051369">
              <a:off x="692773" y="1594963"/>
              <a:ext cx="408708" cy="202612"/>
            </a:xfrm>
            <a:prstGeom prst="ellipse">
              <a:avLst/>
            </a:prstGeom>
            <a:gradFill>
              <a:gsLst>
                <a:gs pos="0">
                  <a:srgbClr val="B5FA00">
                    <a:alpha val="32968"/>
                  </a:srgbClr>
                </a:gs>
                <a:gs pos="14286">
                  <a:srgbClr val="B5FA00">
                    <a:alpha val="30764"/>
                  </a:srgbClr>
                </a:gs>
                <a:gs pos="28571">
                  <a:srgbClr val="B5FA00">
                    <a:alpha val="24833"/>
                  </a:srgbClr>
                </a:gs>
                <a:gs pos="42857">
                  <a:srgbClr val="B5FA00">
                    <a:alpha val="17075"/>
                  </a:srgbClr>
                </a:gs>
                <a:gs pos="57143">
                  <a:srgbClr val="B5FA00">
                    <a:alpha val="9855"/>
                  </a:srgbClr>
                </a:gs>
                <a:gs pos="71429">
                  <a:srgbClr val="B5FA00">
                    <a:alpha val="4740"/>
                  </a:srgbClr>
                </a:gs>
                <a:gs pos="85714">
                  <a:srgbClr val="B5FA00">
                    <a:alpha val="1902"/>
                  </a:srgbClr>
                </a:gs>
                <a:gs pos="100000">
                  <a:srgbClr val="B5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281745">
              <a:off x="1422877" y="499797"/>
              <a:ext cx="361318" cy="318923"/>
            </a:xfrm>
            <a:prstGeom prst="ellipse">
              <a:avLst/>
            </a:prstGeom>
            <a:gradFill>
              <a:gsLst>
                <a:gs pos="0">
                  <a:srgbClr val="FFFF00">
                    <a:alpha val="16883"/>
                  </a:srgbClr>
                </a:gs>
                <a:gs pos="14286">
                  <a:srgbClr val="FFFF00">
                    <a:alpha val="15630"/>
                  </a:srgbClr>
                </a:gs>
                <a:gs pos="28571">
                  <a:srgbClr val="FFFF00">
                    <a:alpha val="12363"/>
                  </a:srgbClr>
                </a:gs>
                <a:gs pos="42857">
                  <a:srgbClr val="FFFF00">
                    <a:alpha val="8292"/>
                  </a:srgbClr>
                </a:gs>
                <a:gs pos="57143">
                  <a:srgbClr val="FFFF00">
                    <a:alpha val="4683"/>
                  </a:srgbClr>
                </a:gs>
                <a:gs pos="71429">
                  <a:srgbClr val="FFFF00">
                    <a:alpha val="2220"/>
                  </a:srgbClr>
                </a:gs>
                <a:gs pos="85714">
                  <a:srgbClr val="FFFF00">
                    <a:alpha val="884"/>
                  </a:srgbClr>
                </a:gs>
                <a:gs pos="100000">
                  <a:srgbClr val="FFFF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7949212">
              <a:off x="1804618" y="2703332"/>
              <a:ext cx="756790" cy="170557"/>
            </a:xfrm>
            <a:prstGeom prst="ellipse">
              <a:avLst/>
            </a:prstGeom>
            <a:gradFill>
              <a:gsLst>
                <a:gs pos="0">
                  <a:srgbClr val="79CC00">
                    <a:alpha val="32968"/>
                  </a:srgbClr>
                </a:gs>
                <a:gs pos="14286">
                  <a:srgbClr val="79CC00">
                    <a:alpha val="30764"/>
                  </a:srgbClr>
                </a:gs>
                <a:gs pos="28571">
                  <a:srgbClr val="79CC00">
                    <a:alpha val="24833"/>
                  </a:srgbClr>
                </a:gs>
                <a:gs pos="42857">
                  <a:srgbClr val="79CC00">
                    <a:alpha val="17075"/>
                  </a:srgbClr>
                </a:gs>
                <a:gs pos="57143">
                  <a:srgbClr val="79CC00">
                    <a:alpha val="9855"/>
                  </a:srgbClr>
                </a:gs>
                <a:gs pos="71429">
                  <a:srgbClr val="79CC00">
                    <a:alpha val="4740"/>
                  </a:srgbClr>
                </a:gs>
                <a:gs pos="85714">
                  <a:srgbClr val="79CC00">
                    <a:alpha val="1902"/>
                  </a:srgbClr>
                </a:gs>
                <a:gs pos="100000">
                  <a:srgbClr val="79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9132063">
              <a:off x="2441422" y="253120"/>
              <a:ext cx="385401" cy="53636"/>
            </a:xfrm>
            <a:prstGeom prst="ellipse">
              <a:avLst/>
            </a:prstGeom>
            <a:gradFill>
              <a:gsLst>
                <a:gs pos="0">
                  <a:srgbClr val="F1DC00">
                    <a:alpha val="32968"/>
                  </a:srgbClr>
                </a:gs>
                <a:gs pos="14286">
                  <a:srgbClr val="F1DC00">
                    <a:alpha val="30764"/>
                  </a:srgbClr>
                </a:gs>
                <a:gs pos="28571">
                  <a:srgbClr val="F1DC00">
                    <a:alpha val="24833"/>
                  </a:srgbClr>
                </a:gs>
                <a:gs pos="42857">
                  <a:srgbClr val="F1DC00">
                    <a:alpha val="17075"/>
                  </a:srgbClr>
                </a:gs>
                <a:gs pos="57143">
                  <a:srgbClr val="F1DC00">
                    <a:alpha val="9855"/>
                  </a:srgbClr>
                </a:gs>
                <a:gs pos="71429">
                  <a:srgbClr val="F1DC00">
                    <a:alpha val="4740"/>
                  </a:srgbClr>
                </a:gs>
                <a:gs pos="85714">
                  <a:srgbClr val="F1DC00">
                    <a:alpha val="1902"/>
                  </a:srgbClr>
                </a:gs>
                <a:gs pos="100000">
                  <a:srgbClr val="F1D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3168804">
              <a:off x="1146462" y="2666321"/>
              <a:ext cx="526470" cy="23896"/>
            </a:xfrm>
            <a:prstGeom prst="ellipse">
              <a:avLst/>
            </a:prstGeom>
            <a:gradFill>
              <a:gsLst>
                <a:gs pos="0">
                  <a:srgbClr val="E40000">
                    <a:alpha val="32968"/>
                  </a:srgbClr>
                </a:gs>
                <a:gs pos="14286">
                  <a:srgbClr val="E40000">
                    <a:alpha val="30764"/>
                  </a:srgbClr>
                </a:gs>
                <a:gs pos="28571">
                  <a:srgbClr val="E40000">
                    <a:alpha val="24833"/>
                  </a:srgbClr>
                </a:gs>
                <a:gs pos="42857">
                  <a:srgbClr val="E40000">
                    <a:alpha val="17075"/>
                  </a:srgbClr>
                </a:gs>
                <a:gs pos="57143">
                  <a:srgbClr val="E40000">
                    <a:alpha val="9855"/>
                  </a:srgbClr>
                </a:gs>
                <a:gs pos="71429">
                  <a:srgbClr val="E40000">
                    <a:alpha val="4740"/>
                  </a:srgbClr>
                </a:gs>
                <a:gs pos="85714">
                  <a:srgbClr val="E40000">
                    <a:alpha val="1902"/>
                  </a:srgbClr>
                </a:gs>
                <a:gs pos="100000">
                  <a:srgbClr val="E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9591790">
              <a:off x="1862451" y="1935617"/>
              <a:ext cx="422081" cy="78269"/>
            </a:xfrm>
            <a:prstGeom prst="ellipse">
              <a:avLst/>
            </a:prstGeom>
            <a:gradFill>
              <a:gsLst>
                <a:gs pos="0">
                  <a:srgbClr val="0DB100">
                    <a:alpha val="31957"/>
                  </a:srgbClr>
                </a:gs>
                <a:gs pos="14286">
                  <a:srgbClr val="0DB100">
                    <a:alpha val="29804"/>
                  </a:srgbClr>
                </a:gs>
                <a:gs pos="28571">
                  <a:srgbClr val="0DB100">
                    <a:alpha val="24025"/>
                  </a:srgbClr>
                </a:gs>
                <a:gs pos="42857">
                  <a:srgbClr val="0DB100">
                    <a:alpha val="16492"/>
                  </a:srgbClr>
                </a:gs>
                <a:gs pos="57143">
                  <a:srgbClr val="0DB100">
                    <a:alpha val="9504"/>
                  </a:srgbClr>
                </a:gs>
                <a:gs pos="71429">
                  <a:srgbClr val="0DB100">
                    <a:alpha val="4567"/>
                  </a:srgbClr>
                </a:gs>
                <a:gs pos="85714">
                  <a:srgbClr val="0DB100">
                    <a:alpha val="1832"/>
                  </a:srgbClr>
                </a:gs>
                <a:gs pos="100000">
                  <a:srgbClr val="0DB1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356834">
              <a:off x="924666" y="2517611"/>
              <a:ext cx="737710" cy="106792"/>
            </a:xfrm>
            <a:prstGeom prst="ellipse">
              <a:avLst/>
            </a:prstGeom>
            <a:gradFill>
              <a:gsLst>
                <a:gs pos="0">
                  <a:srgbClr val="FA0000">
                    <a:alpha val="32968"/>
                  </a:srgbClr>
                </a:gs>
                <a:gs pos="14286">
                  <a:srgbClr val="FA0000">
                    <a:alpha val="30764"/>
                  </a:srgbClr>
                </a:gs>
                <a:gs pos="28571">
                  <a:srgbClr val="FA0000">
                    <a:alpha val="24833"/>
                  </a:srgbClr>
                </a:gs>
                <a:gs pos="42857">
                  <a:srgbClr val="FA0000">
                    <a:alpha val="17075"/>
                  </a:srgbClr>
                </a:gs>
                <a:gs pos="57143">
                  <a:srgbClr val="FA0000">
                    <a:alpha val="9855"/>
                  </a:srgbClr>
                </a:gs>
                <a:gs pos="71429">
                  <a:srgbClr val="FA0000">
                    <a:alpha val="4740"/>
                  </a:srgbClr>
                </a:gs>
                <a:gs pos="85714">
                  <a:srgbClr val="FA0000">
                    <a:alpha val="1902"/>
                  </a:srgbClr>
                </a:gs>
                <a:gs pos="100000">
                  <a:srgbClr val="F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10439199">
              <a:off x="2333149" y="3130981"/>
              <a:ext cx="420282" cy="122123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4369641">
              <a:off x="208787" y="2569980"/>
              <a:ext cx="267760" cy="143567"/>
            </a:xfrm>
            <a:prstGeom prst="ellipse">
              <a:avLst/>
            </a:prstGeom>
            <a:gradFill>
              <a:gsLst>
                <a:gs pos="0">
                  <a:srgbClr val="50B900">
                    <a:alpha val="32968"/>
                  </a:srgbClr>
                </a:gs>
                <a:gs pos="14286">
                  <a:srgbClr val="50B900">
                    <a:alpha val="30764"/>
                  </a:srgbClr>
                </a:gs>
                <a:gs pos="28571">
                  <a:srgbClr val="50B900">
                    <a:alpha val="24833"/>
                  </a:srgbClr>
                </a:gs>
                <a:gs pos="42857">
                  <a:srgbClr val="50B900">
                    <a:alpha val="17075"/>
                  </a:srgbClr>
                </a:gs>
                <a:gs pos="57143">
                  <a:srgbClr val="50B900">
                    <a:alpha val="9855"/>
                  </a:srgbClr>
                </a:gs>
                <a:gs pos="71429">
                  <a:srgbClr val="50B900">
                    <a:alpha val="4740"/>
                  </a:srgbClr>
                </a:gs>
                <a:gs pos="85714">
                  <a:srgbClr val="50B900">
                    <a:alpha val="1902"/>
                  </a:srgbClr>
                </a:gs>
                <a:gs pos="100000">
                  <a:srgbClr val="50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7638818">
              <a:off x="128820" y="710446"/>
              <a:ext cx="701477" cy="83637"/>
            </a:xfrm>
            <a:prstGeom prst="ellipse">
              <a:avLst/>
            </a:prstGeom>
            <a:gradFill>
              <a:gsLst>
                <a:gs pos="0">
                  <a:srgbClr val="91CD00">
                    <a:alpha val="32968"/>
                  </a:srgbClr>
                </a:gs>
                <a:gs pos="14286">
                  <a:srgbClr val="91CD00">
                    <a:alpha val="30764"/>
                  </a:srgbClr>
                </a:gs>
                <a:gs pos="28571">
                  <a:srgbClr val="91CD00">
                    <a:alpha val="24833"/>
                  </a:srgbClr>
                </a:gs>
                <a:gs pos="42857">
                  <a:srgbClr val="91CD00">
                    <a:alpha val="17075"/>
                  </a:srgbClr>
                </a:gs>
                <a:gs pos="57143">
                  <a:srgbClr val="91CD00">
                    <a:alpha val="9855"/>
                  </a:srgbClr>
                </a:gs>
                <a:gs pos="71429">
                  <a:srgbClr val="91CD00">
                    <a:alpha val="4740"/>
                  </a:srgbClr>
                </a:gs>
                <a:gs pos="85714">
                  <a:srgbClr val="91CD00">
                    <a:alpha val="1902"/>
                  </a:srgbClr>
                </a:gs>
                <a:gs pos="100000">
                  <a:srgbClr val="91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2974416">
              <a:off x="2331678" y="1292063"/>
              <a:ext cx="429802" cy="23850"/>
            </a:xfrm>
            <a:prstGeom prst="ellipse">
              <a:avLst/>
            </a:prstGeom>
            <a:gradFill>
              <a:gsLst>
                <a:gs pos="0">
                  <a:srgbClr val="009D00">
                    <a:alpha val="32968"/>
                  </a:srgbClr>
                </a:gs>
                <a:gs pos="14286">
                  <a:srgbClr val="009D00">
                    <a:alpha val="30764"/>
                  </a:srgbClr>
                </a:gs>
                <a:gs pos="28571">
                  <a:srgbClr val="009D00">
                    <a:alpha val="24833"/>
                  </a:srgbClr>
                </a:gs>
                <a:gs pos="42857">
                  <a:srgbClr val="009D00">
                    <a:alpha val="17075"/>
                  </a:srgbClr>
                </a:gs>
                <a:gs pos="57143">
                  <a:srgbClr val="009D00">
                    <a:alpha val="9855"/>
                  </a:srgbClr>
                </a:gs>
                <a:gs pos="71429">
                  <a:srgbClr val="009D00">
                    <a:alpha val="4740"/>
                  </a:srgbClr>
                </a:gs>
                <a:gs pos="85714">
                  <a:srgbClr val="009D00">
                    <a:alpha val="1902"/>
                  </a:srgbClr>
                </a:gs>
                <a:gs pos="100000">
                  <a:srgbClr val="009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8220698">
              <a:off x="290357" y="523200"/>
              <a:ext cx="719677" cy="78966"/>
            </a:xfrm>
            <a:prstGeom prst="ellipse">
              <a:avLst/>
            </a:prstGeom>
            <a:gradFill>
              <a:gsLst>
                <a:gs pos="0">
                  <a:srgbClr val="51C100">
                    <a:alpha val="32968"/>
                  </a:srgbClr>
                </a:gs>
                <a:gs pos="14286">
                  <a:srgbClr val="51C100">
                    <a:alpha val="30764"/>
                  </a:srgbClr>
                </a:gs>
                <a:gs pos="28571">
                  <a:srgbClr val="51C100">
                    <a:alpha val="24833"/>
                  </a:srgbClr>
                </a:gs>
                <a:gs pos="42857">
                  <a:srgbClr val="51C100">
                    <a:alpha val="17075"/>
                  </a:srgbClr>
                </a:gs>
                <a:gs pos="57143">
                  <a:srgbClr val="51C100">
                    <a:alpha val="9855"/>
                  </a:srgbClr>
                </a:gs>
                <a:gs pos="71429">
                  <a:srgbClr val="51C100">
                    <a:alpha val="4740"/>
                  </a:srgbClr>
                </a:gs>
                <a:gs pos="85714">
                  <a:srgbClr val="51C100">
                    <a:alpha val="1902"/>
                  </a:srgbClr>
                </a:gs>
                <a:gs pos="100000">
                  <a:srgbClr val="51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7627430">
              <a:off x="491738" y="1544881"/>
              <a:ext cx="776420" cy="87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8512942">
              <a:off x="346651" y="3122824"/>
              <a:ext cx="747738" cy="64907"/>
            </a:xfrm>
            <a:prstGeom prst="ellipse">
              <a:avLst/>
            </a:prstGeom>
            <a:gradFill>
              <a:gsLst>
                <a:gs pos="0">
                  <a:srgbClr val="F04E00">
                    <a:alpha val="32968"/>
                  </a:srgbClr>
                </a:gs>
                <a:gs pos="14286">
                  <a:srgbClr val="F04E00">
                    <a:alpha val="30764"/>
                  </a:srgbClr>
                </a:gs>
                <a:gs pos="28571">
                  <a:srgbClr val="F04E00">
                    <a:alpha val="24833"/>
                  </a:srgbClr>
                </a:gs>
                <a:gs pos="42857">
                  <a:srgbClr val="F04E00">
                    <a:alpha val="17075"/>
                  </a:srgbClr>
                </a:gs>
                <a:gs pos="57143">
                  <a:srgbClr val="F04E00">
                    <a:alpha val="9855"/>
                  </a:srgbClr>
                </a:gs>
                <a:gs pos="71429">
                  <a:srgbClr val="F04E00">
                    <a:alpha val="4740"/>
                  </a:srgbClr>
                </a:gs>
                <a:gs pos="85714">
                  <a:srgbClr val="F04E00">
                    <a:alpha val="1902"/>
                  </a:srgbClr>
                </a:gs>
                <a:gs pos="100000">
                  <a:srgbClr val="F0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537553">
              <a:off x="1572245" y="1969569"/>
              <a:ext cx="395805" cy="184833"/>
            </a:xfrm>
            <a:prstGeom prst="ellipse">
              <a:avLst/>
            </a:prstGeom>
            <a:gradFill>
              <a:gsLst>
                <a:gs pos="0">
                  <a:srgbClr val="8FB100">
                    <a:alpha val="32968"/>
                  </a:srgbClr>
                </a:gs>
                <a:gs pos="14286">
                  <a:srgbClr val="8FB100">
                    <a:alpha val="30764"/>
                  </a:srgbClr>
                </a:gs>
                <a:gs pos="28571">
                  <a:srgbClr val="8FB100">
                    <a:alpha val="24833"/>
                  </a:srgbClr>
                </a:gs>
                <a:gs pos="42857">
                  <a:srgbClr val="8FB100">
                    <a:alpha val="17075"/>
                  </a:srgbClr>
                </a:gs>
                <a:gs pos="57143">
                  <a:srgbClr val="8FB100">
                    <a:alpha val="9855"/>
                  </a:srgbClr>
                </a:gs>
                <a:gs pos="71429">
                  <a:srgbClr val="8FB100">
                    <a:alpha val="4740"/>
                  </a:srgbClr>
                </a:gs>
                <a:gs pos="85714">
                  <a:srgbClr val="8FB100">
                    <a:alpha val="1902"/>
                  </a:srgbClr>
                </a:gs>
                <a:gs pos="100000">
                  <a:srgbClr val="8F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3807393">
              <a:off x="1098938" y="1915294"/>
              <a:ext cx="437229" cy="47786"/>
            </a:xfrm>
            <a:prstGeom prst="ellipse">
              <a:avLst/>
            </a:prstGeom>
            <a:gradFill>
              <a:gsLst>
                <a:gs pos="0">
                  <a:srgbClr val="000031">
                    <a:alpha val="32968"/>
                  </a:srgbClr>
                </a:gs>
                <a:gs pos="14286">
                  <a:srgbClr val="000031">
                    <a:alpha val="30764"/>
                  </a:srgbClr>
                </a:gs>
                <a:gs pos="28571">
                  <a:srgbClr val="000031">
                    <a:alpha val="24833"/>
                  </a:srgbClr>
                </a:gs>
                <a:gs pos="42857">
                  <a:srgbClr val="000031">
                    <a:alpha val="17075"/>
                  </a:srgbClr>
                </a:gs>
                <a:gs pos="57143">
                  <a:srgbClr val="000031">
                    <a:alpha val="9855"/>
                  </a:srgbClr>
                </a:gs>
                <a:gs pos="71429">
                  <a:srgbClr val="000031">
                    <a:alpha val="4740"/>
                  </a:srgbClr>
                </a:gs>
                <a:gs pos="85714">
                  <a:srgbClr val="000031">
                    <a:alpha val="1902"/>
                  </a:srgbClr>
                </a:gs>
                <a:gs pos="100000">
                  <a:srgbClr val="000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9092321">
              <a:off x="2203443" y="1420217"/>
              <a:ext cx="294747" cy="12858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8287594">
              <a:off x="220590" y="2600317"/>
              <a:ext cx="403779" cy="78192"/>
            </a:xfrm>
            <a:prstGeom prst="ellipse">
              <a:avLst/>
            </a:prstGeom>
            <a:gradFill>
              <a:gsLst>
                <a:gs pos="0">
                  <a:srgbClr val="479C00">
                    <a:alpha val="32968"/>
                  </a:srgbClr>
                </a:gs>
                <a:gs pos="14286">
                  <a:srgbClr val="479C00">
                    <a:alpha val="30764"/>
                  </a:srgbClr>
                </a:gs>
                <a:gs pos="28571">
                  <a:srgbClr val="479C00">
                    <a:alpha val="24833"/>
                  </a:srgbClr>
                </a:gs>
                <a:gs pos="42857">
                  <a:srgbClr val="479C00">
                    <a:alpha val="17075"/>
                  </a:srgbClr>
                </a:gs>
                <a:gs pos="57143">
                  <a:srgbClr val="479C00">
                    <a:alpha val="9855"/>
                  </a:srgbClr>
                </a:gs>
                <a:gs pos="71429">
                  <a:srgbClr val="479C00">
                    <a:alpha val="4740"/>
                  </a:srgbClr>
                </a:gs>
                <a:gs pos="85714">
                  <a:srgbClr val="479C00">
                    <a:alpha val="1902"/>
                  </a:srgbClr>
                </a:gs>
                <a:gs pos="100000">
                  <a:srgbClr val="47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8489286">
              <a:off x="1478856" y="1964185"/>
              <a:ext cx="573445" cy="44062"/>
            </a:xfrm>
            <a:prstGeom prst="ellipse">
              <a:avLst/>
            </a:prstGeom>
            <a:gradFill>
              <a:gsLst>
                <a:gs pos="0">
                  <a:srgbClr val="AAD72A">
                    <a:alpha val="32968"/>
                  </a:srgbClr>
                </a:gs>
                <a:gs pos="14286">
                  <a:srgbClr val="AAD72A">
                    <a:alpha val="30764"/>
                  </a:srgbClr>
                </a:gs>
                <a:gs pos="28571">
                  <a:srgbClr val="AAD72A">
                    <a:alpha val="24833"/>
                  </a:srgbClr>
                </a:gs>
                <a:gs pos="42857">
                  <a:srgbClr val="AAD72A">
                    <a:alpha val="17075"/>
                  </a:srgbClr>
                </a:gs>
                <a:gs pos="57143">
                  <a:srgbClr val="AAD72A">
                    <a:alpha val="9855"/>
                  </a:srgbClr>
                </a:gs>
                <a:gs pos="71429">
                  <a:srgbClr val="AAD72A">
                    <a:alpha val="4740"/>
                  </a:srgbClr>
                </a:gs>
                <a:gs pos="85714">
                  <a:srgbClr val="AAD72A">
                    <a:alpha val="1902"/>
                  </a:srgbClr>
                </a:gs>
                <a:gs pos="100000">
                  <a:srgbClr val="AAD7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6805601">
              <a:off x="1363915" y="928314"/>
              <a:ext cx="724299" cy="517472"/>
            </a:xfrm>
            <a:prstGeom prst="ellipse">
              <a:avLst/>
            </a:prstGeom>
            <a:gradFill>
              <a:gsLst>
                <a:gs pos="0">
                  <a:srgbClr val="FFC100">
                    <a:alpha val="32968"/>
                  </a:srgbClr>
                </a:gs>
                <a:gs pos="14286">
                  <a:srgbClr val="FFC100">
                    <a:alpha val="30764"/>
                  </a:srgbClr>
                </a:gs>
                <a:gs pos="28571">
                  <a:srgbClr val="FFC100">
                    <a:alpha val="24833"/>
                  </a:srgbClr>
                </a:gs>
                <a:gs pos="42857">
                  <a:srgbClr val="FFC100">
                    <a:alpha val="17075"/>
                  </a:srgbClr>
                </a:gs>
                <a:gs pos="57143">
                  <a:srgbClr val="FFC100">
                    <a:alpha val="9855"/>
                  </a:srgbClr>
                </a:gs>
                <a:gs pos="71429">
                  <a:srgbClr val="FFC100">
                    <a:alpha val="4740"/>
                  </a:srgbClr>
                </a:gs>
                <a:gs pos="85714">
                  <a:srgbClr val="FFC100">
                    <a:alpha val="1902"/>
                  </a:srgbClr>
                </a:gs>
                <a:gs pos="100000">
                  <a:srgbClr val="F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260576">
              <a:off x="1293368" y="3447994"/>
              <a:ext cx="431076" cy="122686"/>
            </a:xfrm>
            <a:prstGeom prst="ellipse">
              <a:avLst/>
            </a:prstGeom>
            <a:gradFill>
              <a:gsLst>
                <a:gs pos="0">
                  <a:srgbClr val="FE6E00">
                    <a:alpha val="32968"/>
                  </a:srgbClr>
                </a:gs>
                <a:gs pos="14286">
                  <a:srgbClr val="FE6E00">
                    <a:alpha val="30764"/>
                  </a:srgbClr>
                </a:gs>
                <a:gs pos="28571">
                  <a:srgbClr val="FE6E00">
                    <a:alpha val="24833"/>
                  </a:srgbClr>
                </a:gs>
                <a:gs pos="42857">
                  <a:srgbClr val="FE6E00">
                    <a:alpha val="17075"/>
                  </a:srgbClr>
                </a:gs>
                <a:gs pos="57143">
                  <a:srgbClr val="FE6E00">
                    <a:alpha val="9855"/>
                  </a:srgbClr>
                </a:gs>
                <a:gs pos="71429">
                  <a:srgbClr val="FE6E00">
                    <a:alpha val="4740"/>
                  </a:srgbClr>
                </a:gs>
                <a:gs pos="85714">
                  <a:srgbClr val="FE6E00">
                    <a:alpha val="1902"/>
                  </a:srgbClr>
                </a:gs>
                <a:gs pos="100000">
                  <a:srgbClr val="FE6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10278115">
              <a:off x="1566044" y="2021890"/>
              <a:ext cx="299014" cy="165748"/>
            </a:xfrm>
            <a:prstGeom prst="ellipse">
              <a:avLst/>
            </a:prstGeom>
            <a:gradFill>
              <a:gsLst>
                <a:gs pos="0">
                  <a:srgbClr val="B2F800">
                    <a:alpha val="32968"/>
                  </a:srgbClr>
                </a:gs>
                <a:gs pos="14286">
                  <a:srgbClr val="B2F800">
                    <a:alpha val="30764"/>
                  </a:srgbClr>
                </a:gs>
                <a:gs pos="28571">
                  <a:srgbClr val="B2F800">
                    <a:alpha val="24833"/>
                  </a:srgbClr>
                </a:gs>
                <a:gs pos="42857">
                  <a:srgbClr val="B2F800">
                    <a:alpha val="17075"/>
                  </a:srgbClr>
                </a:gs>
                <a:gs pos="57143">
                  <a:srgbClr val="B2F800">
                    <a:alpha val="9855"/>
                  </a:srgbClr>
                </a:gs>
                <a:gs pos="71429">
                  <a:srgbClr val="B2F800">
                    <a:alpha val="4740"/>
                  </a:srgbClr>
                </a:gs>
                <a:gs pos="85714">
                  <a:srgbClr val="B2F800">
                    <a:alpha val="1902"/>
                  </a:srgbClr>
                </a:gs>
                <a:gs pos="100000">
                  <a:srgbClr val="B2F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391425">
              <a:off x="1157640" y="2182670"/>
              <a:ext cx="775958" cy="80690"/>
            </a:xfrm>
            <a:prstGeom prst="ellipse">
              <a:avLst/>
            </a:prstGeom>
            <a:gradFill>
              <a:gsLst>
                <a:gs pos="0">
                  <a:srgbClr val="B3FF00">
                    <a:alpha val="32968"/>
                  </a:srgbClr>
                </a:gs>
                <a:gs pos="14286">
                  <a:srgbClr val="B3FF00">
                    <a:alpha val="30764"/>
                  </a:srgbClr>
                </a:gs>
                <a:gs pos="28571">
                  <a:srgbClr val="B3FF00">
                    <a:alpha val="24833"/>
                  </a:srgbClr>
                </a:gs>
                <a:gs pos="42857">
                  <a:srgbClr val="B3FF00">
                    <a:alpha val="17075"/>
                  </a:srgbClr>
                </a:gs>
                <a:gs pos="57143">
                  <a:srgbClr val="B3FF00">
                    <a:alpha val="9855"/>
                  </a:srgbClr>
                </a:gs>
                <a:gs pos="71429">
                  <a:srgbClr val="B3FF00">
                    <a:alpha val="4740"/>
                  </a:srgbClr>
                </a:gs>
                <a:gs pos="85714">
                  <a:srgbClr val="B3FF00">
                    <a:alpha val="1902"/>
                  </a:srgbClr>
                </a:gs>
                <a:gs pos="100000">
                  <a:srgbClr val="B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3212585">
              <a:off x="1646743" y="1108289"/>
              <a:ext cx="341813" cy="44463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6095182">
              <a:off x="1868926" y="1145020"/>
              <a:ext cx="324467" cy="317899"/>
            </a:xfrm>
            <a:prstGeom prst="ellipse">
              <a:avLst/>
            </a:prstGeom>
            <a:gradFill>
              <a:gsLst>
                <a:gs pos="0">
                  <a:srgbClr val="FFD8EB">
                    <a:alpha val="2195"/>
                  </a:srgbClr>
                </a:gs>
                <a:gs pos="14286">
                  <a:srgbClr val="FFD8EB">
                    <a:alpha val="2019"/>
                  </a:srgbClr>
                </a:gs>
                <a:gs pos="28571">
                  <a:srgbClr val="FFD8EB">
                    <a:alpha val="1571"/>
                  </a:srgbClr>
                </a:gs>
                <a:gs pos="42857">
                  <a:srgbClr val="FFD8EB">
                    <a:alpha val="1034"/>
                  </a:srgbClr>
                </a:gs>
                <a:gs pos="57143">
                  <a:srgbClr val="FFD8EB">
                    <a:alpha val="574"/>
                  </a:srgbClr>
                </a:gs>
                <a:gs pos="71429">
                  <a:srgbClr val="FFD8EB">
                    <a:alpha val="269"/>
                  </a:srgbClr>
                </a:gs>
                <a:gs pos="85714">
                  <a:srgbClr val="FFD8EB">
                    <a:alpha val="106"/>
                  </a:srgbClr>
                </a:gs>
                <a:gs pos="100000">
                  <a:srgbClr val="FFD8EB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6233378">
              <a:off x="1247580" y="1787060"/>
              <a:ext cx="253088" cy="159825"/>
            </a:xfrm>
            <a:prstGeom prst="ellipse">
              <a:avLst/>
            </a:prstGeom>
            <a:gradFill>
              <a:gsLst>
                <a:gs pos="0">
                  <a:srgbClr val="A5F000">
                    <a:alpha val="32968"/>
                  </a:srgbClr>
                </a:gs>
                <a:gs pos="14286">
                  <a:srgbClr val="A5F000">
                    <a:alpha val="30764"/>
                  </a:srgbClr>
                </a:gs>
                <a:gs pos="28571">
                  <a:srgbClr val="A5F000">
                    <a:alpha val="24833"/>
                  </a:srgbClr>
                </a:gs>
                <a:gs pos="42857">
                  <a:srgbClr val="A5F000">
                    <a:alpha val="17075"/>
                  </a:srgbClr>
                </a:gs>
                <a:gs pos="57143">
                  <a:srgbClr val="A5F000">
                    <a:alpha val="9855"/>
                  </a:srgbClr>
                </a:gs>
                <a:gs pos="71429">
                  <a:srgbClr val="A5F000">
                    <a:alpha val="4740"/>
                  </a:srgbClr>
                </a:gs>
                <a:gs pos="85714">
                  <a:srgbClr val="A5F000">
                    <a:alpha val="1902"/>
                  </a:srgbClr>
                </a:gs>
                <a:gs pos="100000">
                  <a:srgbClr val="A5F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8951286">
              <a:off x="2560685" y="1391949"/>
              <a:ext cx="250536" cy="63281"/>
            </a:xfrm>
            <a:prstGeom prst="ellipse">
              <a:avLst/>
            </a:prstGeom>
            <a:gradFill>
              <a:gsLst>
                <a:gs pos="0">
                  <a:srgbClr val="00AC00">
                    <a:alpha val="32968"/>
                  </a:srgbClr>
                </a:gs>
                <a:gs pos="14286">
                  <a:srgbClr val="00AC00">
                    <a:alpha val="30764"/>
                  </a:srgbClr>
                </a:gs>
                <a:gs pos="28571">
                  <a:srgbClr val="00AC00">
                    <a:alpha val="24833"/>
                  </a:srgbClr>
                </a:gs>
                <a:gs pos="42857">
                  <a:srgbClr val="00AC00">
                    <a:alpha val="17075"/>
                  </a:srgbClr>
                </a:gs>
                <a:gs pos="57143">
                  <a:srgbClr val="00AC00">
                    <a:alpha val="9855"/>
                  </a:srgbClr>
                </a:gs>
                <a:gs pos="71429">
                  <a:srgbClr val="00AC00">
                    <a:alpha val="4740"/>
                  </a:srgbClr>
                </a:gs>
                <a:gs pos="85714">
                  <a:srgbClr val="00AC00">
                    <a:alpha val="1902"/>
                  </a:srgbClr>
                </a:gs>
                <a:gs pos="100000">
                  <a:srgbClr val="00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9202773">
              <a:off x="1622762" y="789602"/>
              <a:ext cx="745741" cy="195046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8008839">
              <a:off x="1901252" y="2737759"/>
              <a:ext cx="643039" cy="110650"/>
            </a:xfrm>
            <a:prstGeom prst="ellipse">
              <a:avLst/>
            </a:prstGeom>
            <a:gradFill>
              <a:gsLst>
                <a:gs pos="0">
                  <a:srgbClr val="6CB400">
                    <a:alpha val="32968"/>
                  </a:srgbClr>
                </a:gs>
                <a:gs pos="14286">
                  <a:srgbClr val="6CB400">
                    <a:alpha val="30764"/>
                  </a:srgbClr>
                </a:gs>
                <a:gs pos="28571">
                  <a:srgbClr val="6CB400">
                    <a:alpha val="24833"/>
                  </a:srgbClr>
                </a:gs>
                <a:gs pos="42857">
                  <a:srgbClr val="6CB400">
                    <a:alpha val="17075"/>
                  </a:srgbClr>
                </a:gs>
                <a:gs pos="57143">
                  <a:srgbClr val="6CB400">
                    <a:alpha val="9855"/>
                  </a:srgbClr>
                </a:gs>
                <a:gs pos="71429">
                  <a:srgbClr val="6CB400">
                    <a:alpha val="4740"/>
                  </a:srgbClr>
                </a:gs>
                <a:gs pos="85714">
                  <a:srgbClr val="6CB400">
                    <a:alpha val="1902"/>
                  </a:srgbClr>
                </a:gs>
                <a:gs pos="100000">
                  <a:srgbClr val="6C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2991818">
              <a:off x="2202292" y="1234740"/>
              <a:ext cx="631755" cy="43310"/>
            </a:xfrm>
            <a:prstGeom prst="ellipse">
              <a:avLst/>
            </a:prstGeom>
            <a:gradFill>
              <a:gsLst>
                <a:gs pos="0">
                  <a:srgbClr val="007B00">
                    <a:alpha val="32968"/>
                  </a:srgbClr>
                </a:gs>
                <a:gs pos="14286">
                  <a:srgbClr val="007B00">
                    <a:alpha val="30764"/>
                  </a:srgbClr>
                </a:gs>
                <a:gs pos="28571">
                  <a:srgbClr val="007B00">
                    <a:alpha val="24833"/>
                  </a:srgbClr>
                </a:gs>
                <a:gs pos="42857">
                  <a:srgbClr val="007B00">
                    <a:alpha val="17075"/>
                  </a:srgbClr>
                </a:gs>
                <a:gs pos="57143">
                  <a:srgbClr val="007B00">
                    <a:alpha val="9855"/>
                  </a:srgbClr>
                </a:gs>
                <a:gs pos="71429">
                  <a:srgbClr val="007B00">
                    <a:alpha val="4740"/>
                  </a:srgbClr>
                </a:gs>
                <a:gs pos="85714">
                  <a:srgbClr val="007B00">
                    <a:alpha val="1902"/>
                  </a:srgbClr>
                </a:gs>
                <a:gs pos="100000">
                  <a:srgbClr val="00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3411659">
              <a:off x="1292534" y="1323509"/>
              <a:ext cx="270316" cy="44664"/>
            </a:xfrm>
            <a:prstGeom prst="ellipse">
              <a:avLst/>
            </a:prstGeom>
            <a:gradFill>
              <a:gsLst>
                <a:gs pos="0">
                  <a:srgbClr val="FF2500">
                    <a:alpha val="32968"/>
                  </a:srgbClr>
                </a:gs>
                <a:gs pos="14286">
                  <a:srgbClr val="FF2500">
                    <a:alpha val="30764"/>
                  </a:srgbClr>
                </a:gs>
                <a:gs pos="28571">
                  <a:srgbClr val="FF2500">
                    <a:alpha val="24833"/>
                  </a:srgbClr>
                </a:gs>
                <a:gs pos="42857">
                  <a:srgbClr val="FF2500">
                    <a:alpha val="17075"/>
                  </a:srgbClr>
                </a:gs>
                <a:gs pos="57143">
                  <a:srgbClr val="FF2500">
                    <a:alpha val="9855"/>
                  </a:srgbClr>
                </a:gs>
                <a:gs pos="71429">
                  <a:srgbClr val="FF2500">
                    <a:alpha val="4740"/>
                  </a:srgbClr>
                </a:gs>
                <a:gs pos="85714">
                  <a:srgbClr val="FF2500">
                    <a:alpha val="1902"/>
                  </a:srgbClr>
                </a:gs>
                <a:gs pos="100000">
                  <a:srgbClr val="FF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9091106">
              <a:off x="2354953" y="1271657"/>
              <a:ext cx="561779" cy="106151"/>
            </a:xfrm>
            <a:prstGeom prst="ellipse">
              <a:avLst/>
            </a:prstGeom>
            <a:gradFill>
              <a:gsLst>
                <a:gs pos="0">
                  <a:srgbClr val="E7FF75">
                    <a:alpha val="29212"/>
                  </a:srgbClr>
                </a:gs>
                <a:gs pos="14286">
                  <a:srgbClr val="E7FF75">
                    <a:alpha val="27206"/>
                  </a:srgbClr>
                </a:gs>
                <a:gs pos="28571">
                  <a:srgbClr val="E7FF75">
                    <a:alpha val="21851"/>
                  </a:srgbClr>
                </a:gs>
                <a:gs pos="42857">
                  <a:srgbClr val="E7FF75">
                    <a:alpha val="14932"/>
                  </a:srgbClr>
                </a:gs>
                <a:gs pos="57143">
                  <a:srgbClr val="E7FF75">
                    <a:alpha val="8571"/>
                  </a:srgbClr>
                </a:gs>
                <a:gs pos="71429">
                  <a:srgbClr val="E7FF75">
                    <a:alpha val="4108"/>
                  </a:srgbClr>
                </a:gs>
                <a:gs pos="85714">
                  <a:srgbClr val="E7FF75">
                    <a:alpha val="1645"/>
                  </a:srgbClr>
                </a:gs>
                <a:gs pos="100000">
                  <a:srgbClr val="E7FF75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9082915">
              <a:off x="2277046" y="268843"/>
              <a:ext cx="766471" cy="81524"/>
            </a:xfrm>
            <a:prstGeom prst="ellipse">
              <a:avLst/>
            </a:prstGeom>
            <a:gradFill>
              <a:gsLst>
                <a:gs pos="0">
                  <a:srgbClr val="2EBB00">
                    <a:alpha val="32968"/>
                  </a:srgbClr>
                </a:gs>
                <a:gs pos="14286">
                  <a:srgbClr val="2EBB00">
                    <a:alpha val="30764"/>
                  </a:srgbClr>
                </a:gs>
                <a:gs pos="28571">
                  <a:srgbClr val="2EBB00">
                    <a:alpha val="24833"/>
                  </a:srgbClr>
                </a:gs>
                <a:gs pos="42857">
                  <a:srgbClr val="2EBB00">
                    <a:alpha val="17075"/>
                  </a:srgbClr>
                </a:gs>
                <a:gs pos="57143">
                  <a:srgbClr val="2EBB00">
                    <a:alpha val="9855"/>
                  </a:srgbClr>
                </a:gs>
                <a:gs pos="71429">
                  <a:srgbClr val="2EBB00">
                    <a:alpha val="4740"/>
                  </a:srgbClr>
                </a:gs>
                <a:gs pos="85714">
                  <a:srgbClr val="2EBB00">
                    <a:alpha val="1902"/>
                  </a:srgbClr>
                </a:gs>
                <a:gs pos="100000">
                  <a:srgbClr val="2E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977148">
              <a:off x="244819" y="583192"/>
              <a:ext cx="703689" cy="145507"/>
            </a:xfrm>
            <a:prstGeom prst="ellipse">
              <a:avLst/>
            </a:prstGeom>
            <a:gradFill>
              <a:gsLst>
                <a:gs pos="0">
                  <a:srgbClr val="77BE00">
                    <a:alpha val="32968"/>
                  </a:srgbClr>
                </a:gs>
                <a:gs pos="14286">
                  <a:srgbClr val="77BE00">
                    <a:alpha val="30764"/>
                  </a:srgbClr>
                </a:gs>
                <a:gs pos="28571">
                  <a:srgbClr val="77BE00">
                    <a:alpha val="24833"/>
                  </a:srgbClr>
                </a:gs>
                <a:gs pos="42857">
                  <a:srgbClr val="77BE00">
                    <a:alpha val="17075"/>
                  </a:srgbClr>
                </a:gs>
                <a:gs pos="57143">
                  <a:srgbClr val="77BE00">
                    <a:alpha val="9855"/>
                  </a:srgbClr>
                </a:gs>
                <a:gs pos="71429">
                  <a:srgbClr val="77BE00">
                    <a:alpha val="4740"/>
                  </a:srgbClr>
                </a:gs>
                <a:gs pos="85714">
                  <a:srgbClr val="77BE00">
                    <a:alpha val="1902"/>
                  </a:srgbClr>
                </a:gs>
                <a:gs pos="100000">
                  <a:srgbClr val="77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6789618">
              <a:off x="2862626" y="2490213"/>
              <a:ext cx="552576" cy="40873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9082194">
              <a:off x="2353612" y="234350"/>
              <a:ext cx="470783" cy="118722"/>
            </a:xfrm>
            <a:prstGeom prst="ellipse">
              <a:avLst/>
            </a:prstGeom>
            <a:gradFill>
              <a:gsLst>
                <a:gs pos="0">
                  <a:srgbClr val="A1C300">
                    <a:alpha val="32968"/>
                  </a:srgbClr>
                </a:gs>
                <a:gs pos="14286">
                  <a:srgbClr val="A1C300">
                    <a:alpha val="30764"/>
                  </a:srgbClr>
                </a:gs>
                <a:gs pos="28571">
                  <a:srgbClr val="A1C300">
                    <a:alpha val="24833"/>
                  </a:srgbClr>
                </a:gs>
                <a:gs pos="42857">
                  <a:srgbClr val="A1C300">
                    <a:alpha val="17075"/>
                  </a:srgbClr>
                </a:gs>
                <a:gs pos="57143">
                  <a:srgbClr val="A1C300">
                    <a:alpha val="9855"/>
                  </a:srgbClr>
                </a:gs>
                <a:gs pos="71429">
                  <a:srgbClr val="A1C300">
                    <a:alpha val="4740"/>
                  </a:srgbClr>
                </a:gs>
                <a:gs pos="85714">
                  <a:srgbClr val="A1C300">
                    <a:alpha val="1902"/>
                  </a:srgbClr>
                </a:gs>
                <a:gs pos="100000">
                  <a:srgbClr val="A1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3513215">
              <a:off x="2982269" y="873911"/>
              <a:ext cx="649310" cy="44221"/>
            </a:xfrm>
            <a:prstGeom prst="ellipse">
              <a:avLst/>
            </a:prstGeom>
            <a:gradFill>
              <a:gsLst>
                <a:gs pos="0">
                  <a:srgbClr val="00A700">
                    <a:alpha val="32968"/>
                  </a:srgbClr>
                </a:gs>
                <a:gs pos="14286">
                  <a:srgbClr val="00A700">
                    <a:alpha val="30764"/>
                  </a:srgbClr>
                </a:gs>
                <a:gs pos="28571">
                  <a:srgbClr val="00A700">
                    <a:alpha val="24833"/>
                  </a:srgbClr>
                </a:gs>
                <a:gs pos="42857">
                  <a:srgbClr val="00A700">
                    <a:alpha val="17075"/>
                  </a:srgbClr>
                </a:gs>
                <a:gs pos="57143">
                  <a:srgbClr val="00A700">
                    <a:alpha val="9855"/>
                  </a:srgbClr>
                </a:gs>
                <a:gs pos="71429">
                  <a:srgbClr val="00A700">
                    <a:alpha val="4740"/>
                  </a:srgbClr>
                </a:gs>
                <a:gs pos="85714">
                  <a:srgbClr val="00A700">
                    <a:alpha val="1902"/>
                  </a:srgbClr>
                </a:gs>
                <a:gs pos="100000">
                  <a:srgbClr val="00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2945064">
              <a:off x="889367" y="2393914"/>
              <a:ext cx="820443" cy="46434"/>
            </a:xfrm>
            <a:prstGeom prst="ellipse">
              <a:avLst/>
            </a:prstGeom>
            <a:gradFill>
              <a:gsLst>
                <a:gs pos="0">
                  <a:srgbClr val="49B500">
                    <a:alpha val="32968"/>
                  </a:srgbClr>
                </a:gs>
                <a:gs pos="14286">
                  <a:srgbClr val="49B500">
                    <a:alpha val="30764"/>
                  </a:srgbClr>
                </a:gs>
                <a:gs pos="28571">
                  <a:srgbClr val="49B500">
                    <a:alpha val="24833"/>
                  </a:srgbClr>
                </a:gs>
                <a:gs pos="42857">
                  <a:srgbClr val="49B500">
                    <a:alpha val="17075"/>
                  </a:srgbClr>
                </a:gs>
                <a:gs pos="57143">
                  <a:srgbClr val="49B500">
                    <a:alpha val="9855"/>
                  </a:srgbClr>
                </a:gs>
                <a:gs pos="71429">
                  <a:srgbClr val="49B500">
                    <a:alpha val="4740"/>
                  </a:srgbClr>
                </a:gs>
                <a:gs pos="85714">
                  <a:srgbClr val="49B500">
                    <a:alpha val="1902"/>
                  </a:srgbClr>
                </a:gs>
                <a:gs pos="100000">
                  <a:srgbClr val="49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3964058">
              <a:off x="1417883" y="1070731"/>
              <a:ext cx="698278" cy="141046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4146521">
              <a:off x="2829322" y="943742"/>
              <a:ext cx="396409" cy="50649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7853604">
              <a:off x="272966" y="548739"/>
              <a:ext cx="752557" cy="284905"/>
            </a:xfrm>
            <a:prstGeom prst="ellipse">
              <a:avLst/>
            </a:prstGeom>
            <a:gradFill>
              <a:gsLst>
                <a:gs pos="0">
                  <a:srgbClr val="8BCB00">
                    <a:alpha val="32968"/>
                  </a:srgbClr>
                </a:gs>
                <a:gs pos="14286">
                  <a:srgbClr val="8BCB00">
                    <a:alpha val="30764"/>
                  </a:srgbClr>
                </a:gs>
                <a:gs pos="28571">
                  <a:srgbClr val="8BCB00">
                    <a:alpha val="24833"/>
                  </a:srgbClr>
                </a:gs>
                <a:gs pos="42857">
                  <a:srgbClr val="8BCB00">
                    <a:alpha val="17075"/>
                  </a:srgbClr>
                </a:gs>
                <a:gs pos="57143">
                  <a:srgbClr val="8BCB00">
                    <a:alpha val="9855"/>
                  </a:srgbClr>
                </a:gs>
                <a:gs pos="71429">
                  <a:srgbClr val="8BCB00">
                    <a:alpha val="4740"/>
                  </a:srgbClr>
                </a:gs>
                <a:gs pos="85714">
                  <a:srgbClr val="8BCB00">
                    <a:alpha val="1902"/>
                  </a:srgbClr>
                </a:gs>
                <a:gs pos="100000">
                  <a:srgbClr val="8B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4264548">
              <a:off x="3138339" y="969477"/>
              <a:ext cx="376408" cy="244483"/>
            </a:xfrm>
            <a:prstGeom prst="ellipse">
              <a:avLst/>
            </a:prstGeom>
            <a:gradFill>
              <a:gsLst>
                <a:gs pos="0">
                  <a:srgbClr val="9DDE00">
                    <a:alpha val="32968"/>
                  </a:srgbClr>
                </a:gs>
                <a:gs pos="14286">
                  <a:srgbClr val="9DDE00">
                    <a:alpha val="30764"/>
                  </a:srgbClr>
                </a:gs>
                <a:gs pos="28571">
                  <a:srgbClr val="9DDE00">
                    <a:alpha val="24833"/>
                  </a:srgbClr>
                </a:gs>
                <a:gs pos="42857">
                  <a:srgbClr val="9DDE00">
                    <a:alpha val="17075"/>
                  </a:srgbClr>
                </a:gs>
                <a:gs pos="57143">
                  <a:srgbClr val="9DDE00">
                    <a:alpha val="9855"/>
                  </a:srgbClr>
                </a:gs>
                <a:gs pos="71429">
                  <a:srgbClr val="9DDE00">
                    <a:alpha val="4740"/>
                  </a:srgbClr>
                </a:gs>
                <a:gs pos="85714">
                  <a:srgbClr val="9DDE00">
                    <a:alpha val="1902"/>
                  </a:srgbClr>
                </a:gs>
                <a:gs pos="100000">
                  <a:srgbClr val="9DD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160323">
              <a:off x="1186254" y="2580328"/>
              <a:ext cx="504310" cy="40804"/>
            </a:xfrm>
            <a:prstGeom prst="ellipse">
              <a:avLst/>
            </a:prstGeom>
            <a:gradFill>
              <a:gsLst>
                <a:gs pos="0">
                  <a:srgbClr val="61BB00">
                    <a:alpha val="32968"/>
                  </a:srgbClr>
                </a:gs>
                <a:gs pos="14286">
                  <a:srgbClr val="61BB00">
                    <a:alpha val="30764"/>
                  </a:srgbClr>
                </a:gs>
                <a:gs pos="28571">
                  <a:srgbClr val="61BB00">
                    <a:alpha val="24833"/>
                  </a:srgbClr>
                </a:gs>
                <a:gs pos="42857">
                  <a:srgbClr val="61BB00">
                    <a:alpha val="17075"/>
                  </a:srgbClr>
                </a:gs>
                <a:gs pos="57143">
                  <a:srgbClr val="61BB00">
                    <a:alpha val="9855"/>
                  </a:srgbClr>
                </a:gs>
                <a:gs pos="71429">
                  <a:srgbClr val="61BB00">
                    <a:alpha val="4740"/>
                  </a:srgbClr>
                </a:gs>
                <a:gs pos="85714">
                  <a:srgbClr val="61BB00">
                    <a:alpha val="1902"/>
                  </a:srgbClr>
                </a:gs>
                <a:gs pos="100000">
                  <a:srgbClr val="6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357484">
              <a:off x="699590" y="1567029"/>
              <a:ext cx="515686" cy="4416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6496221">
              <a:off x="149930" y="2358524"/>
              <a:ext cx="557800" cy="48347"/>
            </a:xfrm>
            <a:prstGeom prst="ellipse">
              <a:avLst/>
            </a:prstGeom>
            <a:gradFill>
              <a:gsLst>
                <a:gs pos="0">
                  <a:srgbClr val="560063">
                    <a:alpha val="32968"/>
                  </a:srgbClr>
                </a:gs>
                <a:gs pos="14286">
                  <a:srgbClr val="560063">
                    <a:alpha val="30764"/>
                  </a:srgbClr>
                </a:gs>
                <a:gs pos="28571">
                  <a:srgbClr val="560063">
                    <a:alpha val="24833"/>
                  </a:srgbClr>
                </a:gs>
                <a:gs pos="42857">
                  <a:srgbClr val="560063">
                    <a:alpha val="17075"/>
                  </a:srgbClr>
                </a:gs>
                <a:gs pos="57143">
                  <a:srgbClr val="560063">
                    <a:alpha val="9855"/>
                  </a:srgbClr>
                </a:gs>
                <a:gs pos="71429">
                  <a:srgbClr val="560063">
                    <a:alpha val="4740"/>
                  </a:srgbClr>
                </a:gs>
                <a:gs pos="85714">
                  <a:srgbClr val="560063">
                    <a:alpha val="1902"/>
                  </a:srgbClr>
                </a:gs>
                <a:gs pos="100000">
                  <a:srgbClr val="56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10097695">
              <a:off x="1005153" y="1827818"/>
              <a:ext cx="305978" cy="191302"/>
            </a:xfrm>
            <a:prstGeom prst="ellipse">
              <a:avLst/>
            </a:prstGeom>
            <a:gradFill>
              <a:gsLst>
                <a:gs pos="0">
                  <a:srgbClr val="C2FA00">
                    <a:alpha val="32968"/>
                  </a:srgbClr>
                </a:gs>
                <a:gs pos="14286">
                  <a:srgbClr val="C2FA00">
                    <a:alpha val="30764"/>
                  </a:srgbClr>
                </a:gs>
                <a:gs pos="28571">
                  <a:srgbClr val="C2FA00">
                    <a:alpha val="24833"/>
                  </a:srgbClr>
                </a:gs>
                <a:gs pos="42857">
                  <a:srgbClr val="C2FA00">
                    <a:alpha val="17075"/>
                  </a:srgbClr>
                </a:gs>
                <a:gs pos="57143">
                  <a:srgbClr val="C2FA00">
                    <a:alpha val="9855"/>
                  </a:srgbClr>
                </a:gs>
                <a:gs pos="71429">
                  <a:srgbClr val="C2FA00">
                    <a:alpha val="4740"/>
                  </a:srgbClr>
                </a:gs>
                <a:gs pos="85714">
                  <a:srgbClr val="C2FA00">
                    <a:alpha val="1902"/>
                  </a:srgbClr>
                </a:gs>
                <a:gs pos="100000">
                  <a:srgbClr val="C2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10021798">
              <a:off x="513964" y="2143460"/>
              <a:ext cx="711135" cy="198849"/>
            </a:xfrm>
            <a:prstGeom prst="ellipse">
              <a:avLst/>
            </a:prstGeom>
            <a:gradFill>
              <a:gsLst>
                <a:gs pos="0">
                  <a:srgbClr val="5CB900">
                    <a:alpha val="32968"/>
                  </a:srgbClr>
                </a:gs>
                <a:gs pos="14286">
                  <a:srgbClr val="5CB900">
                    <a:alpha val="30764"/>
                  </a:srgbClr>
                </a:gs>
                <a:gs pos="28571">
                  <a:srgbClr val="5CB900">
                    <a:alpha val="24833"/>
                  </a:srgbClr>
                </a:gs>
                <a:gs pos="42857">
                  <a:srgbClr val="5CB900">
                    <a:alpha val="17075"/>
                  </a:srgbClr>
                </a:gs>
                <a:gs pos="57143">
                  <a:srgbClr val="5CB900">
                    <a:alpha val="9855"/>
                  </a:srgbClr>
                </a:gs>
                <a:gs pos="71429">
                  <a:srgbClr val="5CB900">
                    <a:alpha val="4740"/>
                  </a:srgbClr>
                </a:gs>
                <a:gs pos="85714">
                  <a:srgbClr val="5CB900">
                    <a:alpha val="1902"/>
                  </a:srgbClr>
                </a:gs>
                <a:gs pos="100000">
                  <a:srgbClr val="5C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3075147">
              <a:off x="1060221" y="2543726"/>
              <a:ext cx="803708" cy="89725"/>
            </a:xfrm>
            <a:prstGeom prst="ellipse">
              <a:avLst/>
            </a:prstGeom>
            <a:gradFill>
              <a:gsLst>
                <a:gs pos="0">
                  <a:srgbClr val="65BC00">
                    <a:alpha val="32968"/>
                  </a:srgbClr>
                </a:gs>
                <a:gs pos="14286">
                  <a:srgbClr val="65BC00">
                    <a:alpha val="30764"/>
                  </a:srgbClr>
                </a:gs>
                <a:gs pos="28571">
                  <a:srgbClr val="65BC00">
                    <a:alpha val="24833"/>
                  </a:srgbClr>
                </a:gs>
                <a:gs pos="42857">
                  <a:srgbClr val="65BC00">
                    <a:alpha val="17075"/>
                  </a:srgbClr>
                </a:gs>
                <a:gs pos="57143">
                  <a:srgbClr val="65BC00">
                    <a:alpha val="9855"/>
                  </a:srgbClr>
                </a:gs>
                <a:gs pos="71429">
                  <a:srgbClr val="65BC00">
                    <a:alpha val="4740"/>
                  </a:srgbClr>
                </a:gs>
                <a:gs pos="85714">
                  <a:srgbClr val="65BC00">
                    <a:alpha val="1902"/>
                  </a:srgbClr>
                </a:gs>
                <a:gs pos="100000">
                  <a:srgbClr val="65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10630819">
              <a:off x="1594580" y="3422460"/>
              <a:ext cx="705303" cy="177015"/>
            </a:xfrm>
            <a:prstGeom prst="ellipse">
              <a:avLst/>
            </a:prstGeom>
            <a:gradFill>
              <a:gsLst>
                <a:gs pos="0">
                  <a:srgbClr val="FA4F00">
                    <a:alpha val="32968"/>
                  </a:srgbClr>
                </a:gs>
                <a:gs pos="14286">
                  <a:srgbClr val="FA4F00">
                    <a:alpha val="30764"/>
                  </a:srgbClr>
                </a:gs>
                <a:gs pos="28571">
                  <a:srgbClr val="FA4F00">
                    <a:alpha val="24833"/>
                  </a:srgbClr>
                </a:gs>
                <a:gs pos="42857">
                  <a:srgbClr val="FA4F00">
                    <a:alpha val="17075"/>
                  </a:srgbClr>
                </a:gs>
                <a:gs pos="57143">
                  <a:srgbClr val="FA4F00">
                    <a:alpha val="9855"/>
                  </a:srgbClr>
                </a:gs>
                <a:gs pos="71429">
                  <a:srgbClr val="FA4F00">
                    <a:alpha val="4740"/>
                  </a:srgbClr>
                </a:gs>
                <a:gs pos="85714">
                  <a:srgbClr val="FA4F00">
                    <a:alpha val="1902"/>
                  </a:srgbClr>
                </a:gs>
                <a:gs pos="100000">
                  <a:srgbClr val="FA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3551644">
              <a:off x="2206693" y="2088840"/>
              <a:ext cx="334376" cy="75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6671423">
              <a:off x="1413531" y="1134664"/>
              <a:ext cx="351472" cy="35707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9243680">
              <a:off x="1142432" y="2816572"/>
              <a:ext cx="869636" cy="24314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8946081">
              <a:off x="1109571" y="2765760"/>
              <a:ext cx="761219" cy="371231"/>
            </a:xfrm>
            <a:prstGeom prst="ellipse">
              <a:avLst/>
            </a:prstGeom>
            <a:gradFill>
              <a:gsLst>
                <a:gs pos="0">
                  <a:srgbClr val="F38C00">
                    <a:alpha val="32968"/>
                  </a:srgbClr>
                </a:gs>
                <a:gs pos="14286">
                  <a:srgbClr val="F38C00">
                    <a:alpha val="30764"/>
                  </a:srgbClr>
                </a:gs>
                <a:gs pos="28571">
                  <a:srgbClr val="F38C00">
                    <a:alpha val="24833"/>
                  </a:srgbClr>
                </a:gs>
                <a:gs pos="42857">
                  <a:srgbClr val="F38C00">
                    <a:alpha val="17075"/>
                  </a:srgbClr>
                </a:gs>
                <a:gs pos="57143">
                  <a:srgbClr val="F38C00">
                    <a:alpha val="9855"/>
                  </a:srgbClr>
                </a:gs>
                <a:gs pos="71429">
                  <a:srgbClr val="F38C00">
                    <a:alpha val="4740"/>
                  </a:srgbClr>
                </a:gs>
                <a:gs pos="85714">
                  <a:srgbClr val="F38C00">
                    <a:alpha val="1902"/>
                  </a:srgbClr>
                </a:gs>
                <a:gs pos="100000">
                  <a:srgbClr val="F3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8574720">
              <a:off x="700528" y="2347911"/>
              <a:ext cx="436384" cy="172689"/>
            </a:xfrm>
            <a:prstGeom prst="ellipse">
              <a:avLst/>
            </a:prstGeom>
            <a:gradFill>
              <a:gsLst>
                <a:gs pos="0">
                  <a:srgbClr val="FC9E00">
                    <a:alpha val="32968"/>
                  </a:srgbClr>
                </a:gs>
                <a:gs pos="14286">
                  <a:srgbClr val="FC9E00">
                    <a:alpha val="30764"/>
                  </a:srgbClr>
                </a:gs>
                <a:gs pos="28571">
                  <a:srgbClr val="FC9E00">
                    <a:alpha val="24833"/>
                  </a:srgbClr>
                </a:gs>
                <a:gs pos="42857">
                  <a:srgbClr val="FC9E00">
                    <a:alpha val="17075"/>
                  </a:srgbClr>
                </a:gs>
                <a:gs pos="57143">
                  <a:srgbClr val="FC9E00">
                    <a:alpha val="9855"/>
                  </a:srgbClr>
                </a:gs>
                <a:gs pos="71429">
                  <a:srgbClr val="FC9E00">
                    <a:alpha val="4740"/>
                  </a:srgbClr>
                </a:gs>
                <a:gs pos="85714">
                  <a:srgbClr val="FC9E00">
                    <a:alpha val="1902"/>
                  </a:srgbClr>
                </a:gs>
                <a:gs pos="100000">
                  <a:srgbClr val="FC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10067349">
              <a:off x="1300026" y="2832021"/>
              <a:ext cx="754239" cy="407083"/>
            </a:xfrm>
            <a:prstGeom prst="ellipse">
              <a:avLst/>
            </a:prstGeom>
            <a:gradFill>
              <a:gsLst>
                <a:gs pos="0">
                  <a:srgbClr val="FC7600">
                    <a:alpha val="32968"/>
                  </a:srgbClr>
                </a:gs>
                <a:gs pos="14286">
                  <a:srgbClr val="FC7600">
                    <a:alpha val="30764"/>
                  </a:srgbClr>
                </a:gs>
                <a:gs pos="28571">
                  <a:srgbClr val="FC7600">
                    <a:alpha val="24833"/>
                  </a:srgbClr>
                </a:gs>
                <a:gs pos="42857">
                  <a:srgbClr val="FC7600">
                    <a:alpha val="17075"/>
                  </a:srgbClr>
                </a:gs>
                <a:gs pos="57143">
                  <a:srgbClr val="FC7600">
                    <a:alpha val="9855"/>
                  </a:srgbClr>
                </a:gs>
                <a:gs pos="71429">
                  <a:srgbClr val="FC7600">
                    <a:alpha val="4740"/>
                  </a:srgbClr>
                </a:gs>
                <a:gs pos="85714">
                  <a:srgbClr val="FC7600">
                    <a:alpha val="1902"/>
                  </a:srgbClr>
                </a:gs>
                <a:gs pos="100000">
                  <a:srgbClr val="FC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3830232">
              <a:off x="637491" y="1601741"/>
              <a:ext cx="465219" cy="201772"/>
            </a:xfrm>
            <a:prstGeom prst="ellipse">
              <a:avLst/>
            </a:prstGeom>
            <a:gradFill>
              <a:gsLst>
                <a:gs pos="0">
                  <a:srgbClr val="C1F93F">
                    <a:alpha val="32968"/>
                  </a:srgbClr>
                </a:gs>
                <a:gs pos="14286">
                  <a:srgbClr val="C1F93F">
                    <a:alpha val="30764"/>
                  </a:srgbClr>
                </a:gs>
                <a:gs pos="28571">
                  <a:srgbClr val="C1F93F">
                    <a:alpha val="24833"/>
                  </a:srgbClr>
                </a:gs>
                <a:gs pos="42857">
                  <a:srgbClr val="C1F93F">
                    <a:alpha val="17075"/>
                  </a:srgbClr>
                </a:gs>
                <a:gs pos="57143">
                  <a:srgbClr val="C1F93F">
                    <a:alpha val="9855"/>
                  </a:srgbClr>
                </a:gs>
                <a:gs pos="71429">
                  <a:srgbClr val="C1F93F">
                    <a:alpha val="4740"/>
                  </a:srgbClr>
                </a:gs>
                <a:gs pos="85714">
                  <a:srgbClr val="C1F93F">
                    <a:alpha val="1902"/>
                  </a:srgbClr>
                </a:gs>
                <a:gs pos="100000">
                  <a:srgbClr val="C1F9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6239364">
              <a:off x="325695" y="1666584"/>
              <a:ext cx="753846" cy="172252"/>
            </a:xfrm>
            <a:prstGeom prst="ellipse">
              <a:avLst/>
            </a:prstGeom>
            <a:gradFill>
              <a:gsLst>
                <a:gs pos="0">
                  <a:srgbClr val="C9FF00">
                    <a:alpha val="28704"/>
                  </a:srgbClr>
                </a:gs>
                <a:gs pos="14286">
                  <a:srgbClr val="C9FF00">
                    <a:alpha val="26726"/>
                  </a:srgbClr>
                </a:gs>
                <a:gs pos="28571">
                  <a:srgbClr val="C9FF00">
                    <a:alpha val="21451"/>
                  </a:srgbClr>
                </a:gs>
                <a:gs pos="42857">
                  <a:srgbClr val="C9FF00">
                    <a:alpha val="14647"/>
                  </a:srgbClr>
                </a:gs>
                <a:gs pos="57143">
                  <a:srgbClr val="C9FF00">
                    <a:alpha val="8401"/>
                  </a:srgbClr>
                </a:gs>
                <a:gs pos="71429">
                  <a:srgbClr val="C9FF00">
                    <a:alpha val="4025"/>
                  </a:srgbClr>
                </a:gs>
                <a:gs pos="85714">
                  <a:srgbClr val="C9FF00">
                    <a:alpha val="1611"/>
                  </a:srgbClr>
                </a:gs>
                <a:gs pos="100000">
                  <a:srgbClr val="C9FF00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7881537">
              <a:off x="1849279" y="2188446"/>
              <a:ext cx="565137" cy="189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8362372">
              <a:off x="258633" y="2381116"/>
              <a:ext cx="439225" cy="195828"/>
            </a:xfrm>
            <a:prstGeom prst="ellipse">
              <a:avLst/>
            </a:prstGeom>
            <a:gradFill>
              <a:gsLst>
                <a:gs pos="0">
                  <a:srgbClr val="428400">
                    <a:alpha val="30435"/>
                  </a:srgbClr>
                </a:gs>
                <a:gs pos="14286">
                  <a:srgbClr val="428400">
                    <a:alpha val="28362"/>
                  </a:srgbClr>
                </a:gs>
                <a:gs pos="28571">
                  <a:srgbClr val="428400">
                    <a:alpha val="22816"/>
                  </a:srgbClr>
                </a:gs>
                <a:gs pos="42857">
                  <a:srgbClr val="428400">
                    <a:alpha val="15623"/>
                  </a:srgbClr>
                </a:gs>
                <a:gs pos="57143">
                  <a:srgbClr val="428400">
                    <a:alpha val="8983"/>
                  </a:srgbClr>
                </a:gs>
                <a:gs pos="71429">
                  <a:srgbClr val="428400">
                    <a:alpha val="4310"/>
                  </a:srgbClr>
                </a:gs>
                <a:gs pos="85714">
                  <a:srgbClr val="428400">
                    <a:alpha val="1727"/>
                  </a:srgbClr>
                </a:gs>
                <a:gs pos="100000">
                  <a:srgbClr val="4284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2902144">
              <a:off x="277113" y="2944818"/>
              <a:ext cx="397075" cy="551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7941047">
              <a:off x="2815770" y="2857255"/>
              <a:ext cx="589619" cy="156765"/>
            </a:xfrm>
            <a:prstGeom prst="ellipse">
              <a:avLst/>
            </a:prstGeom>
            <a:gradFill>
              <a:gsLst>
                <a:gs pos="0">
                  <a:srgbClr val="E55F00">
                    <a:alpha val="32968"/>
                  </a:srgbClr>
                </a:gs>
                <a:gs pos="14286">
                  <a:srgbClr val="E55F00">
                    <a:alpha val="30764"/>
                  </a:srgbClr>
                </a:gs>
                <a:gs pos="28571">
                  <a:srgbClr val="E55F00">
                    <a:alpha val="24833"/>
                  </a:srgbClr>
                </a:gs>
                <a:gs pos="42857">
                  <a:srgbClr val="E55F00">
                    <a:alpha val="17075"/>
                  </a:srgbClr>
                </a:gs>
                <a:gs pos="57143">
                  <a:srgbClr val="E55F00">
                    <a:alpha val="9855"/>
                  </a:srgbClr>
                </a:gs>
                <a:gs pos="71429">
                  <a:srgbClr val="E55F00">
                    <a:alpha val="4740"/>
                  </a:srgbClr>
                </a:gs>
                <a:gs pos="85714">
                  <a:srgbClr val="E55F00">
                    <a:alpha val="1902"/>
                  </a:srgbClr>
                </a:gs>
                <a:gs pos="100000">
                  <a:srgbClr val="E55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3691895">
              <a:off x="3045437" y="974363"/>
              <a:ext cx="632406" cy="77910"/>
            </a:xfrm>
            <a:prstGeom prst="ellipse">
              <a:avLst/>
            </a:prstGeom>
            <a:gradFill>
              <a:gsLst>
                <a:gs pos="0">
                  <a:srgbClr val="00BD00">
                    <a:alpha val="32968"/>
                  </a:srgbClr>
                </a:gs>
                <a:gs pos="14286">
                  <a:srgbClr val="00BD00">
                    <a:alpha val="30764"/>
                  </a:srgbClr>
                </a:gs>
                <a:gs pos="28571">
                  <a:srgbClr val="00BD00">
                    <a:alpha val="24833"/>
                  </a:srgbClr>
                </a:gs>
                <a:gs pos="42857">
                  <a:srgbClr val="00BD00">
                    <a:alpha val="17075"/>
                  </a:srgbClr>
                </a:gs>
                <a:gs pos="57143">
                  <a:srgbClr val="00BD00">
                    <a:alpha val="9855"/>
                  </a:srgbClr>
                </a:gs>
                <a:gs pos="71429">
                  <a:srgbClr val="00BD00">
                    <a:alpha val="4740"/>
                  </a:srgbClr>
                </a:gs>
                <a:gs pos="85714">
                  <a:srgbClr val="00BD00">
                    <a:alpha val="1902"/>
                  </a:srgbClr>
                </a:gs>
                <a:gs pos="100000">
                  <a:srgbClr val="00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503231">
              <a:off x="1589701" y="2904567"/>
              <a:ext cx="746825" cy="35608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9988861">
              <a:off x="1385754" y="2143346"/>
              <a:ext cx="686410" cy="156373"/>
            </a:xfrm>
            <a:prstGeom prst="ellipse">
              <a:avLst/>
            </a:prstGeom>
            <a:gradFill>
              <a:gsLst>
                <a:gs pos="0">
                  <a:srgbClr val="B4FF00">
                    <a:alpha val="32968"/>
                  </a:srgbClr>
                </a:gs>
                <a:gs pos="14286">
                  <a:srgbClr val="B4FF00">
                    <a:alpha val="30764"/>
                  </a:srgbClr>
                </a:gs>
                <a:gs pos="28571">
                  <a:srgbClr val="B4FF00">
                    <a:alpha val="24833"/>
                  </a:srgbClr>
                </a:gs>
                <a:gs pos="42857">
                  <a:srgbClr val="B4FF00">
                    <a:alpha val="17075"/>
                  </a:srgbClr>
                </a:gs>
                <a:gs pos="57143">
                  <a:srgbClr val="B4FF00">
                    <a:alpha val="9855"/>
                  </a:srgbClr>
                </a:gs>
                <a:gs pos="71429">
                  <a:srgbClr val="B4FF00">
                    <a:alpha val="4740"/>
                  </a:srgbClr>
                </a:gs>
                <a:gs pos="85714">
                  <a:srgbClr val="B4FF00">
                    <a:alpha val="1902"/>
                  </a:srgbClr>
                </a:gs>
                <a:gs pos="100000">
                  <a:srgbClr val="B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2717232">
              <a:off x="1407496" y="2729255"/>
              <a:ext cx="675262" cy="213384"/>
            </a:xfrm>
            <a:prstGeom prst="ellipse">
              <a:avLst/>
            </a:prstGeom>
            <a:gradFill>
              <a:gsLst>
                <a:gs pos="0">
                  <a:srgbClr val="6ECC00">
                    <a:alpha val="32968"/>
                  </a:srgbClr>
                </a:gs>
                <a:gs pos="14286">
                  <a:srgbClr val="6ECC00">
                    <a:alpha val="30764"/>
                  </a:srgbClr>
                </a:gs>
                <a:gs pos="28571">
                  <a:srgbClr val="6ECC00">
                    <a:alpha val="24833"/>
                  </a:srgbClr>
                </a:gs>
                <a:gs pos="42857">
                  <a:srgbClr val="6ECC00">
                    <a:alpha val="17075"/>
                  </a:srgbClr>
                </a:gs>
                <a:gs pos="57143">
                  <a:srgbClr val="6ECC00">
                    <a:alpha val="9855"/>
                  </a:srgbClr>
                </a:gs>
                <a:gs pos="71429">
                  <a:srgbClr val="6ECC00">
                    <a:alpha val="4740"/>
                  </a:srgbClr>
                </a:gs>
                <a:gs pos="85714">
                  <a:srgbClr val="6ECC00">
                    <a:alpha val="1902"/>
                  </a:srgbClr>
                </a:gs>
                <a:gs pos="100000">
                  <a:srgbClr val="6E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3485717">
              <a:off x="2923905" y="829436"/>
              <a:ext cx="690676" cy="107570"/>
            </a:xfrm>
            <a:prstGeom prst="ellipse">
              <a:avLst/>
            </a:prstGeom>
            <a:gradFill>
              <a:gsLst>
                <a:gs pos="0">
                  <a:srgbClr val="A7C600">
                    <a:alpha val="32968"/>
                  </a:srgbClr>
                </a:gs>
                <a:gs pos="14286">
                  <a:srgbClr val="A7C600">
                    <a:alpha val="30764"/>
                  </a:srgbClr>
                </a:gs>
                <a:gs pos="28571">
                  <a:srgbClr val="A7C600">
                    <a:alpha val="24833"/>
                  </a:srgbClr>
                </a:gs>
                <a:gs pos="42857">
                  <a:srgbClr val="A7C600">
                    <a:alpha val="17075"/>
                  </a:srgbClr>
                </a:gs>
                <a:gs pos="57143">
                  <a:srgbClr val="A7C600">
                    <a:alpha val="9855"/>
                  </a:srgbClr>
                </a:gs>
                <a:gs pos="71429">
                  <a:srgbClr val="A7C600">
                    <a:alpha val="4740"/>
                  </a:srgbClr>
                </a:gs>
                <a:gs pos="85714">
                  <a:srgbClr val="A7C600">
                    <a:alpha val="1902"/>
                  </a:srgbClr>
                </a:gs>
                <a:gs pos="100000">
                  <a:srgbClr val="A7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9333515">
              <a:off x="1369694" y="717233"/>
              <a:ext cx="325946" cy="33135"/>
            </a:xfrm>
            <a:prstGeom prst="ellipse">
              <a:avLst/>
            </a:prstGeom>
            <a:gradFill>
              <a:gsLst>
                <a:gs pos="0">
                  <a:srgbClr val="009F00">
                    <a:alpha val="32968"/>
                  </a:srgbClr>
                </a:gs>
                <a:gs pos="14286">
                  <a:srgbClr val="009F00">
                    <a:alpha val="30764"/>
                  </a:srgbClr>
                </a:gs>
                <a:gs pos="28571">
                  <a:srgbClr val="009F00">
                    <a:alpha val="24833"/>
                  </a:srgbClr>
                </a:gs>
                <a:gs pos="42857">
                  <a:srgbClr val="009F00">
                    <a:alpha val="17075"/>
                  </a:srgbClr>
                </a:gs>
                <a:gs pos="57143">
                  <a:srgbClr val="009F00">
                    <a:alpha val="9855"/>
                  </a:srgbClr>
                </a:gs>
                <a:gs pos="71429">
                  <a:srgbClr val="009F00">
                    <a:alpha val="4740"/>
                  </a:srgbClr>
                </a:gs>
                <a:gs pos="85714">
                  <a:srgbClr val="009F00">
                    <a:alpha val="1902"/>
                  </a:srgbClr>
                </a:gs>
                <a:gs pos="100000">
                  <a:srgbClr val="00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10784249">
              <a:off x="1649012" y="2815209"/>
              <a:ext cx="555515" cy="182701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8522513">
              <a:off x="475271" y="355136"/>
              <a:ext cx="761509" cy="168388"/>
            </a:xfrm>
            <a:prstGeom prst="ellipse">
              <a:avLst/>
            </a:prstGeom>
            <a:gradFill>
              <a:gsLst>
                <a:gs pos="0">
                  <a:srgbClr val="82C300">
                    <a:alpha val="32968"/>
                  </a:srgbClr>
                </a:gs>
                <a:gs pos="14286">
                  <a:srgbClr val="82C300">
                    <a:alpha val="30764"/>
                  </a:srgbClr>
                </a:gs>
                <a:gs pos="28571">
                  <a:srgbClr val="82C300">
                    <a:alpha val="24833"/>
                  </a:srgbClr>
                </a:gs>
                <a:gs pos="42857">
                  <a:srgbClr val="82C300">
                    <a:alpha val="17075"/>
                  </a:srgbClr>
                </a:gs>
                <a:gs pos="57143">
                  <a:srgbClr val="82C300">
                    <a:alpha val="9855"/>
                  </a:srgbClr>
                </a:gs>
                <a:gs pos="71429">
                  <a:srgbClr val="82C300">
                    <a:alpha val="4740"/>
                  </a:srgbClr>
                </a:gs>
                <a:gs pos="85714">
                  <a:srgbClr val="82C300">
                    <a:alpha val="1902"/>
                  </a:srgbClr>
                </a:gs>
                <a:gs pos="100000">
                  <a:srgbClr val="82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8458748">
              <a:off x="269678" y="2515302"/>
              <a:ext cx="854848" cy="48127"/>
            </a:xfrm>
            <a:prstGeom prst="ellipse">
              <a:avLst/>
            </a:prstGeom>
            <a:gradFill>
              <a:gsLst>
                <a:gs pos="0">
                  <a:srgbClr val="FF7000">
                    <a:alpha val="32968"/>
                  </a:srgbClr>
                </a:gs>
                <a:gs pos="14286">
                  <a:srgbClr val="FF7000">
                    <a:alpha val="30764"/>
                  </a:srgbClr>
                </a:gs>
                <a:gs pos="28571">
                  <a:srgbClr val="FF7000">
                    <a:alpha val="24833"/>
                  </a:srgbClr>
                </a:gs>
                <a:gs pos="42857">
                  <a:srgbClr val="FF7000">
                    <a:alpha val="17075"/>
                  </a:srgbClr>
                </a:gs>
                <a:gs pos="57143">
                  <a:srgbClr val="FF7000">
                    <a:alpha val="9855"/>
                  </a:srgbClr>
                </a:gs>
                <a:gs pos="71429">
                  <a:srgbClr val="FF7000">
                    <a:alpha val="4740"/>
                  </a:srgbClr>
                </a:gs>
                <a:gs pos="85714">
                  <a:srgbClr val="FF7000">
                    <a:alpha val="1902"/>
                  </a:srgbClr>
                </a:gs>
                <a:gs pos="100000">
                  <a:srgbClr val="FF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9794058">
              <a:off x="880499" y="1419740"/>
              <a:ext cx="388856" cy="115557"/>
            </a:xfrm>
            <a:prstGeom prst="ellipse">
              <a:avLst/>
            </a:prstGeom>
            <a:gradFill>
              <a:gsLst>
                <a:gs pos="0">
                  <a:srgbClr val="BDFF00">
                    <a:alpha val="32968"/>
                  </a:srgbClr>
                </a:gs>
                <a:gs pos="14286">
                  <a:srgbClr val="BDFF00">
                    <a:alpha val="30764"/>
                  </a:srgbClr>
                </a:gs>
                <a:gs pos="28571">
                  <a:srgbClr val="BDFF00">
                    <a:alpha val="24833"/>
                  </a:srgbClr>
                </a:gs>
                <a:gs pos="42857">
                  <a:srgbClr val="BDFF00">
                    <a:alpha val="17075"/>
                  </a:srgbClr>
                </a:gs>
                <a:gs pos="57143">
                  <a:srgbClr val="BDFF00">
                    <a:alpha val="9855"/>
                  </a:srgbClr>
                </a:gs>
                <a:gs pos="71429">
                  <a:srgbClr val="BDFF00">
                    <a:alpha val="4740"/>
                  </a:srgbClr>
                </a:gs>
                <a:gs pos="85714">
                  <a:srgbClr val="BDFF00">
                    <a:alpha val="1902"/>
                  </a:srgbClr>
                </a:gs>
                <a:gs pos="100000">
                  <a:srgbClr val="B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-9237571">
              <a:off x="1654487" y="670526"/>
              <a:ext cx="825791" cy="126102"/>
            </a:xfrm>
            <a:prstGeom prst="ellipse">
              <a:avLst/>
            </a:prstGeom>
            <a:gradFill>
              <a:gsLst>
                <a:gs pos="0">
                  <a:srgbClr val="4EB900">
                    <a:alpha val="32968"/>
                  </a:srgbClr>
                </a:gs>
                <a:gs pos="14286">
                  <a:srgbClr val="4EB900">
                    <a:alpha val="30764"/>
                  </a:srgbClr>
                </a:gs>
                <a:gs pos="28571">
                  <a:srgbClr val="4EB900">
                    <a:alpha val="24833"/>
                  </a:srgbClr>
                </a:gs>
                <a:gs pos="42857">
                  <a:srgbClr val="4EB900">
                    <a:alpha val="17075"/>
                  </a:srgbClr>
                </a:gs>
                <a:gs pos="57143">
                  <a:srgbClr val="4EB900">
                    <a:alpha val="9855"/>
                  </a:srgbClr>
                </a:gs>
                <a:gs pos="71429">
                  <a:srgbClr val="4EB900">
                    <a:alpha val="4740"/>
                  </a:srgbClr>
                </a:gs>
                <a:gs pos="85714">
                  <a:srgbClr val="4EB900">
                    <a:alpha val="1902"/>
                  </a:srgbClr>
                </a:gs>
                <a:gs pos="100000">
                  <a:srgbClr val="4E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8412426">
              <a:off x="2424119" y="1282703"/>
              <a:ext cx="433593" cy="127245"/>
            </a:xfrm>
            <a:prstGeom prst="ellipse">
              <a:avLst/>
            </a:prstGeom>
            <a:gradFill>
              <a:gsLst>
                <a:gs pos="0">
                  <a:srgbClr val="009A00">
                    <a:alpha val="32968"/>
                  </a:srgbClr>
                </a:gs>
                <a:gs pos="14286">
                  <a:srgbClr val="009A00">
                    <a:alpha val="30764"/>
                  </a:srgbClr>
                </a:gs>
                <a:gs pos="28571">
                  <a:srgbClr val="009A00">
                    <a:alpha val="24833"/>
                  </a:srgbClr>
                </a:gs>
                <a:gs pos="42857">
                  <a:srgbClr val="009A00">
                    <a:alpha val="17075"/>
                  </a:srgbClr>
                </a:gs>
                <a:gs pos="57143">
                  <a:srgbClr val="009A00">
                    <a:alpha val="9855"/>
                  </a:srgbClr>
                </a:gs>
                <a:gs pos="71429">
                  <a:srgbClr val="009A00">
                    <a:alpha val="4740"/>
                  </a:srgbClr>
                </a:gs>
                <a:gs pos="85714">
                  <a:srgbClr val="009A00">
                    <a:alpha val="1902"/>
                  </a:srgbClr>
                </a:gs>
                <a:gs pos="100000">
                  <a:srgbClr val="009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103174">
              <a:off x="1417512" y="1841992"/>
              <a:ext cx="485056" cy="28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8636375">
              <a:off x="1780346" y="1753506"/>
              <a:ext cx="467620" cy="53844"/>
            </a:xfrm>
            <a:prstGeom prst="ellipse">
              <a:avLst/>
            </a:prstGeom>
            <a:gradFill>
              <a:gsLst>
                <a:gs pos="0">
                  <a:srgbClr val="FB3B00">
                    <a:alpha val="32968"/>
                  </a:srgbClr>
                </a:gs>
                <a:gs pos="14286">
                  <a:srgbClr val="FB3B00">
                    <a:alpha val="30764"/>
                  </a:srgbClr>
                </a:gs>
                <a:gs pos="28571">
                  <a:srgbClr val="FB3B00">
                    <a:alpha val="24833"/>
                  </a:srgbClr>
                </a:gs>
                <a:gs pos="42857">
                  <a:srgbClr val="FB3B00">
                    <a:alpha val="17075"/>
                  </a:srgbClr>
                </a:gs>
                <a:gs pos="57143">
                  <a:srgbClr val="FB3B00">
                    <a:alpha val="9855"/>
                  </a:srgbClr>
                </a:gs>
                <a:gs pos="71429">
                  <a:srgbClr val="FB3B00">
                    <a:alpha val="4740"/>
                  </a:srgbClr>
                </a:gs>
                <a:gs pos="85714">
                  <a:srgbClr val="FB3B00">
                    <a:alpha val="1902"/>
                  </a:srgbClr>
                </a:gs>
                <a:gs pos="100000">
                  <a:srgbClr val="FB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6564255">
              <a:off x="1743355" y="1208440"/>
              <a:ext cx="420965" cy="310434"/>
            </a:xfrm>
            <a:prstGeom prst="ellipse">
              <a:avLst/>
            </a:prstGeom>
            <a:gradFill>
              <a:gsLst>
                <a:gs pos="0">
                  <a:srgbClr val="FFA800">
                    <a:alpha val="32710"/>
                  </a:srgbClr>
                </a:gs>
                <a:gs pos="14286">
                  <a:srgbClr val="FFA800">
                    <a:alpha val="30519"/>
                  </a:srgbClr>
                </a:gs>
                <a:gs pos="28571">
                  <a:srgbClr val="FFA800">
                    <a:alpha val="24627"/>
                  </a:srgbClr>
                </a:gs>
                <a:gs pos="42857">
                  <a:srgbClr val="FFA800">
                    <a:alpha val="16926"/>
                  </a:srgbClr>
                </a:gs>
                <a:gs pos="57143">
                  <a:srgbClr val="FFA800">
                    <a:alpha val="9765"/>
                  </a:srgbClr>
                </a:gs>
                <a:gs pos="71429">
                  <a:srgbClr val="FFA800">
                    <a:alpha val="4696"/>
                  </a:srgbClr>
                </a:gs>
                <a:gs pos="85714">
                  <a:srgbClr val="FFA800">
                    <a:alpha val="1884"/>
                  </a:srgbClr>
                </a:gs>
                <a:gs pos="100000">
                  <a:srgbClr val="FFA8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9017102">
              <a:off x="2349188" y="285188"/>
              <a:ext cx="680133" cy="33021"/>
            </a:xfrm>
            <a:prstGeom prst="ellipse">
              <a:avLst/>
            </a:prstGeom>
            <a:gradFill>
              <a:gsLst>
                <a:gs pos="0">
                  <a:srgbClr val="45BB00">
                    <a:alpha val="32968"/>
                  </a:srgbClr>
                </a:gs>
                <a:gs pos="14286">
                  <a:srgbClr val="45BB00">
                    <a:alpha val="30764"/>
                  </a:srgbClr>
                </a:gs>
                <a:gs pos="28571">
                  <a:srgbClr val="45BB00">
                    <a:alpha val="24833"/>
                  </a:srgbClr>
                </a:gs>
                <a:gs pos="42857">
                  <a:srgbClr val="45BB00">
                    <a:alpha val="17075"/>
                  </a:srgbClr>
                </a:gs>
                <a:gs pos="57143">
                  <a:srgbClr val="45BB00">
                    <a:alpha val="9855"/>
                  </a:srgbClr>
                </a:gs>
                <a:gs pos="71429">
                  <a:srgbClr val="45BB00">
                    <a:alpha val="4740"/>
                  </a:srgbClr>
                </a:gs>
                <a:gs pos="85714">
                  <a:srgbClr val="45BB00">
                    <a:alpha val="1902"/>
                  </a:srgbClr>
                </a:gs>
                <a:gs pos="100000">
                  <a:srgbClr val="45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8617071">
              <a:off x="550609" y="2376893"/>
              <a:ext cx="652198" cy="89513"/>
            </a:xfrm>
            <a:prstGeom prst="ellipse">
              <a:avLst/>
            </a:prstGeom>
            <a:gradFill>
              <a:gsLst>
                <a:gs pos="0">
                  <a:srgbClr val="FA5500">
                    <a:alpha val="32968"/>
                  </a:srgbClr>
                </a:gs>
                <a:gs pos="14286">
                  <a:srgbClr val="FA5500">
                    <a:alpha val="30764"/>
                  </a:srgbClr>
                </a:gs>
                <a:gs pos="28571">
                  <a:srgbClr val="FA5500">
                    <a:alpha val="24833"/>
                  </a:srgbClr>
                </a:gs>
                <a:gs pos="42857">
                  <a:srgbClr val="FA5500">
                    <a:alpha val="17075"/>
                  </a:srgbClr>
                </a:gs>
                <a:gs pos="57143">
                  <a:srgbClr val="FA5500">
                    <a:alpha val="9855"/>
                  </a:srgbClr>
                </a:gs>
                <a:gs pos="71429">
                  <a:srgbClr val="FA5500">
                    <a:alpha val="4740"/>
                  </a:srgbClr>
                </a:gs>
                <a:gs pos="85714">
                  <a:srgbClr val="FA5500">
                    <a:alpha val="1902"/>
                  </a:srgbClr>
                </a:gs>
                <a:gs pos="100000">
                  <a:srgbClr val="FA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963505">
              <a:off x="1039350" y="108373"/>
              <a:ext cx="764523" cy="65467"/>
            </a:xfrm>
            <a:prstGeom prst="ellipse">
              <a:avLst/>
            </a:prstGeom>
            <a:gradFill>
              <a:gsLst>
                <a:gs pos="0">
                  <a:srgbClr val="92C300">
                    <a:alpha val="32968"/>
                  </a:srgbClr>
                </a:gs>
                <a:gs pos="14286">
                  <a:srgbClr val="92C300">
                    <a:alpha val="30764"/>
                  </a:srgbClr>
                </a:gs>
                <a:gs pos="28571">
                  <a:srgbClr val="92C300">
                    <a:alpha val="24833"/>
                  </a:srgbClr>
                </a:gs>
                <a:gs pos="42857">
                  <a:srgbClr val="92C300">
                    <a:alpha val="17075"/>
                  </a:srgbClr>
                </a:gs>
                <a:gs pos="57143">
                  <a:srgbClr val="92C300">
                    <a:alpha val="9855"/>
                  </a:srgbClr>
                </a:gs>
                <a:gs pos="71429">
                  <a:srgbClr val="92C300">
                    <a:alpha val="4740"/>
                  </a:srgbClr>
                </a:gs>
                <a:gs pos="85714">
                  <a:srgbClr val="92C300">
                    <a:alpha val="1902"/>
                  </a:srgbClr>
                </a:gs>
                <a:gs pos="100000">
                  <a:srgbClr val="92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064879">
              <a:off x="1986531" y="104181"/>
              <a:ext cx="640760" cy="237227"/>
            </a:xfrm>
            <a:prstGeom prst="ellipse">
              <a:avLst/>
            </a:prstGeom>
            <a:gradFill>
              <a:gsLst>
                <a:gs pos="0">
                  <a:srgbClr val="84BB00">
                    <a:alpha val="32968"/>
                  </a:srgbClr>
                </a:gs>
                <a:gs pos="14286">
                  <a:srgbClr val="84BB00">
                    <a:alpha val="30764"/>
                  </a:srgbClr>
                </a:gs>
                <a:gs pos="28571">
                  <a:srgbClr val="84BB00">
                    <a:alpha val="24833"/>
                  </a:srgbClr>
                </a:gs>
                <a:gs pos="42857">
                  <a:srgbClr val="84BB00">
                    <a:alpha val="17075"/>
                  </a:srgbClr>
                </a:gs>
                <a:gs pos="57143">
                  <a:srgbClr val="84BB00">
                    <a:alpha val="9855"/>
                  </a:srgbClr>
                </a:gs>
                <a:gs pos="71429">
                  <a:srgbClr val="84BB00">
                    <a:alpha val="4740"/>
                  </a:srgbClr>
                </a:gs>
                <a:gs pos="85714">
                  <a:srgbClr val="84BB00">
                    <a:alpha val="1902"/>
                  </a:srgbClr>
                </a:gs>
                <a:gs pos="100000">
                  <a:srgbClr val="84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9991602">
              <a:off x="1855871" y="84991"/>
              <a:ext cx="674039" cy="150201"/>
            </a:xfrm>
            <a:prstGeom prst="ellipse">
              <a:avLst/>
            </a:prstGeom>
            <a:gradFill>
              <a:gsLst>
                <a:gs pos="0">
                  <a:srgbClr val="8FC600">
                    <a:alpha val="32968"/>
                  </a:srgbClr>
                </a:gs>
                <a:gs pos="14286">
                  <a:srgbClr val="8FC600">
                    <a:alpha val="30764"/>
                  </a:srgbClr>
                </a:gs>
                <a:gs pos="28571">
                  <a:srgbClr val="8FC600">
                    <a:alpha val="24833"/>
                  </a:srgbClr>
                </a:gs>
                <a:gs pos="42857">
                  <a:srgbClr val="8FC600">
                    <a:alpha val="17075"/>
                  </a:srgbClr>
                </a:gs>
                <a:gs pos="57143">
                  <a:srgbClr val="8FC600">
                    <a:alpha val="9855"/>
                  </a:srgbClr>
                </a:gs>
                <a:gs pos="71429">
                  <a:srgbClr val="8FC600">
                    <a:alpha val="4740"/>
                  </a:srgbClr>
                </a:gs>
                <a:gs pos="85714">
                  <a:srgbClr val="8FC600">
                    <a:alpha val="1902"/>
                  </a:srgbClr>
                </a:gs>
                <a:gs pos="100000">
                  <a:srgbClr val="8F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10245671">
              <a:off x="2069188" y="943798"/>
              <a:ext cx="643114" cy="56465"/>
            </a:xfrm>
            <a:prstGeom prst="ellipse">
              <a:avLst/>
            </a:prstGeom>
            <a:gradFill>
              <a:gsLst>
                <a:gs pos="0">
                  <a:srgbClr val="D0FF26">
                    <a:alpha val="10276"/>
                  </a:srgbClr>
                </a:gs>
                <a:gs pos="14286">
                  <a:srgbClr val="D0FF26">
                    <a:alpha val="9486"/>
                  </a:srgbClr>
                </a:gs>
                <a:gs pos="28571">
                  <a:srgbClr val="D0FF26">
                    <a:alpha val="7447"/>
                  </a:srgbClr>
                </a:gs>
                <a:gs pos="42857">
                  <a:srgbClr val="D0FF26">
                    <a:alpha val="4949"/>
                  </a:srgbClr>
                </a:gs>
                <a:gs pos="57143">
                  <a:srgbClr val="D0FF26">
                    <a:alpha val="2773"/>
                  </a:srgbClr>
                </a:gs>
                <a:gs pos="71429">
                  <a:srgbClr val="D0FF26">
                    <a:alpha val="1308"/>
                  </a:srgbClr>
                </a:gs>
                <a:gs pos="85714">
                  <a:srgbClr val="D0FF26">
                    <a:alpha val="519"/>
                  </a:srgbClr>
                </a:gs>
                <a:gs pos="100000">
                  <a:srgbClr val="D0FF26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2950665">
              <a:off x="940796" y="2397384"/>
              <a:ext cx="472887" cy="239866"/>
            </a:xfrm>
            <a:prstGeom prst="ellipse">
              <a:avLst/>
            </a:prstGeom>
            <a:gradFill>
              <a:gsLst>
                <a:gs pos="0">
                  <a:srgbClr val="FFB400">
                    <a:alpha val="32968"/>
                  </a:srgbClr>
                </a:gs>
                <a:gs pos="14286">
                  <a:srgbClr val="FFB400">
                    <a:alpha val="30764"/>
                  </a:srgbClr>
                </a:gs>
                <a:gs pos="28571">
                  <a:srgbClr val="FFB400">
                    <a:alpha val="24833"/>
                  </a:srgbClr>
                </a:gs>
                <a:gs pos="42857">
                  <a:srgbClr val="FFB400">
                    <a:alpha val="17075"/>
                  </a:srgbClr>
                </a:gs>
                <a:gs pos="57143">
                  <a:srgbClr val="FFB400">
                    <a:alpha val="9855"/>
                  </a:srgbClr>
                </a:gs>
                <a:gs pos="71429">
                  <a:srgbClr val="FFB400">
                    <a:alpha val="4740"/>
                  </a:srgbClr>
                </a:gs>
                <a:gs pos="85714">
                  <a:srgbClr val="FFB400">
                    <a:alpha val="1902"/>
                  </a:srgbClr>
                </a:gs>
                <a:gs pos="100000">
                  <a:srgbClr val="FF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-8670412">
              <a:off x="1444793" y="2666530"/>
              <a:ext cx="702151" cy="293692"/>
            </a:xfrm>
            <a:prstGeom prst="ellipse">
              <a:avLst/>
            </a:prstGeom>
            <a:gradFill>
              <a:gsLst>
                <a:gs pos="0">
                  <a:srgbClr val="7DAB00">
                    <a:alpha val="32968"/>
                  </a:srgbClr>
                </a:gs>
                <a:gs pos="14286">
                  <a:srgbClr val="7DAB00">
                    <a:alpha val="30764"/>
                  </a:srgbClr>
                </a:gs>
                <a:gs pos="28571">
                  <a:srgbClr val="7DAB00">
                    <a:alpha val="24833"/>
                  </a:srgbClr>
                </a:gs>
                <a:gs pos="42857">
                  <a:srgbClr val="7DAB00">
                    <a:alpha val="17075"/>
                  </a:srgbClr>
                </a:gs>
                <a:gs pos="57143">
                  <a:srgbClr val="7DAB00">
                    <a:alpha val="9855"/>
                  </a:srgbClr>
                </a:gs>
                <a:gs pos="71429">
                  <a:srgbClr val="7DAB00">
                    <a:alpha val="4740"/>
                  </a:srgbClr>
                </a:gs>
                <a:gs pos="85714">
                  <a:srgbClr val="7DAB00">
                    <a:alpha val="1902"/>
                  </a:srgbClr>
                </a:gs>
                <a:gs pos="100000">
                  <a:srgbClr val="7DA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10303765">
              <a:off x="1373457" y="3502070"/>
              <a:ext cx="347196" cy="70005"/>
            </a:xfrm>
            <a:prstGeom prst="ellipse">
              <a:avLst/>
            </a:prstGeom>
            <a:gradFill>
              <a:gsLst>
                <a:gs pos="0">
                  <a:srgbClr val="FE6C00">
                    <a:alpha val="32968"/>
                  </a:srgbClr>
                </a:gs>
                <a:gs pos="14286">
                  <a:srgbClr val="FE6C00">
                    <a:alpha val="30764"/>
                  </a:srgbClr>
                </a:gs>
                <a:gs pos="28571">
                  <a:srgbClr val="FE6C00">
                    <a:alpha val="24833"/>
                  </a:srgbClr>
                </a:gs>
                <a:gs pos="42857">
                  <a:srgbClr val="FE6C00">
                    <a:alpha val="17075"/>
                  </a:srgbClr>
                </a:gs>
                <a:gs pos="57143">
                  <a:srgbClr val="FE6C00">
                    <a:alpha val="9855"/>
                  </a:srgbClr>
                </a:gs>
                <a:gs pos="71429">
                  <a:srgbClr val="FE6C00">
                    <a:alpha val="4740"/>
                  </a:srgbClr>
                </a:gs>
                <a:gs pos="85714">
                  <a:srgbClr val="FE6C00">
                    <a:alpha val="1902"/>
                  </a:srgbClr>
                </a:gs>
                <a:gs pos="100000">
                  <a:srgbClr val="FE6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9147592">
              <a:off x="1761700" y="2725044"/>
              <a:ext cx="569517" cy="227830"/>
            </a:xfrm>
            <a:prstGeom prst="ellipse">
              <a:avLst/>
            </a:prstGeom>
            <a:gradFill>
              <a:gsLst>
                <a:gs pos="0">
                  <a:srgbClr val="3D3400">
                    <a:alpha val="32968"/>
                  </a:srgbClr>
                </a:gs>
                <a:gs pos="14286">
                  <a:srgbClr val="3D3400">
                    <a:alpha val="30764"/>
                  </a:srgbClr>
                </a:gs>
                <a:gs pos="28571">
                  <a:srgbClr val="3D3400">
                    <a:alpha val="24833"/>
                  </a:srgbClr>
                </a:gs>
                <a:gs pos="42857">
                  <a:srgbClr val="3D3400">
                    <a:alpha val="17075"/>
                  </a:srgbClr>
                </a:gs>
                <a:gs pos="57143">
                  <a:srgbClr val="3D3400">
                    <a:alpha val="9855"/>
                  </a:srgbClr>
                </a:gs>
                <a:gs pos="71429">
                  <a:srgbClr val="3D3400">
                    <a:alpha val="4740"/>
                  </a:srgbClr>
                </a:gs>
                <a:gs pos="85714">
                  <a:srgbClr val="3D3400">
                    <a:alpha val="1902"/>
                  </a:srgbClr>
                </a:gs>
                <a:gs pos="100000">
                  <a:srgbClr val="3D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9772193">
              <a:off x="800787" y="1337471"/>
              <a:ext cx="525855" cy="163360"/>
            </a:xfrm>
            <a:prstGeom prst="ellipse">
              <a:avLst/>
            </a:prstGeom>
            <a:gradFill>
              <a:gsLst>
                <a:gs pos="0">
                  <a:srgbClr val="BBFF00">
                    <a:alpha val="32968"/>
                  </a:srgbClr>
                </a:gs>
                <a:gs pos="14286">
                  <a:srgbClr val="BBFF00">
                    <a:alpha val="30764"/>
                  </a:srgbClr>
                </a:gs>
                <a:gs pos="28571">
                  <a:srgbClr val="BBFF00">
                    <a:alpha val="24833"/>
                  </a:srgbClr>
                </a:gs>
                <a:gs pos="42857">
                  <a:srgbClr val="BBFF00">
                    <a:alpha val="17075"/>
                  </a:srgbClr>
                </a:gs>
                <a:gs pos="57143">
                  <a:srgbClr val="BBFF00">
                    <a:alpha val="9855"/>
                  </a:srgbClr>
                </a:gs>
                <a:gs pos="71429">
                  <a:srgbClr val="BBFF00">
                    <a:alpha val="4740"/>
                  </a:srgbClr>
                </a:gs>
                <a:gs pos="85714">
                  <a:srgbClr val="BBFF00">
                    <a:alpha val="1902"/>
                  </a:srgbClr>
                </a:gs>
                <a:gs pos="100000">
                  <a:srgbClr val="BB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7315507">
              <a:off x="75732" y="872722"/>
              <a:ext cx="559047" cy="40508"/>
            </a:xfrm>
            <a:prstGeom prst="ellipse">
              <a:avLst/>
            </a:prstGeom>
            <a:gradFill>
              <a:gsLst>
                <a:gs pos="0">
                  <a:srgbClr val="00BF00">
                    <a:alpha val="32968"/>
                  </a:srgbClr>
                </a:gs>
                <a:gs pos="14286">
                  <a:srgbClr val="00BF00">
                    <a:alpha val="30764"/>
                  </a:srgbClr>
                </a:gs>
                <a:gs pos="28571">
                  <a:srgbClr val="00BF00">
                    <a:alpha val="24833"/>
                  </a:srgbClr>
                </a:gs>
                <a:gs pos="42857">
                  <a:srgbClr val="00BF00">
                    <a:alpha val="17075"/>
                  </a:srgbClr>
                </a:gs>
                <a:gs pos="57143">
                  <a:srgbClr val="00BF00">
                    <a:alpha val="9855"/>
                  </a:srgbClr>
                </a:gs>
                <a:gs pos="71429">
                  <a:srgbClr val="00BF00">
                    <a:alpha val="4740"/>
                  </a:srgbClr>
                </a:gs>
                <a:gs pos="85714">
                  <a:srgbClr val="00BF00">
                    <a:alpha val="1902"/>
                  </a:srgbClr>
                </a:gs>
                <a:gs pos="100000">
                  <a:srgbClr val="00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10597317">
              <a:off x="1388154" y="52795"/>
              <a:ext cx="664942" cy="84727"/>
            </a:xfrm>
            <a:prstGeom prst="ellipse">
              <a:avLst/>
            </a:prstGeom>
            <a:gradFill>
              <a:gsLst>
                <a:gs pos="0">
                  <a:srgbClr val="64D400">
                    <a:alpha val="32968"/>
                  </a:srgbClr>
                </a:gs>
                <a:gs pos="14286">
                  <a:srgbClr val="64D400">
                    <a:alpha val="30764"/>
                  </a:srgbClr>
                </a:gs>
                <a:gs pos="28571">
                  <a:srgbClr val="64D400">
                    <a:alpha val="24833"/>
                  </a:srgbClr>
                </a:gs>
                <a:gs pos="42857">
                  <a:srgbClr val="64D400">
                    <a:alpha val="17075"/>
                  </a:srgbClr>
                </a:gs>
                <a:gs pos="57143">
                  <a:srgbClr val="64D400">
                    <a:alpha val="9855"/>
                  </a:srgbClr>
                </a:gs>
                <a:gs pos="71429">
                  <a:srgbClr val="64D400">
                    <a:alpha val="4740"/>
                  </a:srgbClr>
                </a:gs>
                <a:gs pos="85714">
                  <a:srgbClr val="64D400">
                    <a:alpha val="1902"/>
                  </a:srgbClr>
                </a:gs>
                <a:gs pos="100000">
                  <a:srgbClr val="64D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7325397">
              <a:off x="290531" y="1925540"/>
              <a:ext cx="667286" cy="175081"/>
            </a:xfrm>
            <a:prstGeom prst="ellipse">
              <a:avLst/>
            </a:prstGeom>
            <a:gradFill>
              <a:gsLst>
                <a:gs pos="0">
                  <a:srgbClr val="300000">
                    <a:alpha val="32968"/>
                  </a:srgbClr>
                </a:gs>
                <a:gs pos="14286">
                  <a:srgbClr val="300000">
                    <a:alpha val="30764"/>
                  </a:srgbClr>
                </a:gs>
                <a:gs pos="28571">
                  <a:srgbClr val="300000">
                    <a:alpha val="24833"/>
                  </a:srgbClr>
                </a:gs>
                <a:gs pos="42857">
                  <a:srgbClr val="300000">
                    <a:alpha val="17075"/>
                  </a:srgbClr>
                </a:gs>
                <a:gs pos="57143">
                  <a:srgbClr val="300000">
                    <a:alpha val="9855"/>
                  </a:srgbClr>
                </a:gs>
                <a:gs pos="71429">
                  <a:srgbClr val="300000">
                    <a:alpha val="4740"/>
                  </a:srgbClr>
                </a:gs>
                <a:gs pos="85714">
                  <a:srgbClr val="300000">
                    <a:alpha val="1902"/>
                  </a:srgbClr>
                </a:gs>
                <a:gs pos="100000">
                  <a:srgbClr val="3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9925465">
              <a:off x="2032861" y="114174"/>
              <a:ext cx="486741" cy="42027"/>
            </a:xfrm>
            <a:prstGeom prst="ellipse">
              <a:avLst/>
            </a:prstGeom>
            <a:gradFill>
              <a:gsLst>
                <a:gs pos="0">
                  <a:srgbClr val="74AB00">
                    <a:alpha val="32968"/>
                  </a:srgbClr>
                </a:gs>
                <a:gs pos="14286">
                  <a:srgbClr val="74AB00">
                    <a:alpha val="30764"/>
                  </a:srgbClr>
                </a:gs>
                <a:gs pos="28571">
                  <a:srgbClr val="74AB00">
                    <a:alpha val="24833"/>
                  </a:srgbClr>
                </a:gs>
                <a:gs pos="42857">
                  <a:srgbClr val="74AB00">
                    <a:alpha val="17075"/>
                  </a:srgbClr>
                </a:gs>
                <a:gs pos="57143">
                  <a:srgbClr val="74AB00">
                    <a:alpha val="9855"/>
                  </a:srgbClr>
                </a:gs>
                <a:gs pos="71429">
                  <a:srgbClr val="74AB00">
                    <a:alpha val="4740"/>
                  </a:srgbClr>
                </a:gs>
                <a:gs pos="85714">
                  <a:srgbClr val="74AB00">
                    <a:alpha val="1902"/>
                  </a:srgbClr>
                </a:gs>
                <a:gs pos="100000">
                  <a:srgbClr val="74A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8298077">
              <a:off x="522146" y="444692"/>
              <a:ext cx="437213" cy="126703"/>
            </a:xfrm>
            <a:prstGeom prst="ellipse">
              <a:avLst/>
            </a:prstGeom>
            <a:gradFill>
              <a:gsLst>
                <a:gs pos="0">
                  <a:srgbClr val="9BC800">
                    <a:alpha val="32968"/>
                  </a:srgbClr>
                </a:gs>
                <a:gs pos="14286">
                  <a:srgbClr val="9BC800">
                    <a:alpha val="30764"/>
                  </a:srgbClr>
                </a:gs>
                <a:gs pos="28571">
                  <a:srgbClr val="9BC800">
                    <a:alpha val="24833"/>
                  </a:srgbClr>
                </a:gs>
                <a:gs pos="42857">
                  <a:srgbClr val="9BC800">
                    <a:alpha val="17075"/>
                  </a:srgbClr>
                </a:gs>
                <a:gs pos="57143">
                  <a:srgbClr val="9BC800">
                    <a:alpha val="9855"/>
                  </a:srgbClr>
                </a:gs>
                <a:gs pos="71429">
                  <a:srgbClr val="9BC800">
                    <a:alpha val="4740"/>
                  </a:srgbClr>
                </a:gs>
                <a:gs pos="85714">
                  <a:srgbClr val="9BC800">
                    <a:alpha val="1902"/>
                  </a:srgbClr>
                </a:gs>
                <a:gs pos="100000">
                  <a:srgbClr val="9B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5223671">
              <a:off x="2170727" y="2350301"/>
              <a:ext cx="455573" cy="128573"/>
            </a:xfrm>
            <a:prstGeom prst="ellipse">
              <a:avLst/>
            </a:prstGeom>
            <a:gradFill>
              <a:gsLst>
                <a:gs pos="0">
                  <a:srgbClr val="00BC00">
                    <a:alpha val="32968"/>
                  </a:srgbClr>
                </a:gs>
                <a:gs pos="14286">
                  <a:srgbClr val="00BC00">
                    <a:alpha val="30764"/>
                  </a:srgbClr>
                </a:gs>
                <a:gs pos="28571">
                  <a:srgbClr val="00BC00">
                    <a:alpha val="24833"/>
                  </a:srgbClr>
                </a:gs>
                <a:gs pos="42857">
                  <a:srgbClr val="00BC00">
                    <a:alpha val="17075"/>
                  </a:srgbClr>
                </a:gs>
                <a:gs pos="57143">
                  <a:srgbClr val="00BC00">
                    <a:alpha val="9855"/>
                  </a:srgbClr>
                </a:gs>
                <a:gs pos="71429">
                  <a:srgbClr val="00BC00">
                    <a:alpha val="4740"/>
                  </a:srgbClr>
                </a:gs>
                <a:gs pos="85714">
                  <a:srgbClr val="00BC00">
                    <a:alpha val="1902"/>
                  </a:srgbClr>
                </a:gs>
                <a:gs pos="100000">
                  <a:srgbClr val="00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710814">
              <a:off x="-191989" y="1641253"/>
              <a:ext cx="570302" cy="37040"/>
            </a:xfrm>
            <a:prstGeom prst="ellipse">
              <a:avLst/>
            </a:prstGeom>
            <a:gradFill>
              <a:gsLst>
                <a:gs pos="0">
                  <a:srgbClr val="00B900">
                    <a:alpha val="32968"/>
                  </a:srgbClr>
                </a:gs>
                <a:gs pos="14286">
                  <a:srgbClr val="00B900">
                    <a:alpha val="30764"/>
                  </a:srgbClr>
                </a:gs>
                <a:gs pos="28571">
                  <a:srgbClr val="00B900">
                    <a:alpha val="24833"/>
                  </a:srgbClr>
                </a:gs>
                <a:gs pos="42857">
                  <a:srgbClr val="00B900">
                    <a:alpha val="17075"/>
                  </a:srgbClr>
                </a:gs>
                <a:gs pos="57143">
                  <a:srgbClr val="00B900">
                    <a:alpha val="9855"/>
                  </a:srgbClr>
                </a:gs>
                <a:gs pos="71429">
                  <a:srgbClr val="00B900">
                    <a:alpha val="4740"/>
                  </a:srgbClr>
                </a:gs>
                <a:gs pos="85714">
                  <a:srgbClr val="00B900">
                    <a:alpha val="1902"/>
                  </a:srgbClr>
                </a:gs>
                <a:gs pos="100000">
                  <a:srgbClr val="00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9627940">
              <a:off x="2008564" y="3312365"/>
              <a:ext cx="720835" cy="206818"/>
            </a:xfrm>
            <a:prstGeom prst="ellipse">
              <a:avLst/>
            </a:prstGeom>
            <a:gradFill>
              <a:gsLst>
                <a:gs pos="0">
                  <a:srgbClr val="F14E00">
                    <a:alpha val="32968"/>
                  </a:srgbClr>
                </a:gs>
                <a:gs pos="14286">
                  <a:srgbClr val="F14E00">
                    <a:alpha val="30764"/>
                  </a:srgbClr>
                </a:gs>
                <a:gs pos="28571">
                  <a:srgbClr val="F14E00">
                    <a:alpha val="24833"/>
                  </a:srgbClr>
                </a:gs>
                <a:gs pos="42857">
                  <a:srgbClr val="F14E00">
                    <a:alpha val="17075"/>
                  </a:srgbClr>
                </a:gs>
                <a:gs pos="57143">
                  <a:srgbClr val="F14E00">
                    <a:alpha val="9855"/>
                  </a:srgbClr>
                </a:gs>
                <a:gs pos="71429">
                  <a:srgbClr val="F14E00">
                    <a:alpha val="4740"/>
                  </a:srgbClr>
                </a:gs>
                <a:gs pos="85714">
                  <a:srgbClr val="F14E00">
                    <a:alpha val="1902"/>
                  </a:srgbClr>
                </a:gs>
                <a:gs pos="100000">
                  <a:srgbClr val="F1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9211783">
              <a:off x="1954771" y="2805493"/>
              <a:ext cx="280898" cy="138673"/>
            </a:xfrm>
            <a:prstGeom prst="ellipse">
              <a:avLst/>
            </a:prstGeom>
            <a:gradFill>
              <a:gsLst>
                <a:gs pos="0">
                  <a:srgbClr val="8EBF00">
                    <a:alpha val="32968"/>
                  </a:srgbClr>
                </a:gs>
                <a:gs pos="14286">
                  <a:srgbClr val="8EBF00">
                    <a:alpha val="30764"/>
                  </a:srgbClr>
                </a:gs>
                <a:gs pos="28571">
                  <a:srgbClr val="8EBF00">
                    <a:alpha val="24833"/>
                  </a:srgbClr>
                </a:gs>
                <a:gs pos="42857">
                  <a:srgbClr val="8EBF00">
                    <a:alpha val="17075"/>
                  </a:srgbClr>
                </a:gs>
                <a:gs pos="57143">
                  <a:srgbClr val="8EBF00">
                    <a:alpha val="9855"/>
                  </a:srgbClr>
                </a:gs>
                <a:gs pos="71429">
                  <a:srgbClr val="8EBF00">
                    <a:alpha val="4740"/>
                  </a:srgbClr>
                </a:gs>
                <a:gs pos="85714">
                  <a:srgbClr val="8EBF00">
                    <a:alpha val="1902"/>
                  </a:srgbClr>
                </a:gs>
                <a:gs pos="100000">
                  <a:srgbClr val="8E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252448">
              <a:off x="2378303" y="285238"/>
              <a:ext cx="640414" cy="195055"/>
            </a:xfrm>
            <a:prstGeom prst="ellipse">
              <a:avLst/>
            </a:prstGeom>
            <a:gradFill>
              <a:gsLst>
                <a:gs pos="0">
                  <a:srgbClr val="75BE00">
                    <a:alpha val="32968"/>
                  </a:srgbClr>
                </a:gs>
                <a:gs pos="14286">
                  <a:srgbClr val="75BE00">
                    <a:alpha val="30764"/>
                  </a:srgbClr>
                </a:gs>
                <a:gs pos="28571">
                  <a:srgbClr val="75BE00">
                    <a:alpha val="24833"/>
                  </a:srgbClr>
                </a:gs>
                <a:gs pos="42857">
                  <a:srgbClr val="75BE00">
                    <a:alpha val="17075"/>
                  </a:srgbClr>
                </a:gs>
                <a:gs pos="57143">
                  <a:srgbClr val="75BE00">
                    <a:alpha val="9855"/>
                  </a:srgbClr>
                </a:gs>
                <a:gs pos="71429">
                  <a:srgbClr val="75BE00">
                    <a:alpha val="4740"/>
                  </a:srgbClr>
                </a:gs>
                <a:gs pos="85714">
                  <a:srgbClr val="75BE00">
                    <a:alpha val="1902"/>
                  </a:srgbClr>
                </a:gs>
                <a:gs pos="100000">
                  <a:srgbClr val="75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489214">
              <a:off x="2358163" y="746161"/>
              <a:ext cx="408535" cy="54088"/>
            </a:xfrm>
            <a:prstGeom prst="ellipse">
              <a:avLst/>
            </a:prstGeom>
            <a:gradFill>
              <a:gsLst>
                <a:gs pos="0">
                  <a:srgbClr val="C1F17D">
                    <a:alpha val="32968"/>
                  </a:srgbClr>
                </a:gs>
                <a:gs pos="14286">
                  <a:srgbClr val="C1F17D">
                    <a:alpha val="30764"/>
                  </a:srgbClr>
                </a:gs>
                <a:gs pos="28571">
                  <a:srgbClr val="C1F17D">
                    <a:alpha val="24833"/>
                  </a:srgbClr>
                </a:gs>
                <a:gs pos="42857">
                  <a:srgbClr val="C1F17D">
                    <a:alpha val="17075"/>
                  </a:srgbClr>
                </a:gs>
                <a:gs pos="57143">
                  <a:srgbClr val="C1F17D">
                    <a:alpha val="9855"/>
                  </a:srgbClr>
                </a:gs>
                <a:gs pos="71429">
                  <a:srgbClr val="C1F17D">
                    <a:alpha val="4740"/>
                  </a:srgbClr>
                </a:gs>
                <a:gs pos="85714">
                  <a:srgbClr val="C1F17D">
                    <a:alpha val="1902"/>
                  </a:srgbClr>
                </a:gs>
                <a:gs pos="100000">
                  <a:srgbClr val="C1F1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10059048">
              <a:off x="1040644" y="117045"/>
              <a:ext cx="678527" cy="122370"/>
            </a:xfrm>
            <a:prstGeom prst="ellipse">
              <a:avLst/>
            </a:prstGeom>
            <a:gradFill>
              <a:gsLst>
                <a:gs pos="0">
                  <a:srgbClr val="87CB00">
                    <a:alpha val="32968"/>
                  </a:srgbClr>
                </a:gs>
                <a:gs pos="14286">
                  <a:srgbClr val="87CB00">
                    <a:alpha val="30764"/>
                  </a:srgbClr>
                </a:gs>
                <a:gs pos="28571">
                  <a:srgbClr val="87CB00">
                    <a:alpha val="24833"/>
                  </a:srgbClr>
                </a:gs>
                <a:gs pos="42857">
                  <a:srgbClr val="87CB00">
                    <a:alpha val="17075"/>
                  </a:srgbClr>
                </a:gs>
                <a:gs pos="57143">
                  <a:srgbClr val="87CB00">
                    <a:alpha val="9855"/>
                  </a:srgbClr>
                </a:gs>
                <a:gs pos="71429">
                  <a:srgbClr val="87CB00">
                    <a:alpha val="4740"/>
                  </a:srgbClr>
                </a:gs>
                <a:gs pos="85714">
                  <a:srgbClr val="87CB00">
                    <a:alpha val="1902"/>
                  </a:srgbClr>
                </a:gs>
                <a:gs pos="100000">
                  <a:srgbClr val="87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9049406">
              <a:off x="1849116" y="2934279"/>
              <a:ext cx="644435" cy="56810"/>
            </a:xfrm>
            <a:prstGeom prst="ellipse">
              <a:avLst/>
            </a:prstGeom>
            <a:gradFill>
              <a:gsLst>
                <a:gs pos="0">
                  <a:srgbClr val="E80000">
                    <a:alpha val="32968"/>
                  </a:srgbClr>
                </a:gs>
                <a:gs pos="14286">
                  <a:srgbClr val="E80000">
                    <a:alpha val="30764"/>
                  </a:srgbClr>
                </a:gs>
                <a:gs pos="28571">
                  <a:srgbClr val="E80000">
                    <a:alpha val="24833"/>
                  </a:srgbClr>
                </a:gs>
                <a:gs pos="42857">
                  <a:srgbClr val="E80000">
                    <a:alpha val="17075"/>
                  </a:srgbClr>
                </a:gs>
                <a:gs pos="57143">
                  <a:srgbClr val="E80000">
                    <a:alpha val="9855"/>
                  </a:srgbClr>
                </a:gs>
                <a:gs pos="71429">
                  <a:srgbClr val="E80000">
                    <a:alpha val="4740"/>
                  </a:srgbClr>
                </a:gs>
                <a:gs pos="85714">
                  <a:srgbClr val="E80000">
                    <a:alpha val="1902"/>
                  </a:srgbClr>
                </a:gs>
                <a:gs pos="100000">
                  <a:srgbClr val="E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5118493">
              <a:off x="1732897" y="1146407"/>
              <a:ext cx="307461" cy="290574"/>
            </a:xfrm>
            <a:prstGeom prst="ellipse">
              <a:avLst/>
            </a:prstGeom>
            <a:gradFill>
              <a:gsLst>
                <a:gs pos="0">
                  <a:srgbClr val="FFFF00">
                    <a:alpha val="7168"/>
                  </a:srgbClr>
                </a:gs>
                <a:gs pos="14286">
                  <a:srgbClr val="FFFF00">
                    <a:alpha val="6607"/>
                  </a:srgbClr>
                </a:gs>
                <a:gs pos="28571">
                  <a:srgbClr val="FFFF00">
                    <a:alpha val="5169"/>
                  </a:srgbClr>
                </a:gs>
                <a:gs pos="42857">
                  <a:srgbClr val="FFFF00">
                    <a:alpha val="3421"/>
                  </a:srgbClr>
                </a:gs>
                <a:gs pos="57143">
                  <a:srgbClr val="FFFF00">
                    <a:alpha val="1911"/>
                  </a:srgbClr>
                </a:gs>
                <a:gs pos="71429">
                  <a:srgbClr val="FFFF00">
                    <a:alpha val="899"/>
                  </a:srgbClr>
                </a:gs>
                <a:gs pos="85714">
                  <a:srgbClr val="FFFF00">
                    <a:alpha val="356"/>
                  </a:srgbClr>
                </a:gs>
                <a:gs pos="100000">
                  <a:srgbClr val="FFFF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-8965723">
              <a:off x="1841092" y="1909066"/>
              <a:ext cx="762099" cy="62049"/>
            </a:xfrm>
            <a:prstGeom prst="ellipse">
              <a:avLst/>
            </a:prstGeom>
            <a:gradFill>
              <a:gsLst>
                <a:gs pos="0">
                  <a:srgbClr val="FA2400">
                    <a:alpha val="32968"/>
                  </a:srgbClr>
                </a:gs>
                <a:gs pos="14286">
                  <a:srgbClr val="FA2400">
                    <a:alpha val="30764"/>
                  </a:srgbClr>
                </a:gs>
                <a:gs pos="28571">
                  <a:srgbClr val="FA2400">
                    <a:alpha val="24833"/>
                  </a:srgbClr>
                </a:gs>
                <a:gs pos="42857">
                  <a:srgbClr val="FA2400">
                    <a:alpha val="17075"/>
                  </a:srgbClr>
                </a:gs>
                <a:gs pos="57143">
                  <a:srgbClr val="FA2400">
                    <a:alpha val="9855"/>
                  </a:srgbClr>
                </a:gs>
                <a:gs pos="71429">
                  <a:srgbClr val="FA2400">
                    <a:alpha val="4740"/>
                  </a:srgbClr>
                </a:gs>
                <a:gs pos="85714">
                  <a:srgbClr val="FA2400">
                    <a:alpha val="1902"/>
                  </a:srgbClr>
                </a:gs>
                <a:gs pos="100000">
                  <a:srgbClr val="FA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072009">
              <a:off x="1192652" y="2570805"/>
              <a:ext cx="706724" cy="151827"/>
            </a:xfrm>
            <a:prstGeom prst="ellipse">
              <a:avLst/>
            </a:prstGeom>
            <a:gradFill>
              <a:gsLst>
                <a:gs pos="0">
                  <a:srgbClr val="72B200">
                    <a:alpha val="32968"/>
                  </a:srgbClr>
                </a:gs>
                <a:gs pos="14286">
                  <a:srgbClr val="72B200">
                    <a:alpha val="30764"/>
                  </a:srgbClr>
                </a:gs>
                <a:gs pos="28571">
                  <a:srgbClr val="72B200">
                    <a:alpha val="24833"/>
                  </a:srgbClr>
                </a:gs>
                <a:gs pos="42857">
                  <a:srgbClr val="72B200">
                    <a:alpha val="17075"/>
                  </a:srgbClr>
                </a:gs>
                <a:gs pos="57143">
                  <a:srgbClr val="72B200">
                    <a:alpha val="9855"/>
                  </a:srgbClr>
                </a:gs>
                <a:gs pos="71429">
                  <a:srgbClr val="72B200">
                    <a:alpha val="4740"/>
                  </a:srgbClr>
                </a:gs>
                <a:gs pos="85714">
                  <a:srgbClr val="72B200">
                    <a:alpha val="1902"/>
                  </a:srgbClr>
                </a:gs>
                <a:gs pos="100000">
                  <a:srgbClr val="72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559836">
              <a:off x="1767267" y="2904183"/>
              <a:ext cx="412128" cy="54791"/>
            </a:xfrm>
            <a:prstGeom prst="ellipse">
              <a:avLst/>
            </a:prstGeom>
            <a:gradFill>
              <a:gsLst>
                <a:gs pos="0">
                  <a:srgbClr val="00B700">
                    <a:alpha val="32968"/>
                  </a:srgbClr>
                </a:gs>
                <a:gs pos="14286">
                  <a:srgbClr val="00B700">
                    <a:alpha val="30764"/>
                  </a:srgbClr>
                </a:gs>
                <a:gs pos="28571">
                  <a:srgbClr val="00B700">
                    <a:alpha val="24833"/>
                  </a:srgbClr>
                </a:gs>
                <a:gs pos="42857">
                  <a:srgbClr val="00B700">
                    <a:alpha val="17075"/>
                  </a:srgbClr>
                </a:gs>
                <a:gs pos="57143">
                  <a:srgbClr val="00B700">
                    <a:alpha val="9855"/>
                  </a:srgbClr>
                </a:gs>
                <a:gs pos="71429">
                  <a:srgbClr val="00B700">
                    <a:alpha val="4740"/>
                  </a:srgbClr>
                </a:gs>
                <a:gs pos="85714">
                  <a:srgbClr val="00B700">
                    <a:alpha val="1902"/>
                  </a:srgbClr>
                </a:gs>
                <a:gs pos="100000">
                  <a:srgbClr val="00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3438423">
              <a:off x="1160044" y="1864595"/>
              <a:ext cx="199797" cy="89652"/>
            </a:xfrm>
            <a:prstGeom prst="ellipse">
              <a:avLst/>
            </a:prstGeom>
            <a:gradFill>
              <a:gsLst>
                <a:gs pos="0">
                  <a:srgbClr val="B6FD40">
                    <a:alpha val="32968"/>
                  </a:srgbClr>
                </a:gs>
                <a:gs pos="14286">
                  <a:srgbClr val="B6FD40">
                    <a:alpha val="30764"/>
                  </a:srgbClr>
                </a:gs>
                <a:gs pos="28571">
                  <a:srgbClr val="B6FD40">
                    <a:alpha val="24833"/>
                  </a:srgbClr>
                </a:gs>
                <a:gs pos="42857">
                  <a:srgbClr val="B6FD40">
                    <a:alpha val="17075"/>
                  </a:srgbClr>
                </a:gs>
                <a:gs pos="57143">
                  <a:srgbClr val="B6FD40">
                    <a:alpha val="9855"/>
                  </a:srgbClr>
                </a:gs>
                <a:gs pos="71429">
                  <a:srgbClr val="B6FD40">
                    <a:alpha val="4740"/>
                  </a:srgbClr>
                </a:gs>
                <a:gs pos="85714">
                  <a:srgbClr val="B6FD40">
                    <a:alpha val="1902"/>
                  </a:srgbClr>
                </a:gs>
                <a:gs pos="100000">
                  <a:srgbClr val="B6FD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3855255">
              <a:off x="-97954" y="2527530"/>
              <a:ext cx="689548" cy="43162"/>
            </a:xfrm>
            <a:prstGeom prst="ellipse">
              <a:avLst/>
            </a:prstGeom>
            <a:gradFill>
              <a:gsLst>
                <a:gs pos="0">
                  <a:srgbClr val="05BB00">
                    <a:alpha val="32968"/>
                  </a:srgbClr>
                </a:gs>
                <a:gs pos="14286">
                  <a:srgbClr val="05BB00">
                    <a:alpha val="30764"/>
                  </a:srgbClr>
                </a:gs>
                <a:gs pos="28571">
                  <a:srgbClr val="05BB00">
                    <a:alpha val="24833"/>
                  </a:srgbClr>
                </a:gs>
                <a:gs pos="42857">
                  <a:srgbClr val="05BB00">
                    <a:alpha val="17075"/>
                  </a:srgbClr>
                </a:gs>
                <a:gs pos="57143">
                  <a:srgbClr val="05BB00">
                    <a:alpha val="9855"/>
                  </a:srgbClr>
                </a:gs>
                <a:gs pos="71429">
                  <a:srgbClr val="05BB00">
                    <a:alpha val="4740"/>
                  </a:srgbClr>
                </a:gs>
                <a:gs pos="85714">
                  <a:srgbClr val="05BB00">
                    <a:alpha val="1902"/>
                  </a:srgbClr>
                </a:gs>
                <a:gs pos="100000">
                  <a:srgbClr val="05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6188094">
              <a:off x="-144888" y="1406469"/>
              <a:ext cx="553204" cy="31191"/>
            </a:xfrm>
            <a:prstGeom prst="ellipse">
              <a:avLst/>
            </a:prstGeom>
            <a:gradFill>
              <a:gsLst>
                <a:gs pos="0">
                  <a:srgbClr val="3EC100">
                    <a:alpha val="32968"/>
                  </a:srgbClr>
                </a:gs>
                <a:gs pos="14286">
                  <a:srgbClr val="3EC100">
                    <a:alpha val="30764"/>
                  </a:srgbClr>
                </a:gs>
                <a:gs pos="28571">
                  <a:srgbClr val="3EC100">
                    <a:alpha val="24833"/>
                  </a:srgbClr>
                </a:gs>
                <a:gs pos="42857">
                  <a:srgbClr val="3EC100">
                    <a:alpha val="17075"/>
                  </a:srgbClr>
                </a:gs>
                <a:gs pos="57143">
                  <a:srgbClr val="3EC100">
                    <a:alpha val="9855"/>
                  </a:srgbClr>
                </a:gs>
                <a:gs pos="71429">
                  <a:srgbClr val="3EC100">
                    <a:alpha val="4740"/>
                  </a:srgbClr>
                </a:gs>
                <a:gs pos="85714">
                  <a:srgbClr val="3EC100">
                    <a:alpha val="1902"/>
                  </a:srgbClr>
                </a:gs>
                <a:gs pos="100000">
                  <a:srgbClr val="3E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10142389">
              <a:off x="1432190" y="589886"/>
              <a:ext cx="506184" cy="127728"/>
            </a:xfrm>
            <a:prstGeom prst="ellipse">
              <a:avLst/>
            </a:prstGeom>
            <a:gradFill>
              <a:gsLst>
                <a:gs pos="0">
                  <a:srgbClr val="7BC500">
                    <a:alpha val="32968"/>
                  </a:srgbClr>
                </a:gs>
                <a:gs pos="14286">
                  <a:srgbClr val="7BC500">
                    <a:alpha val="30764"/>
                  </a:srgbClr>
                </a:gs>
                <a:gs pos="28571">
                  <a:srgbClr val="7BC500">
                    <a:alpha val="24833"/>
                  </a:srgbClr>
                </a:gs>
                <a:gs pos="42857">
                  <a:srgbClr val="7BC500">
                    <a:alpha val="17075"/>
                  </a:srgbClr>
                </a:gs>
                <a:gs pos="57143">
                  <a:srgbClr val="7BC500">
                    <a:alpha val="9855"/>
                  </a:srgbClr>
                </a:gs>
                <a:gs pos="71429">
                  <a:srgbClr val="7BC500">
                    <a:alpha val="4740"/>
                  </a:srgbClr>
                </a:gs>
                <a:gs pos="85714">
                  <a:srgbClr val="7BC500">
                    <a:alpha val="1902"/>
                  </a:srgbClr>
                </a:gs>
                <a:gs pos="100000">
                  <a:srgbClr val="7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7398671">
              <a:off x="1341286" y="1058595"/>
              <a:ext cx="486291" cy="63860"/>
            </a:xfrm>
            <a:prstGeom prst="ellipse">
              <a:avLst/>
            </a:prstGeom>
            <a:gradFill>
              <a:gsLst>
                <a:gs pos="0">
                  <a:srgbClr val="F80000">
                    <a:alpha val="32968"/>
                  </a:srgbClr>
                </a:gs>
                <a:gs pos="14286">
                  <a:srgbClr val="F80000">
                    <a:alpha val="30764"/>
                  </a:srgbClr>
                </a:gs>
                <a:gs pos="28571">
                  <a:srgbClr val="F80000">
                    <a:alpha val="24833"/>
                  </a:srgbClr>
                </a:gs>
                <a:gs pos="42857">
                  <a:srgbClr val="F80000">
                    <a:alpha val="17075"/>
                  </a:srgbClr>
                </a:gs>
                <a:gs pos="57143">
                  <a:srgbClr val="F80000">
                    <a:alpha val="9855"/>
                  </a:srgbClr>
                </a:gs>
                <a:gs pos="71429">
                  <a:srgbClr val="F80000">
                    <a:alpha val="4740"/>
                  </a:srgbClr>
                </a:gs>
                <a:gs pos="85714">
                  <a:srgbClr val="F80000">
                    <a:alpha val="1902"/>
                  </a:srgbClr>
                </a:gs>
                <a:gs pos="100000">
                  <a:srgbClr val="F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3764893">
              <a:off x="1346014" y="1325469"/>
              <a:ext cx="290588" cy="202625"/>
            </a:xfrm>
            <a:prstGeom prst="ellipse">
              <a:avLst/>
            </a:prstGeom>
            <a:gradFill>
              <a:gsLst>
                <a:gs pos="0">
                  <a:srgbClr val="FFC000">
                    <a:alpha val="16461"/>
                  </a:srgbClr>
                </a:gs>
                <a:gs pos="14286">
                  <a:srgbClr val="FFC000">
                    <a:alpha val="15237"/>
                  </a:srgbClr>
                </a:gs>
                <a:gs pos="28571">
                  <a:srgbClr val="FFC000">
                    <a:alpha val="12046"/>
                  </a:srgbClr>
                </a:gs>
                <a:gs pos="42857">
                  <a:srgbClr val="FFC000">
                    <a:alpha val="8074"/>
                  </a:srgbClr>
                </a:gs>
                <a:gs pos="57143">
                  <a:srgbClr val="FFC000">
                    <a:alpha val="4558"/>
                  </a:srgbClr>
                </a:gs>
                <a:gs pos="71429">
                  <a:srgbClr val="FFC000">
                    <a:alpha val="2160"/>
                  </a:srgbClr>
                </a:gs>
                <a:gs pos="85714">
                  <a:srgbClr val="FFC000">
                    <a:alpha val="860"/>
                  </a:srgbClr>
                </a:gs>
                <a:gs pos="100000">
                  <a:srgbClr val="FFC00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9731956">
              <a:off x="1597218" y="2658817"/>
              <a:ext cx="656943" cy="339810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10088376">
              <a:off x="1284254" y="63388"/>
              <a:ext cx="635086" cy="184646"/>
            </a:xfrm>
            <a:prstGeom prst="ellipse">
              <a:avLst/>
            </a:prstGeom>
            <a:gradFill>
              <a:gsLst>
                <a:gs pos="0">
                  <a:srgbClr val="8DC500">
                    <a:alpha val="32968"/>
                  </a:srgbClr>
                </a:gs>
                <a:gs pos="14286">
                  <a:srgbClr val="8DC500">
                    <a:alpha val="30764"/>
                  </a:srgbClr>
                </a:gs>
                <a:gs pos="28571">
                  <a:srgbClr val="8DC500">
                    <a:alpha val="24833"/>
                  </a:srgbClr>
                </a:gs>
                <a:gs pos="42857">
                  <a:srgbClr val="8DC500">
                    <a:alpha val="17075"/>
                  </a:srgbClr>
                </a:gs>
                <a:gs pos="57143">
                  <a:srgbClr val="8DC500">
                    <a:alpha val="9855"/>
                  </a:srgbClr>
                </a:gs>
                <a:gs pos="71429">
                  <a:srgbClr val="8DC500">
                    <a:alpha val="4740"/>
                  </a:srgbClr>
                </a:gs>
                <a:gs pos="85714">
                  <a:srgbClr val="8DC500">
                    <a:alpha val="1902"/>
                  </a:srgbClr>
                </a:gs>
                <a:gs pos="100000">
                  <a:srgbClr val="8D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343929">
              <a:off x="1945555" y="3485654"/>
              <a:ext cx="307483" cy="92669"/>
            </a:xfrm>
            <a:prstGeom prst="ellipse">
              <a:avLst/>
            </a:prstGeom>
            <a:gradFill>
              <a:gsLst>
                <a:gs pos="0">
                  <a:srgbClr val="FC7600">
                    <a:alpha val="32968"/>
                  </a:srgbClr>
                </a:gs>
                <a:gs pos="14286">
                  <a:srgbClr val="FC7600">
                    <a:alpha val="30764"/>
                  </a:srgbClr>
                </a:gs>
                <a:gs pos="28571">
                  <a:srgbClr val="FC7600">
                    <a:alpha val="24833"/>
                  </a:srgbClr>
                </a:gs>
                <a:gs pos="42857">
                  <a:srgbClr val="FC7600">
                    <a:alpha val="17075"/>
                  </a:srgbClr>
                </a:gs>
                <a:gs pos="57143">
                  <a:srgbClr val="FC7600">
                    <a:alpha val="9855"/>
                  </a:srgbClr>
                </a:gs>
                <a:gs pos="71429">
                  <a:srgbClr val="FC7600">
                    <a:alpha val="4740"/>
                  </a:srgbClr>
                </a:gs>
                <a:gs pos="85714">
                  <a:srgbClr val="FC7600">
                    <a:alpha val="1902"/>
                  </a:srgbClr>
                </a:gs>
                <a:gs pos="100000">
                  <a:srgbClr val="FC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9631285">
              <a:off x="862995" y="3291687"/>
              <a:ext cx="854969" cy="225957"/>
            </a:xfrm>
            <a:prstGeom prst="ellipse">
              <a:avLst/>
            </a:prstGeom>
            <a:gradFill>
              <a:gsLst>
                <a:gs pos="0">
                  <a:srgbClr val="FDD200">
                    <a:alpha val="32968"/>
                  </a:srgbClr>
                </a:gs>
                <a:gs pos="14286">
                  <a:srgbClr val="FDD200">
                    <a:alpha val="30764"/>
                  </a:srgbClr>
                </a:gs>
                <a:gs pos="28571">
                  <a:srgbClr val="FDD200">
                    <a:alpha val="24833"/>
                  </a:srgbClr>
                </a:gs>
                <a:gs pos="42857">
                  <a:srgbClr val="FDD200">
                    <a:alpha val="17075"/>
                  </a:srgbClr>
                </a:gs>
                <a:gs pos="57143">
                  <a:srgbClr val="FDD200">
                    <a:alpha val="9855"/>
                  </a:srgbClr>
                </a:gs>
                <a:gs pos="71429">
                  <a:srgbClr val="FDD200">
                    <a:alpha val="4740"/>
                  </a:srgbClr>
                </a:gs>
                <a:gs pos="85714">
                  <a:srgbClr val="FDD200">
                    <a:alpha val="1902"/>
                  </a:srgbClr>
                </a:gs>
                <a:gs pos="100000">
                  <a:srgbClr val="FD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9229400">
              <a:off x="1823261" y="1952031"/>
              <a:ext cx="536394" cy="160886"/>
            </a:xfrm>
            <a:prstGeom prst="ellipse">
              <a:avLst/>
            </a:prstGeom>
            <a:gradFill>
              <a:gsLst>
                <a:gs pos="0">
                  <a:srgbClr val="009900">
                    <a:alpha val="32968"/>
                  </a:srgbClr>
                </a:gs>
                <a:gs pos="14286">
                  <a:srgbClr val="009900">
                    <a:alpha val="30764"/>
                  </a:srgbClr>
                </a:gs>
                <a:gs pos="28571">
                  <a:srgbClr val="009900">
                    <a:alpha val="24833"/>
                  </a:srgbClr>
                </a:gs>
                <a:gs pos="42857">
                  <a:srgbClr val="009900">
                    <a:alpha val="17075"/>
                  </a:srgbClr>
                </a:gs>
                <a:gs pos="57143">
                  <a:srgbClr val="009900">
                    <a:alpha val="9855"/>
                  </a:srgbClr>
                </a:gs>
                <a:gs pos="71429">
                  <a:srgbClr val="009900">
                    <a:alpha val="4740"/>
                  </a:srgbClr>
                </a:gs>
                <a:gs pos="85714">
                  <a:srgbClr val="009900">
                    <a:alpha val="1902"/>
                  </a:srgbClr>
                </a:gs>
                <a:gs pos="100000">
                  <a:srgbClr val="00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8551121">
              <a:off x="434561" y="2955538"/>
              <a:ext cx="679334" cy="259243"/>
            </a:xfrm>
            <a:prstGeom prst="ellipse">
              <a:avLst/>
            </a:prstGeom>
            <a:gradFill>
              <a:gsLst>
                <a:gs pos="0">
                  <a:srgbClr val="F69000">
                    <a:alpha val="32968"/>
                  </a:srgbClr>
                </a:gs>
                <a:gs pos="14286">
                  <a:srgbClr val="F69000">
                    <a:alpha val="30764"/>
                  </a:srgbClr>
                </a:gs>
                <a:gs pos="28571">
                  <a:srgbClr val="F69000">
                    <a:alpha val="24833"/>
                  </a:srgbClr>
                </a:gs>
                <a:gs pos="42857">
                  <a:srgbClr val="F69000">
                    <a:alpha val="17075"/>
                  </a:srgbClr>
                </a:gs>
                <a:gs pos="57143">
                  <a:srgbClr val="F69000">
                    <a:alpha val="9855"/>
                  </a:srgbClr>
                </a:gs>
                <a:gs pos="71429">
                  <a:srgbClr val="F69000">
                    <a:alpha val="4740"/>
                  </a:srgbClr>
                </a:gs>
                <a:gs pos="85714">
                  <a:srgbClr val="F69000">
                    <a:alpha val="1902"/>
                  </a:srgbClr>
                </a:gs>
                <a:gs pos="100000">
                  <a:srgbClr val="F6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10677805">
              <a:off x="1481609" y="3316730"/>
              <a:ext cx="679669" cy="296308"/>
            </a:xfrm>
            <a:prstGeom prst="ellipse">
              <a:avLst/>
            </a:prstGeom>
            <a:gradFill>
              <a:gsLst>
                <a:gs pos="0">
                  <a:srgbClr val="FE8C00">
                    <a:alpha val="32968"/>
                  </a:srgbClr>
                </a:gs>
                <a:gs pos="14286">
                  <a:srgbClr val="FE8C00">
                    <a:alpha val="30764"/>
                  </a:srgbClr>
                </a:gs>
                <a:gs pos="28571">
                  <a:srgbClr val="FE8C00">
                    <a:alpha val="24833"/>
                  </a:srgbClr>
                </a:gs>
                <a:gs pos="42857">
                  <a:srgbClr val="FE8C00">
                    <a:alpha val="17075"/>
                  </a:srgbClr>
                </a:gs>
                <a:gs pos="57143">
                  <a:srgbClr val="FE8C00">
                    <a:alpha val="9855"/>
                  </a:srgbClr>
                </a:gs>
                <a:gs pos="71429">
                  <a:srgbClr val="FE8C00">
                    <a:alpha val="4740"/>
                  </a:srgbClr>
                </a:gs>
                <a:gs pos="85714">
                  <a:srgbClr val="FE8C00">
                    <a:alpha val="1902"/>
                  </a:srgbClr>
                </a:gs>
                <a:gs pos="100000">
                  <a:srgbClr val="FE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9906764">
              <a:off x="2941741" y="912883"/>
              <a:ext cx="276355" cy="263185"/>
            </a:xfrm>
            <a:prstGeom prst="ellipse">
              <a:avLst/>
            </a:prstGeom>
            <a:gradFill>
              <a:gsLst>
                <a:gs pos="0">
                  <a:srgbClr val="000000">
                    <a:alpha val="6820"/>
                  </a:srgbClr>
                </a:gs>
                <a:gs pos="14286">
                  <a:srgbClr val="000000">
                    <a:alpha val="6286"/>
                  </a:srgbClr>
                </a:gs>
                <a:gs pos="28571">
                  <a:srgbClr val="000000">
                    <a:alpha val="4916"/>
                  </a:srgbClr>
                </a:gs>
                <a:gs pos="42857">
                  <a:srgbClr val="000000">
                    <a:alpha val="3252"/>
                  </a:srgbClr>
                </a:gs>
                <a:gs pos="57143">
                  <a:srgbClr val="000000">
                    <a:alpha val="1815"/>
                  </a:srgbClr>
                </a:gs>
                <a:gs pos="71429">
                  <a:srgbClr val="000000">
                    <a:alpha val="854"/>
                  </a:srgbClr>
                </a:gs>
                <a:gs pos="85714">
                  <a:srgbClr val="000000">
                    <a:alpha val="339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8255159">
              <a:off x="417008" y="533725"/>
              <a:ext cx="375890" cy="30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963242">
              <a:off x="1068270" y="3252882"/>
              <a:ext cx="659836" cy="302041"/>
            </a:xfrm>
            <a:prstGeom prst="ellipse">
              <a:avLst/>
            </a:prstGeom>
            <a:gradFill>
              <a:gsLst>
                <a:gs pos="0">
                  <a:srgbClr val="FF5200">
                    <a:alpha val="32968"/>
                  </a:srgbClr>
                </a:gs>
                <a:gs pos="14286">
                  <a:srgbClr val="FF5200">
                    <a:alpha val="30764"/>
                  </a:srgbClr>
                </a:gs>
                <a:gs pos="28571">
                  <a:srgbClr val="FF5200">
                    <a:alpha val="24833"/>
                  </a:srgbClr>
                </a:gs>
                <a:gs pos="42857">
                  <a:srgbClr val="FF5200">
                    <a:alpha val="17075"/>
                  </a:srgbClr>
                </a:gs>
                <a:gs pos="57143">
                  <a:srgbClr val="FF5200">
                    <a:alpha val="9855"/>
                  </a:srgbClr>
                </a:gs>
                <a:gs pos="71429">
                  <a:srgbClr val="FF5200">
                    <a:alpha val="4740"/>
                  </a:srgbClr>
                </a:gs>
                <a:gs pos="85714">
                  <a:srgbClr val="FF5200">
                    <a:alpha val="1902"/>
                  </a:srgbClr>
                </a:gs>
                <a:gs pos="100000">
                  <a:srgbClr val="FF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6459269">
              <a:off x="2813869" y="2402956"/>
              <a:ext cx="705368" cy="18591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9270643">
              <a:off x="2518065" y="1156951"/>
              <a:ext cx="608307" cy="137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8242456">
              <a:off x="1067594" y="1585879"/>
              <a:ext cx="300765" cy="185269"/>
            </a:xfrm>
            <a:prstGeom prst="ellipse">
              <a:avLst/>
            </a:prstGeom>
            <a:gradFill>
              <a:gsLst>
                <a:gs pos="0">
                  <a:srgbClr val="3FA100">
                    <a:alpha val="32968"/>
                  </a:srgbClr>
                </a:gs>
                <a:gs pos="14286">
                  <a:srgbClr val="3FA100">
                    <a:alpha val="30764"/>
                  </a:srgbClr>
                </a:gs>
                <a:gs pos="28571">
                  <a:srgbClr val="3FA100">
                    <a:alpha val="24833"/>
                  </a:srgbClr>
                </a:gs>
                <a:gs pos="42857">
                  <a:srgbClr val="3FA100">
                    <a:alpha val="17075"/>
                  </a:srgbClr>
                </a:gs>
                <a:gs pos="57143">
                  <a:srgbClr val="3FA100">
                    <a:alpha val="9855"/>
                  </a:srgbClr>
                </a:gs>
                <a:gs pos="71429">
                  <a:srgbClr val="3FA100">
                    <a:alpha val="4740"/>
                  </a:srgbClr>
                </a:gs>
                <a:gs pos="85714">
                  <a:srgbClr val="3FA100">
                    <a:alpha val="1902"/>
                  </a:srgbClr>
                </a:gs>
                <a:gs pos="100000">
                  <a:srgbClr val="3F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7686932">
              <a:off x="3108105" y="1115622"/>
              <a:ext cx="327054" cy="227265"/>
            </a:xfrm>
            <a:prstGeom prst="ellipse">
              <a:avLst/>
            </a:prstGeom>
            <a:gradFill>
              <a:gsLst>
                <a:gs pos="0">
                  <a:srgbClr val="FFFF00">
                    <a:alpha val="6280"/>
                  </a:srgbClr>
                </a:gs>
                <a:gs pos="14286">
                  <a:srgbClr val="FFFF00">
                    <a:alpha val="5787"/>
                  </a:srgbClr>
                </a:gs>
                <a:gs pos="28571">
                  <a:srgbClr val="FFFF00">
                    <a:alpha val="4523"/>
                  </a:srgbClr>
                </a:gs>
                <a:gs pos="42857">
                  <a:srgbClr val="FFFF00">
                    <a:alpha val="2990"/>
                  </a:srgbClr>
                </a:gs>
                <a:gs pos="57143">
                  <a:srgbClr val="FFFF00">
                    <a:alpha val="1668"/>
                  </a:srgbClr>
                </a:gs>
                <a:gs pos="71429">
                  <a:srgbClr val="FFFF00">
                    <a:alpha val="784"/>
                  </a:srgbClr>
                </a:gs>
                <a:gs pos="85714">
                  <a:srgbClr val="FFFF00">
                    <a:alpha val="311"/>
                  </a:srgbClr>
                </a:gs>
                <a:gs pos="100000">
                  <a:srgbClr val="FF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3451643">
              <a:off x="1829257" y="1534197"/>
              <a:ext cx="473583" cy="99339"/>
            </a:xfrm>
            <a:prstGeom prst="ellipse">
              <a:avLst/>
            </a:prstGeom>
            <a:gradFill>
              <a:gsLst>
                <a:gs pos="0">
                  <a:srgbClr val="F70000">
                    <a:alpha val="32968"/>
                  </a:srgbClr>
                </a:gs>
                <a:gs pos="14286">
                  <a:srgbClr val="F70000">
                    <a:alpha val="30764"/>
                  </a:srgbClr>
                </a:gs>
                <a:gs pos="28571">
                  <a:srgbClr val="F70000">
                    <a:alpha val="24833"/>
                  </a:srgbClr>
                </a:gs>
                <a:gs pos="42857">
                  <a:srgbClr val="F70000">
                    <a:alpha val="17075"/>
                  </a:srgbClr>
                </a:gs>
                <a:gs pos="57143">
                  <a:srgbClr val="F70000">
                    <a:alpha val="9855"/>
                  </a:srgbClr>
                </a:gs>
                <a:gs pos="71429">
                  <a:srgbClr val="F70000">
                    <a:alpha val="4740"/>
                  </a:srgbClr>
                </a:gs>
                <a:gs pos="85714">
                  <a:srgbClr val="F70000">
                    <a:alpha val="1902"/>
                  </a:srgbClr>
                </a:gs>
                <a:gs pos="100000">
                  <a:srgbClr val="F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10334925">
              <a:off x="1682549" y="3312492"/>
              <a:ext cx="769550" cy="282293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898860">
              <a:off x="2130085" y="1099323"/>
              <a:ext cx="287317" cy="248972"/>
            </a:xfrm>
            <a:prstGeom prst="ellipse">
              <a:avLst/>
            </a:prstGeom>
            <a:gradFill>
              <a:gsLst>
                <a:gs pos="0">
                  <a:srgbClr val="FF9A00">
                    <a:alpha val="8120"/>
                  </a:srgbClr>
                </a:gs>
                <a:gs pos="14286">
                  <a:srgbClr val="FF9A00">
                    <a:alpha val="7488"/>
                  </a:srgbClr>
                </a:gs>
                <a:gs pos="28571">
                  <a:srgbClr val="FF9A00">
                    <a:alpha val="5865"/>
                  </a:srgbClr>
                </a:gs>
                <a:gs pos="42857">
                  <a:srgbClr val="FF9A00">
                    <a:alpha val="3887"/>
                  </a:srgbClr>
                </a:gs>
                <a:gs pos="57143">
                  <a:srgbClr val="FF9A00">
                    <a:alpha val="2173"/>
                  </a:srgbClr>
                </a:gs>
                <a:gs pos="71429">
                  <a:srgbClr val="FF9A00">
                    <a:alpha val="1023"/>
                  </a:srgbClr>
                </a:gs>
                <a:gs pos="85714">
                  <a:srgbClr val="FF9A00">
                    <a:alpha val="406"/>
                  </a:srgbClr>
                </a:gs>
                <a:gs pos="100000">
                  <a:srgbClr val="FF9A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8836497">
              <a:off x="3124531" y="2611602"/>
              <a:ext cx="252239" cy="199974"/>
            </a:xfrm>
            <a:prstGeom prst="ellipse">
              <a:avLst/>
            </a:prstGeom>
            <a:gradFill>
              <a:gsLst>
                <a:gs pos="0">
                  <a:srgbClr val="FF8A0E">
                    <a:alpha val="32968"/>
                  </a:srgbClr>
                </a:gs>
                <a:gs pos="14286">
                  <a:srgbClr val="FF8A0E">
                    <a:alpha val="30764"/>
                  </a:srgbClr>
                </a:gs>
                <a:gs pos="28571">
                  <a:srgbClr val="FF8A0E">
                    <a:alpha val="24833"/>
                  </a:srgbClr>
                </a:gs>
                <a:gs pos="42857">
                  <a:srgbClr val="FF8A0E">
                    <a:alpha val="17075"/>
                  </a:srgbClr>
                </a:gs>
                <a:gs pos="57143">
                  <a:srgbClr val="FF8A0E">
                    <a:alpha val="9855"/>
                  </a:srgbClr>
                </a:gs>
                <a:gs pos="71429">
                  <a:srgbClr val="FF8A0E">
                    <a:alpha val="4740"/>
                  </a:srgbClr>
                </a:gs>
                <a:gs pos="85714">
                  <a:srgbClr val="FF8A0E">
                    <a:alpha val="1902"/>
                  </a:srgbClr>
                </a:gs>
                <a:gs pos="100000">
                  <a:srgbClr val="FF8A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5637528">
              <a:off x="1254739" y="1599171"/>
              <a:ext cx="728528" cy="73640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5908782">
              <a:off x="1334478" y="1067993"/>
              <a:ext cx="250698" cy="241760"/>
            </a:xfrm>
            <a:prstGeom prst="ellipse">
              <a:avLst/>
            </a:prstGeom>
            <a:gradFill>
              <a:gsLst>
                <a:gs pos="0">
                  <a:srgbClr val="FFFF00">
                    <a:alpha val="7171"/>
                  </a:srgbClr>
                </a:gs>
                <a:gs pos="14286">
                  <a:srgbClr val="FFFF00">
                    <a:alpha val="6611"/>
                  </a:srgbClr>
                </a:gs>
                <a:gs pos="28571">
                  <a:srgbClr val="FFFF00">
                    <a:alpha val="5172"/>
                  </a:srgbClr>
                </a:gs>
                <a:gs pos="42857">
                  <a:srgbClr val="FFFF00">
                    <a:alpha val="3423"/>
                  </a:srgbClr>
                </a:gs>
                <a:gs pos="57143">
                  <a:srgbClr val="FFFF00">
                    <a:alpha val="1912"/>
                  </a:srgbClr>
                </a:gs>
                <a:gs pos="71429">
                  <a:srgbClr val="FFFF00">
                    <a:alpha val="899"/>
                  </a:srgbClr>
                </a:gs>
                <a:gs pos="85714">
                  <a:srgbClr val="FFFF00">
                    <a:alpha val="357"/>
                  </a:srgbClr>
                </a:gs>
                <a:gs pos="100000">
                  <a:srgbClr val="FFFF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10365867">
              <a:off x="1598904" y="549380"/>
              <a:ext cx="462848" cy="163299"/>
            </a:xfrm>
            <a:prstGeom prst="ellipse">
              <a:avLst/>
            </a:prstGeom>
            <a:gradFill>
              <a:gsLst>
                <a:gs pos="0">
                  <a:srgbClr val="99BE00">
                    <a:alpha val="32968"/>
                  </a:srgbClr>
                </a:gs>
                <a:gs pos="14286">
                  <a:srgbClr val="99BE00">
                    <a:alpha val="30764"/>
                  </a:srgbClr>
                </a:gs>
                <a:gs pos="28571">
                  <a:srgbClr val="99BE00">
                    <a:alpha val="24833"/>
                  </a:srgbClr>
                </a:gs>
                <a:gs pos="42857">
                  <a:srgbClr val="99BE00">
                    <a:alpha val="17075"/>
                  </a:srgbClr>
                </a:gs>
                <a:gs pos="57143">
                  <a:srgbClr val="99BE00">
                    <a:alpha val="9855"/>
                  </a:srgbClr>
                </a:gs>
                <a:gs pos="71429">
                  <a:srgbClr val="99BE00">
                    <a:alpha val="4740"/>
                  </a:srgbClr>
                </a:gs>
                <a:gs pos="85714">
                  <a:srgbClr val="99BE00">
                    <a:alpha val="1902"/>
                  </a:srgbClr>
                </a:gs>
                <a:gs pos="100000">
                  <a:srgbClr val="99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9495749">
              <a:off x="828827" y="177773"/>
              <a:ext cx="704039" cy="102720"/>
            </a:xfrm>
            <a:prstGeom prst="ellipse">
              <a:avLst/>
            </a:prstGeom>
            <a:gradFill>
              <a:gsLst>
                <a:gs pos="0">
                  <a:srgbClr val="8CC800">
                    <a:alpha val="32968"/>
                  </a:srgbClr>
                </a:gs>
                <a:gs pos="14286">
                  <a:srgbClr val="8CC800">
                    <a:alpha val="30764"/>
                  </a:srgbClr>
                </a:gs>
                <a:gs pos="28571">
                  <a:srgbClr val="8CC800">
                    <a:alpha val="24833"/>
                  </a:srgbClr>
                </a:gs>
                <a:gs pos="42857">
                  <a:srgbClr val="8CC800">
                    <a:alpha val="17075"/>
                  </a:srgbClr>
                </a:gs>
                <a:gs pos="57143">
                  <a:srgbClr val="8CC800">
                    <a:alpha val="9855"/>
                  </a:srgbClr>
                </a:gs>
                <a:gs pos="71429">
                  <a:srgbClr val="8CC800">
                    <a:alpha val="4740"/>
                  </a:srgbClr>
                </a:gs>
                <a:gs pos="85714">
                  <a:srgbClr val="8CC800">
                    <a:alpha val="1902"/>
                  </a:srgbClr>
                </a:gs>
                <a:gs pos="100000">
                  <a:srgbClr val="8C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3531714">
              <a:off x="2914712" y="871986"/>
              <a:ext cx="732434" cy="168614"/>
            </a:xfrm>
            <a:prstGeom prst="ellipse">
              <a:avLst/>
            </a:prstGeom>
            <a:gradFill>
              <a:gsLst>
                <a:gs pos="0">
                  <a:srgbClr val="70C700">
                    <a:alpha val="32968"/>
                  </a:srgbClr>
                </a:gs>
                <a:gs pos="14286">
                  <a:srgbClr val="70C700">
                    <a:alpha val="30764"/>
                  </a:srgbClr>
                </a:gs>
                <a:gs pos="28571">
                  <a:srgbClr val="70C700">
                    <a:alpha val="24833"/>
                  </a:srgbClr>
                </a:gs>
                <a:gs pos="42857">
                  <a:srgbClr val="70C700">
                    <a:alpha val="17075"/>
                  </a:srgbClr>
                </a:gs>
                <a:gs pos="57143">
                  <a:srgbClr val="70C700">
                    <a:alpha val="9855"/>
                  </a:srgbClr>
                </a:gs>
                <a:gs pos="71429">
                  <a:srgbClr val="70C700">
                    <a:alpha val="4740"/>
                  </a:srgbClr>
                </a:gs>
                <a:gs pos="85714">
                  <a:srgbClr val="70C700">
                    <a:alpha val="1902"/>
                  </a:srgbClr>
                </a:gs>
                <a:gs pos="100000">
                  <a:srgbClr val="70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10617439">
              <a:off x="1109560" y="2182072"/>
              <a:ext cx="751675" cy="166393"/>
            </a:xfrm>
            <a:prstGeom prst="ellipse">
              <a:avLst/>
            </a:prstGeom>
            <a:gradFill>
              <a:gsLst>
                <a:gs pos="0">
                  <a:srgbClr val="C0FB00">
                    <a:alpha val="32968"/>
                  </a:srgbClr>
                </a:gs>
                <a:gs pos="14286">
                  <a:srgbClr val="C0FB00">
                    <a:alpha val="30764"/>
                  </a:srgbClr>
                </a:gs>
                <a:gs pos="28571">
                  <a:srgbClr val="C0FB00">
                    <a:alpha val="24833"/>
                  </a:srgbClr>
                </a:gs>
                <a:gs pos="42857">
                  <a:srgbClr val="C0FB00">
                    <a:alpha val="17075"/>
                  </a:srgbClr>
                </a:gs>
                <a:gs pos="57143">
                  <a:srgbClr val="C0FB00">
                    <a:alpha val="9855"/>
                  </a:srgbClr>
                </a:gs>
                <a:gs pos="71429">
                  <a:srgbClr val="C0FB00">
                    <a:alpha val="4740"/>
                  </a:srgbClr>
                </a:gs>
                <a:gs pos="85714">
                  <a:srgbClr val="C0FB00">
                    <a:alpha val="1902"/>
                  </a:srgbClr>
                </a:gs>
                <a:gs pos="100000">
                  <a:srgbClr val="C0F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7418847">
              <a:off x="507047" y="1439369"/>
              <a:ext cx="663672" cy="171751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9291018">
              <a:off x="1642847" y="1915095"/>
              <a:ext cx="644382" cy="291363"/>
            </a:xfrm>
            <a:prstGeom prst="ellipse">
              <a:avLst/>
            </a:prstGeom>
            <a:gradFill>
              <a:gsLst>
                <a:gs pos="0">
                  <a:srgbClr val="000000">
                    <a:alpha val="26715"/>
                  </a:srgbClr>
                </a:gs>
                <a:gs pos="14286">
                  <a:srgbClr val="000000">
                    <a:alpha val="24849"/>
                  </a:srgbClr>
                </a:gs>
                <a:gs pos="28571">
                  <a:srgbClr val="000000">
                    <a:alpha val="19893"/>
                  </a:srgbClr>
                </a:gs>
                <a:gs pos="42857">
                  <a:srgbClr val="000000">
                    <a:alpha val="13540"/>
                  </a:srgbClr>
                </a:gs>
                <a:gs pos="57143">
                  <a:srgbClr val="000000">
                    <a:alpha val="7745"/>
                  </a:srgbClr>
                </a:gs>
                <a:gs pos="71429">
                  <a:srgbClr val="000000">
                    <a:alpha val="3703"/>
                  </a:srgbClr>
                </a:gs>
                <a:gs pos="85714">
                  <a:srgbClr val="000000">
                    <a:alpha val="1481"/>
                  </a:srgbClr>
                </a:gs>
                <a:gs pos="100000">
                  <a:srgbClr val="0000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10281209">
              <a:off x="1800077" y="3370148"/>
              <a:ext cx="659116" cy="211420"/>
            </a:xfrm>
            <a:prstGeom prst="ellipse">
              <a:avLst/>
            </a:prstGeom>
            <a:gradFill>
              <a:gsLst>
                <a:gs pos="0">
                  <a:srgbClr val="FA5E00">
                    <a:alpha val="32968"/>
                  </a:srgbClr>
                </a:gs>
                <a:gs pos="14286">
                  <a:srgbClr val="FA5E00">
                    <a:alpha val="30764"/>
                  </a:srgbClr>
                </a:gs>
                <a:gs pos="28571">
                  <a:srgbClr val="FA5E00">
                    <a:alpha val="24833"/>
                  </a:srgbClr>
                </a:gs>
                <a:gs pos="42857">
                  <a:srgbClr val="FA5E00">
                    <a:alpha val="17075"/>
                  </a:srgbClr>
                </a:gs>
                <a:gs pos="57143">
                  <a:srgbClr val="FA5E00">
                    <a:alpha val="9855"/>
                  </a:srgbClr>
                </a:gs>
                <a:gs pos="71429">
                  <a:srgbClr val="FA5E00">
                    <a:alpha val="4740"/>
                  </a:srgbClr>
                </a:gs>
                <a:gs pos="85714">
                  <a:srgbClr val="FA5E00">
                    <a:alpha val="1902"/>
                  </a:srgbClr>
                </a:gs>
                <a:gs pos="100000">
                  <a:srgbClr val="FA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6055984">
              <a:off x="-224157" y="1498114"/>
              <a:ext cx="745633" cy="122127"/>
            </a:xfrm>
            <a:prstGeom prst="ellipse">
              <a:avLst/>
            </a:prstGeom>
            <a:gradFill>
              <a:gsLst>
                <a:gs pos="0">
                  <a:srgbClr val="9CCD00">
                    <a:alpha val="32968"/>
                  </a:srgbClr>
                </a:gs>
                <a:gs pos="14286">
                  <a:srgbClr val="9CCD00">
                    <a:alpha val="30764"/>
                  </a:srgbClr>
                </a:gs>
                <a:gs pos="28571">
                  <a:srgbClr val="9CCD00">
                    <a:alpha val="24833"/>
                  </a:srgbClr>
                </a:gs>
                <a:gs pos="42857">
                  <a:srgbClr val="9CCD00">
                    <a:alpha val="17075"/>
                  </a:srgbClr>
                </a:gs>
                <a:gs pos="57143">
                  <a:srgbClr val="9CCD00">
                    <a:alpha val="9855"/>
                  </a:srgbClr>
                </a:gs>
                <a:gs pos="71429">
                  <a:srgbClr val="9CCD00">
                    <a:alpha val="4740"/>
                  </a:srgbClr>
                </a:gs>
                <a:gs pos="85714">
                  <a:srgbClr val="9CCD00">
                    <a:alpha val="1902"/>
                  </a:srgbClr>
                </a:gs>
                <a:gs pos="100000">
                  <a:srgbClr val="9C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9766609">
              <a:off x="1477616" y="2109061"/>
              <a:ext cx="688686" cy="290777"/>
            </a:xfrm>
            <a:prstGeom prst="ellipse">
              <a:avLst/>
            </a:prstGeom>
            <a:gradFill>
              <a:gsLst>
                <a:gs pos="0">
                  <a:srgbClr val="A2E300">
                    <a:alpha val="32968"/>
                  </a:srgbClr>
                </a:gs>
                <a:gs pos="14286">
                  <a:srgbClr val="A2E300">
                    <a:alpha val="30764"/>
                  </a:srgbClr>
                </a:gs>
                <a:gs pos="28571">
                  <a:srgbClr val="A2E300">
                    <a:alpha val="24833"/>
                  </a:srgbClr>
                </a:gs>
                <a:gs pos="42857">
                  <a:srgbClr val="A2E300">
                    <a:alpha val="17075"/>
                  </a:srgbClr>
                </a:gs>
                <a:gs pos="57143">
                  <a:srgbClr val="A2E300">
                    <a:alpha val="9855"/>
                  </a:srgbClr>
                </a:gs>
                <a:gs pos="71429">
                  <a:srgbClr val="A2E300">
                    <a:alpha val="4740"/>
                  </a:srgbClr>
                </a:gs>
                <a:gs pos="85714">
                  <a:srgbClr val="A2E300">
                    <a:alpha val="1902"/>
                  </a:srgbClr>
                </a:gs>
                <a:gs pos="100000">
                  <a:srgbClr val="A2E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5418691">
              <a:off x="2574016" y="999242"/>
              <a:ext cx="570564" cy="303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6846386">
              <a:off x="2243563" y="2530165"/>
              <a:ext cx="208737" cy="198521"/>
            </a:xfrm>
            <a:prstGeom prst="ellipse">
              <a:avLst/>
            </a:prstGeom>
            <a:gradFill>
              <a:gsLst>
                <a:gs pos="0">
                  <a:srgbClr val="00F600">
                    <a:alpha val="2251"/>
                  </a:srgbClr>
                </a:gs>
                <a:gs pos="14286">
                  <a:srgbClr val="00F600">
                    <a:alpha val="2070"/>
                  </a:srgbClr>
                </a:gs>
                <a:gs pos="28571">
                  <a:srgbClr val="00F600">
                    <a:alpha val="1611"/>
                  </a:srgbClr>
                </a:gs>
                <a:gs pos="42857">
                  <a:srgbClr val="00F600">
                    <a:alpha val="1060"/>
                  </a:srgbClr>
                </a:gs>
                <a:gs pos="57143">
                  <a:srgbClr val="00F600">
                    <a:alpha val="589"/>
                  </a:srgbClr>
                </a:gs>
                <a:gs pos="71429">
                  <a:srgbClr val="00F600">
                    <a:alpha val="276"/>
                  </a:srgbClr>
                </a:gs>
                <a:gs pos="85714">
                  <a:srgbClr val="00F600">
                    <a:alpha val="109"/>
                  </a:srgbClr>
                </a:gs>
                <a:gs pos="100000">
                  <a:srgbClr val="00F6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5008329">
              <a:off x="1379201" y="1314454"/>
              <a:ext cx="203269" cy="34511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8621140">
              <a:off x="1823604" y="1575598"/>
              <a:ext cx="692337" cy="16020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2799835">
              <a:off x="1125614" y="1235498"/>
              <a:ext cx="572388" cy="128609"/>
            </a:xfrm>
            <a:prstGeom prst="ellipse">
              <a:avLst/>
            </a:prstGeom>
            <a:gradFill>
              <a:gsLst>
                <a:gs pos="0">
                  <a:srgbClr val="FFFA5A">
                    <a:alpha val="15992"/>
                  </a:srgbClr>
                </a:gs>
                <a:gs pos="14286">
                  <a:srgbClr val="FFFA5A">
                    <a:alpha val="14800"/>
                  </a:srgbClr>
                </a:gs>
                <a:gs pos="28571">
                  <a:srgbClr val="FFFA5A">
                    <a:alpha val="11694"/>
                  </a:srgbClr>
                </a:gs>
                <a:gs pos="42857">
                  <a:srgbClr val="FFFA5A">
                    <a:alpha val="7833"/>
                  </a:srgbClr>
                </a:gs>
                <a:gs pos="57143">
                  <a:srgbClr val="FFFA5A">
                    <a:alpha val="4419"/>
                  </a:srgbClr>
                </a:gs>
                <a:gs pos="71429">
                  <a:srgbClr val="FFFA5A">
                    <a:alpha val="2093"/>
                  </a:srgbClr>
                </a:gs>
                <a:gs pos="85714">
                  <a:srgbClr val="FFFA5A">
                    <a:alpha val="833"/>
                  </a:srgbClr>
                </a:gs>
                <a:gs pos="100000">
                  <a:srgbClr val="FFFA5A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529248">
              <a:off x="1538023" y="1084367"/>
              <a:ext cx="286865" cy="135187"/>
            </a:xfrm>
            <a:prstGeom prst="ellipse">
              <a:avLst/>
            </a:prstGeom>
            <a:gradFill>
              <a:gsLst>
                <a:gs pos="0">
                  <a:srgbClr val="FFA800">
                    <a:alpha val="32968"/>
                  </a:srgbClr>
                </a:gs>
                <a:gs pos="14286">
                  <a:srgbClr val="FFA800">
                    <a:alpha val="30764"/>
                  </a:srgbClr>
                </a:gs>
                <a:gs pos="28571">
                  <a:srgbClr val="FFA800">
                    <a:alpha val="24833"/>
                  </a:srgbClr>
                </a:gs>
                <a:gs pos="42857">
                  <a:srgbClr val="FFA800">
                    <a:alpha val="17075"/>
                  </a:srgbClr>
                </a:gs>
                <a:gs pos="57143">
                  <a:srgbClr val="FFA800">
                    <a:alpha val="9855"/>
                  </a:srgbClr>
                </a:gs>
                <a:gs pos="71429">
                  <a:srgbClr val="FFA800">
                    <a:alpha val="4740"/>
                  </a:srgbClr>
                </a:gs>
                <a:gs pos="85714">
                  <a:srgbClr val="FFA800">
                    <a:alpha val="1902"/>
                  </a:srgbClr>
                </a:gs>
                <a:gs pos="100000">
                  <a:srgbClr val="FF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8749549">
              <a:off x="1976022" y="1334173"/>
              <a:ext cx="287770" cy="245021"/>
            </a:xfrm>
            <a:prstGeom prst="ellipse">
              <a:avLst/>
            </a:prstGeom>
            <a:gradFill>
              <a:gsLst>
                <a:gs pos="0">
                  <a:srgbClr val="FF9300">
                    <a:alpha val="8575"/>
                  </a:srgbClr>
                </a:gs>
                <a:gs pos="14286">
                  <a:srgbClr val="FF9300">
                    <a:alpha val="7910"/>
                  </a:srgbClr>
                </a:gs>
                <a:gs pos="28571">
                  <a:srgbClr val="FF9300">
                    <a:alpha val="6198"/>
                  </a:srgbClr>
                </a:gs>
                <a:gs pos="42857">
                  <a:srgbClr val="FF9300">
                    <a:alpha val="4110"/>
                  </a:srgbClr>
                </a:gs>
                <a:gs pos="57143">
                  <a:srgbClr val="FF9300">
                    <a:alpha val="2299"/>
                  </a:srgbClr>
                </a:gs>
                <a:gs pos="71429">
                  <a:srgbClr val="FF9300">
                    <a:alpha val="1083"/>
                  </a:srgbClr>
                </a:gs>
                <a:gs pos="85714">
                  <a:srgbClr val="FF9300">
                    <a:alpha val="430"/>
                  </a:srgbClr>
                </a:gs>
                <a:gs pos="100000">
                  <a:srgbClr val="FF930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8859794">
              <a:off x="2361093" y="1488241"/>
              <a:ext cx="644984" cy="60564"/>
            </a:xfrm>
            <a:prstGeom prst="ellipse">
              <a:avLst/>
            </a:prstGeom>
            <a:gradFill>
              <a:gsLst>
                <a:gs pos="0">
                  <a:srgbClr val="FC5500">
                    <a:alpha val="32968"/>
                  </a:srgbClr>
                </a:gs>
                <a:gs pos="14286">
                  <a:srgbClr val="FC5500">
                    <a:alpha val="30764"/>
                  </a:srgbClr>
                </a:gs>
                <a:gs pos="28571">
                  <a:srgbClr val="FC5500">
                    <a:alpha val="24833"/>
                  </a:srgbClr>
                </a:gs>
                <a:gs pos="42857">
                  <a:srgbClr val="FC5500">
                    <a:alpha val="17075"/>
                  </a:srgbClr>
                </a:gs>
                <a:gs pos="57143">
                  <a:srgbClr val="FC5500">
                    <a:alpha val="9855"/>
                  </a:srgbClr>
                </a:gs>
                <a:gs pos="71429">
                  <a:srgbClr val="FC5500">
                    <a:alpha val="4740"/>
                  </a:srgbClr>
                </a:gs>
                <a:gs pos="85714">
                  <a:srgbClr val="FC5500">
                    <a:alpha val="1902"/>
                  </a:srgbClr>
                </a:gs>
                <a:gs pos="100000">
                  <a:srgbClr val="FC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9733632">
              <a:off x="1460307" y="733577"/>
              <a:ext cx="277948" cy="162141"/>
            </a:xfrm>
            <a:prstGeom prst="ellipse">
              <a:avLst/>
            </a:prstGeom>
            <a:gradFill>
              <a:gsLst>
                <a:gs pos="0">
                  <a:srgbClr val="FFF300">
                    <a:alpha val="12324"/>
                  </a:srgbClr>
                </a:gs>
                <a:gs pos="14286">
                  <a:srgbClr val="FFF300">
                    <a:alpha val="11386"/>
                  </a:srgbClr>
                </a:gs>
                <a:gs pos="28571">
                  <a:srgbClr val="FFF300">
                    <a:alpha val="8959"/>
                  </a:srgbClr>
                </a:gs>
                <a:gs pos="42857">
                  <a:srgbClr val="FFF300">
                    <a:alpha val="5971"/>
                  </a:srgbClr>
                </a:gs>
                <a:gs pos="57143">
                  <a:srgbClr val="FFF300">
                    <a:alpha val="3354"/>
                  </a:srgbClr>
                </a:gs>
                <a:gs pos="71429">
                  <a:srgbClr val="FFF300">
                    <a:alpha val="1584"/>
                  </a:srgbClr>
                </a:gs>
                <a:gs pos="85714">
                  <a:srgbClr val="FFF300">
                    <a:alpha val="629"/>
                  </a:srgbClr>
                </a:gs>
                <a:gs pos="100000">
                  <a:srgbClr val="FFF3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3743691">
              <a:off x="37069" y="2453635"/>
              <a:ext cx="484477" cy="131327"/>
            </a:xfrm>
            <a:prstGeom prst="ellipse">
              <a:avLst/>
            </a:prstGeom>
            <a:gradFill>
              <a:gsLst>
                <a:gs pos="0">
                  <a:srgbClr val="94D000">
                    <a:alpha val="32968"/>
                  </a:srgbClr>
                </a:gs>
                <a:gs pos="14286">
                  <a:srgbClr val="94D000">
                    <a:alpha val="30764"/>
                  </a:srgbClr>
                </a:gs>
                <a:gs pos="28571">
                  <a:srgbClr val="94D000">
                    <a:alpha val="24833"/>
                  </a:srgbClr>
                </a:gs>
                <a:gs pos="42857">
                  <a:srgbClr val="94D000">
                    <a:alpha val="17075"/>
                  </a:srgbClr>
                </a:gs>
                <a:gs pos="57143">
                  <a:srgbClr val="94D000">
                    <a:alpha val="9855"/>
                  </a:srgbClr>
                </a:gs>
                <a:gs pos="71429">
                  <a:srgbClr val="94D000">
                    <a:alpha val="4740"/>
                  </a:srgbClr>
                </a:gs>
                <a:gs pos="85714">
                  <a:srgbClr val="94D000">
                    <a:alpha val="1902"/>
                  </a:srgbClr>
                </a:gs>
                <a:gs pos="100000">
                  <a:srgbClr val="94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732415">
              <a:off x="2471470" y="3251440"/>
              <a:ext cx="651409" cy="45786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10594534">
              <a:off x="1722356" y="950824"/>
              <a:ext cx="412895" cy="419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-10596913">
              <a:off x="2267579" y="553291"/>
              <a:ext cx="494895" cy="287992"/>
            </a:xfrm>
            <a:prstGeom prst="ellipse">
              <a:avLst/>
            </a:prstGeom>
            <a:gradFill>
              <a:gsLst>
                <a:gs pos="0">
                  <a:srgbClr val="92D200">
                    <a:alpha val="32968"/>
                  </a:srgbClr>
                </a:gs>
                <a:gs pos="14286">
                  <a:srgbClr val="92D200">
                    <a:alpha val="30764"/>
                  </a:srgbClr>
                </a:gs>
                <a:gs pos="28571">
                  <a:srgbClr val="92D200">
                    <a:alpha val="24833"/>
                  </a:srgbClr>
                </a:gs>
                <a:gs pos="42857">
                  <a:srgbClr val="92D200">
                    <a:alpha val="17075"/>
                  </a:srgbClr>
                </a:gs>
                <a:gs pos="57143">
                  <a:srgbClr val="92D200">
                    <a:alpha val="9855"/>
                  </a:srgbClr>
                </a:gs>
                <a:gs pos="71429">
                  <a:srgbClr val="92D200">
                    <a:alpha val="4740"/>
                  </a:srgbClr>
                </a:gs>
                <a:gs pos="85714">
                  <a:srgbClr val="92D200">
                    <a:alpha val="1902"/>
                  </a:srgbClr>
                </a:gs>
                <a:gs pos="100000">
                  <a:srgbClr val="92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634445">
              <a:off x="2949922" y="996284"/>
              <a:ext cx="323613" cy="12944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4168679">
              <a:off x="807562" y="1250907"/>
              <a:ext cx="471241" cy="271059"/>
            </a:xfrm>
            <a:prstGeom prst="ellipse">
              <a:avLst/>
            </a:prstGeom>
            <a:gradFill>
              <a:gsLst>
                <a:gs pos="0">
                  <a:srgbClr val="000000">
                    <a:alpha val="30602"/>
                  </a:srgbClr>
                </a:gs>
                <a:gs pos="14286">
                  <a:srgbClr val="000000">
                    <a:alpha val="28521"/>
                  </a:srgbClr>
                </a:gs>
                <a:gs pos="28571">
                  <a:srgbClr val="000000">
                    <a:alpha val="22949"/>
                  </a:srgbClr>
                </a:gs>
                <a:gs pos="42857">
                  <a:srgbClr val="000000">
                    <a:alpha val="15718"/>
                  </a:srgbClr>
                </a:gs>
                <a:gs pos="57143">
                  <a:srgbClr val="000000">
                    <a:alpha val="9040"/>
                  </a:srgbClr>
                </a:gs>
                <a:gs pos="71429">
                  <a:srgbClr val="000000">
                    <a:alpha val="4338"/>
                  </a:srgbClr>
                </a:gs>
                <a:gs pos="85714">
                  <a:srgbClr val="000000">
                    <a:alpha val="1739"/>
                  </a:srgbClr>
                </a:gs>
                <a:gs pos="100000">
                  <a:srgbClr val="000000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9434187">
              <a:off x="2983273" y="1136601"/>
              <a:ext cx="486124" cy="157686"/>
            </a:xfrm>
            <a:prstGeom prst="ellipse">
              <a:avLst/>
            </a:prstGeom>
            <a:gradFill>
              <a:gsLst>
                <a:gs pos="0">
                  <a:srgbClr val="71BB00">
                    <a:alpha val="32968"/>
                  </a:srgbClr>
                </a:gs>
                <a:gs pos="14286">
                  <a:srgbClr val="71BB00">
                    <a:alpha val="30764"/>
                  </a:srgbClr>
                </a:gs>
                <a:gs pos="28571">
                  <a:srgbClr val="71BB00">
                    <a:alpha val="24833"/>
                  </a:srgbClr>
                </a:gs>
                <a:gs pos="42857">
                  <a:srgbClr val="71BB00">
                    <a:alpha val="17075"/>
                  </a:srgbClr>
                </a:gs>
                <a:gs pos="57143">
                  <a:srgbClr val="71BB00">
                    <a:alpha val="9855"/>
                  </a:srgbClr>
                </a:gs>
                <a:gs pos="71429">
                  <a:srgbClr val="71BB00">
                    <a:alpha val="4740"/>
                  </a:srgbClr>
                </a:gs>
                <a:gs pos="85714">
                  <a:srgbClr val="71BB00">
                    <a:alpha val="1902"/>
                  </a:srgbClr>
                </a:gs>
                <a:gs pos="100000">
                  <a:srgbClr val="7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10381761">
              <a:off x="1274105" y="3285431"/>
              <a:ext cx="647578" cy="305989"/>
            </a:xfrm>
            <a:prstGeom prst="ellipse">
              <a:avLst/>
            </a:prstGeom>
            <a:gradFill>
              <a:gsLst>
                <a:gs pos="0">
                  <a:srgbClr val="F17400">
                    <a:alpha val="32968"/>
                  </a:srgbClr>
                </a:gs>
                <a:gs pos="14286">
                  <a:srgbClr val="F17400">
                    <a:alpha val="30764"/>
                  </a:srgbClr>
                </a:gs>
                <a:gs pos="28571">
                  <a:srgbClr val="F17400">
                    <a:alpha val="24833"/>
                  </a:srgbClr>
                </a:gs>
                <a:gs pos="42857">
                  <a:srgbClr val="F17400">
                    <a:alpha val="17075"/>
                  </a:srgbClr>
                </a:gs>
                <a:gs pos="57143">
                  <a:srgbClr val="F17400">
                    <a:alpha val="9855"/>
                  </a:srgbClr>
                </a:gs>
                <a:gs pos="71429">
                  <a:srgbClr val="F17400">
                    <a:alpha val="4740"/>
                  </a:srgbClr>
                </a:gs>
                <a:gs pos="85714">
                  <a:srgbClr val="F17400">
                    <a:alpha val="1902"/>
                  </a:srgbClr>
                </a:gs>
                <a:gs pos="100000">
                  <a:srgbClr val="F1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9470676">
              <a:off x="938803" y="3268007"/>
              <a:ext cx="716613" cy="252697"/>
            </a:xfrm>
            <a:prstGeom prst="ellipse">
              <a:avLst/>
            </a:prstGeom>
            <a:gradFill>
              <a:gsLst>
                <a:gs pos="0">
                  <a:srgbClr val="FF2800">
                    <a:alpha val="32968"/>
                  </a:srgbClr>
                </a:gs>
                <a:gs pos="14286">
                  <a:srgbClr val="FF2800">
                    <a:alpha val="30764"/>
                  </a:srgbClr>
                </a:gs>
                <a:gs pos="28571">
                  <a:srgbClr val="FF2800">
                    <a:alpha val="24833"/>
                  </a:srgbClr>
                </a:gs>
                <a:gs pos="42857">
                  <a:srgbClr val="FF2800">
                    <a:alpha val="17075"/>
                  </a:srgbClr>
                </a:gs>
                <a:gs pos="57143">
                  <a:srgbClr val="FF2800">
                    <a:alpha val="9855"/>
                  </a:srgbClr>
                </a:gs>
                <a:gs pos="71429">
                  <a:srgbClr val="FF2800">
                    <a:alpha val="4740"/>
                  </a:srgbClr>
                </a:gs>
                <a:gs pos="85714">
                  <a:srgbClr val="FF2800">
                    <a:alpha val="1902"/>
                  </a:srgbClr>
                </a:gs>
                <a:gs pos="100000">
                  <a:srgbClr val="FF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4929169">
              <a:off x="2332400" y="1074403"/>
              <a:ext cx="434910" cy="174914"/>
            </a:xfrm>
            <a:prstGeom prst="ellipse">
              <a:avLst/>
            </a:prstGeom>
            <a:gradFill>
              <a:gsLst>
                <a:gs pos="0">
                  <a:srgbClr val="57BA00">
                    <a:alpha val="32968"/>
                  </a:srgbClr>
                </a:gs>
                <a:gs pos="14286">
                  <a:srgbClr val="57BA00">
                    <a:alpha val="30764"/>
                  </a:srgbClr>
                </a:gs>
                <a:gs pos="28571">
                  <a:srgbClr val="57BA00">
                    <a:alpha val="24833"/>
                  </a:srgbClr>
                </a:gs>
                <a:gs pos="42857">
                  <a:srgbClr val="57BA00">
                    <a:alpha val="17075"/>
                  </a:srgbClr>
                </a:gs>
                <a:gs pos="57143">
                  <a:srgbClr val="57BA00">
                    <a:alpha val="9855"/>
                  </a:srgbClr>
                </a:gs>
                <a:gs pos="71429">
                  <a:srgbClr val="57BA00">
                    <a:alpha val="4740"/>
                  </a:srgbClr>
                </a:gs>
                <a:gs pos="85714">
                  <a:srgbClr val="57BA00">
                    <a:alpha val="1902"/>
                  </a:srgbClr>
                </a:gs>
                <a:gs pos="100000">
                  <a:srgbClr val="57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9021549">
              <a:off x="624897" y="253683"/>
              <a:ext cx="773457" cy="147893"/>
            </a:xfrm>
            <a:prstGeom prst="ellipse">
              <a:avLst/>
            </a:prstGeom>
            <a:gradFill>
              <a:gsLst>
                <a:gs pos="0">
                  <a:srgbClr val="79C000">
                    <a:alpha val="32968"/>
                  </a:srgbClr>
                </a:gs>
                <a:gs pos="14286">
                  <a:srgbClr val="79C000">
                    <a:alpha val="30764"/>
                  </a:srgbClr>
                </a:gs>
                <a:gs pos="28571">
                  <a:srgbClr val="79C000">
                    <a:alpha val="24833"/>
                  </a:srgbClr>
                </a:gs>
                <a:gs pos="42857">
                  <a:srgbClr val="79C000">
                    <a:alpha val="17075"/>
                  </a:srgbClr>
                </a:gs>
                <a:gs pos="57143">
                  <a:srgbClr val="79C000">
                    <a:alpha val="9855"/>
                  </a:srgbClr>
                </a:gs>
                <a:gs pos="71429">
                  <a:srgbClr val="79C000">
                    <a:alpha val="4740"/>
                  </a:srgbClr>
                </a:gs>
                <a:gs pos="85714">
                  <a:srgbClr val="79C000">
                    <a:alpha val="1902"/>
                  </a:srgbClr>
                </a:gs>
                <a:gs pos="100000">
                  <a:srgbClr val="79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3075185">
              <a:off x="205857" y="2858269"/>
              <a:ext cx="605718" cy="117860"/>
            </a:xfrm>
            <a:prstGeom prst="ellipse">
              <a:avLst/>
            </a:prstGeom>
            <a:gradFill>
              <a:gsLst>
                <a:gs pos="0">
                  <a:srgbClr val="FF7300">
                    <a:alpha val="32968"/>
                  </a:srgbClr>
                </a:gs>
                <a:gs pos="14286">
                  <a:srgbClr val="FF7300">
                    <a:alpha val="30764"/>
                  </a:srgbClr>
                </a:gs>
                <a:gs pos="28571">
                  <a:srgbClr val="FF7300">
                    <a:alpha val="24833"/>
                  </a:srgbClr>
                </a:gs>
                <a:gs pos="42857">
                  <a:srgbClr val="FF7300">
                    <a:alpha val="17075"/>
                  </a:srgbClr>
                </a:gs>
                <a:gs pos="57143">
                  <a:srgbClr val="FF7300">
                    <a:alpha val="9855"/>
                  </a:srgbClr>
                </a:gs>
                <a:gs pos="71429">
                  <a:srgbClr val="FF7300">
                    <a:alpha val="4740"/>
                  </a:srgbClr>
                </a:gs>
                <a:gs pos="85714">
                  <a:srgbClr val="FF7300">
                    <a:alpha val="1902"/>
                  </a:srgbClr>
                </a:gs>
                <a:gs pos="100000">
                  <a:srgbClr val="FF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8930005">
              <a:off x="603294" y="3220653"/>
              <a:ext cx="730896" cy="13214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10510860">
              <a:off x="1636158" y="2960878"/>
              <a:ext cx="731100" cy="104633"/>
            </a:xfrm>
            <a:prstGeom prst="ellipse">
              <a:avLst/>
            </a:prstGeom>
            <a:gradFill>
              <a:gsLst>
                <a:gs pos="0">
                  <a:srgbClr val="F80B00">
                    <a:alpha val="32968"/>
                  </a:srgbClr>
                </a:gs>
                <a:gs pos="14286">
                  <a:srgbClr val="F80B00">
                    <a:alpha val="30764"/>
                  </a:srgbClr>
                </a:gs>
                <a:gs pos="28571">
                  <a:srgbClr val="F80B00">
                    <a:alpha val="24833"/>
                  </a:srgbClr>
                </a:gs>
                <a:gs pos="42857">
                  <a:srgbClr val="F80B00">
                    <a:alpha val="17075"/>
                  </a:srgbClr>
                </a:gs>
                <a:gs pos="57143">
                  <a:srgbClr val="F80B00">
                    <a:alpha val="9855"/>
                  </a:srgbClr>
                </a:gs>
                <a:gs pos="71429">
                  <a:srgbClr val="F80B00">
                    <a:alpha val="4740"/>
                  </a:srgbClr>
                </a:gs>
                <a:gs pos="85714">
                  <a:srgbClr val="F80B00">
                    <a:alpha val="1902"/>
                  </a:srgbClr>
                </a:gs>
                <a:gs pos="100000">
                  <a:srgbClr val="F8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848488">
              <a:off x="1305922" y="1034048"/>
              <a:ext cx="255746" cy="242353"/>
            </a:xfrm>
            <a:prstGeom prst="ellipse">
              <a:avLst/>
            </a:prstGeom>
            <a:gradFill>
              <a:gsLst>
                <a:gs pos="0">
                  <a:srgbClr val="FFBB00">
                    <a:alpha val="3265"/>
                  </a:srgbClr>
                </a:gs>
                <a:gs pos="14286">
                  <a:srgbClr val="FFBB00">
                    <a:alpha val="3005"/>
                  </a:srgbClr>
                </a:gs>
                <a:gs pos="28571">
                  <a:srgbClr val="FFBB00">
                    <a:alpha val="2341"/>
                  </a:srgbClr>
                </a:gs>
                <a:gs pos="42857">
                  <a:srgbClr val="FFBB00">
                    <a:alpha val="1542"/>
                  </a:srgbClr>
                </a:gs>
                <a:gs pos="57143">
                  <a:srgbClr val="FFBB00">
                    <a:alpha val="857"/>
                  </a:srgbClr>
                </a:gs>
                <a:gs pos="71429">
                  <a:srgbClr val="FFBB00">
                    <a:alpha val="402"/>
                  </a:srgbClr>
                </a:gs>
                <a:gs pos="85714">
                  <a:srgbClr val="FFBB00">
                    <a:alpha val="159"/>
                  </a:srgbClr>
                </a:gs>
                <a:gs pos="100000">
                  <a:srgbClr val="FFBB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824198">
              <a:off x="3285588" y="2230215"/>
              <a:ext cx="363410" cy="153179"/>
            </a:xfrm>
            <a:prstGeom prst="ellipse">
              <a:avLst/>
            </a:prstGeom>
            <a:gradFill>
              <a:gsLst>
                <a:gs pos="0">
                  <a:srgbClr val="FFB35A">
                    <a:alpha val="32968"/>
                  </a:srgbClr>
                </a:gs>
                <a:gs pos="14286">
                  <a:srgbClr val="FFB35A">
                    <a:alpha val="30764"/>
                  </a:srgbClr>
                </a:gs>
                <a:gs pos="28571">
                  <a:srgbClr val="FFB35A">
                    <a:alpha val="24833"/>
                  </a:srgbClr>
                </a:gs>
                <a:gs pos="42857">
                  <a:srgbClr val="FFB35A">
                    <a:alpha val="17075"/>
                  </a:srgbClr>
                </a:gs>
                <a:gs pos="57143">
                  <a:srgbClr val="FFB35A">
                    <a:alpha val="9855"/>
                  </a:srgbClr>
                </a:gs>
                <a:gs pos="71429">
                  <a:srgbClr val="FFB35A">
                    <a:alpha val="4740"/>
                  </a:srgbClr>
                </a:gs>
                <a:gs pos="85714">
                  <a:srgbClr val="FFB35A">
                    <a:alpha val="1902"/>
                  </a:srgbClr>
                </a:gs>
                <a:gs pos="100000">
                  <a:srgbClr val="FFB3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8867968">
              <a:off x="627582" y="3283213"/>
              <a:ext cx="536273" cy="31811"/>
            </a:xfrm>
            <a:prstGeom prst="ellipse">
              <a:avLst/>
            </a:prstGeom>
            <a:gradFill>
              <a:gsLst>
                <a:gs pos="0">
                  <a:srgbClr val="F36A00">
                    <a:alpha val="32968"/>
                  </a:srgbClr>
                </a:gs>
                <a:gs pos="14286">
                  <a:srgbClr val="F36A00">
                    <a:alpha val="30764"/>
                  </a:srgbClr>
                </a:gs>
                <a:gs pos="28571">
                  <a:srgbClr val="F36A00">
                    <a:alpha val="24833"/>
                  </a:srgbClr>
                </a:gs>
                <a:gs pos="42857">
                  <a:srgbClr val="F36A00">
                    <a:alpha val="17075"/>
                  </a:srgbClr>
                </a:gs>
                <a:gs pos="57143">
                  <a:srgbClr val="F36A00">
                    <a:alpha val="9855"/>
                  </a:srgbClr>
                </a:gs>
                <a:gs pos="71429">
                  <a:srgbClr val="F36A00">
                    <a:alpha val="4740"/>
                  </a:srgbClr>
                </a:gs>
                <a:gs pos="85714">
                  <a:srgbClr val="F36A00">
                    <a:alpha val="1902"/>
                  </a:srgbClr>
                </a:gs>
                <a:gs pos="100000">
                  <a:srgbClr val="F3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4342541">
              <a:off x="1495843" y="1482549"/>
              <a:ext cx="260851" cy="139980"/>
            </a:xfrm>
            <a:prstGeom prst="ellipse">
              <a:avLst/>
            </a:prstGeom>
            <a:gradFill>
              <a:gsLst>
                <a:gs pos="0">
                  <a:srgbClr val="FF0000">
                    <a:alpha val="19218"/>
                  </a:srgbClr>
                </a:gs>
                <a:gs pos="14286">
                  <a:srgbClr val="FF0000">
                    <a:alpha val="17811"/>
                  </a:srgbClr>
                </a:gs>
                <a:gs pos="28571">
                  <a:srgbClr val="FF0000">
                    <a:alpha val="14127"/>
                  </a:srgbClr>
                </a:gs>
                <a:gs pos="42857">
                  <a:srgbClr val="FF0000">
                    <a:alpha val="9507"/>
                  </a:srgbClr>
                </a:gs>
                <a:gs pos="57143">
                  <a:srgbClr val="FF0000">
                    <a:alpha val="5385"/>
                  </a:srgbClr>
                </a:gs>
                <a:gs pos="71429">
                  <a:srgbClr val="FF0000">
                    <a:alpha val="2558"/>
                  </a:srgbClr>
                </a:gs>
                <a:gs pos="85714">
                  <a:srgbClr val="FF0000">
                    <a:alpha val="1019"/>
                  </a:srgbClr>
                </a:gs>
                <a:gs pos="100000">
                  <a:srgbClr val="FF00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302679">
              <a:off x="1295002" y="764913"/>
              <a:ext cx="586547" cy="160427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759633">
              <a:off x="-103228" y="1600934"/>
              <a:ext cx="517136" cy="178358"/>
            </a:xfrm>
            <a:prstGeom prst="ellipse">
              <a:avLst/>
            </a:prstGeom>
            <a:gradFill>
              <a:gsLst>
                <a:gs pos="0">
                  <a:srgbClr val="77B000">
                    <a:alpha val="32968"/>
                  </a:srgbClr>
                </a:gs>
                <a:gs pos="14286">
                  <a:srgbClr val="77B000">
                    <a:alpha val="30764"/>
                  </a:srgbClr>
                </a:gs>
                <a:gs pos="28571">
                  <a:srgbClr val="77B000">
                    <a:alpha val="24833"/>
                  </a:srgbClr>
                </a:gs>
                <a:gs pos="42857">
                  <a:srgbClr val="77B000">
                    <a:alpha val="17075"/>
                  </a:srgbClr>
                </a:gs>
                <a:gs pos="57143">
                  <a:srgbClr val="77B000">
                    <a:alpha val="9855"/>
                  </a:srgbClr>
                </a:gs>
                <a:gs pos="71429">
                  <a:srgbClr val="77B000">
                    <a:alpha val="4740"/>
                  </a:srgbClr>
                </a:gs>
                <a:gs pos="85714">
                  <a:srgbClr val="77B000">
                    <a:alpha val="1902"/>
                  </a:srgbClr>
                </a:gs>
                <a:gs pos="100000">
                  <a:srgbClr val="77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8770314">
              <a:off x="610560" y="3041072"/>
              <a:ext cx="726604" cy="34019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7486841">
              <a:off x="59616" y="815629"/>
              <a:ext cx="701426" cy="123301"/>
            </a:xfrm>
            <a:prstGeom prst="ellipse">
              <a:avLst/>
            </a:prstGeom>
            <a:gradFill>
              <a:gsLst>
                <a:gs pos="0">
                  <a:srgbClr val="81C100">
                    <a:alpha val="32968"/>
                  </a:srgbClr>
                </a:gs>
                <a:gs pos="14286">
                  <a:srgbClr val="81C100">
                    <a:alpha val="30764"/>
                  </a:srgbClr>
                </a:gs>
                <a:gs pos="28571">
                  <a:srgbClr val="81C100">
                    <a:alpha val="24833"/>
                  </a:srgbClr>
                </a:gs>
                <a:gs pos="42857">
                  <a:srgbClr val="81C100">
                    <a:alpha val="17075"/>
                  </a:srgbClr>
                </a:gs>
                <a:gs pos="57143">
                  <a:srgbClr val="81C100">
                    <a:alpha val="9855"/>
                  </a:srgbClr>
                </a:gs>
                <a:gs pos="71429">
                  <a:srgbClr val="81C100">
                    <a:alpha val="4740"/>
                  </a:srgbClr>
                </a:gs>
                <a:gs pos="85714">
                  <a:srgbClr val="81C100">
                    <a:alpha val="1902"/>
                  </a:srgbClr>
                </a:gs>
                <a:gs pos="100000">
                  <a:srgbClr val="81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9181786">
              <a:off x="2131347" y="173095"/>
              <a:ext cx="688487" cy="172320"/>
            </a:xfrm>
            <a:prstGeom prst="ellipse">
              <a:avLst/>
            </a:prstGeom>
            <a:gradFill>
              <a:gsLst>
                <a:gs pos="0">
                  <a:srgbClr val="8DC800">
                    <a:alpha val="32968"/>
                  </a:srgbClr>
                </a:gs>
                <a:gs pos="14286">
                  <a:srgbClr val="8DC800">
                    <a:alpha val="30764"/>
                  </a:srgbClr>
                </a:gs>
                <a:gs pos="28571">
                  <a:srgbClr val="8DC800">
                    <a:alpha val="24833"/>
                  </a:srgbClr>
                </a:gs>
                <a:gs pos="42857">
                  <a:srgbClr val="8DC800">
                    <a:alpha val="17075"/>
                  </a:srgbClr>
                </a:gs>
                <a:gs pos="57143">
                  <a:srgbClr val="8DC800">
                    <a:alpha val="9855"/>
                  </a:srgbClr>
                </a:gs>
                <a:gs pos="71429">
                  <a:srgbClr val="8DC800">
                    <a:alpha val="4740"/>
                  </a:srgbClr>
                </a:gs>
                <a:gs pos="85714">
                  <a:srgbClr val="8DC800">
                    <a:alpha val="1902"/>
                  </a:srgbClr>
                </a:gs>
                <a:gs pos="100000">
                  <a:srgbClr val="8D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6528045">
              <a:off x="1092684" y="1112239"/>
              <a:ext cx="334278" cy="41071"/>
            </a:xfrm>
            <a:prstGeom prst="ellipse">
              <a:avLst/>
            </a:prstGeom>
            <a:gradFill>
              <a:gsLst>
                <a:gs pos="0">
                  <a:srgbClr val="FF6A00">
                    <a:alpha val="32968"/>
                  </a:srgbClr>
                </a:gs>
                <a:gs pos="14286">
                  <a:srgbClr val="FF6A00">
                    <a:alpha val="30764"/>
                  </a:srgbClr>
                </a:gs>
                <a:gs pos="28571">
                  <a:srgbClr val="FF6A00">
                    <a:alpha val="24833"/>
                  </a:srgbClr>
                </a:gs>
                <a:gs pos="42857">
                  <a:srgbClr val="FF6A00">
                    <a:alpha val="17075"/>
                  </a:srgbClr>
                </a:gs>
                <a:gs pos="57143">
                  <a:srgbClr val="FF6A00">
                    <a:alpha val="9855"/>
                  </a:srgbClr>
                </a:gs>
                <a:gs pos="71429">
                  <a:srgbClr val="FF6A00">
                    <a:alpha val="4740"/>
                  </a:srgbClr>
                </a:gs>
                <a:gs pos="85714">
                  <a:srgbClr val="FF6A00">
                    <a:alpha val="1902"/>
                  </a:srgbClr>
                </a:gs>
                <a:gs pos="100000">
                  <a:srgbClr val="FF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10518970">
              <a:off x="2464544" y="1496954"/>
              <a:ext cx="659435" cy="131337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5707889">
              <a:off x="1979794" y="1263674"/>
              <a:ext cx="316434" cy="284464"/>
            </a:xfrm>
            <a:prstGeom prst="ellipse">
              <a:avLst/>
            </a:prstGeom>
            <a:gradFill>
              <a:gsLst>
                <a:gs pos="0">
                  <a:srgbClr val="FFCC00">
                    <a:alpha val="5100"/>
                  </a:srgbClr>
                </a:gs>
                <a:gs pos="14286">
                  <a:srgbClr val="FFCC00">
                    <a:alpha val="4697"/>
                  </a:srgbClr>
                </a:gs>
                <a:gs pos="28571">
                  <a:srgbClr val="FFCC00">
                    <a:alpha val="3666"/>
                  </a:srgbClr>
                </a:gs>
                <a:gs pos="42857">
                  <a:srgbClr val="FFCC00">
                    <a:alpha val="2420"/>
                  </a:srgbClr>
                </a:gs>
                <a:gs pos="57143">
                  <a:srgbClr val="FFCC00">
                    <a:alpha val="1348"/>
                  </a:srgbClr>
                </a:gs>
                <a:gs pos="71429">
                  <a:srgbClr val="FFCC00">
                    <a:alpha val="633"/>
                  </a:srgbClr>
                </a:gs>
                <a:gs pos="85714">
                  <a:srgbClr val="FFCC00">
                    <a:alpha val="251"/>
                  </a:srgbClr>
                </a:gs>
                <a:gs pos="100000">
                  <a:srgbClr val="FFCC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8813015">
              <a:off x="1068382" y="1698698"/>
              <a:ext cx="316185" cy="145943"/>
            </a:xfrm>
            <a:prstGeom prst="ellipse">
              <a:avLst/>
            </a:prstGeom>
            <a:gradFill>
              <a:gsLst>
                <a:gs pos="0">
                  <a:srgbClr val="9BFF00">
                    <a:alpha val="32968"/>
                  </a:srgbClr>
                </a:gs>
                <a:gs pos="14286">
                  <a:srgbClr val="9BFF00">
                    <a:alpha val="30764"/>
                  </a:srgbClr>
                </a:gs>
                <a:gs pos="28571">
                  <a:srgbClr val="9BFF00">
                    <a:alpha val="24833"/>
                  </a:srgbClr>
                </a:gs>
                <a:gs pos="42857">
                  <a:srgbClr val="9BFF00">
                    <a:alpha val="17075"/>
                  </a:srgbClr>
                </a:gs>
                <a:gs pos="57143">
                  <a:srgbClr val="9BFF00">
                    <a:alpha val="9855"/>
                  </a:srgbClr>
                </a:gs>
                <a:gs pos="71429">
                  <a:srgbClr val="9BFF00">
                    <a:alpha val="4740"/>
                  </a:srgbClr>
                </a:gs>
                <a:gs pos="85714">
                  <a:srgbClr val="9BFF00">
                    <a:alpha val="1902"/>
                  </a:srgbClr>
                </a:gs>
                <a:gs pos="100000">
                  <a:srgbClr val="9B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10139045">
              <a:off x="1197408" y="78361"/>
              <a:ext cx="683425" cy="101829"/>
            </a:xfrm>
            <a:prstGeom prst="ellipse">
              <a:avLst/>
            </a:prstGeom>
            <a:gradFill>
              <a:gsLst>
                <a:gs pos="0">
                  <a:srgbClr val="8DC200">
                    <a:alpha val="32968"/>
                  </a:srgbClr>
                </a:gs>
                <a:gs pos="14286">
                  <a:srgbClr val="8DC200">
                    <a:alpha val="30764"/>
                  </a:srgbClr>
                </a:gs>
                <a:gs pos="28571">
                  <a:srgbClr val="8DC200">
                    <a:alpha val="24833"/>
                  </a:srgbClr>
                </a:gs>
                <a:gs pos="42857">
                  <a:srgbClr val="8DC200">
                    <a:alpha val="17075"/>
                  </a:srgbClr>
                </a:gs>
                <a:gs pos="57143">
                  <a:srgbClr val="8DC200">
                    <a:alpha val="9855"/>
                  </a:srgbClr>
                </a:gs>
                <a:gs pos="71429">
                  <a:srgbClr val="8DC200">
                    <a:alpha val="4740"/>
                  </a:srgbClr>
                </a:gs>
                <a:gs pos="85714">
                  <a:srgbClr val="8DC200">
                    <a:alpha val="1902"/>
                  </a:srgbClr>
                </a:gs>
                <a:gs pos="100000">
                  <a:srgbClr val="8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9812598">
              <a:off x="595440" y="1938506"/>
              <a:ext cx="478771" cy="408189"/>
            </a:xfrm>
            <a:prstGeom prst="ellipse">
              <a:avLst/>
            </a:prstGeom>
            <a:gradFill>
              <a:gsLst>
                <a:gs pos="0">
                  <a:srgbClr val="3A8500">
                    <a:alpha val="32968"/>
                  </a:srgbClr>
                </a:gs>
                <a:gs pos="14286">
                  <a:srgbClr val="3A8500">
                    <a:alpha val="30764"/>
                  </a:srgbClr>
                </a:gs>
                <a:gs pos="28571">
                  <a:srgbClr val="3A8500">
                    <a:alpha val="24833"/>
                  </a:srgbClr>
                </a:gs>
                <a:gs pos="42857">
                  <a:srgbClr val="3A8500">
                    <a:alpha val="17075"/>
                  </a:srgbClr>
                </a:gs>
                <a:gs pos="57143">
                  <a:srgbClr val="3A8500">
                    <a:alpha val="9855"/>
                  </a:srgbClr>
                </a:gs>
                <a:gs pos="71429">
                  <a:srgbClr val="3A8500">
                    <a:alpha val="4740"/>
                  </a:srgbClr>
                </a:gs>
                <a:gs pos="85714">
                  <a:srgbClr val="3A8500">
                    <a:alpha val="1902"/>
                  </a:srgbClr>
                </a:gs>
                <a:gs pos="100000">
                  <a:srgbClr val="3A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7717493">
              <a:off x="967431" y="818541"/>
              <a:ext cx="710440" cy="88178"/>
            </a:xfrm>
            <a:prstGeom prst="ellipse">
              <a:avLst/>
            </a:prstGeom>
            <a:gradFill>
              <a:gsLst>
                <a:gs pos="0">
                  <a:srgbClr val="40CB00">
                    <a:alpha val="32968"/>
                  </a:srgbClr>
                </a:gs>
                <a:gs pos="14286">
                  <a:srgbClr val="40CB00">
                    <a:alpha val="30764"/>
                  </a:srgbClr>
                </a:gs>
                <a:gs pos="28571">
                  <a:srgbClr val="40CB00">
                    <a:alpha val="24833"/>
                  </a:srgbClr>
                </a:gs>
                <a:gs pos="42857">
                  <a:srgbClr val="40CB00">
                    <a:alpha val="17075"/>
                  </a:srgbClr>
                </a:gs>
                <a:gs pos="57143">
                  <a:srgbClr val="40CB00">
                    <a:alpha val="9855"/>
                  </a:srgbClr>
                </a:gs>
                <a:gs pos="71429">
                  <a:srgbClr val="40CB00">
                    <a:alpha val="4740"/>
                  </a:srgbClr>
                </a:gs>
                <a:gs pos="85714">
                  <a:srgbClr val="40CB00">
                    <a:alpha val="1902"/>
                  </a:srgbClr>
                </a:gs>
                <a:gs pos="100000">
                  <a:srgbClr val="40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090100">
              <a:off x="1501363" y="905401"/>
              <a:ext cx="288311" cy="177215"/>
            </a:xfrm>
            <a:prstGeom prst="ellipse">
              <a:avLst/>
            </a:prstGeom>
            <a:gradFill>
              <a:gsLst>
                <a:gs pos="0">
                  <a:srgbClr val="FF8100">
                    <a:alpha val="23086"/>
                  </a:srgbClr>
                </a:gs>
                <a:gs pos="14286">
                  <a:srgbClr val="FF8100">
                    <a:alpha val="21435"/>
                  </a:srgbClr>
                </a:gs>
                <a:gs pos="28571">
                  <a:srgbClr val="FF8100">
                    <a:alpha val="17082"/>
                  </a:srgbClr>
                </a:gs>
                <a:gs pos="42857">
                  <a:srgbClr val="FF8100">
                    <a:alpha val="11562"/>
                  </a:srgbClr>
                </a:gs>
                <a:gs pos="57143">
                  <a:srgbClr val="FF8100">
                    <a:alpha val="6581"/>
                  </a:srgbClr>
                </a:gs>
                <a:gs pos="71429">
                  <a:srgbClr val="FF8100">
                    <a:alpha val="3136"/>
                  </a:srgbClr>
                </a:gs>
                <a:gs pos="85714">
                  <a:srgbClr val="FF8100">
                    <a:alpha val="1252"/>
                  </a:srgbClr>
                </a:gs>
                <a:gs pos="100000">
                  <a:srgbClr val="FF81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7066778">
              <a:off x="18502" y="904069"/>
              <a:ext cx="724005" cy="219645"/>
            </a:xfrm>
            <a:prstGeom prst="ellipse">
              <a:avLst/>
            </a:prstGeom>
            <a:gradFill>
              <a:gsLst>
                <a:gs pos="0">
                  <a:srgbClr val="8AC600">
                    <a:alpha val="32968"/>
                  </a:srgbClr>
                </a:gs>
                <a:gs pos="14286">
                  <a:srgbClr val="8AC600">
                    <a:alpha val="30764"/>
                  </a:srgbClr>
                </a:gs>
                <a:gs pos="28571">
                  <a:srgbClr val="8AC600">
                    <a:alpha val="24833"/>
                  </a:srgbClr>
                </a:gs>
                <a:gs pos="42857">
                  <a:srgbClr val="8AC600">
                    <a:alpha val="17075"/>
                  </a:srgbClr>
                </a:gs>
                <a:gs pos="57143">
                  <a:srgbClr val="8AC600">
                    <a:alpha val="9855"/>
                  </a:srgbClr>
                </a:gs>
                <a:gs pos="71429">
                  <a:srgbClr val="8AC600">
                    <a:alpha val="4740"/>
                  </a:srgbClr>
                </a:gs>
                <a:gs pos="85714">
                  <a:srgbClr val="8AC600">
                    <a:alpha val="1902"/>
                  </a:srgbClr>
                </a:gs>
                <a:gs pos="100000">
                  <a:srgbClr val="8A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6106887">
              <a:off x="2610534" y="2637592"/>
              <a:ext cx="302205" cy="279509"/>
            </a:xfrm>
            <a:prstGeom prst="ellipse">
              <a:avLst/>
            </a:prstGeom>
            <a:gradFill>
              <a:gsLst>
                <a:gs pos="0">
                  <a:srgbClr val="FFEDDB">
                    <a:alpha val="2055"/>
                  </a:srgbClr>
                </a:gs>
                <a:gs pos="14286">
                  <a:srgbClr val="FFEDDB">
                    <a:alpha val="1890"/>
                  </a:srgbClr>
                </a:gs>
                <a:gs pos="28571">
                  <a:srgbClr val="FFEDDB">
                    <a:alpha val="1471"/>
                  </a:srgbClr>
                </a:gs>
                <a:gs pos="42857">
                  <a:srgbClr val="FFEDDB">
                    <a:alpha val="967"/>
                  </a:srgbClr>
                </a:gs>
                <a:gs pos="57143">
                  <a:srgbClr val="FFEDDB">
                    <a:alpha val="537"/>
                  </a:srgbClr>
                </a:gs>
                <a:gs pos="71429">
                  <a:srgbClr val="FFEDDB">
                    <a:alpha val="252"/>
                  </a:srgbClr>
                </a:gs>
                <a:gs pos="85714">
                  <a:srgbClr val="FFEDDB">
                    <a:alpha val="100"/>
                  </a:srgbClr>
                </a:gs>
                <a:gs pos="100000">
                  <a:srgbClr val="FFEDDB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9798707">
              <a:off x="1770463" y="1090764"/>
              <a:ext cx="544031" cy="55308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2722188">
              <a:off x="263470" y="2890480"/>
              <a:ext cx="661912" cy="172714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9095828">
              <a:off x="1559820" y="856107"/>
              <a:ext cx="335038" cy="229711"/>
            </a:xfrm>
            <a:prstGeom prst="ellipse">
              <a:avLst/>
            </a:prstGeom>
            <a:gradFill>
              <a:gsLst>
                <a:gs pos="0">
                  <a:srgbClr val="FFD849">
                    <a:alpha val="32968"/>
                  </a:srgbClr>
                </a:gs>
                <a:gs pos="14286">
                  <a:srgbClr val="FFD849">
                    <a:alpha val="30764"/>
                  </a:srgbClr>
                </a:gs>
                <a:gs pos="28571">
                  <a:srgbClr val="FFD849">
                    <a:alpha val="24833"/>
                  </a:srgbClr>
                </a:gs>
                <a:gs pos="42857">
                  <a:srgbClr val="FFD849">
                    <a:alpha val="17075"/>
                  </a:srgbClr>
                </a:gs>
                <a:gs pos="57143">
                  <a:srgbClr val="FFD849">
                    <a:alpha val="9855"/>
                  </a:srgbClr>
                </a:gs>
                <a:gs pos="71429">
                  <a:srgbClr val="FFD849">
                    <a:alpha val="4740"/>
                  </a:srgbClr>
                </a:gs>
                <a:gs pos="85714">
                  <a:srgbClr val="FFD849">
                    <a:alpha val="1902"/>
                  </a:srgbClr>
                </a:gs>
                <a:gs pos="100000">
                  <a:srgbClr val="FFD8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362974">
              <a:off x="338907" y="2886843"/>
              <a:ext cx="689379" cy="247659"/>
            </a:xfrm>
            <a:prstGeom prst="ellipse">
              <a:avLst/>
            </a:prstGeom>
            <a:gradFill>
              <a:gsLst>
                <a:gs pos="0">
                  <a:srgbClr val="FC5D00">
                    <a:alpha val="32968"/>
                  </a:srgbClr>
                </a:gs>
                <a:gs pos="14286">
                  <a:srgbClr val="FC5D00">
                    <a:alpha val="30764"/>
                  </a:srgbClr>
                </a:gs>
                <a:gs pos="28571">
                  <a:srgbClr val="FC5D00">
                    <a:alpha val="24833"/>
                  </a:srgbClr>
                </a:gs>
                <a:gs pos="42857">
                  <a:srgbClr val="FC5D00">
                    <a:alpha val="17075"/>
                  </a:srgbClr>
                </a:gs>
                <a:gs pos="57143">
                  <a:srgbClr val="FC5D00">
                    <a:alpha val="9855"/>
                  </a:srgbClr>
                </a:gs>
                <a:gs pos="71429">
                  <a:srgbClr val="FC5D00">
                    <a:alpha val="4740"/>
                  </a:srgbClr>
                </a:gs>
                <a:gs pos="85714">
                  <a:srgbClr val="FC5D00">
                    <a:alpha val="1902"/>
                  </a:srgbClr>
                </a:gs>
                <a:gs pos="100000">
                  <a:srgbClr val="FC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6593725">
              <a:off x="1306988" y="1186798"/>
              <a:ext cx="271901" cy="70513"/>
            </a:xfrm>
            <a:prstGeom prst="ellipse">
              <a:avLst/>
            </a:prstGeom>
            <a:gradFill>
              <a:gsLst>
                <a:gs pos="0">
                  <a:srgbClr val="FD7400">
                    <a:alpha val="32968"/>
                  </a:srgbClr>
                </a:gs>
                <a:gs pos="14286">
                  <a:srgbClr val="FD7400">
                    <a:alpha val="30764"/>
                  </a:srgbClr>
                </a:gs>
                <a:gs pos="28571">
                  <a:srgbClr val="FD7400">
                    <a:alpha val="24833"/>
                  </a:srgbClr>
                </a:gs>
                <a:gs pos="42857">
                  <a:srgbClr val="FD7400">
                    <a:alpha val="17075"/>
                  </a:srgbClr>
                </a:gs>
                <a:gs pos="57143">
                  <a:srgbClr val="FD7400">
                    <a:alpha val="9855"/>
                  </a:srgbClr>
                </a:gs>
                <a:gs pos="71429">
                  <a:srgbClr val="FD7400">
                    <a:alpha val="4740"/>
                  </a:srgbClr>
                </a:gs>
                <a:gs pos="85714">
                  <a:srgbClr val="FD7400">
                    <a:alpha val="1902"/>
                  </a:srgbClr>
                </a:gs>
                <a:gs pos="100000">
                  <a:srgbClr val="FD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10389855">
              <a:off x="1557704" y="771745"/>
              <a:ext cx="474148" cy="35316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6444750">
              <a:off x="-150323" y="1256883"/>
              <a:ext cx="708457" cy="107475"/>
            </a:xfrm>
            <a:prstGeom prst="ellipse">
              <a:avLst/>
            </a:prstGeom>
            <a:gradFill>
              <a:gsLst>
                <a:gs pos="0">
                  <a:srgbClr val="79C100">
                    <a:alpha val="32968"/>
                  </a:srgbClr>
                </a:gs>
                <a:gs pos="14286">
                  <a:srgbClr val="79C100">
                    <a:alpha val="30764"/>
                  </a:srgbClr>
                </a:gs>
                <a:gs pos="28571">
                  <a:srgbClr val="79C100">
                    <a:alpha val="24833"/>
                  </a:srgbClr>
                </a:gs>
                <a:gs pos="42857">
                  <a:srgbClr val="79C100">
                    <a:alpha val="17075"/>
                  </a:srgbClr>
                </a:gs>
                <a:gs pos="57143">
                  <a:srgbClr val="79C100">
                    <a:alpha val="9855"/>
                  </a:srgbClr>
                </a:gs>
                <a:gs pos="71429">
                  <a:srgbClr val="79C100">
                    <a:alpha val="4740"/>
                  </a:srgbClr>
                </a:gs>
                <a:gs pos="85714">
                  <a:srgbClr val="79C100">
                    <a:alpha val="1902"/>
                  </a:srgbClr>
                </a:gs>
                <a:gs pos="100000">
                  <a:srgbClr val="79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974576">
              <a:off x="1215773" y="3498721"/>
              <a:ext cx="278433" cy="65103"/>
            </a:xfrm>
            <a:prstGeom prst="ellipse">
              <a:avLst/>
            </a:prstGeom>
            <a:gradFill>
              <a:gsLst>
                <a:gs pos="0">
                  <a:srgbClr val="FFFFA0">
                    <a:alpha val="1352"/>
                  </a:srgbClr>
                </a:gs>
                <a:gs pos="14286">
                  <a:srgbClr val="FFFFA0">
                    <a:alpha val="1243"/>
                  </a:srgbClr>
                </a:gs>
                <a:gs pos="28571">
                  <a:srgbClr val="FFFFA0">
                    <a:alpha val="966"/>
                  </a:srgbClr>
                </a:gs>
                <a:gs pos="42857">
                  <a:srgbClr val="FFFFA0">
                    <a:alpha val="635"/>
                  </a:srgbClr>
                </a:gs>
                <a:gs pos="57143">
                  <a:srgbClr val="FFFFA0">
                    <a:alpha val="352"/>
                  </a:srgbClr>
                </a:gs>
                <a:gs pos="71429">
                  <a:srgbClr val="FFFFA0">
                    <a:alpha val="165"/>
                  </a:srgbClr>
                </a:gs>
                <a:gs pos="85714">
                  <a:srgbClr val="FFFFA0">
                    <a:alpha val="65"/>
                  </a:srgbClr>
                </a:gs>
                <a:gs pos="100000">
                  <a:srgbClr val="FFFFA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002143">
              <a:off x="14635" y="1646318"/>
              <a:ext cx="251096" cy="224874"/>
            </a:xfrm>
            <a:prstGeom prst="ellipse">
              <a:avLst/>
            </a:prstGeom>
            <a:gradFill>
              <a:gsLst>
                <a:gs pos="0">
                  <a:srgbClr val="FFFF00">
                    <a:alpha val="4599"/>
                  </a:srgbClr>
                </a:gs>
                <a:gs pos="14286">
                  <a:srgbClr val="FFFF00">
                    <a:alpha val="4235"/>
                  </a:srgbClr>
                </a:gs>
                <a:gs pos="28571">
                  <a:srgbClr val="FFFF00">
                    <a:alpha val="3304"/>
                  </a:srgbClr>
                </a:gs>
                <a:gs pos="42857">
                  <a:srgbClr val="FFFF00">
                    <a:alpha val="2180"/>
                  </a:srgbClr>
                </a:gs>
                <a:gs pos="57143">
                  <a:srgbClr val="FFFF00">
                    <a:alpha val="1214"/>
                  </a:srgbClr>
                </a:gs>
                <a:gs pos="71429">
                  <a:srgbClr val="FFFF00">
                    <a:alpha val="570"/>
                  </a:srgbClr>
                </a:gs>
                <a:gs pos="85714">
                  <a:srgbClr val="FFFF00">
                    <a:alpha val="226"/>
                  </a:srgbClr>
                </a:gs>
                <a:gs pos="100000">
                  <a:srgbClr val="FFFF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8664352">
              <a:off x="285494" y="2521989"/>
              <a:ext cx="811765" cy="135424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6416413">
              <a:off x="2192327" y="2526226"/>
              <a:ext cx="414741" cy="78154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032651">
              <a:off x="2932597" y="1062187"/>
              <a:ext cx="576618" cy="219043"/>
            </a:xfrm>
            <a:prstGeom prst="ellipse">
              <a:avLst/>
            </a:prstGeom>
            <a:gradFill>
              <a:gsLst>
                <a:gs pos="0">
                  <a:srgbClr val="7BC600">
                    <a:alpha val="32968"/>
                  </a:srgbClr>
                </a:gs>
                <a:gs pos="14286">
                  <a:srgbClr val="7BC600">
                    <a:alpha val="30764"/>
                  </a:srgbClr>
                </a:gs>
                <a:gs pos="28571">
                  <a:srgbClr val="7BC600">
                    <a:alpha val="24833"/>
                  </a:srgbClr>
                </a:gs>
                <a:gs pos="42857">
                  <a:srgbClr val="7BC600">
                    <a:alpha val="17075"/>
                  </a:srgbClr>
                </a:gs>
                <a:gs pos="57143">
                  <a:srgbClr val="7BC600">
                    <a:alpha val="9855"/>
                  </a:srgbClr>
                </a:gs>
                <a:gs pos="71429">
                  <a:srgbClr val="7BC600">
                    <a:alpha val="4740"/>
                  </a:srgbClr>
                </a:gs>
                <a:gs pos="85714">
                  <a:srgbClr val="7BC600">
                    <a:alpha val="1902"/>
                  </a:srgbClr>
                </a:gs>
                <a:gs pos="100000">
                  <a:srgbClr val="7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8518703">
              <a:off x="488907" y="2900087"/>
              <a:ext cx="719392" cy="358636"/>
            </a:xfrm>
            <a:prstGeom prst="ellipse">
              <a:avLst/>
            </a:prstGeom>
            <a:gradFill>
              <a:gsLst>
                <a:gs pos="0">
                  <a:srgbClr val="FF3500">
                    <a:alpha val="32968"/>
                  </a:srgbClr>
                </a:gs>
                <a:gs pos="14286">
                  <a:srgbClr val="FF3500">
                    <a:alpha val="30764"/>
                  </a:srgbClr>
                </a:gs>
                <a:gs pos="28571">
                  <a:srgbClr val="FF3500">
                    <a:alpha val="24833"/>
                  </a:srgbClr>
                </a:gs>
                <a:gs pos="42857">
                  <a:srgbClr val="FF3500">
                    <a:alpha val="17075"/>
                  </a:srgbClr>
                </a:gs>
                <a:gs pos="57143">
                  <a:srgbClr val="FF3500">
                    <a:alpha val="9855"/>
                  </a:srgbClr>
                </a:gs>
                <a:gs pos="71429">
                  <a:srgbClr val="FF3500">
                    <a:alpha val="4740"/>
                  </a:srgbClr>
                </a:gs>
                <a:gs pos="85714">
                  <a:srgbClr val="FF3500">
                    <a:alpha val="1902"/>
                  </a:srgbClr>
                </a:gs>
                <a:gs pos="100000">
                  <a:srgbClr val="FF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9836014">
              <a:off x="2799963" y="2416280"/>
              <a:ext cx="660223" cy="182837"/>
            </a:xfrm>
            <a:prstGeom prst="ellipse">
              <a:avLst/>
            </a:prstGeom>
            <a:gradFill>
              <a:gsLst>
                <a:gs pos="0">
                  <a:srgbClr val="E90000">
                    <a:alpha val="32968"/>
                  </a:srgbClr>
                </a:gs>
                <a:gs pos="14286">
                  <a:srgbClr val="E90000">
                    <a:alpha val="30764"/>
                  </a:srgbClr>
                </a:gs>
                <a:gs pos="28571">
                  <a:srgbClr val="E90000">
                    <a:alpha val="24833"/>
                  </a:srgbClr>
                </a:gs>
                <a:gs pos="42857">
                  <a:srgbClr val="E90000">
                    <a:alpha val="17075"/>
                  </a:srgbClr>
                </a:gs>
                <a:gs pos="57143">
                  <a:srgbClr val="E90000">
                    <a:alpha val="9855"/>
                  </a:srgbClr>
                </a:gs>
                <a:gs pos="71429">
                  <a:srgbClr val="E90000">
                    <a:alpha val="4740"/>
                  </a:srgbClr>
                </a:gs>
                <a:gs pos="85714">
                  <a:srgbClr val="E90000">
                    <a:alpha val="1902"/>
                  </a:srgbClr>
                </a:gs>
                <a:gs pos="100000">
                  <a:srgbClr val="E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9205560">
              <a:off x="1583354" y="2913861"/>
              <a:ext cx="261480" cy="319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10726722">
              <a:off x="1727435" y="3572820"/>
              <a:ext cx="401431" cy="519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3498423">
              <a:off x="1129434" y="1322350"/>
              <a:ext cx="382910" cy="221764"/>
            </a:xfrm>
            <a:prstGeom prst="ellipse">
              <a:avLst/>
            </a:prstGeom>
            <a:gradFill>
              <a:gsLst>
                <a:gs pos="0">
                  <a:srgbClr val="FF0000">
                    <a:alpha val="22477"/>
                  </a:srgbClr>
                </a:gs>
                <a:gs pos="14286">
                  <a:srgbClr val="FF0000">
                    <a:alpha val="20864"/>
                  </a:srgbClr>
                </a:gs>
                <a:gs pos="28571">
                  <a:srgbClr val="FF0000">
                    <a:alpha val="16614"/>
                  </a:srgbClr>
                </a:gs>
                <a:gs pos="42857">
                  <a:srgbClr val="FF0000">
                    <a:alpha val="11235"/>
                  </a:srgbClr>
                </a:gs>
                <a:gs pos="57143">
                  <a:srgbClr val="FF0000">
                    <a:alpha val="6390"/>
                  </a:srgbClr>
                </a:gs>
                <a:gs pos="71429">
                  <a:srgbClr val="FF0000">
                    <a:alpha val="3044"/>
                  </a:srgbClr>
                </a:gs>
                <a:gs pos="85714">
                  <a:srgbClr val="FF0000">
                    <a:alpha val="1215"/>
                  </a:srgbClr>
                </a:gs>
                <a:gs pos="100000">
                  <a:srgbClr val="FF00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9762633">
              <a:off x="1203941" y="1268048"/>
              <a:ext cx="297687" cy="48468"/>
            </a:xfrm>
            <a:prstGeom prst="ellipse">
              <a:avLst/>
            </a:prstGeom>
            <a:gradFill>
              <a:gsLst>
                <a:gs pos="0">
                  <a:srgbClr val="EB0000">
                    <a:alpha val="32968"/>
                  </a:srgbClr>
                </a:gs>
                <a:gs pos="14286">
                  <a:srgbClr val="EB0000">
                    <a:alpha val="30764"/>
                  </a:srgbClr>
                </a:gs>
                <a:gs pos="28571">
                  <a:srgbClr val="EB0000">
                    <a:alpha val="24833"/>
                  </a:srgbClr>
                </a:gs>
                <a:gs pos="42857">
                  <a:srgbClr val="EB0000">
                    <a:alpha val="17075"/>
                  </a:srgbClr>
                </a:gs>
                <a:gs pos="57143">
                  <a:srgbClr val="EB0000">
                    <a:alpha val="9855"/>
                  </a:srgbClr>
                </a:gs>
                <a:gs pos="71429">
                  <a:srgbClr val="EB0000">
                    <a:alpha val="4740"/>
                  </a:srgbClr>
                </a:gs>
                <a:gs pos="85714">
                  <a:srgbClr val="EB0000">
                    <a:alpha val="1902"/>
                  </a:srgbClr>
                </a:gs>
                <a:gs pos="100000">
                  <a:srgbClr val="E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269164">
              <a:off x="1119950" y="3382458"/>
              <a:ext cx="772877" cy="188278"/>
            </a:xfrm>
            <a:prstGeom prst="ellipse">
              <a:avLst/>
            </a:prstGeom>
            <a:gradFill>
              <a:gsLst>
                <a:gs pos="0">
                  <a:srgbClr val="FE7600">
                    <a:alpha val="32968"/>
                  </a:srgbClr>
                </a:gs>
                <a:gs pos="14286">
                  <a:srgbClr val="FE7600">
                    <a:alpha val="30764"/>
                  </a:srgbClr>
                </a:gs>
                <a:gs pos="28571">
                  <a:srgbClr val="FE7600">
                    <a:alpha val="24833"/>
                  </a:srgbClr>
                </a:gs>
                <a:gs pos="42857">
                  <a:srgbClr val="FE7600">
                    <a:alpha val="17075"/>
                  </a:srgbClr>
                </a:gs>
                <a:gs pos="57143">
                  <a:srgbClr val="FE7600">
                    <a:alpha val="9855"/>
                  </a:srgbClr>
                </a:gs>
                <a:gs pos="71429">
                  <a:srgbClr val="FE7600">
                    <a:alpha val="4740"/>
                  </a:srgbClr>
                </a:gs>
                <a:gs pos="85714">
                  <a:srgbClr val="FE7600">
                    <a:alpha val="1902"/>
                  </a:srgbClr>
                </a:gs>
                <a:gs pos="100000">
                  <a:srgbClr val="FE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8211638">
              <a:off x="531108" y="2391430"/>
              <a:ext cx="727816" cy="425671"/>
            </a:xfrm>
            <a:prstGeom prst="ellipse">
              <a:avLst/>
            </a:prstGeom>
            <a:gradFill>
              <a:gsLst>
                <a:gs pos="0">
                  <a:srgbClr val="FF7200">
                    <a:alpha val="32968"/>
                  </a:srgbClr>
                </a:gs>
                <a:gs pos="14286">
                  <a:srgbClr val="FF7200">
                    <a:alpha val="30764"/>
                  </a:srgbClr>
                </a:gs>
                <a:gs pos="28571">
                  <a:srgbClr val="FF7200">
                    <a:alpha val="24833"/>
                  </a:srgbClr>
                </a:gs>
                <a:gs pos="42857">
                  <a:srgbClr val="FF7200">
                    <a:alpha val="17075"/>
                  </a:srgbClr>
                </a:gs>
                <a:gs pos="57143">
                  <a:srgbClr val="FF7200">
                    <a:alpha val="9855"/>
                  </a:srgbClr>
                </a:gs>
                <a:gs pos="71429">
                  <a:srgbClr val="FF7200">
                    <a:alpha val="4740"/>
                  </a:srgbClr>
                </a:gs>
                <a:gs pos="85714">
                  <a:srgbClr val="FF7200">
                    <a:alpha val="1902"/>
                  </a:srgbClr>
                </a:gs>
                <a:gs pos="100000">
                  <a:srgbClr val="FF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8844781">
              <a:off x="2341304" y="570944"/>
              <a:ext cx="745500" cy="296640"/>
            </a:xfrm>
            <a:prstGeom prst="ellipse">
              <a:avLst/>
            </a:prstGeom>
            <a:gradFill>
              <a:gsLst>
                <a:gs pos="0">
                  <a:srgbClr val="A2D200">
                    <a:alpha val="32968"/>
                  </a:srgbClr>
                </a:gs>
                <a:gs pos="14286">
                  <a:srgbClr val="A2D200">
                    <a:alpha val="30764"/>
                  </a:srgbClr>
                </a:gs>
                <a:gs pos="28571">
                  <a:srgbClr val="A2D200">
                    <a:alpha val="24833"/>
                  </a:srgbClr>
                </a:gs>
                <a:gs pos="42857">
                  <a:srgbClr val="A2D200">
                    <a:alpha val="17075"/>
                  </a:srgbClr>
                </a:gs>
                <a:gs pos="57143">
                  <a:srgbClr val="A2D200">
                    <a:alpha val="9855"/>
                  </a:srgbClr>
                </a:gs>
                <a:gs pos="71429">
                  <a:srgbClr val="A2D200">
                    <a:alpha val="4740"/>
                  </a:srgbClr>
                </a:gs>
                <a:gs pos="85714">
                  <a:srgbClr val="A2D200">
                    <a:alpha val="1902"/>
                  </a:srgbClr>
                </a:gs>
                <a:gs pos="100000">
                  <a:srgbClr val="A2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968153">
              <a:off x="1959340" y="2155117"/>
              <a:ext cx="529489" cy="346091"/>
            </a:xfrm>
            <a:prstGeom prst="ellipse">
              <a:avLst/>
            </a:prstGeom>
            <a:gradFill>
              <a:gsLst>
                <a:gs pos="0">
                  <a:srgbClr val="97DB00">
                    <a:alpha val="32968"/>
                  </a:srgbClr>
                </a:gs>
                <a:gs pos="14286">
                  <a:srgbClr val="97DB00">
                    <a:alpha val="30764"/>
                  </a:srgbClr>
                </a:gs>
                <a:gs pos="28571">
                  <a:srgbClr val="97DB00">
                    <a:alpha val="24833"/>
                  </a:srgbClr>
                </a:gs>
                <a:gs pos="42857">
                  <a:srgbClr val="97DB00">
                    <a:alpha val="17075"/>
                  </a:srgbClr>
                </a:gs>
                <a:gs pos="57143">
                  <a:srgbClr val="97DB00">
                    <a:alpha val="9855"/>
                  </a:srgbClr>
                </a:gs>
                <a:gs pos="71429">
                  <a:srgbClr val="97DB00">
                    <a:alpha val="4740"/>
                  </a:srgbClr>
                </a:gs>
                <a:gs pos="85714">
                  <a:srgbClr val="97DB00">
                    <a:alpha val="1902"/>
                  </a:srgbClr>
                </a:gs>
                <a:gs pos="100000">
                  <a:srgbClr val="97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6642140">
              <a:off x="1274010" y="891216"/>
              <a:ext cx="324047" cy="180616"/>
            </a:xfrm>
            <a:prstGeom prst="ellipse">
              <a:avLst/>
            </a:prstGeom>
            <a:gradFill>
              <a:gsLst>
                <a:gs pos="0">
                  <a:srgbClr val="FF8C00">
                    <a:alpha val="15115"/>
                  </a:srgbClr>
                </a:gs>
                <a:gs pos="14286">
                  <a:srgbClr val="FF8C00">
                    <a:alpha val="13982"/>
                  </a:srgbClr>
                </a:gs>
                <a:gs pos="28571">
                  <a:srgbClr val="FF8C00">
                    <a:alpha val="11036"/>
                  </a:srgbClr>
                </a:gs>
                <a:gs pos="42857">
                  <a:srgbClr val="FF8C00">
                    <a:alpha val="7384"/>
                  </a:srgbClr>
                </a:gs>
                <a:gs pos="57143">
                  <a:srgbClr val="FF8C00">
                    <a:alpha val="4161"/>
                  </a:srgbClr>
                </a:gs>
                <a:gs pos="71429">
                  <a:srgbClr val="FF8C00">
                    <a:alpha val="1970"/>
                  </a:srgbClr>
                </a:gs>
                <a:gs pos="85714">
                  <a:srgbClr val="FF8C00">
                    <a:alpha val="784"/>
                  </a:srgbClr>
                </a:gs>
                <a:gs pos="100000">
                  <a:srgbClr val="FF8C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4566254">
              <a:off x="2682286" y="2636894"/>
              <a:ext cx="303874" cy="281285"/>
            </a:xfrm>
            <a:prstGeom prst="ellipse">
              <a:avLst/>
            </a:prstGeom>
            <a:gradFill>
              <a:gsLst>
                <a:gs pos="0">
                  <a:srgbClr val="FFB19C">
                    <a:alpha val="10347"/>
                  </a:srgbClr>
                </a:gs>
                <a:gs pos="14286">
                  <a:srgbClr val="FFB19C">
                    <a:alpha val="9552"/>
                  </a:srgbClr>
                </a:gs>
                <a:gs pos="28571">
                  <a:srgbClr val="FFB19C">
                    <a:alpha val="7499"/>
                  </a:srgbClr>
                </a:gs>
                <a:gs pos="42857">
                  <a:srgbClr val="FFB19C">
                    <a:alpha val="4984"/>
                  </a:srgbClr>
                </a:gs>
                <a:gs pos="57143">
                  <a:srgbClr val="FFB19C">
                    <a:alpha val="2793"/>
                  </a:srgbClr>
                </a:gs>
                <a:gs pos="71429">
                  <a:srgbClr val="FFB19C">
                    <a:alpha val="1317"/>
                  </a:srgbClr>
                </a:gs>
                <a:gs pos="85714">
                  <a:srgbClr val="FFB19C">
                    <a:alpha val="523"/>
                  </a:srgbClr>
                </a:gs>
                <a:gs pos="100000">
                  <a:srgbClr val="FFB19C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4262392">
              <a:off x="-136453" y="2357204"/>
              <a:ext cx="672293" cy="75020"/>
            </a:xfrm>
            <a:prstGeom prst="ellipse">
              <a:avLst/>
            </a:prstGeom>
            <a:gradFill>
              <a:gsLst>
                <a:gs pos="0">
                  <a:srgbClr val="A6CA00">
                    <a:alpha val="32968"/>
                  </a:srgbClr>
                </a:gs>
                <a:gs pos="14286">
                  <a:srgbClr val="A6CA00">
                    <a:alpha val="30764"/>
                  </a:srgbClr>
                </a:gs>
                <a:gs pos="28571">
                  <a:srgbClr val="A6CA00">
                    <a:alpha val="24833"/>
                  </a:srgbClr>
                </a:gs>
                <a:gs pos="42857">
                  <a:srgbClr val="A6CA00">
                    <a:alpha val="17075"/>
                  </a:srgbClr>
                </a:gs>
                <a:gs pos="57143">
                  <a:srgbClr val="A6CA00">
                    <a:alpha val="9855"/>
                  </a:srgbClr>
                </a:gs>
                <a:gs pos="71429">
                  <a:srgbClr val="A6CA00">
                    <a:alpha val="4740"/>
                  </a:srgbClr>
                </a:gs>
                <a:gs pos="85714">
                  <a:srgbClr val="A6CA00">
                    <a:alpha val="1902"/>
                  </a:srgbClr>
                </a:gs>
                <a:gs pos="100000">
                  <a:srgbClr val="A6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545776">
              <a:off x="2692456" y="2602733"/>
              <a:ext cx="355544" cy="192860"/>
            </a:xfrm>
            <a:prstGeom prst="ellipse">
              <a:avLst/>
            </a:prstGeom>
            <a:gradFill>
              <a:gsLst>
                <a:gs pos="0">
                  <a:srgbClr val="FF5784">
                    <a:alpha val="22715"/>
                  </a:srgbClr>
                </a:gs>
                <a:gs pos="14286">
                  <a:srgbClr val="FF5784">
                    <a:alpha val="21088"/>
                  </a:srgbClr>
                </a:gs>
                <a:gs pos="28571">
                  <a:srgbClr val="FF5784">
                    <a:alpha val="16797"/>
                  </a:srgbClr>
                </a:gs>
                <a:gs pos="42857">
                  <a:srgbClr val="FF5784">
                    <a:alpha val="11363"/>
                  </a:srgbClr>
                </a:gs>
                <a:gs pos="57143">
                  <a:srgbClr val="FF5784">
                    <a:alpha val="6465"/>
                  </a:srgbClr>
                </a:gs>
                <a:gs pos="71429">
                  <a:srgbClr val="FF5784">
                    <a:alpha val="3080"/>
                  </a:srgbClr>
                </a:gs>
                <a:gs pos="85714">
                  <a:srgbClr val="FF5784">
                    <a:alpha val="1229"/>
                  </a:srgbClr>
                </a:gs>
                <a:gs pos="100000">
                  <a:srgbClr val="FF5784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7577996">
              <a:off x="116889" y="727005"/>
              <a:ext cx="752161" cy="198097"/>
            </a:xfrm>
            <a:prstGeom prst="ellipse">
              <a:avLst/>
            </a:prstGeom>
            <a:gradFill>
              <a:gsLst>
                <a:gs pos="0">
                  <a:srgbClr val="8EC600">
                    <a:alpha val="32968"/>
                  </a:srgbClr>
                </a:gs>
                <a:gs pos="14286">
                  <a:srgbClr val="8EC600">
                    <a:alpha val="30764"/>
                  </a:srgbClr>
                </a:gs>
                <a:gs pos="28571">
                  <a:srgbClr val="8EC600">
                    <a:alpha val="24833"/>
                  </a:srgbClr>
                </a:gs>
                <a:gs pos="42857">
                  <a:srgbClr val="8EC600">
                    <a:alpha val="17075"/>
                  </a:srgbClr>
                </a:gs>
                <a:gs pos="57143">
                  <a:srgbClr val="8EC600">
                    <a:alpha val="9855"/>
                  </a:srgbClr>
                </a:gs>
                <a:gs pos="71429">
                  <a:srgbClr val="8EC600">
                    <a:alpha val="4740"/>
                  </a:srgbClr>
                </a:gs>
                <a:gs pos="85714">
                  <a:srgbClr val="8EC600">
                    <a:alpha val="1902"/>
                  </a:srgbClr>
                </a:gs>
                <a:gs pos="100000">
                  <a:srgbClr val="8E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9652125">
              <a:off x="1135897" y="677544"/>
              <a:ext cx="782314" cy="84177"/>
            </a:xfrm>
            <a:prstGeom prst="ellipse">
              <a:avLst/>
            </a:prstGeom>
            <a:gradFill>
              <a:gsLst>
                <a:gs pos="0">
                  <a:srgbClr val="69C800">
                    <a:alpha val="32968"/>
                  </a:srgbClr>
                </a:gs>
                <a:gs pos="14286">
                  <a:srgbClr val="69C800">
                    <a:alpha val="30764"/>
                  </a:srgbClr>
                </a:gs>
                <a:gs pos="28571">
                  <a:srgbClr val="69C800">
                    <a:alpha val="24833"/>
                  </a:srgbClr>
                </a:gs>
                <a:gs pos="42857">
                  <a:srgbClr val="69C800">
                    <a:alpha val="17075"/>
                  </a:srgbClr>
                </a:gs>
                <a:gs pos="57143">
                  <a:srgbClr val="69C800">
                    <a:alpha val="9855"/>
                  </a:srgbClr>
                </a:gs>
                <a:gs pos="71429">
                  <a:srgbClr val="69C800">
                    <a:alpha val="4740"/>
                  </a:srgbClr>
                </a:gs>
                <a:gs pos="85714">
                  <a:srgbClr val="69C800">
                    <a:alpha val="1902"/>
                  </a:srgbClr>
                </a:gs>
                <a:gs pos="100000">
                  <a:srgbClr val="69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9578118">
              <a:off x="2683061" y="2561072"/>
              <a:ext cx="328516" cy="174905"/>
            </a:xfrm>
            <a:prstGeom prst="ellipse">
              <a:avLst/>
            </a:prstGeom>
            <a:gradFill>
              <a:gsLst>
                <a:gs pos="0">
                  <a:srgbClr val="FF8694">
                    <a:alpha val="25633"/>
                  </a:srgbClr>
                </a:gs>
                <a:gs pos="14286">
                  <a:srgbClr val="FF8694">
                    <a:alpha val="23830"/>
                  </a:srgbClr>
                </a:gs>
                <a:gs pos="28571">
                  <a:srgbClr val="FF8694">
                    <a:alpha val="19051"/>
                  </a:srgbClr>
                </a:gs>
                <a:gs pos="42857">
                  <a:srgbClr val="FF8694">
                    <a:alpha val="12945"/>
                  </a:srgbClr>
                </a:gs>
                <a:gs pos="57143">
                  <a:srgbClr val="FF8694">
                    <a:alpha val="7394"/>
                  </a:srgbClr>
                </a:gs>
                <a:gs pos="71429">
                  <a:srgbClr val="FF8694">
                    <a:alpha val="3532"/>
                  </a:srgbClr>
                </a:gs>
                <a:gs pos="85714">
                  <a:srgbClr val="FF8694">
                    <a:alpha val="1412"/>
                  </a:srgbClr>
                </a:gs>
                <a:gs pos="100000">
                  <a:srgbClr val="FF8694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2790269">
              <a:off x="2347685" y="1293973"/>
              <a:ext cx="338970" cy="739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9164142">
              <a:off x="2117756" y="2861402"/>
              <a:ext cx="222478" cy="220221"/>
            </a:xfrm>
            <a:prstGeom prst="ellipse">
              <a:avLst/>
            </a:prstGeom>
            <a:gradFill>
              <a:gsLst>
                <a:gs pos="0">
                  <a:srgbClr val="FFFF00">
                    <a:alpha val="2413"/>
                  </a:srgbClr>
                </a:gs>
                <a:gs pos="14286">
                  <a:srgbClr val="FFFF00">
                    <a:alpha val="2220"/>
                  </a:srgbClr>
                </a:gs>
                <a:gs pos="28571">
                  <a:srgbClr val="FFFF00">
                    <a:alpha val="1728"/>
                  </a:srgbClr>
                </a:gs>
                <a:gs pos="42857">
                  <a:srgbClr val="FFFF00">
                    <a:alpha val="1137"/>
                  </a:srgbClr>
                </a:gs>
                <a:gs pos="57143">
                  <a:srgbClr val="FFFF00">
                    <a:alpha val="632"/>
                  </a:srgbClr>
                </a:gs>
                <a:gs pos="71429">
                  <a:srgbClr val="FFFF00">
                    <a:alpha val="296"/>
                  </a:srgbClr>
                </a:gs>
                <a:gs pos="85714">
                  <a:srgbClr val="FFFF00">
                    <a:alpha val="117"/>
                  </a:srgbClr>
                </a:gs>
                <a:gs pos="100000">
                  <a:srgbClr val="FFFF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7904161">
              <a:off x="1744468" y="1259893"/>
              <a:ext cx="309436" cy="198067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4906283">
              <a:off x="-112296" y="1944779"/>
              <a:ext cx="472718" cy="125138"/>
            </a:xfrm>
            <a:prstGeom prst="ellipse">
              <a:avLst/>
            </a:prstGeom>
            <a:gradFill>
              <a:gsLst>
                <a:gs pos="0">
                  <a:srgbClr val="A5D100">
                    <a:alpha val="32968"/>
                  </a:srgbClr>
                </a:gs>
                <a:gs pos="14286">
                  <a:srgbClr val="A5D100">
                    <a:alpha val="30764"/>
                  </a:srgbClr>
                </a:gs>
                <a:gs pos="28571">
                  <a:srgbClr val="A5D100">
                    <a:alpha val="24833"/>
                  </a:srgbClr>
                </a:gs>
                <a:gs pos="42857">
                  <a:srgbClr val="A5D100">
                    <a:alpha val="17075"/>
                  </a:srgbClr>
                </a:gs>
                <a:gs pos="57143">
                  <a:srgbClr val="A5D100">
                    <a:alpha val="9855"/>
                  </a:srgbClr>
                </a:gs>
                <a:gs pos="71429">
                  <a:srgbClr val="A5D100">
                    <a:alpha val="4740"/>
                  </a:srgbClr>
                </a:gs>
                <a:gs pos="85714">
                  <a:srgbClr val="A5D100">
                    <a:alpha val="1902"/>
                  </a:srgbClr>
                </a:gs>
                <a:gs pos="100000">
                  <a:srgbClr val="A5D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-9066528">
              <a:off x="742929" y="3204950"/>
              <a:ext cx="700937" cy="219832"/>
            </a:xfrm>
            <a:prstGeom prst="ellipse">
              <a:avLst/>
            </a:prstGeom>
            <a:gradFill>
              <a:gsLst>
                <a:gs pos="0">
                  <a:srgbClr val="F72600">
                    <a:alpha val="32968"/>
                  </a:srgbClr>
                </a:gs>
                <a:gs pos="14286">
                  <a:srgbClr val="F72600">
                    <a:alpha val="30764"/>
                  </a:srgbClr>
                </a:gs>
                <a:gs pos="28571">
                  <a:srgbClr val="F72600">
                    <a:alpha val="24833"/>
                  </a:srgbClr>
                </a:gs>
                <a:gs pos="42857">
                  <a:srgbClr val="F72600">
                    <a:alpha val="17075"/>
                  </a:srgbClr>
                </a:gs>
                <a:gs pos="57143">
                  <a:srgbClr val="F72600">
                    <a:alpha val="9855"/>
                  </a:srgbClr>
                </a:gs>
                <a:gs pos="71429">
                  <a:srgbClr val="F72600">
                    <a:alpha val="4740"/>
                  </a:srgbClr>
                </a:gs>
                <a:gs pos="85714">
                  <a:srgbClr val="F72600">
                    <a:alpha val="1902"/>
                  </a:srgbClr>
                </a:gs>
                <a:gs pos="100000">
                  <a:srgbClr val="F7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437999">
              <a:off x="1443027" y="1246888"/>
              <a:ext cx="640329" cy="195616"/>
            </a:xfrm>
            <a:prstGeom prst="ellipse">
              <a:avLst/>
            </a:prstGeom>
            <a:gradFill>
              <a:gsLst>
                <a:gs pos="0">
                  <a:srgbClr val="EB5500">
                    <a:alpha val="32968"/>
                  </a:srgbClr>
                </a:gs>
                <a:gs pos="14286">
                  <a:srgbClr val="EB5500">
                    <a:alpha val="30764"/>
                  </a:srgbClr>
                </a:gs>
                <a:gs pos="28571">
                  <a:srgbClr val="EB5500">
                    <a:alpha val="24833"/>
                  </a:srgbClr>
                </a:gs>
                <a:gs pos="42857">
                  <a:srgbClr val="EB5500">
                    <a:alpha val="17075"/>
                  </a:srgbClr>
                </a:gs>
                <a:gs pos="57143">
                  <a:srgbClr val="EB5500">
                    <a:alpha val="9855"/>
                  </a:srgbClr>
                </a:gs>
                <a:gs pos="71429">
                  <a:srgbClr val="EB5500">
                    <a:alpha val="4740"/>
                  </a:srgbClr>
                </a:gs>
                <a:gs pos="85714">
                  <a:srgbClr val="EB5500">
                    <a:alpha val="1902"/>
                  </a:srgbClr>
                </a:gs>
                <a:gs pos="100000">
                  <a:srgbClr val="EB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8101443">
              <a:off x="484276" y="1916207"/>
              <a:ext cx="769555" cy="68438"/>
            </a:xfrm>
            <a:prstGeom prst="ellipse">
              <a:avLst/>
            </a:prstGeom>
            <a:gradFill>
              <a:gsLst>
                <a:gs pos="0">
                  <a:srgbClr val="BDEE11">
                    <a:alpha val="32968"/>
                  </a:srgbClr>
                </a:gs>
                <a:gs pos="14286">
                  <a:srgbClr val="BDEE11">
                    <a:alpha val="30764"/>
                  </a:srgbClr>
                </a:gs>
                <a:gs pos="28571">
                  <a:srgbClr val="BDEE11">
                    <a:alpha val="24833"/>
                  </a:srgbClr>
                </a:gs>
                <a:gs pos="42857">
                  <a:srgbClr val="BDEE11">
                    <a:alpha val="17075"/>
                  </a:srgbClr>
                </a:gs>
                <a:gs pos="57143">
                  <a:srgbClr val="BDEE11">
                    <a:alpha val="9855"/>
                  </a:srgbClr>
                </a:gs>
                <a:gs pos="71429">
                  <a:srgbClr val="BDEE11">
                    <a:alpha val="4740"/>
                  </a:srgbClr>
                </a:gs>
                <a:gs pos="85714">
                  <a:srgbClr val="BDEE11">
                    <a:alpha val="1902"/>
                  </a:srgbClr>
                </a:gs>
                <a:gs pos="100000">
                  <a:srgbClr val="BDEE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411022">
              <a:off x="1119172" y="2634915"/>
              <a:ext cx="442320" cy="281650"/>
            </a:xfrm>
            <a:prstGeom prst="ellipse">
              <a:avLst/>
            </a:prstGeom>
            <a:gradFill>
              <a:gsLst>
                <a:gs pos="0">
                  <a:srgbClr val="FFDD00">
                    <a:alpha val="32968"/>
                  </a:srgbClr>
                </a:gs>
                <a:gs pos="14286">
                  <a:srgbClr val="FFDD00">
                    <a:alpha val="30764"/>
                  </a:srgbClr>
                </a:gs>
                <a:gs pos="28571">
                  <a:srgbClr val="FFDD00">
                    <a:alpha val="24833"/>
                  </a:srgbClr>
                </a:gs>
                <a:gs pos="42857">
                  <a:srgbClr val="FFDD00">
                    <a:alpha val="17075"/>
                  </a:srgbClr>
                </a:gs>
                <a:gs pos="57143">
                  <a:srgbClr val="FFDD00">
                    <a:alpha val="9855"/>
                  </a:srgbClr>
                </a:gs>
                <a:gs pos="71429">
                  <a:srgbClr val="FFDD00">
                    <a:alpha val="4740"/>
                  </a:srgbClr>
                </a:gs>
                <a:gs pos="85714">
                  <a:srgbClr val="FFDD00">
                    <a:alpha val="1902"/>
                  </a:srgbClr>
                </a:gs>
                <a:gs pos="100000">
                  <a:srgbClr val="FFD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484648">
              <a:off x="1914589" y="831451"/>
              <a:ext cx="304906" cy="164056"/>
            </a:xfrm>
            <a:prstGeom prst="ellipse">
              <a:avLst/>
            </a:prstGeom>
            <a:gradFill>
              <a:gsLst>
                <a:gs pos="0">
                  <a:srgbClr val="FF9D4B">
                    <a:alpha val="32968"/>
                  </a:srgbClr>
                </a:gs>
                <a:gs pos="14286">
                  <a:srgbClr val="FF9D4B">
                    <a:alpha val="30764"/>
                  </a:srgbClr>
                </a:gs>
                <a:gs pos="28571">
                  <a:srgbClr val="FF9D4B">
                    <a:alpha val="24833"/>
                  </a:srgbClr>
                </a:gs>
                <a:gs pos="42857">
                  <a:srgbClr val="FF9D4B">
                    <a:alpha val="17075"/>
                  </a:srgbClr>
                </a:gs>
                <a:gs pos="57143">
                  <a:srgbClr val="FF9D4B">
                    <a:alpha val="9855"/>
                  </a:srgbClr>
                </a:gs>
                <a:gs pos="71429">
                  <a:srgbClr val="FF9D4B">
                    <a:alpha val="4740"/>
                  </a:srgbClr>
                </a:gs>
                <a:gs pos="85714">
                  <a:srgbClr val="FF9D4B">
                    <a:alpha val="1902"/>
                  </a:srgbClr>
                </a:gs>
                <a:gs pos="100000">
                  <a:srgbClr val="FF9D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9265968">
              <a:off x="3043915" y="1275890"/>
              <a:ext cx="587613" cy="47303"/>
            </a:xfrm>
            <a:prstGeom prst="ellipse">
              <a:avLst/>
            </a:prstGeom>
            <a:gradFill>
              <a:gsLst>
                <a:gs pos="0">
                  <a:srgbClr val="FA4E00">
                    <a:alpha val="32968"/>
                  </a:srgbClr>
                </a:gs>
                <a:gs pos="14286">
                  <a:srgbClr val="FA4E00">
                    <a:alpha val="30764"/>
                  </a:srgbClr>
                </a:gs>
                <a:gs pos="28571">
                  <a:srgbClr val="FA4E00">
                    <a:alpha val="24833"/>
                  </a:srgbClr>
                </a:gs>
                <a:gs pos="42857">
                  <a:srgbClr val="FA4E00">
                    <a:alpha val="17075"/>
                  </a:srgbClr>
                </a:gs>
                <a:gs pos="57143">
                  <a:srgbClr val="FA4E00">
                    <a:alpha val="9855"/>
                  </a:srgbClr>
                </a:gs>
                <a:gs pos="71429">
                  <a:srgbClr val="FA4E00">
                    <a:alpha val="4740"/>
                  </a:srgbClr>
                </a:gs>
                <a:gs pos="85714">
                  <a:srgbClr val="FA4E00">
                    <a:alpha val="1902"/>
                  </a:srgbClr>
                </a:gs>
                <a:gs pos="100000">
                  <a:srgbClr val="FA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10070267">
              <a:off x="1224042" y="1817353"/>
              <a:ext cx="631677" cy="110582"/>
            </a:xfrm>
            <a:prstGeom prst="ellipse">
              <a:avLst/>
            </a:prstGeom>
            <a:gradFill>
              <a:gsLst>
                <a:gs pos="0">
                  <a:srgbClr val="66A300">
                    <a:alpha val="32968"/>
                  </a:srgbClr>
                </a:gs>
                <a:gs pos="14286">
                  <a:srgbClr val="66A300">
                    <a:alpha val="30764"/>
                  </a:srgbClr>
                </a:gs>
                <a:gs pos="28571">
                  <a:srgbClr val="66A300">
                    <a:alpha val="24833"/>
                  </a:srgbClr>
                </a:gs>
                <a:gs pos="42857">
                  <a:srgbClr val="66A300">
                    <a:alpha val="17075"/>
                  </a:srgbClr>
                </a:gs>
                <a:gs pos="57143">
                  <a:srgbClr val="66A300">
                    <a:alpha val="9855"/>
                  </a:srgbClr>
                </a:gs>
                <a:gs pos="71429">
                  <a:srgbClr val="66A300">
                    <a:alpha val="4740"/>
                  </a:srgbClr>
                </a:gs>
                <a:gs pos="85714">
                  <a:srgbClr val="66A300">
                    <a:alpha val="1902"/>
                  </a:srgbClr>
                </a:gs>
                <a:gs pos="100000">
                  <a:srgbClr val="66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251454">
              <a:off x="3161574" y="1739984"/>
              <a:ext cx="781869" cy="84704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9797363">
              <a:off x="476424" y="1942235"/>
              <a:ext cx="664696" cy="158923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8099829">
              <a:off x="2149711" y="2839303"/>
              <a:ext cx="335946" cy="30503"/>
            </a:xfrm>
            <a:prstGeom prst="ellipse">
              <a:avLst/>
            </a:prstGeom>
            <a:gradFill>
              <a:gsLst>
                <a:gs pos="0">
                  <a:srgbClr val="FF8C00">
                    <a:alpha val="32968"/>
                  </a:srgbClr>
                </a:gs>
                <a:gs pos="14286">
                  <a:srgbClr val="FF8C00">
                    <a:alpha val="30764"/>
                  </a:srgbClr>
                </a:gs>
                <a:gs pos="28571">
                  <a:srgbClr val="FF8C00">
                    <a:alpha val="24833"/>
                  </a:srgbClr>
                </a:gs>
                <a:gs pos="42857">
                  <a:srgbClr val="FF8C00">
                    <a:alpha val="17075"/>
                  </a:srgbClr>
                </a:gs>
                <a:gs pos="57143">
                  <a:srgbClr val="FF8C00">
                    <a:alpha val="9855"/>
                  </a:srgbClr>
                </a:gs>
                <a:gs pos="71429">
                  <a:srgbClr val="FF8C00">
                    <a:alpha val="4740"/>
                  </a:srgbClr>
                </a:gs>
                <a:gs pos="85714">
                  <a:srgbClr val="FF8C00">
                    <a:alpha val="1902"/>
                  </a:srgbClr>
                </a:gs>
                <a:gs pos="100000">
                  <a:srgbClr val="FF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478354">
              <a:off x="3269192" y="1919500"/>
              <a:ext cx="535052" cy="129529"/>
            </a:xfrm>
            <a:prstGeom prst="ellipse">
              <a:avLst/>
            </a:prstGeom>
            <a:gradFill>
              <a:gsLst>
                <a:gs pos="0">
                  <a:srgbClr val="FF9800">
                    <a:alpha val="32968"/>
                  </a:srgbClr>
                </a:gs>
                <a:gs pos="14286">
                  <a:srgbClr val="FF9800">
                    <a:alpha val="30764"/>
                  </a:srgbClr>
                </a:gs>
                <a:gs pos="28571">
                  <a:srgbClr val="FF9800">
                    <a:alpha val="24833"/>
                  </a:srgbClr>
                </a:gs>
                <a:gs pos="42857">
                  <a:srgbClr val="FF9800">
                    <a:alpha val="17075"/>
                  </a:srgbClr>
                </a:gs>
                <a:gs pos="57143">
                  <a:srgbClr val="FF9800">
                    <a:alpha val="9855"/>
                  </a:srgbClr>
                </a:gs>
                <a:gs pos="71429">
                  <a:srgbClr val="FF9800">
                    <a:alpha val="4740"/>
                  </a:srgbClr>
                </a:gs>
                <a:gs pos="85714">
                  <a:srgbClr val="FF9800">
                    <a:alpha val="1902"/>
                  </a:srgbClr>
                </a:gs>
                <a:gs pos="100000">
                  <a:srgbClr val="FF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4507948">
              <a:off x="3185361" y="1378055"/>
              <a:ext cx="640731" cy="93075"/>
            </a:xfrm>
            <a:prstGeom prst="ellipse">
              <a:avLst/>
            </a:prstGeom>
            <a:gradFill>
              <a:gsLst>
                <a:gs pos="0">
                  <a:srgbClr val="FE9100">
                    <a:alpha val="32968"/>
                  </a:srgbClr>
                </a:gs>
                <a:gs pos="14286">
                  <a:srgbClr val="FE9100">
                    <a:alpha val="30764"/>
                  </a:srgbClr>
                </a:gs>
                <a:gs pos="28571">
                  <a:srgbClr val="FE9100">
                    <a:alpha val="24833"/>
                  </a:srgbClr>
                </a:gs>
                <a:gs pos="42857">
                  <a:srgbClr val="FE9100">
                    <a:alpha val="17075"/>
                  </a:srgbClr>
                </a:gs>
                <a:gs pos="57143">
                  <a:srgbClr val="FE9100">
                    <a:alpha val="9855"/>
                  </a:srgbClr>
                </a:gs>
                <a:gs pos="71429">
                  <a:srgbClr val="FE9100">
                    <a:alpha val="4740"/>
                  </a:srgbClr>
                </a:gs>
                <a:gs pos="85714">
                  <a:srgbClr val="FE9100">
                    <a:alpha val="1902"/>
                  </a:srgbClr>
                </a:gs>
                <a:gs pos="100000">
                  <a:srgbClr val="FE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5490785">
              <a:off x="-232767" y="1771646"/>
              <a:ext cx="672492" cy="86776"/>
            </a:xfrm>
            <a:prstGeom prst="ellipse">
              <a:avLst/>
            </a:prstGeom>
            <a:gradFill>
              <a:gsLst>
                <a:gs pos="0">
                  <a:srgbClr val="50BB00">
                    <a:alpha val="32968"/>
                  </a:srgbClr>
                </a:gs>
                <a:gs pos="14286">
                  <a:srgbClr val="50BB00">
                    <a:alpha val="30764"/>
                  </a:srgbClr>
                </a:gs>
                <a:gs pos="28571">
                  <a:srgbClr val="50BB00">
                    <a:alpha val="24833"/>
                  </a:srgbClr>
                </a:gs>
                <a:gs pos="42857">
                  <a:srgbClr val="50BB00">
                    <a:alpha val="17075"/>
                  </a:srgbClr>
                </a:gs>
                <a:gs pos="57143">
                  <a:srgbClr val="50BB00">
                    <a:alpha val="9855"/>
                  </a:srgbClr>
                </a:gs>
                <a:gs pos="71429">
                  <a:srgbClr val="50BB00">
                    <a:alpha val="4740"/>
                  </a:srgbClr>
                </a:gs>
                <a:gs pos="85714">
                  <a:srgbClr val="50BB00">
                    <a:alpha val="1902"/>
                  </a:srgbClr>
                </a:gs>
                <a:gs pos="100000">
                  <a:srgbClr val="50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756173">
              <a:off x="1608301" y="711292"/>
              <a:ext cx="316130" cy="161302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6863390">
              <a:off x="2141110" y="1384523"/>
              <a:ext cx="253217" cy="228971"/>
            </a:xfrm>
            <a:prstGeom prst="ellipse">
              <a:avLst/>
            </a:prstGeom>
            <a:gradFill>
              <a:gsLst>
                <a:gs pos="0">
                  <a:srgbClr val="FFD200">
                    <a:alpha val="10032"/>
                  </a:srgbClr>
                </a:gs>
                <a:gs pos="14286">
                  <a:srgbClr val="FFD200">
                    <a:alpha val="9259"/>
                  </a:srgbClr>
                </a:gs>
                <a:gs pos="28571">
                  <a:srgbClr val="FFD200">
                    <a:alpha val="7267"/>
                  </a:srgbClr>
                </a:gs>
                <a:gs pos="42857">
                  <a:srgbClr val="FFD200">
                    <a:alpha val="4828"/>
                  </a:srgbClr>
                </a:gs>
                <a:gs pos="57143">
                  <a:srgbClr val="FFD200">
                    <a:alpha val="2705"/>
                  </a:srgbClr>
                </a:gs>
                <a:gs pos="71429">
                  <a:srgbClr val="FFD200">
                    <a:alpha val="1275"/>
                  </a:srgbClr>
                </a:gs>
                <a:gs pos="85714">
                  <a:srgbClr val="FFD200">
                    <a:alpha val="506"/>
                  </a:srgbClr>
                </a:gs>
                <a:gs pos="100000">
                  <a:srgbClr val="FFD2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-10335626">
              <a:off x="2425135" y="2731559"/>
              <a:ext cx="443974" cy="193532"/>
            </a:xfrm>
            <a:prstGeom prst="ellipse">
              <a:avLst/>
            </a:prstGeom>
            <a:gradFill>
              <a:gsLst>
                <a:gs pos="0">
                  <a:srgbClr val="FFF400">
                    <a:alpha val="24523"/>
                  </a:srgbClr>
                </a:gs>
                <a:gs pos="14286">
                  <a:srgbClr val="FFF400">
                    <a:alpha val="22786"/>
                  </a:srgbClr>
                </a:gs>
                <a:gs pos="28571">
                  <a:srgbClr val="FFF400">
                    <a:alpha val="18191"/>
                  </a:srgbClr>
                </a:gs>
                <a:gs pos="42857">
                  <a:srgbClr val="FFF400">
                    <a:alpha val="12339"/>
                  </a:srgbClr>
                </a:gs>
                <a:gs pos="57143">
                  <a:srgbClr val="FFF400">
                    <a:alpha val="7037"/>
                  </a:srgbClr>
                </a:gs>
                <a:gs pos="71429">
                  <a:srgbClr val="FFF400">
                    <a:alpha val="3358"/>
                  </a:srgbClr>
                </a:gs>
                <a:gs pos="85714">
                  <a:srgbClr val="FFF400">
                    <a:alpha val="1342"/>
                  </a:srgbClr>
                </a:gs>
                <a:gs pos="100000">
                  <a:srgbClr val="FFF4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222931">
              <a:off x="2695219" y="492769"/>
              <a:ext cx="588253" cy="59406"/>
            </a:xfrm>
            <a:prstGeom prst="ellipse">
              <a:avLst/>
            </a:prstGeom>
            <a:gradFill>
              <a:gsLst>
                <a:gs pos="0">
                  <a:srgbClr val="84BE00">
                    <a:alpha val="32968"/>
                  </a:srgbClr>
                </a:gs>
                <a:gs pos="14286">
                  <a:srgbClr val="84BE00">
                    <a:alpha val="30764"/>
                  </a:srgbClr>
                </a:gs>
                <a:gs pos="28571">
                  <a:srgbClr val="84BE00">
                    <a:alpha val="24833"/>
                  </a:srgbClr>
                </a:gs>
                <a:gs pos="42857">
                  <a:srgbClr val="84BE00">
                    <a:alpha val="17075"/>
                  </a:srgbClr>
                </a:gs>
                <a:gs pos="57143">
                  <a:srgbClr val="84BE00">
                    <a:alpha val="9855"/>
                  </a:srgbClr>
                </a:gs>
                <a:gs pos="71429">
                  <a:srgbClr val="84BE00">
                    <a:alpha val="4740"/>
                  </a:srgbClr>
                </a:gs>
                <a:gs pos="85714">
                  <a:srgbClr val="84BE00">
                    <a:alpha val="1902"/>
                  </a:srgbClr>
                </a:gs>
                <a:gs pos="100000">
                  <a:srgbClr val="84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-8937584">
              <a:off x="1200820" y="1528779"/>
              <a:ext cx="556426" cy="230114"/>
            </a:xfrm>
            <a:prstGeom prst="ellipse">
              <a:avLst/>
            </a:prstGeom>
            <a:gradFill>
              <a:gsLst>
                <a:gs pos="0">
                  <a:srgbClr val="FF9A00">
                    <a:alpha val="25246"/>
                  </a:srgbClr>
                </a:gs>
                <a:gs pos="14286">
                  <a:srgbClr val="FF9A00">
                    <a:alpha val="23466"/>
                  </a:srgbClr>
                </a:gs>
                <a:gs pos="28571">
                  <a:srgbClr val="FF9A00">
                    <a:alpha val="18750"/>
                  </a:srgbClr>
                </a:gs>
                <a:gs pos="42857">
                  <a:srgbClr val="FF9A00">
                    <a:alpha val="12733"/>
                  </a:srgbClr>
                </a:gs>
                <a:gs pos="57143">
                  <a:srgbClr val="FF9A00">
                    <a:alpha val="7269"/>
                  </a:srgbClr>
                </a:gs>
                <a:gs pos="71429">
                  <a:srgbClr val="FF9A00">
                    <a:alpha val="3471"/>
                  </a:srgbClr>
                </a:gs>
                <a:gs pos="85714">
                  <a:srgbClr val="FF9A00">
                    <a:alpha val="1387"/>
                  </a:srgbClr>
                </a:gs>
                <a:gs pos="100000">
                  <a:srgbClr val="FF9A00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8917414">
              <a:off x="2569798" y="2811000"/>
              <a:ext cx="343521" cy="269071"/>
            </a:xfrm>
            <a:prstGeom prst="ellipse">
              <a:avLst/>
            </a:prstGeom>
            <a:gradFill>
              <a:gsLst>
                <a:gs pos="0">
                  <a:srgbClr val="FF0780">
                    <a:alpha val="25397"/>
                  </a:srgbClr>
                </a:gs>
                <a:gs pos="14286">
                  <a:srgbClr val="FF0780">
                    <a:alpha val="23608"/>
                  </a:srgbClr>
                </a:gs>
                <a:gs pos="28571">
                  <a:srgbClr val="FF0780">
                    <a:alpha val="18868"/>
                  </a:srgbClr>
                </a:gs>
                <a:gs pos="42857">
                  <a:srgbClr val="FF0780">
                    <a:alpha val="12816"/>
                  </a:srgbClr>
                </a:gs>
                <a:gs pos="57143">
                  <a:srgbClr val="FF0780">
                    <a:alpha val="7318"/>
                  </a:srgbClr>
                </a:gs>
                <a:gs pos="71429">
                  <a:srgbClr val="FF0780">
                    <a:alpha val="3495"/>
                  </a:srgbClr>
                </a:gs>
                <a:gs pos="85714">
                  <a:srgbClr val="FF0780">
                    <a:alpha val="1397"/>
                  </a:srgbClr>
                </a:gs>
                <a:gs pos="100000">
                  <a:srgbClr val="FF078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4783180">
              <a:off x="2535232" y="3033413"/>
              <a:ext cx="343107" cy="277376"/>
            </a:xfrm>
            <a:prstGeom prst="ellipse">
              <a:avLst/>
            </a:prstGeom>
            <a:gradFill>
              <a:gsLst>
                <a:gs pos="0">
                  <a:srgbClr val="FF7600">
                    <a:alpha val="21120"/>
                  </a:srgbClr>
                </a:gs>
                <a:gs pos="14286">
                  <a:srgbClr val="FF7600">
                    <a:alpha val="19592"/>
                  </a:srgbClr>
                </a:gs>
                <a:gs pos="28571">
                  <a:srgbClr val="FF7600">
                    <a:alpha val="15575"/>
                  </a:srgbClr>
                </a:gs>
                <a:gs pos="42857">
                  <a:srgbClr val="FF7600">
                    <a:alpha val="10511"/>
                  </a:srgbClr>
                </a:gs>
                <a:gs pos="57143">
                  <a:srgbClr val="FF7600">
                    <a:alpha val="5968"/>
                  </a:srgbClr>
                </a:gs>
                <a:gs pos="71429">
                  <a:srgbClr val="FF7600">
                    <a:alpha val="2839"/>
                  </a:srgbClr>
                </a:gs>
                <a:gs pos="85714">
                  <a:srgbClr val="FF7600">
                    <a:alpha val="1133"/>
                  </a:srgbClr>
                </a:gs>
                <a:gs pos="100000">
                  <a:srgbClr val="FF76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9445994">
              <a:off x="2700065" y="1331276"/>
              <a:ext cx="518493" cy="96078"/>
            </a:xfrm>
            <a:prstGeom prst="ellipse">
              <a:avLst/>
            </a:prstGeom>
            <a:gradFill>
              <a:gsLst>
                <a:gs pos="0">
                  <a:srgbClr val="12A400">
                    <a:alpha val="28859"/>
                  </a:srgbClr>
                </a:gs>
                <a:gs pos="14286">
                  <a:srgbClr val="12A400">
                    <a:alpha val="26872"/>
                  </a:srgbClr>
                </a:gs>
                <a:gs pos="28571">
                  <a:srgbClr val="12A400">
                    <a:alpha val="21573"/>
                  </a:srgbClr>
                </a:gs>
                <a:gs pos="42857">
                  <a:srgbClr val="12A400">
                    <a:alpha val="14733"/>
                  </a:srgbClr>
                </a:gs>
                <a:gs pos="57143">
                  <a:srgbClr val="12A400">
                    <a:alpha val="8453"/>
                  </a:srgbClr>
                </a:gs>
                <a:gs pos="71429">
                  <a:srgbClr val="12A400">
                    <a:alpha val="4050"/>
                  </a:srgbClr>
                </a:gs>
                <a:gs pos="85714">
                  <a:srgbClr val="12A400">
                    <a:alpha val="1621"/>
                  </a:srgbClr>
                </a:gs>
                <a:gs pos="100000">
                  <a:srgbClr val="12A400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4196044">
              <a:off x="2143565" y="1288015"/>
              <a:ext cx="274217" cy="202510"/>
            </a:xfrm>
            <a:prstGeom prst="ellipse">
              <a:avLst/>
            </a:prstGeom>
            <a:gradFill>
              <a:gsLst>
                <a:gs pos="0">
                  <a:srgbClr val="FFD800">
                    <a:alpha val="14612"/>
                  </a:srgbClr>
                </a:gs>
                <a:gs pos="14286">
                  <a:srgbClr val="FFD800">
                    <a:alpha val="13514"/>
                  </a:srgbClr>
                </a:gs>
                <a:gs pos="28571">
                  <a:srgbClr val="FFD800">
                    <a:alpha val="10661"/>
                  </a:srgbClr>
                </a:gs>
                <a:gs pos="42857">
                  <a:srgbClr val="FFD800">
                    <a:alpha val="7127"/>
                  </a:srgbClr>
                </a:gs>
                <a:gs pos="57143">
                  <a:srgbClr val="FFD800">
                    <a:alpha val="4014"/>
                  </a:srgbClr>
                </a:gs>
                <a:gs pos="71429">
                  <a:srgbClr val="FFD800">
                    <a:alpha val="1900"/>
                  </a:srgbClr>
                </a:gs>
                <a:gs pos="85714">
                  <a:srgbClr val="FFD800">
                    <a:alpha val="756"/>
                  </a:srgbClr>
                </a:gs>
                <a:gs pos="100000">
                  <a:srgbClr val="FFD8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452382">
              <a:off x="2553850" y="2635592"/>
              <a:ext cx="386477" cy="166738"/>
            </a:xfrm>
            <a:prstGeom prst="ellipse">
              <a:avLst/>
            </a:prstGeom>
            <a:gradFill>
              <a:gsLst>
                <a:gs pos="0">
                  <a:srgbClr val="FF0000">
                    <a:alpha val="6703"/>
                  </a:srgbClr>
                </a:gs>
                <a:gs pos="14286">
                  <a:srgbClr val="FF0000">
                    <a:alpha val="6178"/>
                  </a:srgbClr>
                </a:gs>
                <a:gs pos="28571">
                  <a:srgbClr val="FF0000">
                    <a:alpha val="4831"/>
                  </a:srgbClr>
                </a:gs>
                <a:gs pos="42857">
                  <a:srgbClr val="FF0000">
                    <a:alpha val="3195"/>
                  </a:srgbClr>
                </a:gs>
                <a:gs pos="57143">
                  <a:srgbClr val="FF0000">
                    <a:alpha val="1783"/>
                  </a:srgbClr>
                </a:gs>
                <a:gs pos="71429">
                  <a:srgbClr val="FF0000">
                    <a:alpha val="839"/>
                  </a:srgbClr>
                </a:gs>
                <a:gs pos="85714">
                  <a:srgbClr val="FF0000">
                    <a:alpha val="333"/>
                  </a:srgbClr>
                </a:gs>
                <a:gs pos="100000">
                  <a:srgbClr val="FF00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161874">
              <a:off x="3213869" y="2300649"/>
              <a:ext cx="308956" cy="200743"/>
            </a:xfrm>
            <a:prstGeom prst="ellipse">
              <a:avLst/>
            </a:prstGeom>
            <a:gradFill>
              <a:gsLst>
                <a:gs pos="0">
                  <a:srgbClr val="FFAD76">
                    <a:alpha val="32968"/>
                  </a:srgbClr>
                </a:gs>
                <a:gs pos="14286">
                  <a:srgbClr val="FFAD76">
                    <a:alpha val="30764"/>
                  </a:srgbClr>
                </a:gs>
                <a:gs pos="28571">
                  <a:srgbClr val="FFAD76">
                    <a:alpha val="24833"/>
                  </a:srgbClr>
                </a:gs>
                <a:gs pos="42857">
                  <a:srgbClr val="FFAD76">
                    <a:alpha val="17075"/>
                  </a:srgbClr>
                </a:gs>
                <a:gs pos="57143">
                  <a:srgbClr val="FFAD76">
                    <a:alpha val="9855"/>
                  </a:srgbClr>
                </a:gs>
                <a:gs pos="71429">
                  <a:srgbClr val="FFAD76">
                    <a:alpha val="4740"/>
                  </a:srgbClr>
                </a:gs>
                <a:gs pos="85714">
                  <a:srgbClr val="FFAD76">
                    <a:alpha val="1902"/>
                  </a:srgbClr>
                </a:gs>
                <a:gs pos="100000">
                  <a:srgbClr val="FFAD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10776165">
              <a:off x="1446716" y="48712"/>
              <a:ext cx="673497" cy="173514"/>
            </a:xfrm>
            <a:prstGeom prst="ellipse">
              <a:avLst/>
            </a:prstGeom>
            <a:gradFill>
              <a:gsLst>
                <a:gs pos="0">
                  <a:srgbClr val="8DC200">
                    <a:alpha val="32968"/>
                  </a:srgbClr>
                </a:gs>
                <a:gs pos="14286">
                  <a:srgbClr val="8DC200">
                    <a:alpha val="30764"/>
                  </a:srgbClr>
                </a:gs>
                <a:gs pos="28571">
                  <a:srgbClr val="8DC200">
                    <a:alpha val="24833"/>
                  </a:srgbClr>
                </a:gs>
                <a:gs pos="42857">
                  <a:srgbClr val="8DC200">
                    <a:alpha val="17075"/>
                  </a:srgbClr>
                </a:gs>
                <a:gs pos="57143">
                  <a:srgbClr val="8DC200">
                    <a:alpha val="9855"/>
                  </a:srgbClr>
                </a:gs>
                <a:gs pos="71429">
                  <a:srgbClr val="8DC200">
                    <a:alpha val="4740"/>
                  </a:srgbClr>
                </a:gs>
                <a:gs pos="85714">
                  <a:srgbClr val="8DC200">
                    <a:alpha val="1902"/>
                  </a:srgbClr>
                </a:gs>
                <a:gs pos="100000">
                  <a:srgbClr val="8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8731837">
              <a:off x="2413358" y="357558"/>
              <a:ext cx="752690" cy="267932"/>
            </a:xfrm>
            <a:prstGeom prst="ellipse">
              <a:avLst/>
            </a:prstGeom>
            <a:gradFill>
              <a:gsLst>
                <a:gs pos="0">
                  <a:srgbClr val="8EC700">
                    <a:alpha val="32968"/>
                  </a:srgbClr>
                </a:gs>
                <a:gs pos="14286">
                  <a:srgbClr val="8EC700">
                    <a:alpha val="30764"/>
                  </a:srgbClr>
                </a:gs>
                <a:gs pos="28571">
                  <a:srgbClr val="8EC700">
                    <a:alpha val="24833"/>
                  </a:srgbClr>
                </a:gs>
                <a:gs pos="42857">
                  <a:srgbClr val="8EC700">
                    <a:alpha val="17075"/>
                  </a:srgbClr>
                </a:gs>
                <a:gs pos="57143">
                  <a:srgbClr val="8EC700">
                    <a:alpha val="9855"/>
                  </a:srgbClr>
                </a:gs>
                <a:gs pos="71429">
                  <a:srgbClr val="8EC700">
                    <a:alpha val="4740"/>
                  </a:srgbClr>
                </a:gs>
                <a:gs pos="85714">
                  <a:srgbClr val="8EC700">
                    <a:alpha val="1902"/>
                  </a:srgbClr>
                </a:gs>
                <a:gs pos="100000">
                  <a:srgbClr val="8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8502228">
              <a:off x="392249" y="2728600"/>
              <a:ext cx="695837" cy="444495"/>
            </a:xfrm>
            <a:prstGeom prst="ellipse">
              <a:avLst/>
            </a:prstGeom>
            <a:gradFill>
              <a:gsLst>
                <a:gs pos="0">
                  <a:srgbClr val="FFA200">
                    <a:alpha val="32968"/>
                  </a:srgbClr>
                </a:gs>
                <a:gs pos="14286">
                  <a:srgbClr val="FFA200">
                    <a:alpha val="30764"/>
                  </a:srgbClr>
                </a:gs>
                <a:gs pos="28571">
                  <a:srgbClr val="FFA200">
                    <a:alpha val="24833"/>
                  </a:srgbClr>
                </a:gs>
                <a:gs pos="42857">
                  <a:srgbClr val="FFA200">
                    <a:alpha val="17075"/>
                  </a:srgbClr>
                </a:gs>
                <a:gs pos="57143">
                  <a:srgbClr val="FFA200">
                    <a:alpha val="9855"/>
                  </a:srgbClr>
                </a:gs>
                <a:gs pos="71429">
                  <a:srgbClr val="FFA200">
                    <a:alpha val="4740"/>
                  </a:srgbClr>
                </a:gs>
                <a:gs pos="85714">
                  <a:srgbClr val="FFA200">
                    <a:alpha val="1902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8708346">
              <a:off x="549978" y="336522"/>
              <a:ext cx="652785" cy="71889"/>
            </a:xfrm>
            <a:prstGeom prst="ellipse">
              <a:avLst/>
            </a:prstGeom>
            <a:gradFill>
              <a:gsLst>
                <a:gs pos="0">
                  <a:srgbClr val="56C000">
                    <a:alpha val="32968"/>
                  </a:srgbClr>
                </a:gs>
                <a:gs pos="14286">
                  <a:srgbClr val="56C000">
                    <a:alpha val="30764"/>
                  </a:srgbClr>
                </a:gs>
                <a:gs pos="28571">
                  <a:srgbClr val="56C000">
                    <a:alpha val="24833"/>
                  </a:srgbClr>
                </a:gs>
                <a:gs pos="42857">
                  <a:srgbClr val="56C000">
                    <a:alpha val="17075"/>
                  </a:srgbClr>
                </a:gs>
                <a:gs pos="57143">
                  <a:srgbClr val="56C000">
                    <a:alpha val="9855"/>
                  </a:srgbClr>
                </a:gs>
                <a:gs pos="71429">
                  <a:srgbClr val="56C000">
                    <a:alpha val="4740"/>
                  </a:srgbClr>
                </a:gs>
                <a:gs pos="85714">
                  <a:srgbClr val="56C000">
                    <a:alpha val="1902"/>
                  </a:srgbClr>
                </a:gs>
                <a:gs pos="100000">
                  <a:srgbClr val="56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3144275">
              <a:off x="2003886" y="2037231"/>
              <a:ext cx="780096" cy="85274"/>
            </a:xfrm>
            <a:prstGeom prst="ellipse">
              <a:avLst/>
            </a:prstGeom>
            <a:gradFill>
              <a:gsLst>
                <a:gs pos="0">
                  <a:srgbClr val="FA3800">
                    <a:alpha val="32968"/>
                  </a:srgbClr>
                </a:gs>
                <a:gs pos="14286">
                  <a:srgbClr val="FA3800">
                    <a:alpha val="30764"/>
                  </a:srgbClr>
                </a:gs>
                <a:gs pos="28571">
                  <a:srgbClr val="FA3800">
                    <a:alpha val="24833"/>
                  </a:srgbClr>
                </a:gs>
                <a:gs pos="42857">
                  <a:srgbClr val="FA3800">
                    <a:alpha val="17075"/>
                  </a:srgbClr>
                </a:gs>
                <a:gs pos="57143">
                  <a:srgbClr val="FA3800">
                    <a:alpha val="9855"/>
                  </a:srgbClr>
                </a:gs>
                <a:gs pos="71429">
                  <a:srgbClr val="FA3800">
                    <a:alpha val="4740"/>
                  </a:srgbClr>
                </a:gs>
                <a:gs pos="85714">
                  <a:srgbClr val="FA3800">
                    <a:alpha val="1902"/>
                  </a:srgbClr>
                </a:gs>
                <a:gs pos="100000">
                  <a:srgbClr val="FA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9402589">
              <a:off x="825851" y="181855"/>
              <a:ext cx="678447" cy="199829"/>
            </a:xfrm>
            <a:prstGeom prst="ellipse">
              <a:avLst/>
            </a:prstGeom>
            <a:gradFill>
              <a:gsLst>
                <a:gs pos="0">
                  <a:srgbClr val="90C700">
                    <a:alpha val="32968"/>
                  </a:srgbClr>
                </a:gs>
                <a:gs pos="14286">
                  <a:srgbClr val="90C700">
                    <a:alpha val="30764"/>
                  </a:srgbClr>
                </a:gs>
                <a:gs pos="28571">
                  <a:srgbClr val="90C700">
                    <a:alpha val="24833"/>
                  </a:srgbClr>
                </a:gs>
                <a:gs pos="42857">
                  <a:srgbClr val="90C700">
                    <a:alpha val="17075"/>
                  </a:srgbClr>
                </a:gs>
                <a:gs pos="57143">
                  <a:srgbClr val="90C700">
                    <a:alpha val="9855"/>
                  </a:srgbClr>
                </a:gs>
                <a:gs pos="71429">
                  <a:srgbClr val="90C700">
                    <a:alpha val="4740"/>
                  </a:srgbClr>
                </a:gs>
                <a:gs pos="85714">
                  <a:srgbClr val="90C700">
                    <a:alpha val="1902"/>
                  </a:srgbClr>
                </a:gs>
                <a:gs pos="100000">
                  <a:srgbClr val="90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10412689">
              <a:off x="1749612" y="1237294"/>
              <a:ext cx="286195" cy="40775"/>
            </a:xfrm>
            <a:prstGeom prst="ellipse">
              <a:avLst/>
            </a:prstGeom>
            <a:gradFill>
              <a:gsLst>
                <a:gs pos="0">
                  <a:srgbClr val="DC0000">
                    <a:alpha val="32968"/>
                  </a:srgbClr>
                </a:gs>
                <a:gs pos="14286">
                  <a:srgbClr val="DC0000">
                    <a:alpha val="30764"/>
                  </a:srgbClr>
                </a:gs>
                <a:gs pos="28571">
                  <a:srgbClr val="DC0000">
                    <a:alpha val="24833"/>
                  </a:srgbClr>
                </a:gs>
                <a:gs pos="42857">
                  <a:srgbClr val="DC0000">
                    <a:alpha val="17075"/>
                  </a:srgbClr>
                </a:gs>
                <a:gs pos="57143">
                  <a:srgbClr val="DC0000">
                    <a:alpha val="9855"/>
                  </a:srgbClr>
                </a:gs>
                <a:gs pos="71429">
                  <a:srgbClr val="DC0000">
                    <a:alpha val="4740"/>
                  </a:srgbClr>
                </a:gs>
                <a:gs pos="85714">
                  <a:srgbClr val="DC0000">
                    <a:alpha val="1902"/>
                  </a:srgbClr>
                </a:gs>
                <a:gs pos="100000">
                  <a:srgbClr val="D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9496812">
              <a:off x="431638" y="2558221"/>
              <a:ext cx="496487" cy="260563"/>
            </a:xfrm>
            <a:prstGeom prst="ellipse">
              <a:avLst/>
            </a:prstGeom>
            <a:gradFill>
              <a:gsLst>
                <a:gs pos="0">
                  <a:srgbClr val="FF5300">
                    <a:alpha val="32968"/>
                  </a:srgbClr>
                </a:gs>
                <a:gs pos="14286">
                  <a:srgbClr val="FF5300">
                    <a:alpha val="30764"/>
                  </a:srgbClr>
                </a:gs>
                <a:gs pos="28571">
                  <a:srgbClr val="FF5300">
                    <a:alpha val="24833"/>
                  </a:srgbClr>
                </a:gs>
                <a:gs pos="42857">
                  <a:srgbClr val="FF5300">
                    <a:alpha val="17075"/>
                  </a:srgbClr>
                </a:gs>
                <a:gs pos="57143">
                  <a:srgbClr val="FF5300">
                    <a:alpha val="9855"/>
                  </a:srgbClr>
                </a:gs>
                <a:gs pos="71429">
                  <a:srgbClr val="FF5300">
                    <a:alpha val="4740"/>
                  </a:srgbClr>
                </a:gs>
                <a:gs pos="85714">
                  <a:srgbClr val="FF5300">
                    <a:alpha val="1902"/>
                  </a:srgbClr>
                </a:gs>
                <a:gs pos="100000">
                  <a:srgbClr val="FF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396665">
              <a:off x="3264927" y="1718276"/>
              <a:ext cx="509969" cy="162727"/>
            </a:xfrm>
            <a:prstGeom prst="ellipse">
              <a:avLst/>
            </a:prstGeom>
            <a:gradFill>
              <a:gsLst>
                <a:gs pos="0">
                  <a:srgbClr val="FF9800">
                    <a:alpha val="32968"/>
                  </a:srgbClr>
                </a:gs>
                <a:gs pos="14286">
                  <a:srgbClr val="FF9800">
                    <a:alpha val="30764"/>
                  </a:srgbClr>
                </a:gs>
                <a:gs pos="28571">
                  <a:srgbClr val="FF9800">
                    <a:alpha val="24833"/>
                  </a:srgbClr>
                </a:gs>
                <a:gs pos="42857">
                  <a:srgbClr val="FF9800">
                    <a:alpha val="17075"/>
                  </a:srgbClr>
                </a:gs>
                <a:gs pos="57143">
                  <a:srgbClr val="FF9800">
                    <a:alpha val="9855"/>
                  </a:srgbClr>
                </a:gs>
                <a:gs pos="71429">
                  <a:srgbClr val="FF9800">
                    <a:alpha val="4740"/>
                  </a:srgbClr>
                </a:gs>
                <a:gs pos="85714">
                  <a:srgbClr val="FF9800">
                    <a:alpha val="1902"/>
                  </a:srgbClr>
                </a:gs>
                <a:gs pos="100000">
                  <a:srgbClr val="FF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2728873">
              <a:off x="1119351" y="2427193"/>
              <a:ext cx="727040" cy="191556"/>
            </a:xfrm>
            <a:prstGeom prst="ellipse">
              <a:avLst/>
            </a:prstGeom>
            <a:gradFill>
              <a:gsLst>
                <a:gs pos="0">
                  <a:srgbClr val="7AC400">
                    <a:alpha val="32968"/>
                  </a:srgbClr>
                </a:gs>
                <a:gs pos="14286">
                  <a:srgbClr val="7AC400">
                    <a:alpha val="30764"/>
                  </a:srgbClr>
                </a:gs>
                <a:gs pos="28571">
                  <a:srgbClr val="7AC400">
                    <a:alpha val="24833"/>
                  </a:srgbClr>
                </a:gs>
                <a:gs pos="42857">
                  <a:srgbClr val="7AC400">
                    <a:alpha val="17075"/>
                  </a:srgbClr>
                </a:gs>
                <a:gs pos="57143">
                  <a:srgbClr val="7AC400">
                    <a:alpha val="9855"/>
                  </a:srgbClr>
                </a:gs>
                <a:gs pos="71429">
                  <a:srgbClr val="7AC400">
                    <a:alpha val="4740"/>
                  </a:srgbClr>
                </a:gs>
                <a:gs pos="85714">
                  <a:srgbClr val="7AC400">
                    <a:alpha val="1902"/>
                  </a:srgbClr>
                </a:gs>
                <a:gs pos="100000">
                  <a:srgbClr val="7A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9116693">
              <a:off x="1430835" y="1534086"/>
              <a:ext cx="508819" cy="109203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5565064">
              <a:off x="1191495" y="1298679"/>
              <a:ext cx="241382" cy="235392"/>
            </a:xfrm>
            <a:prstGeom prst="ellipse">
              <a:avLst/>
            </a:prstGeom>
            <a:gradFill>
              <a:gsLst>
                <a:gs pos="0">
                  <a:srgbClr val="FFB200">
                    <a:alpha val="8745"/>
                  </a:srgbClr>
                </a:gs>
                <a:gs pos="14286">
                  <a:srgbClr val="FFB200">
                    <a:alpha val="8067"/>
                  </a:srgbClr>
                </a:gs>
                <a:gs pos="28571">
                  <a:srgbClr val="FFB200">
                    <a:alpha val="6322"/>
                  </a:srgbClr>
                </a:gs>
                <a:gs pos="42857">
                  <a:srgbClr val="FFB200">
                    <a:alpha val="4193"/>
                  </a:srgbClr>
                </a:gs>
                <a:gs pos="57143">
                  <a:srgbClr val="FFB200">
                    <a:alpha val="2346"/>
                  </a:srgbClr>
                </a:gs>
                <a:gs pos="71429">
                  <a:srgbClr val="FFB200">
                    <a:alpha val="1105"/>
                  </a:srgbClr>
                </a:gs>
                <a:gs pos="85714">
                  <a:srgbClr val="FFB200">
                    <a:alpha val="438"/>
                  </a:srgbClr>
                </a:gs>
                <a:gs pos="100000">
                  <a:srgbClr val="FFB2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6113699">
              <a:off x="3253666" y="1273513"/>
              <a:ext cx="377618" cy="186474"/>
            </a:xfrm>
            <a:prstGeom prst="ellipse">
              <a:avLst/>
            </a:prstGeom>
            <a:gradFill>
              <a:gsLst>
                <a:gs pos="0">
                  <a:srgbClr val="FF8300">
                    <a:alpha val="32968"/>
                  </a:srgbClr>
                </a:gs>
                <a:gs pos="14286">
                  <a:srgbClr val="FF8300">
                    <a:alpha val="30764"/>
                  </a:srgbClr>
                </a:gs>
                <a:gs pos="28571">
                  <a:srgbClr val="FF8300">
                    <a:alpha val="24833"/>
                  </a:srgbClr>
                </a:gs>
                <a:gs pos="42857">
                  <a:srgbClr val="FF8300">
                    <a:alpha val="17075"/>
                  </a:srgbClr>
                </a:gs>
                <a:gs pos="57143">
                  <a:srgbClr val="FF8300">
                    <a:alpha val="9855"/>
                  </a:srgbClr>
                </a:gs>
                <a:gs pos="71429">
                  <a:srgbClr val="FF8300">
                    <a:alpha val="4740"/>
                  </a:srgbClr>
                </a:gs>
                <a:gs pos="85714">
                  <a:srgbClr val="FF8300">
                    <a:alpha val="1902"/>
                  </a:srgbClr>
                </a:gs>
                <a:gs pos="100000">
                  <a:srgbClr val="FF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9165309">
              <a:off x="2382032" y="3254480"/>
              <a:ext cx="462493" cy="149316"/>
            </a:xfrm>
            <a:prstGeom prst="ellipse">
              <a:avLst/>
            </a:prstGeom>
            <a:gradFill>
              <a:gsLst>
                <a:gs pos="0">
                  <a:srgbClr val="FF9D0F">
                    <a:alpha val="32968"/>
                  </a:srgbClr>
                </a:gs>
                <a:gs pos="14286">
                  <a:srgbClr val="FF9D0F">
                    <a:alpha val="30764"/>
                  </a:srgbClr>
                </a:gs>
                <a:gs pos="28571">
                  <a:srgbClr val="FF9D0F">
                    <a:alpha val="24833"/>
                  </a:srgbClr>
                </a:gs>
                <a:gs pos="42857">
                  <a:srgbClr val="FF9D0F">
                    <a:alpha val="17075"/>
                  </a:srgbClr>
                </a:gs>
                <a:gs pos="57143">
                  <a:srgbClr val="FF9D0F">
                    <a:alpha val="9855"/>
                  </a:srgbClr>
                </a:gs>
                <a:gs pos="71429">
                  <a:srgbClr val="FF9D0F">
                    <a:alpha val="4740"/>
                  </a:srgbClr>
                </a:gs>
                <a:gs pos="85714">
                  <a:srgbClr val="FF9D0F">
                    <a:alpha val="1902"/>
                  </a:srgbClr>
                </a:gs>
                <a:gs pos="100000">
                  <a:srgbClr val="FF9D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10792165">
              <a:off x="1747428" y="2890782"/>
              <a:ext cx="693086" cy="497598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291554">
              <a:off x="-213681" y="1796949"/>
              <a:ext cx="694455" cy="153477"/>
            </a:xfrm>
            <a:prstGeom prst="ellipse">
              <a:avLst/>
            </a:prstGeom>
            <a:gradFill>
              <a:gsLst>
                <a:gs pos="0">
                  <a:srgbClr val="98CA00">
                    <a:alpha val="32968"/>
                  </a:srgbClr>
                </a:gs>
                <a:gs pos="14286">
                  <a:srgbClr val="98CA00">
                    <a:alpha val="30764"/>
                  </a:srgbClr>
                </a:gs>
                <a:gs pos="28571">
                  <a:srgbClr val="98CA00">
                    <a:alpha val="24833"/>
                  </a:srgbClr>
                </a:gs>
                <a:gs pos="42857">
                  <a:srgbClr val="98CA00">
                    <a:alpha val="17075"/>
                  </a:srgbClr>
                </a:gs>
                <a:gs pos="57143">
                  <a:srgbClr val="98CA00">
                    <a:alpha val="9855"/>
                  </a:srgbClr>
                </a:gs>
                <a:gs pos="71429">
                  <a:srgbClr val="98CA00">
                    <a:alpha val="4740"/>
                  </a:srgbClr>
                </a:gs>
                <a:gs pos="85714">
                  <a:srgbClr val="98CA00">
                    <a:alpha val="1902"/>
                  </a:srgbClr>
                </a:gs>
                <a:gs pos="100000">
                  <a:srgbClr val="98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630957">
              <a:off x="1039916" y="1653850"/>
              <a:ext cx="304839" cy="147062"/>
            </a:xfrm>
            <a:prstGeom prst="ellipse">
              <a:avLst/>
            </a:prstGeom>
            <a:gradFill>
              <a:gsLst>
                <a:gs pos="0">
                  <a:srgbClr val="84B152">
                    <a:alpha val="32968"/>
                  </a:srgbClr>
                </a:gs>
                <a:gs pos="14286">
                  <a:srgbClr val="84B152">
                    <a:alpha val="30764"/>
                  </a:srgbClr>
                </a:gs>
                <a:gs pos="28571">
                  <a:srgbClr val="84B152">
                    <a:alpha val="24833"/>
                  </a:srgbClr>
                </a:gs>
                <a:gs pos="42857">
                  <a:srgbClr val="84B152">
                    <a:alpha val="17075"/>
                  </a:srgbClr>
                </a:gs>
                <a:gs pos="57143">
                  <a:srgbClr val="84B152">
                    <a:alpha val="9855"/>
                  </a:srgbClr>
                </a:gs>
                <a:gs pos="71429">
                  <a:srgbClr val="84B152">
                    <a:alpha val="4740"/>
                  </a:srgbClr>
                </a:gs>
                <a:gs pos="85714">
                  <a:srgbClr val="84B152">
                    <a:alpha val="1902"/>
                  </a:srgbClr>
                </a:gs>
                <a:gs pos="100000">
                  <a:srgbClr val="84B1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-9974336">
              <a:off x="1049188" y="3150676"/>
              <a:ext cx="658117" cy="397973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078398">
              <a:off x="1264350" y="1007570"/>
              <a:ext cx="473374" cy="120717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046485">
              <a:off x="1175577" y="1091798"/>
              <a:ext cx="353245" cy="228607"/>
            </a:xfrm>
            <a:prstGeom prst="ellipse">
              <a:avLst/>
            </a:prstGeom>
            <a:gradFill>
              <a:gsLst>
                <a:gs pos="0">
                  <a:srgbClr val="FF0600">
                    <a:alpha val="21273"/>
                  </a:srgbClr>
                </a:gs>
                <a:gs pos="14286">
                  <a:srgbClr val="FF0600">
                    <a:alpha val="19735"/>
                  </a:srgbClr>
                </a:gs>
                <a:gs pos="28571">
                  <a:srgbClr val="FF0600">
                    <a:alpha val="15692"/>
                  </a:srgbClr>
                </a:gs>
                <a:gs pos="42857">
                  <a:srgbClr val="FF0600">
                    <a:alpha val="10592"/>
                  </a:srgbClr>
                </a:gs>
                <a:gs pos="57143">
                  <a:srgbClr val="FF0600">
                    <a:alpha val="6015"/>
                  </a:srgbClr>
                </a:gs>
                <a:gs pos="71429">
                  <a:srgbClr val="FF0600">
                    <a:alpha val="2862"/>
                  </a:srgbClr>
                </a:gs>
                <a:gs pos="85714">
                  <a:srgbClr val="FF0600">
                    <a:alpha val="1142"/>
                  </a:srgbClr>
                </a:gs>
                <a:gs pos="100000">
                  <a:srgbClr val="FF06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6370120">
              <a:off x="-164182" y="1313986"/>
              <a:ext cx="754740" cy="176768"/>
            </a:xfrm>
            <a:prstGeom prst="ellipse">
              <a:avLst/>
            </a:prstGeom>
            <a:gradFill>
              <a:gsLst>
                <a:gs pos="0">
                  <a:srgbClr val="86C100">
                    <a:alpha val="32968"/>
                  </a:srgbClr>
                </a:gs>
                <a:gs pos="14286">
                  <a:srgbClr val="86C100">
                    <a:alpha val="30764"/>
                  </a:srgbClr>
                </a:gs>
                <a:gs pos="28571">
                  <a:srgbClr val="86C100">
                    <a:alpha val="24833"/>
                  </a:srgbClr>
                </a:gs>
                <a:gs pos="42857">
                  <a:srgbClr val="86C100">
                    <a:alpha val="17075"/>
                  </a:srgbClr>
                </a:gs>
                <a:gs pos="57143">
                  <a:srgbClr val="86C100">
                    <a:alpha val="9855"/>
                  </a:srgbClr>
                </a:gs>
                <a:gs pos="71429">
                  <a:srgbClr val="86C100">
                    <a:alpha val="4740"/>
                  </a:srgbClr>
                </a:gs>
                <a:gs pos="85714">
                  <a:srgbClr val="86C100">
                    <a:alpha val="1902"/>
                  </a:srgbClr>
                </a:gs>
                <a:gs pos="100000">
                  <a:srgbClr val="86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8431469">
              <a:off x="1174042" y="829824"/>
              <a:ext cx="773712" cy="289356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10616579">
              <a:off x="2633869" y="1346618"/>
              <a:ext cx="317713" cy="135445"/>
            </a:xfrm>
            <a:prstGeom prst="ellipse">
              <a:avLst/>
            </a:prstGeom>
            <a:gradFill>
              <a:gsLst>
                <a:gs pos="0">
                  <a:srgbClr val="19A23D">
                    <a:alpha val="32816"/>
                  </a:srgbClr>
                </a:gs>
                <a:gs pos="14286">
                  <a:srgbClr val="19A23D">
                    <a:alpha val="30620"/>
                  </a:srgbClr>
                </a:gs>
                <a:gs pos="28571">
                  <a:srgbClr val="19A23D">
                    <a:alpha val="24712"/>
                  </a:srgbClr>
                </a:gs>
                <a:gs pos="42857">
                  <a:srgbClr val="19A23D">
                    <a:alpha val="16988"/>
                  </a:srgbClr>
                </a:gs>
                <a:gs pos="57143">
                  <a:srgbClr val="19A23D">
                    <a:alpha val="9802"/>
                  </a:srgbClr>
                </a:gs>
                <a:gs pos="71429">
                  <a:srgbClr val="19A23D">
                    <a:alpha val="4714"/>
                  </a:srgbClr>
                </a:gs>
                <a:gs pos="85714">
                  <a:srgbClr val="19A23D">
                    <a:alpha val="1891"/>
                  </a:srgbClr>
                </a:gs>
                <a:gs pos="100000">
                  <a:srgbClr val="19A23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5064714">
              <a:off x="3088920" y="1785363"/>
              <a:ext cx="767402" cy="260207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9156404">
              <a:off x="3076259" y="1268164"/>
              <a:ext cx="349287" cy="428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-8905973">
              <a:off x="2475278" y="3159515"/>
              <a:ext cx="324143" cy="166069"/>
            </a:xfrm>
            <a:prstGeom prst="ellipse">
              <a:avLst/>
            </a:prstGeom>
            <a:gradFill>
              <a:gsLst>
                <a:gs pos="0">
                  <a:srgbClr val="FF5E00">
                    <a:alpha val="8233"/>
                  </a:srgbClr>
                </a:gs>
                <a:gs pos="14286">
                  <a:srgbClr val="FF5E00">
                    <a:alpha val="7593"/>
                  </a:srgbClr>
                </a:gs>
                <a:gs pos="28571">
                  <a:srgbClr val="FF5E00">
                    <a:alpha val="5947"/>
                  </a:srgbClr>
                </a:gs>
                <a:gs pos="42857">
                  <a:srgbClr val="FF5E00">
                    <a:alpha val="3942"/>
                  </a:srgbClr>
                </a:gs>
                <a:gs pos="57143">
                  <a:srgbClr val="FF5E00">
                    <a:alpha val="2204"/>
                  </a:srgbClr>
                </a:gs>
                <a:gs pos="71429">
                  <a:srgbClr val="FF5E00">
                    <a:alpha val="1038"/>
                  </a:srgbClr>
                </a:gs>
                <a:gs pos="85714">
                  <a:srgbClr val="FF5E00">
                    <a:alpha val="412"/>
                  </a:srgbClr>
                </a:gs>
                <a:gs pos="100000">
                  <a:srgbClr val="FF5E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089218">
              <a:off x="1873785" y="1751056"/>
              <a:ext cx="246827" cy="195126"/>
            </a:xfrm>
            <a:prstGeom prst="ellipse">
              <a:avLst/>
            </a:prstGeom>
            <a:gradFill>
              <a:gsLst>
                <a:gs pos="0">
                  <a:srgbClr val="FFFF00">
                    <a:alpha val="3163"/>
                  </a:srgbClr>
                </a:gs>
                <a:gs pos="14286">
                  <a:srgbClr val="FFFF00">
                    <a:alpha val="2911"/>
                  </a:srgbClr>
                </a:gs>
                <a:gs pos="28571">
                  <a:srgbClr val="FFFF00">
                    <a:alpha val="2268"/>
                  </a:srgbClr>
                </a:gs>
                <a:gs pos="42857">
                  <a:srgbClr val="FFFF00">
                    <a:alpha val="1493"/>
                  </a:srgbClr>
                </a:gs>
                <a:gs pos="57143">
                  <a:srgbClr val="FFFF00">
                    <a:alpha val="830"/>
                  </a:srgbClr>
                </a:gs>
                <a:gs pos="71429">
                  <a:srgbClr val="FFFF00">
                    <a:alpha val="389"/>
                  </a:srgbClr>
                </a:gs>
                <a:gs pos="85714">
                  <a:srgbClr val="FFFF00">
                    <a:alpha val="154"/>
                  </a:srgbClr>
                </a:gs>
                <a:gs pos="100000">
                  <a:srgbClr val="FFFF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7429798">
              <a:off x="2891166" y="1452820"/>
              <a:ext cx="258703" cy="89335"/>
            </a:xfrm>
            <a:prstGeom prst="ellipse">
              <a:avLst/>
            </a:prstGeom>
            <a:gradFill>
              <a:gsLst>
                <a:gs pos="0">
                  <a:srgbClr val="FFFFA2">
                    <a:alpha val="7704"/>
                  </a:srgbClr>
                </a:gs>
                <a:gs pos="14286">
                  <a:srgbClr val="FFFFA2">
                    <a:alpha val="7104"/>
                  </a:srgbClr>
                </a:gs>
                <a:gs pos="28571">
                  <a:srgbClr val="FFFFA2">
                    <a:alpha val="5561"/>
                  </a:srgbClr>
                </a:gs>
                <a:gs pos="42857">
                  <a:srgbClr val="FFFFA2">
                    <a:alpha val="3683"/>
                  </a:srgbClr>
                </a:gs>
                <a:gs pos="57143">
                  <a:srgbClr val="FFFFA2">
                    <a:alpha val="2058"/>
                  </a:srgbClr>
                </a:gs>
                <a:gs pos="71429">
                  <a:srgbClr val="FFFFA2">
                    <a:alpha val="969"/>
                  </a:srgbClr>
                </a:gs>
                <a:gs pos="85714">
                  <a:srgbClr val="FFFFA2">
                    <a:alpha val="384"/>
                  </a:srgbClr>
                </a:gs>
                <a:gs pos="100000">
                  <a:srgbClr val="FFFFA2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4007304">
              <a:off x="2579389" y="2889114"/>
              <a:ext cx="341922" cy="215729"/>
            </a:xfrm>
            <a:prstGeom prst="ellipse">
              <a:avLst/>
            </a:prstGeom>
            <a:gradFill>
              <a:gsLst>
                <a:gs pos="0">
                  <a:srgbClr val="FFC0B5">
                    <a:alpha val="32968"/>
                  </a:srgbClr>
                </a:gs>
                <a:gs pos="14286">
                  <a:srgbClr val="FFC0B5">
                    <a:alpha val="30764"/>
                  </a:srgbClr>
                </a:gs>
                <a:gs pos="28571">
                  <a:srgbClr val="FFC0B5">
                    <a:alpha val="24833"/>
                  </a:srgbClr>
                </a:gs>
                <a:gs pos="42857">
                  <a:srgbClr val="FFC0B5">
                    <a:alpha val="17075"/>
                  </a:srgbClr>
                </a:gs>
                <a:gs pos="57143">
                  <a:srgbClr val="FFC0B5">
                    <a:alpha val="9855"/>
                  </a:srgbClr>
                </a:gs>
                <a:gs pos="71429">
                  <a:srgbClr val="FFC0B5">
                    <a:alpha val="4740"/>
                  </a:srgbClr>
                </a:gs>
                <a:gs pos="85714">
                  <a:srgbClr val="FFC0B5">
                    <a:alpha val="1902"/>
                  </a:srgbClr>
                </a:gs>
                <a:gs pos="100000">
                  <a:srgbClr val="FFC0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7947253">
              <a:off x="2419097" y="3106110"/>
              <a:ext cx="295461" cy="248779"/>
            </a:xfrm>
            <a:prstGeom prst="ellipse">
              <a:avLst/>
            </a:prstGeom>
            <a:gradFill>
              <a:gsLst>
                <a:gs pos="0">
                  <a:srgbClr val="FFFF00">
                    <a:alpha val="14570"/>
                  </a:srgbClr>
                </a:gs>
                <a:gs pos="14286">
                  <a:srgbClr val="FFFF00">
                    <a:alpha val="13475"/>
                  </a:srgbClr>
                </a:gs>
                <a:gs pos="28571">
                  <a:srgbClr val="FFFF00">
                    <a:alpha val="10629"/>
                  </a:srgbClr>
                </a:gs>
                <a:gs pos="42857">
                  <a:srgbClr val="FFFF00">
                    <a:alpha val="7106"/>
                  </a:srgbClr>
                </a:gs>
                <a:gs pos="57143">
                  <a:srgbClr val="FFFF00">
                    <a:alpha val="4002"/>
                  </a:srgbClr>
                </a:gs>
                <a:gs pos="71429">
                  <a:srgbClr val="FFFF00">
                    <a:alpha val="1894"/>
                  </a:srgbClr>
                </a:gs>
                <a:gs pos="85714">
                  <a:srgbClr val="FFFF00">
                    <a:alpha val="753"/>
                  </a:srgbClr>
                </a:gs>
                <a:gs pos="100000">
                  <a:srgbClr val="FFFF0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3244571">
              <a:off x="2809053" y="732728"/>
              <a:ext cx="729222" cy="248995"/>
            </a:xfrm>
            <a:prstGeom prst="ellipse">
              <a:avLst/>
            </a:prstGeom>
            <a:gradFill>
              <a:gsLst>
                <a:gs pos="0">
                  <a:srgbClr val="8EAA00">
                    <a:alpha val="32968"/>
                  </a:srgbClr>
                </a:gs>
                <a:gs pos="14286">
                  <a:srgbClr val="8EAA00">
                    <a:alpha val="30764"/>
                  </a:srgbClr>
                </a:gs>
                <a:gs pos="28571">
                  <a:srgbClr val="8EAA00">
                    <a:alpha val="24833"/>
                  </a:srgbClr>
                </a:gs>
                <a:gs pos="42857">
                  <a:srgbClr val="8EAA00">
                    <a:alpha val="17075"/>
                  </a:srgbClr>
                </a:gs>
                <a:gs pos="57143">
                  <a:srgbClr val="8EAA00">
                    <a:alpha val="9855"/>
                  </a:srgbClr>
                </a:gs>
                <a:gs pos="71429">
                  <a:srgbClr val="8EAA00">
                    <a:alpha val="4740"/>
                  </a:srgbClr>
                </a:gs>
                <a:gs pos="85714">
                  <a:srgbClr val="8EAA00">
                    <a:alpha val="1902"/>
                  </a:srgbClr>
                </a:gs>
                <a:gs pos="100000">
                  <a:srgbClr val="8E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9225190">
              <a:off x="1661806" y="1391632"/>
              <a:ext cx="327887" cy="44239"/>
            </a:xfrm>
            <a:prstGeom prst="ellipse">
              <a:avLst/>
            </a:prstGeom>
            <a:gradFill>
              <a:gsLst>
                <a:gs pos="0">
                  <a:srgbClr val="F00000">
                    <a:alpha val="32968"/>
                  </a:srgbClr>
                </a:gs>
                <a:gs pos="14286">
                  <a:srgbClr val="F00000">
                    <a:alpha val="30764"/>
                  </a:srgbClr>
                </a:gs>
                <a:gs pos="28571">
                  <a:srgbClr val="F00000">
                    <a:alpha val="24833"/>
                  </a:srgbClr>
                </a:gs>
                <a:gs pos="42857">
                  <a:srgbClr val="F00000">
                    <a:alpha val="17075"/>
                  </a:srgbClr>
                </a:gs>
                <a:gs pos="57143">
                  <a:srgbClr val="F00000">
                    <a:alpha val="9855"/>
                  </a:srgbClr>
                </a:gs>
                <a:gs pos="71429">
                  <a:srgbClr val="F00000">
                    <a:alpha val="4740"/>
                  </a:srgbClr>
                </a:gs>
                <a:gs pos="85714">
                  <a:srgbClr val="F00000">
                    <a:alpha val="1902"/>
                  </a:srgbClr>
                </a:gs>
                <a:gs pos="100000">
                  <a:srgbClr val="F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10325912">
              <a:off x="2132600" y="1245063"/>
              <a:ext cx="312459" cy="226929"/>
            </a:xfrm>
            <a:prstGeom prst="ellipse">
              <a:avLst/>
            </a:prstGeom>
            <a:gradFill>
              <a:gsLst>
                <a:gs pos="0">
                  <a:srgbClr val="FF0000">
                    <a:alpha val="7767"/>
                  </a:srgbClr>
                </a:gs>
                <a:gs pos="14286">
                  <a:srgbClr val="FF0000">
                    <a:alpha val="7162"/>
                  </a:srgbClr>
                </a:gs>
                <a:gs pos="28571">
                  <a:srgbClr val="FF0000">
                    <a:alpha val="5607"/>
                  </a:srgbClr>
                </a:gs>
                <a:gs pos="42857">
                  <a:srgbClr val="FF0000">
                    <a:alpha val="3714"/>
                  </a:srgbClr>
                </a:gs>
                <a:gs pos="57143">
                  <a:srgbClr val="FF0000">
                    <a:alpha val="2075"/>
                  </a:srgbClr>
                </a:gs>
                <a:gs pos="71429">
                  <a:srgbClr val="FF0000">
                    <a:alpha val="977"/>
                  </a:srgbClr>
                </a:gs>
                <a:gs pos="85714">
                  <a:srgbClr val="FF0000">
                    <a:alpha val="387"/>
                  </a:srgbClr>
                </a:gs>
                <a:gs pos="100000">
                  <a:srgbClr val="FF00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6839995">
              <a:off x="2166100" y="2638312"/>
              <a:ext cx="638036" cy="167424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9242302">
              <a:off x="843085" y="2312193"/>
              <a:ext cx="472498" cy="267748"/>
            </a:xfrm>
            <a:prstGeom prst="ellipse">
              <a:avLst/>
            </a:prstGeom>
            <a:gradFill>
              <a:gsLst>
                <a:gs pos="0">
                  <a:srgbClr val="F84500">
                    <a:alpha val="32968"/>
                  </a:srgbClr>
                </a:gs>
                <a:gs pos="14286">
                  <a:srgbClr val="F84500">
                    <a:alpha val="30764"/>
                  </a:srgbClr>
                </a:gs>
                <a:gs pos="28571">
                  <a:srgbClr val="F84500">
                    <a:alpha val="24833"/>
                  </a:srgbClr>
                </a:gs>
                <a:gs pos="42857">
                  <a:srgbClr val="F84500">
                    <a:alpha val="17075"/>
                  </a:srgbClr>
                </a:gs>
                <a:gs pos="57143">
                  <a:srgbClr val="F84500">
                    <a:alpha val="9855"/>
                  </a:srgbClr>
                </a:gs>
                <a:gs pos="71429">
                  <a:srgbClr val="F84500">
                    <a:alpha val="4740"/>
                  </a:srgbClr>
                </a:gs>
                <a:gs pos="85714">
                  <a:srgbClr val="F84500">
                    <a:alpha val="1902"/>
                  </a:srgbClr>
                </a:gs>
                <a:gs pos="100000">
                  <a:srgbClr val="F8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340600">
              <a:off x="2716354" y="941966"/>
              <a:ext cx="502314" cy="215715"/>
            </a:xfrm>
            <a:prstGeom prst="ellipse">
              <a:avLst/>
            </a:prstGeom>
            <a:gradFill>
              <a:gsLst>
                <a:gs pos="0">
                  <a:srgbClr val="D3FF00">
                    <a:alpha val="32968"/>
                  </a:srgbClr>
                </a:gs>
                <a:gs pos="14286">
                  <a:srgbClr val="D3FF00">
                    <a:alpha val="30764"/>
                  </a:srgbClr>
                </a:gs>
                <a:gs pos="28571">
                  <a:srgbClr val="D3FF00">
                    <a:alpha val="24833"/>
                  </a:srgbClr>
                </a:gs>
                <a:gs pos="42857">
                  <a:srgbClr val="D3FF00">
                    <a:alpha val="17075"/>
                  </a:srgbClr>
                </a:gs>
                <a:gs pos="57143">
                  <a:srgbClr val="D3FF00">
                    <a:alpha val="9855"/>
                  </a:srgbClr>
                </a:gs>
                <a:gs pos="71429">
                  <a:srgbClr val="D3FF00">
                    <a:alpha val="4740"/>
                  </a:srgbClr>
                </a:gs>
                <a:gs pos="85714">
                  <a:srgbClr val="D3FF00">
                    <a:alpha val="1902"/>
                  </a:srgbClr>
                </a:gs>
                <a:gs pos="100000">
                  <a:srgbClr val="D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10032965">
              <a:off x="1464997" y="978655"/>
              <a:ext cx="560770" cy="55343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481920">
              <a:off x="2386119" y="3109343"/>
              <a:ext cx="347777" cy="79545"/>
            </a:xfrm>
            <a:prstGeom prst="ellipse">
              <a:avLst/>
            </a:prstGeom>
            <a:gradFill>
              <a:gsLst>
                <a:gs pos="0">
                  <a:srgbClr val="FFFF00">
                    <a:alpha val="8446"/>
                  </a:srgbClr>
                </a:gs>
                <a:gs pos="14286">
                  <a:srgbClr val="FFFF00">
                    <a:alpha val="7790"/>
                  </a:srgbClr>
                </a:gs>
                <a:gs pos="28571">
                  <a:srgbClr val="FFFF00">
                    <a:alpha val="6103"/>
                  </a:srgbClr>
                </a:gs>
                <a:gs pos="42857">
                  <a:srgbClr val="FFFF00">
                    <a:alpha val="4046"/>
                  </a:srgbClr>
                </a:gs>
                <a:gs pos="57143">
                  <a:srgbClr val="FFFF00">
                    <a:alpha val="2263"/>
                  </a:srgbClr>
                </a:gs>
                <a:gs pos="71429">
                  <a:srgbClr val="FFFF00">
                    <a:alpha val="1066"/>
                  </a:srgbClr>
                </a:gs>
                <a:gs pos="85714">
                  <a:srgbClr val="FFFF00">
                    <a:alpha val="423"/>
                  </a:srgbClr>
                </a:gs>
                <a:gs pos="100000">
                  <a:srgbClr val="FFFF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136596">
              <a:off x="3042189" y="1292715"/>
              <a:ext cx="469192" cy="137703"/>
            </a:xfrm>
            <a:prstGeom prst="ellipse">
              <a:avLst/>
            </a:prstGeom>
            <a:gradFill>
              <a:gsLst>
                <a:gs pos="0">
                  <a:srgbClr val="FF8A00">
                    <a:alpha val="32968"/>
                  </a:srgbClr>
                </a:gs>
                <a:gs pos="14286">
                  <a:srgbClr val="FF8A00">
                    <a:alpha val="30764"/>
                  </a:srgbClr>
                </a:gs>
                <a:gs pos="28571">
                  <a:srgbClr val="FF8A00">
                    <a:alpha val="24833"/>
                  </a:srgbClr>
                </a:gs>
                <a:gs pos="42857">
                  <a:srgbClr val="FF8A00">
                    <a:alpha val="17075"/>
                  </a:srgbClr>
                </a:gs>
                <a:gs pos="57143">
                  <a:srgbClr val="FF8A00">
                    <a:alpha val="9855"/>
                  </a:srgbClr>
                </a:gs>
                <a:gs pos="71429">
                  <a:srgbClr val="FF8A00">
                    <a:alpha val="4740"/>
                  </a:srgbClr>
                </a:gs>
                <a:gs pos="85714">
                  <a:srgbClr val="FF8A00">
                    <a:alpha val="1902"/>
                  </a:srgbClr>
                </a:gs>
                <a:gs pos="100000">
                  <a:srgbClr val="FF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6071415">
              <a:off x="3303431" y="2060677"/>
              <a:ext cx="415534" cy="16066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3847144">
              <a:off x="-6322" y="2568272"/>
              <a:ext cx="601904" cy="79269"/>
            </a:xfrm>
            <a:prstGeom prst="ellipse">
              <a:avLst/>
            </a:prstGeom>
            <a:gradFill>
              <a:gsLst>
                <a:gs pos="0">
                  <a:srgbClr val="71BC00">
                    <a:alpha val="32230"/>
                  </a:srgbClr>
                </a:gs>
                <a:gs pos="14286">
                  <a:srgbClr val="71BC00">
                    <a:alpha val="30063"/>
                  </a:srgbClr>
                </a:gs>
                <a:gs pos="28571">
                  <a:srgbClr val="71BC00">
                    <a:alpha val="24243"/>
                  </a:srgbClr>
                </a:gs>
                <a:gs pos="42857">
                  <a:srgbClr val="71BC00">
                    <a:alpha val="16649"/>
                  </a:srgbClr>
                </a:gs>
                <a:gs pos="57143">
                  <a:srgbClr val="71BC00">
                    <a:alpha val="9598"/>
                  </a:srgbClr>
                </a:gs>
                <a:gs pos="71429">
                  <a:srgbClr val="71BC00">
                    <a:alpha val="4614"/>
                  </a:srgbClr>
                </a:gs>
                <a:gs pos="85714">
                  <a:srgbClr val="71BC00">
                    <a:alpha val="1850"/>
                  </a:srgbClr>
                </a:gs>
                <a:gs pos="100000">
                  <a:srgbClr val="71BC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4067899">
              <a:off x="1983558" y="1349076"/>
              <a:ext cx="413998" cy="154549"/>
            </a:xfrm>
            <a:prstGeom prst="ellipse">
              <a:avLst/>
            </a:prstGeom>
            <a:gradFill>
              <a:gsLst>
                <a:gs pos="0">
                  <a:srgbClr val="FFC700">
                    <a:alpha val="12678"/>
                  </a:srgbClr>
                </a:gs>
                <a:gs pos="14286">
                  <a:srgbClr val="FFC700">
                    <a:alpha val="11716"/>
                  </a:srgbClr>
                </a:gs>
                <a:gs pos="28571">
                  <a:srgbClr val="FFC700">
                    <a:alpha val="9222"/>
                  </a:srgbClr>
                </a:gs>
                <a:gs pos="42857">
                  <a:srgbClr val="FFC700">
                    <a:alpha val="6149"/>
                  </a:srgbClr>
                </a:gs>
                <a:gs pos="57143">
                  <a:srgbClr val="FFC700">
                    <a:alpha val="3455"/>
                  </a:srgbClr>
                </a:gs>
                <a:gs pos="71429">
                  <a:srgbClr val="FFC700">
                    <a:alpha val="1633"/>
                  </a:srgbClr>
                </a:gs>
                <a:gs pos="85714">
                  <a:srgbClr val="FFC700">
                    <a:alpha val="649"/>
                  </a:srgbClr>
                </a:gs>
                <a:gs pos="100000">
                  <a:srgbClr val="FFC7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917320">
              <a:off x="887819" y="1339718"/>
              <a:ext cx="642830" cy="733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8225960">
              <a:off x="371304" y="2707540"/>
              <a:ext cx="317646" cy="131231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4244142">
              <a:off x="2130041" y="2198212"/>
              <a:ext cx="475662" cy="121375"/>
            </a:xfrm>
            <a:prstGeom prst="ellipse">
              <a:avLst/>
            </a:prstGeom>
            <a:gradFill>
              <a:gsLst>
                <a:gs pos="0">
                  <a:srgbClr val="47C000">
                    <a:alpha val="32968"/>
                  </a:srgbClr>
                </a:gs>
                <a:gs pos="14286">
                  <a:srgbClr val="47C000">
                    <a:alpha val="30764"/>
                  </a:srgbClr>
                </a:gs>
                <a:gs pos="28571">
                  <a:srgbClr val="47C000">
                    <a:alpha val="24833"/>
                  </a:srgbClr>
                </a:gs>
                <a:gs pos="42857">
                  <a:srgbClr val="47C000">
                    <a:alpha val="17075"/>
                  </a:srgbClr>
                </a:gs>
                <a:gs pos="57143">
                  <a:srgbClr val="47C000">
                    <a:alpha val="9855"/>
                  </a:srgbClr>
                </a:gs>
                <a:gs pos="71429">
                  <a:srgbClr val="47C000">
                    <a:alpha val="4740"/>
                  </a:srgbClr>
                </a:gs>
                <a:gs pos="85714">
                  <a:srgbClr val="47C000">
                    <a:alpha val="1902"/>
                  </a:srgbClr>
                </a:gs>
                <a:gs pos="100000">
                  <a:srgbClr val="47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819008">
              <a:off x="2115261" y="2468574"/>
              <a:ext cx="790370" cy="75352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3514196">
              <a:off x="318430" y="2761366"/>
              <a:ext cx="276884" cy="161759"/>
            </a:xfrm>
            <a:prstGeom prst="ellipse">
              <a:avLst/>
            </a:prstGeom>
            <a:gradFill>
              <a:gsLst>
                <a:gs pos="0">
                  <a:srgbClr val="FFB300">
                    <a:alpha val="16133"/>
                  </a:srgbClr>
                </a:gs>
                <a:gs pos="14286">
                  <a:srgbClr val="FFB300">
                    <a:alpha val="14931"/>
                  </a:srgbClr>
                </a:gs>
                <a:gs pos="28571">
                  <a:srgbClr val="FFB300">
                    <a:alpha val="11799"/>
                  </a:srgbClr>
                </a:gs>
                <a:gs pos="42857">
                  <a:srgbClr val="FFB300">
                    <a:alpha val="7905"/>
                  </a:srgbClr>
                </a:gs>
                <a:gs pos="57143">
                  <a:srgbClr val="FFB300">
                    <a:alpha val="4461"/>
                  </a:srgbClr>
                </a:gs>
                <a:gs pos="71429">
                  <a:srgbClr val="FFB300">
                    <a:alpha val="2113"/>
                  </a:srgbClr>
                </a:gs>
                <a:gs pos="85714">
                  <a:srgbClr val="FFB300">
                    <a:alpha val="841"/>
                  </a:srgbClr>
                </a:gs>
                <a:gs pos="100000">
                  <a:srgbClr val="FFB3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7389563">
              <a:off x="1571125" y="2522417"/>
              <a:ext cx="676786" cy="62058"/>
            </a:xfrm>
            <a:prstGeom prst="ellipse">
              <a:avLst/>
            </a:prstGeom>
            <a:gradFill>
              <a:gsLst>
                <a:gs pos="0">
                  <a:srgbClr val="0000E8">
                    <a:alpha val="32968"/>
                  </a:srgbClr>
                </a:gs>
                <a:gs pos="14286">
                  <a:srgbClr val="0000E8">
                    <a:alpha val="30764"/>
                  </a:srgbClr>
                </a:gs>
                <a:gs pos="28571">
                  <a:srgbClr val="0000E8">
                    <a:alpha val="24833"/>
                  </a:srgbClr>
                </a:gs>
                <a:gs pos="42857">
                  <a:srgbClr val="0000E8">
                    <a:alpha val="17075"/>
                  </a:srgbClr>
                </a:gs>
                <a:gs pos="57143">
                  <a:srgbClr val="0000E8">
                    <a:alpha val="9855"/>
                  </a:srgbClr>
                </a:gs>
                <a:gs pos="71429">
                  <a:srgbClr val="0000E8">
                    <a:alpha val="4740"/>
                  </a:srgbClr>
                </a:gs>
                <a:gs pos="85714">
                  <a:srgbClr val="0000E8">
                    <a:alpha val="1902"/>
                  </a:srgbClr>
                </a:gs>
                <a:gs pos="100000">
                  <a:srgbClr val="0000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8982915">
              <a:off x="1207200" y="1108678"/>
              <a:ext cx="394789" cy="104426"/>
            </a:xfrm>
            <a:prstGeom prst="ellipse">
              <a:avLst/>
            </a:prstGeom>
            <a:gradFill>
              <a:gsLst>
                <a:gs pos="0">
                  <a:srgbClr val="FF9000">
                    <a:alpha val="31279"/>
                  </a:srgbClr>
                </a:gs>
                <a:gs pos="14286">
                  <a:srgbClr val="FF9000">
                    <a:alpha val="29162"/>
                  </a:srgbClr>
                </a:gs>
                <a:gs pos="28571">
                  <a:srgbClr val="FF9000">
                    <a:alpha val="23486"/>
                  </a:srgbClr>
                </a:gs>
                <a:gs pos="42857">
                  <a:srgbClr val="FF9000">
                    <a:alpha val="16104"/>
                  </a:srgbClr>
                </a:gs>
                <a:gs pos="57143">
                  <a:srgbClr val="FF9000">
                    <a:alpha val="9271"/>
                  </a:srgbClr>
                </a:gs>
                <a:gs pos="71429">
                  <a:srgbClr val="FF9000">
                    <a:alpha val="4452"/>
                  </a:srgbClr>
                </a:gs>
                <a:gs pos="85714">
                  <a:srgbClr val="FF9000">
                    <a:alpha val="1785"/>
                  </a:srgbClr>
                </a:gs>
                <a:gs pos="100000">
                  <a:srgbClr val="FF90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9155924">
              <a:off x="2179922" y="1417543"/>
              <a:ext cx="683135" cy="232197"/>
            </a:xfrm>
            <a:prstGeom prst="ellipse">
              <a:avLst/>
            </a:prstGeom>
            <a:gradFill>
              <a:gsLst>
                <a:gs pos="0">
                  <a:srgbClr val="FF6200">
                    <a:alpha val="32968"/>
                  </a:srgbClr>
                </a:gs>
                <a:gs pos="14286">
                  <a:srgbClr val="FF6200">
                    <a:alpha val="30764"/>
                  </a:srgbClr>
                </a:gs>
                <a:gs pos="28571">
                  <a:srgbClr val="FF6200">
                    <a:alpha val="24833"/>
                  </a:srgbClr>
                </a:gs>
                <a:gs pos="42857">
                  <a:srgbClr val="FF6200">
                    <a:alpha val="17075"/>
                  </a:srgbClr>
                </a:gs>
                <a:gs pos="57143">
                  <a:srgbClr val="FF6200">
                    <a:alpha val="9855"/>
                  </a:srgbClr>
                </a:gs>
                <a:gs pos="71429">
                  <a:srgbClr val="FF6200">
                    <a:alpha val="4740"/>
                  </a:srgbClr>
                </a:gs>
                <a:gs pos="85714">
                  <a:srgbClr val="FF6200">
                    <a:alpha val="1902"/>
                  </a:srgbClr>
                </a:gs>
                <a:gs pos="100000">
                  <a:srgbClr val="FF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-10562715">
              <a:off x="1594356" y="42735"/>
              <a:ext cx="638478" cy="312805"/>
            </a:xfrm>
            <a:prstGeom prst="ellipse">
              <a:avLst/>
            </a:prstGeom>
            <a:gradFill>
              <a:gsLst>
                <a:gs pos="0">
                  <a:srgbClr val="89C000">
                    <a:alpha val="32968"/>
                  </a:srgbClr>
                </a:gs>
                <a:gs pos="14286">
                  <a:srgbClr val="89C000">
                    <a:alpha val="30764"/>
                  </a:srgbClr>
                </a:gs>
                <a:gs pos="28571">
                  <a:srgbClr val="89C000">
                    <a:alpha val="24833"/>
                  </a:srgbClr>
                </a:gs>
                <a:gs pos="42857">
                  <a:srgbClr val="89C000">
                    <a:alpha val="17075"/>
                  </a:srgbClr>
                </a:gs>
                <a:gs pos="57143">
                  <a:srgbClr val="89C000">
                    <a:alpha val="9855"/>
                  </a:srgbClr>
                </a:gs>
                <a:gs pos="71429">
                  <a:srgbClr val="89C000">
                    <a:alpha val="4740"/>
                  </a:srgbClr>
                </a:gs>
                <a:gs pos="85714">
                  <a:srgbClr val="89C000">
                    <a:alpha val="1902"/>
                  </a:srgbClr>
                </a:gs>
                <a:gs pos="100000">
                  <a:srgbClr val="89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9836975">
              <a:off x="1922119" y="3271983"/>
              <a:ext cx="762120" cy="271061"/>
            </a:xfrm>
            <a:prstGeom prst="ellipse">
              <a:avLst/>
            </a:prstGeom>
            <a:gradFill>
              <a:gsLst>
                <a:gs pos="0">
                  <a:srgbClr val="FF7900">
                    <a:alpha val="32968"/>
                  </a:srgbClr>
                </a:gs>
                <a:gs pos="14286">
                  <a:srgbClr val="FF7900">
                    <a:alpha val="30764"/>
                  </a:srgbClr>
                </a:gs>
                <a:gs pos="28571">
                  <a:srgbClr val="FF7900">
                    <a:alpha val="24833"/>
                  </a:srgbClr>
                </a:gs>
                <a:gs pos="42857">
                  <a:srgbClr val="FF7900">
                    <a:alpha val="17075"/>
                  </a:srgbClr>
                </a:gs>
                <a:gs pos="57143">
                  <a:srgbClr val="FF7900">
                    <a:alpha val="9855"/>
                  </a:srgbClr>
                </a:gs>
                <a:gs pos="71429">
                  <a:srgbClr val="FF7900">
                    <a:alpha val="4740"/>
                  </a:srgbClr>
                </a:gs>
                <a:gs pos="85714">
                  <a:srgbClr val="FF7900">
                    <a:alpha val="1902"/>
                  </a:srgbClr>
                </a:gs>
                <a:gs pos="100000">
                  <a:srgbClr val="FF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6563866">
              <a:off x="795490" y="1072699"/>
              <a:ext cx="716863" cy="116049"/>
            </a:xfrm>
            <a:prstGeom prst="ellipse">
              <a:avLst/>
            </a:prstGeom>
            <a:gradFill>
              <a:gsLst>
                <a:gs pos="0">
                  <a:srgbClr val="6EBB00">
                    <a:alpha val="32968"/>
                  </a:srgbClr>
                </a:gs>
                <a:gs pos="14286">
                  <a:srgbClr val="6EBB00">
                    <a:alpha val="30764"/>
                  </a:srgbClr>
                </a:gs>
                <a:gs pos="28571">
                  <a:srgbClr val="6EBB00">
                    <a:alpha val="24833"/>
                  </a:srgbClr>
                </a:gs>
                <a:gs pos="42857">
                  <a:srgbClr val="6EBB00">
                    <a:alpha val="17075"/>
                  </a:srgbClr>
                </a:gs>
                <a:gs pos="57143">
                  <a:srgbClr val="6EBB00">
                    <a:alpha val="9855"/>
                  </a:srgbClr>
                </a:gs>
                <a:gs pos="71429">
                  <a:srgbClr val="6EBB00">
                    <a:alpha val="4740"/>
                  </a:srgbClr>
                </a:gs>
                <a:gs pos="85714">
                  <a:srgbClr val="6EBB00">
                    <a:alpha val="1902"/>
                  </a:srgbClr>
                </a:gs>
                <a:gs pos="100000">
                  <a:srgbClr val="6E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8367590">
              <a:off x="3376843" y="2064737"/>
              <a:ext cx="253575" cy="189322"/>
            </a:xfrm>
            <a:prstGeom prst="ellipse">
              <a:avLst/>
            </a:prstGeom>
            <a:gradFill>
              <a:gsLst>
                <a:gs pos="0">
                  <a:srgbClr val="FD8B00">
                    <a:alpha val="11745"/>
                  </a:srgbClr>
                </a:gs>
                <a:gs pos="14286">
                  <a:srgbClr val="FD8B00">
                    <a:alpha val="10849"/>
                  </a:srgbClr>
                </a:gs>
                <a:gs pos="28571">
                  <a:srgbClr val="FD8B00">
                    <a:alpha val="8530"/>
                  </a:srgbClr>
                </a:gs>
                <a:gs pos="42857">
                  <a:srgbClr val="FD8B00">
                    <a:alpha val="5681"/>
                  </a:srgbClr>
                </a:gs>
                <a:gs pos="57143">
                  <a:srgbClr val="FD8B00">
                    <a:alpha val="3189"/>
                  </a:srgbClr>
                </a:gs>
                <a:gs pos="71429">
                  <a:srgbClr val="FD8B00">
                    <a:alpha val="1505"/>
                  </a:srgbClr>
                </a:gs>
                <a:gs pos="85714">
                  <a:srgbClr val="FD8B00">
                    <a:alpha val="598"/>
                  </a:srgbClr>
                </a:gs>
                <a:gs pos="100000">
                  <a:srgbClr val="FD8B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9323050">
              <a:off x="2382210" y="3355239"/>
              <a:ext cx="358372" cy="81933"/>
            </a:xfrm>
            <a:prstGeom prst="ellipse">
              <a:avLst/>
            </a:prstGeom>
            <a:gradFill>
              <a:gsLst>
                <a:gs pos="0">
                  <a:srgbClr val="FF9C00">
                    <a:alpha val="32968"/>
                  </a:srgbClr>
                </a:gs>
                <a:gs pos="14286">
                  <a:srgbClr val="FF9C00">
                    <a:alpha val="30764"/>
                  </a:srgbClr>
                </a:gs>
                <a:gs pos="28571">
                  <a:srgbClr val="FF9C00">
                    <a:alpha val="24833"/>
                  </a:srgbClr>
                </a:gs>
                <a:gs pos="42857">
                  <a:srgbClr val="FF9C00">
                    <a:alpha val="17075"/>
                  </a:srgbClr>
                </a:gs>
                <a:gs pos="57143">
                  <a:srgbClr val="FF9C00">
                    <a:alpha val="9855"/>
                  </a:srgbClr>
                </a:gs>
                <a:gs pos="71429">
                  <a:srgbClr val="FF9C00">
                    <a:alpha val="4740"/>
                  </a:srgbClr>
                </a:gs>
                <a:gs pos="85714">
                  <a:srgbClr val="FF9C00">
                    <a:alpha val="1902"/>
                  </a:srgbClr>
                </a:gs>
                <a:gs pos="100000">
                  <a:srgbClr val="FF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10124533">
              <a:off x="2054562" y="560554"/>
              <a:ext cx="554214" cy="425853"/>
            </a:xfrm>
            <a:prstGeom prst="ellipse">
              <a:avLst/>
            </a:prstGeom>
            <a:gradFill>
              <a:gsLst>
                <a:gs pos="0">
                  <a:srgbClr val="ADE200">
                    <a:alpha val="27722"/>
                  </a:srgbClr>
                </a:gs>
                <a:gs pos="14286">
                  <a:srgbClr val="ADE200">
                    <a:alpha val="25799"/>
                  </a:srgbClr>
                </a:gs>
                <a:gs pos="28571">
                  <a:srgbClr val="ADE200">
                    <a:alpha val="20681"/>
                  </a:srgbClr>
                </a:gs>
                <a:gs pos="42857">
                  <a:srgbClr val="ADE200">
                    <a:alpha val="14098"/>
                  </a:srgbClr>
                </a:gs>
                <a:gs pos="57143">
                  <a:srgbClr val="ADE200">
                    <a:alpha val="8076"/>
                  </a:srgbClr>
                </a:gs>
                <a:gs pos="71429">
                  <a:srgbClr val="ADE200">
                    <a:alpha val="3865"/>
                  </a:srgbClr>
                </a:gs>
                <a:gs pos="85714">
                  <a:srgbClr val="ADE200">
                    <a:alpha val="1547"/>
                  </a:srgbClr>
                </a:gs>
                <a:gs pos="100000">
                  <a:srgbClr val="ADE2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3229097">
              <a:off x="326887" y="2706067"/>
              <a:ext cx="445877" cy="294666"/>
            </a:xfrm>
            <a:prstGeom prst="ellipse">
              <a:avLst/>
            </a:prstGeom>
            <a:gradFill>
              <a:gsLst>
                <a:gs pos="0">
                  <a:srgbClr val="FFA300">
                    <a:alpha val="32968"/>
                  </a:srgbClr>
                </a:gs>
                <a:gs pos="14286">
                  <a:srgbClr val="FFA300">
                    <a:alpha val="30764"/>
                  </a:srgbClr>
                </a:gs>
                <a:gs pos="28571">
                  <a:srgbClr val="FFA300">
                    <a:alpha val="24833"/>
                  </a:srgbClr>
                </a:gs>
                <a:gs pos="42857">
                  <a:srgbClr val="FFA300">
                    <a:alpha val="17075"/>
                  </a:srgbClr>
                </a:gs>
                <a:gs pos="57143">
                  <a:srgbClr val="FFA300">
                    <a:alpha val="9855"/>
                  </a:srgbClr>
                </a:gs>
                <a:gs pos="71429">
                  <a:srgbClr val="FFA300">
                    <a:alpha val="4740"/>
                  </a:srgbClr>
                </a:gs>
                <a:gs pos="85714">
                  <a:srgbClr val="FFA300">
                    <a:alpha val="1902"/>
                  </a:srgbClr>
                </a:gs>
                <a:gs pos="100000">
                  <a:srgbClr val="FF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-9392207">
              <a:off x="1864749" y="1071077"/>
              <a:ext cx="230901" cy="69127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7526001">
              <a:off x="2171096" y="2904846"/>
              <a:ext cx="764947" cy="164433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3366179">
              <a:off x="1539154" y="1670059"/>
              <a:ext cx="485238" cy="80319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285238">
              <a:off x="1833680" y="1953305"/>
              <a:ext cx="418345" cy="241837"/>
            </a:xfrm>
            <a:prstGeom prst="ellipse">
              <a:avLst/>
            </a:prstGeom>
            <a:gradFill>
              <a:gsLst>
                <a:gs pos="0">
                  <a:srgbClr val="B3F700">
                    <a:alpha val="32968"/>
                  </a:srgbClr>
                </a:gs>
                <a:gs pos="14286">
                  <a:srgbClr val="B3F700">
                    <a:alpha val="30764"/>
                  </a:srgbClr>
                </a:gs>
                <a:gs pos="28571">
                  <a:srgbClr val="B3F700">
                    <a:alpha val="24833"/>
                  </a:srgbClr>
                </a:gs>
                <a:gs pos="42857">
                  <a:srgbClr val="B3F700">
                    <a:alpha val="17075"/>
                  </a:srgbClr>
                </a:gs>
                <a:gs pos="57143">
                  <a:srgbClr val="B3F700">
                    <a:alpha val="9855"/>
                  </a:srgbClr>
                </a:gs>
                <a:gs pos="71429">
                  <a:srgbClr val="B3F700">
                    <a:alpha val="4740"/>
                  </a:srgbClr>
                </a:gs>
                <a:gs pos="85714">
                  <a:srgbClr val="B3F700">
                    <a:alpha val="1902"/>
                  </a:srgbClr>
                </a:gs>
                <a:gs pos="100000">
                  <a:srgbClr val="B3F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4656019">
              <a:off x="-173766" y="2042316"/>
              <a:ext cx="723573" cy="210953"/>
            </a:xfrm>
            <a:prstGeom prst="ellipse">
              <a:avLst/>
            </a:prstGeom>
            <a:gradFill>
              <a:gsLst>
                <a:gs pos="0">
                  <a:srgbClr val="67A300">
                    <a:alpha val="32968"/>
                  </a:srgbClr>
                </a:gs>
                <a:gs pos="14286">
                  <a:srgbClr val="67A300">
                    <a:alpha val="30764"/>
                  </a:srgbClr>
                </a:gs>
                <a:gs pos="28571">
                  <a:srgbClr val="67A300">
                    <a:alpha val="24833"/>
                  </a:srgbClr>
                </a:gs>
                <a:gs pos="42857">
                  <a:srgbClr val="67A300">
                    <a:alpha val="17075"/>
                  </a:srgbClr>
                </a:gs>
                <a:gs pos="57143">
                  <a:srgbClr val="67A300">
                    <a:alpha val="9855"/>
                  </a:srgbClr>
                </a:gs>
                <a:gs pos="71429">
                  <a:srgbClr val="67A300">
                    <a:alpha val="4740"/>
                  </a:srgbClr>
                </a:gs>
                <a:gs pos="85714">
                  <a:srgbClr val="67A300">
                    <a:alpha val="1902"/>
                  </a:srgbClr>
                </a:gs>
                <a:gs pos="100000">
                  <a:srgbClr val="67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10523173">
              <a:off x="1426598" y="700717"/>
              <a:ext cx="584913" cy="557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717431">
              <a:off x="2479410" y="1148653"/>
              <a:ext cx="648860" cy="132813"/>
            </a:xfrm>
            <a:prstGeom prst="ellipse">
              <a:avLst/>
            </a:prstGeom>
            <a:gradFill>
              <a:gsLst>
                <a:gs pos="0">
                  <a:srgbClr val="330025">
                    <a:alpha val="32968"/>
                  </a:srgbClr>
                </a:gs>
                <a:gs pos="14286">
                  <a:srgbClr val="330025">
                    <a:alpha val="30764"/>
                  </a:srgbClr>
                </a:gs>
                <a:gs pos="28571">
                  <a:srgbClr val="330025">
                    <a:alpha val="24833"/>
                  </a:srgbClr>
                </a:gs>
                <a:gs pos="42857">
                  <a:srgbClr val="330025">
                    <a:alpha val="17075"/>
                  </a:srgbClr>
                </a:gs>
                <a:gs pos="57143">
                  <a:srgbClr val="330025">
                    <a:alpha val="9855"/>
                  </a:srgbClr>
                </a:gs>
                <a:gs pos="71429">
                  <a:srgbClr val="330025">
                    <a:alpha val="4740"/>
                  </a:srgbClr>
                </a:gs>
                <a:gs pos="85714">
                  <a:srgbClr val="330025">
                    <a:alpha val="1902"/>
                  </a:srgbClr>
                </a:gs>
                <a:gs pos="100000">
                  <a:srgbClr val="33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6532615">
              <a:off x="2823437" y="2766665"/>
              <a:ext cx="470580" cy="278563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327403">
              <a:off x="1684379" y="986621"/>
              <a:ext cx="468505" cy="141182"/>
            </a:xfrm>
            <a:prstGeom prst="ellipse">
              <a:avLst/>
            </a:prstGeom>
            <a:gradFill>
              <a:gsLst>
                <a:gs pos="0">
                  <a:srgbClr val="FF7C00">
                    <a:alpha val="32968"/>
                  </a:srgbClr>
                </a:gs>
                <a:gs pos="14286">
                  <a:srgbClr val="FF7C00">
                    <a:alpha val="30764"/>
                  </a:srgbClr>
                </a:gs>
                <a:gs pos="28571">
                  <a:srgbClr val="FF7C00">
                    <a:alpha val="24833"/>
                  </a:srgbClr>
                </a:gs>
                <a:gs pos="42857">
                  <a:srgbClr val="FF7C00">
                    <a:alpha val="17075"/>
                  </a:srgbClr>
                </a:gs>
                <a:gs pos="57143">
                  <a:srgbClr val="FF7C00">
                    <a:alpha val="9855"/>
                  </a:srgbClr>
                </a:gs>
                <a:gs pos="71429">
                  <a:srgbClr val="FF7C00">
                    <a:alpha val="4740"/>
                  </a:srgbClr>
                </a:gs>
                <a:gs pos="85714">
                  <a:srgbClr val="FF7C00">
                    <a:alpha val="1902"/>
                  </a:srgbClr>
                </a:gs>
                <a:gs pos="100000">
                  <a:srgbClr val="F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9037249">
              <a:off x="1879227" y="2925130"/>
              <a:ext cx="586012" cy="155758"/>
            </a:xfrm>
            <a:prstGeom prst="ellipse">
              <a:avLst/>
            </a:prstGeom>
            <a:gradFill>
              <a:gsLst>
                <a:gs pos="0">
                  <a:srgbClr val="FC6400">
                    <a:alpha val="32968"/>
                  </a:srgbClr>
                </a:gs>
                <a:gs pos="14286">
                  <a:srgbClr val="FC6400">
                    <a:alpha val="30764"/>
                  </a:srgbClr>
                </a:gs>
                <a:gs pos="28571">
                  <a:srgbClr val="FC6400">
                    <a:alpha val="24833"/>
                  </a:srgbClr>
                </a:gs>
                <a:gs pos="42857">
                  <a:srgbClr val="FC6400">
                    <a:alpha val="17075"/>
                  </a:srgbClr>
                </a:gs>
                <a:gs pos="57143">
                  <a:srgbClr val="FC6400">
                    <a:alpha val="9855"/>
                  </a:srgbClr>
                </a:gs>
                <a:gs pos="71429">
                  <a:srgbClr val="FC6400">
                    <a:alpha val="4740"/>
                  </a:srgbClr>
                </a:gs>
                <a:gs pos="85714">
                  <a:srgbClr val="FC6400">
                    <a:alpha val="1902"/>
                  </a:srgbClr>
                </a:gs>
                <a:gs pos="100000">
                  <a:srgbClr val="FC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655307">
              <a:off x="1760974" y="1396240"/>
              <a:ext cx="269170" cy="211252"/>
            </a:xfrm>
            <a:prstGeom prst="ellipse">
              <a:avLst/>
            </a:prstGeom>
            <a:gradFill>
              <a:gsLst>
                <a:gs pos="0">
                  <a:srgbClr val="FFB800">
                    <a:alpha val="16399"/>
                  </a:srgbClr>
                </a:gs>
                <a:gs pos="14286">
                  <a:srgbClr val="FFB800">
                    <a:alpha val="15179"/>
                  </a:srgbClr>
                </a:gs>
                <a:gs pos="28571">
                  <a:srgbClr val="FFB800">
                    <a:alpha val="11999"/>
                  </a:srgbClr>
                </a:gs>
                <a:gs pos="42857">
                  <a:srgbClr val="FFB800">
                    <a:alpha val="8042"/>
                  </a:srgbClr>
                </a:gs>
                <a:gs pos="57143">
                  <a:srgbClr val="FFB800">
                    <a:alpha val="4539"/>
                  </a:srgbClr>
                </a:gs>
                <a:gs pos="71429">
                  <a:srgbClr val="FFB800">
                    <a:alpha val="2151"/>
                  </a:srgbClr>
                </a:gs>
                <a:gs pos="85714">
                  <a:srgbClr val="FFB800">
                    <a:alpha val="856"/>
                  </a:srgbClr>
                </a:gs>
                <a:gs pos="100000">
                  <a:srgbClr val="FFB8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8971953">
              <a:off x="1366582" y="1203790"/>
              <a:ext cx="566035" cy="340134"/>
            </a:xfrm>
            <a:prstGeom prst="ellipse">
              <a:avLst/>
            </a:prstGeom>
            <a:gradFill>
              <a:gsLst>
                <a:gs pos="0">
                  <a:srgbClr val="FE0000">
                    <a:alpha val="32968"/>
                  </a:srgbClr>
                </a:gs>
                <a:gs pos="14286">
                  <a:srgbClr val="FE0000">
                    <a:alpha val="30764"/>
                  </a:srgbClr>
                </a:gs>
                <a:gs pos="28571">
                  <a:srgbClr val="FE0000">
                    <a:alpha val="24833"/>
                  </a:srgbClr>
                </a:gs>
                <a:gs pos="42857">
                  <a:srgbClr val="FE0000">
                    <a:alpha val="17075"/>
                  </a:srgbClr>
                </a:gs>
                <a:gs pos="57143">
                  <a:srgbClr val="FE0000">
                    <a:alpha val="9855"/>
                  </a:srgbClr>
                </a:gs>
                <a:gs pos="71429">
                  <a:srgbClr val="FE0000">
                    <a:alpha val="4740"/>
                  </a:srgbClr>
                </a:gs>
                <a:gs pos="85714">
                  <a:srgbClr val="FE0000">
                    <a:alpha val="1902"/>
                  </a:srgbClr>
                </a:gs>
                <a:gs pos="100000">
                  <a:srgbClr val="F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9863196">
              <a:off x="1758120" y="2074320"/>
              <a:ext cx="641966" cy="178725"/>
            </a:xfrm>
            <a:prstGeom prst="ellipse">
              <a:avLst/>
            </a:prstGeom>
            <a:gradFill>
              <a:gsLst>
                <a:gs pos="0">
                  <a:srgbClr val="C2FF00">
                    <a:alpha val="31310"/>
                  </a:srgbClr>
                </a:gs>
                <a:gs pos="14286">
                  <a:srgbClr val="C2FF00">
                    <a:alpha val="29191"/>
                  </a:srgbClr>
                </a:gs>
                <a:gs pos="28571">
                  <a:srgbClr val="C2FF00">
                    <a:alpha val="23510"/>
                  </a:srgbClr>
                </a:gs>
                <a:gs pos="42857">
                  <a:srgbClr val="C2FF00">
                    <a:alpha val="16121"/>
                  </a:srgbClr>
                </a:gs>
                <a:gs pos="57143">
                  <a:srgbClr val="C2FF00">
                    <a:alpha val="9282"/>
                  </a:srgbClr>
                </a:gs>
                <a:gs pos="71429">
                  <a:srgbClr val="C2FF00">
                    <a:alpha val="4457"/>
                  </a:srgbClr>
                </a:gs>
                <a:gs pos="85714">
                  <a:srgbClr val="C2FF00">
                    <a:alpha val="1787"/>
                  </a:srgbClr>
                </a:gs>
                <a:gs pos="100000">
                  <a:srgbClr val="C2FF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4278383">
              <a:off x="-178785" y="2257183"/>
              <a:ext cx="743808" cy="111658"/>
            </a:xfrm>
            <a:prstGeom prst="ellipse">
              <a:avLst/>
            </a:prstGeom>
            <a:gradFill>
              <a:gsLst>
                <a:gs pos="0">
                  <a:srgbClr val="6CBA00">
                    <a:alpha val="32968"/>
                  </a:srgbClr>
                </a:gs>
                <a:gs pos="14286">
                  <a:srgbClr val="6CBA00">
                    <a:alpha val="30764"/>
                  </a:srgbClr>
                </a:gs>
                <a:gs pos="28571">
                  <a:srgbClr val="6CBA00">
                    <a:alpha val="24833"/>
                  </a:srgbClr>
                </a:gs>
                <a:gs pos="42857">
                  <a:srgbClr val="6CBA00">
                    <a:alpha val="17075"/>
                  </a:srgbClr>
                </a:gs>
                <a:gs pos="57143">
                  <a:srgbClr val="6CBA00">
                    <a:alpha val="9855"/>
                  </a:srgbClr>
                </a:gs>
                <a:gs pos="71429">
                  <a:srgbClr val="6CBA00">
                    <a:alpha val="4740"/>
                  </a:srgbClr>
                </a:gs>
                <a:gs pos="85714">
                  <a:srgbClr val="6CBA00">
                    <a:alpha val="1902"/>
                  </a:srgbClr>
                </a:gs>
                <a:gs pos="100000">
                  <a:srgbClr val="6C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-9202405">
              <a:off x="1421974" y="1650561"/>
              <a:ext cx="426500" cy="188534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8999250">
              <a:off x="2925875" y="1357627"/>
              <a:ext cx="484843" cy="198875"/>
            </a:xfrm>
            <a:prstGeom prst="ellipse">
              <a:avLst/>
            </a:prstGeom>
            <a:gradFill>
              <a:gsLst>
                <a:gs pos="0">
                  <a:srgbClr val="FF7D27">
                    <a:alpha val="32968"/>
                  </a:srgbClr>
                </a:gs>
                <a:gs pos="14286">
                  <a:srgbClr val="FF7D27">
                    <a:alpha val="30764"/>
                  </a:srgbClr>
                </a:gs>
                <a:gs pos="28571">
                  <a:srgbClr val="FF7D27">
                    <a:alpha val="24833"/>
                  </a:srgbClr>
                </a:gs>
                <a:gs pos="42857">
                  <a:srgbClr val="FF7D27">
                    <a:alpha val="17075"/>
                  </a:srgbClr>
                </a:gs>
                <a:gs pos="57143">
                  <a:srgbClr val="FF7D27">
                    <a:alpha val="9855"/>
                  </a:srgbClr>
                </a:gs>
                <a:gs pos="71429">
                  <a:srgbClr val="FF7D27">
                    <a:alpha val="4740"/>
                  </a:srgbClr>
                </a:gs>
                <a:gs pos="85714">
                  <a:srgbClr val="FF7D27">
                    <a:alpha val="1902"/>
                  </a:srgbClr>
                </a:gs>
                <a:gs pos="100000">
                  <a:srgbClr val="FF7D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6854075">
              <a:off x="3178987" y="2407943"/>
              <a:ext cx="495410" cy="115557"/>
            </a:xfrm>
            <a:prstGeom prst="ellipse">
              <a:avLst/>
            </a:prstGeom>
            <a:gradFill>
              <a:gsLst>
                <a:gs pos="0">
                  <a:srgbClr val="FFA942">
                    <a:alpha val="32759"/>
                  </a:srgbClr>
                </a:gs>
                <a:gs pos="14286">
                  <a:srgbClr val="FFA942">
                    <a:alpha val="30566"/>
                  </a:srgbClr>
                </a:gs>
                <a:gs pos="28571">
                  <a:srgbClr val="FFA942">
                    <a:alpha val="24666"/>
                  </a:srgbClr>
                </a:gs>
                <a:gs pos="42857">
                  <a:srgbClr val="FFA942">
                    <a:alpha val="16955"/>
                  </a:srgbClr>
                </a:gs>
                <a:gs pos="57143">
                  <a:srgbClr val="FFA942">
                    <a:alpha val="9782"/>
                  </a:srgbClr>
                </a:gs>
                <a:gs pos="71429">
                  <a:srgbClr val="FFA942">
                    <a:alpha val="4704"/>
                  </a:srgbClr>
                </a:gs>
                <a:gs pos="85714">
                  <a:srgbClr val="FFA942">
                    <a:alpha val="1887"/>
                  </a:srgbClr>
                </a:gs>
                <a:gs pos="100000">
                  <a:srgbClr val="FFA942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9626642">
              <a:off x="2408083" y="2648857"/>
              <a:ext cx="246057" cy="109945"/>
            </a:xfrm>
            <a:prstGeom prst="ellipse">
              <a:avLst/>
            </a:prstGeom>
            <a:gradFill>
              <a:gsLst>
                <a:gs pos="0">
                  <a:srgbClr val="FFFFD0">
                    <a:alpha val="32968"/>
                  </a:srgbClr>
                </a:gs>
                <a:gs pos="14286">
                  <a:srgbClr val="FFFFD0">
                    <a:alpha val="30764"/>
                  </a:srgbClr>
                </a:gs>
                <a:gs pos="28571">
                  <a:srgbClr val="FFFFD0">
                    <a:alpha val="24833"/>
                  </a:srgbClr>
                </a:gs>
                <a:gs pos="42857">
                  <a:srgbClr val="FFFFD0">
                    <a:alpha val="17075"/>
                  </a:srgbClr>
                </a:gs>
                <a:gs pos="57143">
                  <a:srgbClr val="FFFFD0">
                    <a:alpha val="9855"/>
                  </a:srgbClr>
                </a:gs>
                <a:gs pos="71429">
                  <a:srgbClr val="FFFFD0">
                    <a:alpha val="4740"/>
                  </a:srgbClr>
                </a:gs>
                <a:gs pos="85714">
                  <a:srgbClr val="FFFFD0">
                    <a:alpha val="1902"/>
                  </a:srgbClr>
                </a:gs>
                <a:gs pos="100000">
                  <a:srgbClr val="FFFF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10454687">
              <a:off x="1870421" y="934864"/>
              <a:ext cx="461628" cy="46881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9195338">
              <a:off x="2523339" y="1507060"/>
              <a:ext cx="598120" cy="235378"/>
            </a:xfrm>
            <a:prstGeom prst="ellipse">
              <a:avLst/>
            </a:prstGeom>
            <a:gradFill>
              <a:gsLst>
                <a:gs pos="0">
                  <a:srgbClr val="FF3D00">
                    <a:alpha val="32968"/>
                  </a:srgbClr>
                </a:gs>
                <a:gs pos="14286">
                  <a:srgbClr val="FF3D00">
                    <a:alpha val="30764"/>
                  </a:srgbClr>
                </a:gs>
                <a:gs pos="28571">
                  <a:srgbClr val="FF3D00">
                    <a:alpha val="24833"/>
                  </a:srgbClr>
                </a:gs>
                <a:gs pos="42857">
                  <a:srgbClr val="FF3D00">
                    <a:alpha val="17075"/>
                  </a:srgbClr>
                </a:gs>
                <a:gs pos="57143">
                  <a:srgbClr val="FF3D00">
                    <a:alpha val="9855"/>
                  </a:srgbClr>
                </a:gs>
                <a:gs pos="71429">
                  <a:srgbClr val="FF3D00">
                    <a:alpha val="4740"/>
                  </a:srgbClr>
                </a:gs>
                <a:gs pos="85714">
                  <a:srgbClr val="FF3D00">
                    <a:alpha val="1902"/>
                  </a:srgbClr>
                </a:gs>
                <a:gs pos="100000">
                  <a:srgbClr val="FF3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4265554">
              <a:off x="-174757" y="2245041"/>
              <a:ext cx="816684" cy="183066"/>
            </a:xfrm>
            <a:prstGeom prst="ellipse">
              <a:avLst/>
            </a:prstGeom>
            <a:gradFill>
              <a:gsLst>
                <a:gs pos="0">
                  <a:srgbClr val="98C800">
                    <a:alpha val="32968"/>
                  </a:srgbClr>
                </a:gs>
                <a:gs pos="14286">
                  <a:srgbClr val="98C800">
                    <a:alpha val="30764"/>
                  </a:srgbClr>
                </a:gs>
                <a:gs pos="28571">
                  <a:srgbClr val="98C800">
                    <a:alpha val="24833"/>
                  </a:srgbClr>
                </a:gs>
                <a:gs pos="42857">
                  <a:srgbClr val="98C800">
                    <a:alpha val="17075"/>
                  </a:srgbClr>
                </a:gs>
                <a:gs pos="57143">
                  <a:srgbClr val="98C800">
                    <a:alpha val="9855"/>
                  </a:srgbClr>
                </a:gs>
                <a:gs pos="71429">
                  <a:srgbClr val="98C800">
                    <a:alpha val="4740"/>
                  </a:srgbClr>
                </a:gs>
                <a:gs pos="85714">
                  <a:srgbClr val="98C800">
                    <a:alpha val="1902"/>
                  </a:srgbClr>
                </a:gs>
                <a:gs pos="100000">
                  <a:srgbClr val="98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8550195">
              <a:off x="3211635" y="1243105"/>
              <a:ext cx="364143" cy="145543"/>
            </a:xfrm>
            <a:prstGeom prst="ellipse">
              <a:avLst/>
            </a:prstGeom>
            <a:gradFill>
              <a:gsLst>
                <a:gs pos="0">
                  <a:srgbClr val="FF7C00">
                    <a:alpha val="32968"/>
                  </a:srgbClr>
                </a:gs>
                <a:gs pos="14286">
                  <a:srgbClr val="FF7C00">
                    <a:alpha val="30764"/>
                  </a:srgbClr>
                </a:gs>
                <a:gs pos="28571">
                  <a:srgbClr val="FF7C00">
                    <a:alpha val="24833"/>
                  </a:srgbClr>
                </a:gs>
                <a:gs pos="42857">
                  <a:srgbClr val="FF7C00">
                    <a:alpha val="17075"/>
                  </a:srgbClr>
                </a:gs>
                <a:gs pos="57143">
                  <a:srgbClr val="FF7C00">
                    <a:alpha val="9855"/>
                  </a:srgbClr>
                </a:gs>
                <a:gs pos="71429">
                  <a:srgbClr val="FF7C00">
                    <a:alpha val="4740"/>
                  </a:srgbClr>
                </a:gs>
                <a:gs pos="85714">
                  <a:srgbClr val="FF7C00">
                    <a:alpha val="1902"/>
                  </a:srgbClr>
                </a:gs>
                <a:gs pos="100000">
                  <a:srgbClr val="F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879354">
              <a:off x="3340382" y="2086831"/>
              <a:ext cx="426296" cy="51586"/>
            </a:xfrm>
            <a:prstGeom prst="ellipse">
              <a:avLst/>
            </a:prstGeom>
            <a:gradFill>
              <a:gsLst>
                <a:gs pos="0">
                  <a:srgbClr val="FD8C00">
                    <a:alpha val="32968"/>
                  </a:srgbClr>
                </a:gs>
                <a:gs pos="14286">
                  <a:srgbClr val="FD8C00">
                    <a:alpha val="30764"/>
                  </a:srgbClr>
                </a:gs>
                <a:gs pos="28571">
                  <a:srgbClr val="FD8C00">
                    <a:alpha val="24833"/>
                  </a:srgbClr>
                </a:gs>
                <a:gs pos="42857">
                  <a:srgbClr val="FD8C00">
                    <a:alpha val="17075"/>
                  </a:srgbClr>
                </a:gs>
                <a:gs pos="57143">
                  <a:srgbClr val="FD8C00">
                    <a:alpha val="9855"/>
                  </a:srgbClr>
                </a:gs>
                <a:gs pos="71429">
                  <a:srgbClr val="FD8C00">
                    <a:alpha val="4740"/>
                  </a:srgbClr>
                </a:gs>
                <a:gs pos="85714">
                  <a:srgbClr val="FD8C00">
                    <a:alpha val="1902"/>
                  </a:srgbClr>
                </a:gs>
                <a:gs pos="100000">
                  <a:srgbClr val="FD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290207">
              <a:off x="1507902" y="2879825"/>
              <a:ext cx="433337" cy="649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6175878">
              <a:off x="-175250" y="1407778"/>
              <a:ext cx="786162" cy="250442"/>
            </a:xfrm>
            <a:prstGeom prst="ellipse">
              <a:avLst/>
            </a:prstGeom>
            <a:gradFill>
              <a:gsLst>
                <a:gs pos="0">
                  <a:srgbClr val="8DC900">
                    <a:alpha val="32968"/>
                  </a:srgbClr>
                </a:gs>
                <a:gs pos="14286">
                  <a:srgbClr val="8DC900">
                    <a:alpha val="30764"/>
                  </a:srgbClr>
                </a:gs>
                <a:gs pos="28571">
                  <a:srgbClr val="8DC900">
                    <a:alpha val="24833"/>
                  </a:srgbClr>
                </a:gs>
                <a:gs pos="42857">
                  <a:srgbClr val="8DC900">
                    <a:alpha val="17075"/>
                  </a:srgbClr>
                </a:gs>
                <a:gs pos="57143">
                  <a:srgbClr val="8DC900">
                    <a:alpha val="9855"/>
                  </a:srgbClr>
                </a:gs>
                <a:gs pos="71429">
                  <a:srgbClr val="8DC900">
                    <a:alpha val="4740"/>
                  </a:srgbClr>
                </a:gs>
                <a:gs pos="85714">
                  <a:srgbClr val="8DC900">
                    <a:alpha val="1902"/>
                  </a:srgbClr>
                </a:gs>
                <a:gs pos="100000">
                  <a:srgbClr val="8D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3052671">
              <a:off x="2052916" y="1215598"/>
              <a:ext cx="817197" cy="67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6837796">
              <a:off x="295816" y="1717202"/>
              <a:ext cx="614935" cy="280905"/>
            </a:xfrm>
            <a:prstGeom prst="ellipse">
              <a:avLst/>
            </a:prstGeom>
            <a:gradFill>
              <a:gsLst>
                <a:gs pos="0">
                  <a:srgbClr val="B2F900">
                    <a:alpha val="32968"/>
                  </a:srgbClr>
                </a:gs>
                <a:gs pos="14286">
                  <a:srgbClr val="B2F900">
                    <a:alpha val="30764"/>
                  </a:srgbClr>
                </a:gs>
                <a:gs pos="28571">
                  <a:srgbClr val="B2F900">
                    <a:alpha val="24833"/>
                  </a:srgbClr>
                </a:gs>
                <a:gs pos="42857">
                  <a:srgbClr val="B2F900">
                    <a:alpha val="17075"/>
                  </a:srgbClr>
                </a:gs>
                <a:gs pos="57143">
                  <a:srgbClr val="B2F900">
                    <a:alpha val="9855"/>
                  </a:srgbClr>
                </a:gs>
                <a:gs pos="71429">
                  <a:srgbClr val="B2F900">
                    <a:alpha val="4740"/>
                  </a:srgbClr>
                </a:gs>
                <a:gs pos="85714">
                  <a:srgbClr val="B2F900">
                    <a:alpha val="1902"/>
                  </a:srgbClr>
                </a:gs>
                <a:gs pos="100000">
                  <a:srgbClr val="B2F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-8485426">
              <a:off x="982147" y="2255565"/>
              <a:ext cx="652605" cy="168146"/>
            </a:xfrm>
            <a:prstGeom prst="ellipse">
              <a:avLst/>
            </a:prstGeom>
            <a:gradFill>
              <a:gsLst>
                <a:gs pos="0">
                  <a:srgbClr val="72B100">
                    <a:alpha val="32968"/>
                  </a:srgbClr>
                </a:gs>
                <a:gs pos="14286">
                  <a:srgbClr val="72B100">
                    <a:alpha val="30764"/>
                  </a:srgbClr>
                </a:gs>
                <a:gs pos="28571">
                  <a:srgbClr val="72B100">
                    <a:alpha val="24833"/>
                  </a:srgbClr>
                </a:gs>
                <a:gs pos="42857">
                  <a:srgbClr val="72B100">
                    <a:alpha val="17075"/>
                  </a:srgbClr>
                </a:gs>
                <a:gs pos="57143">
                  <a:srgbClr val="72B100">
                    <a:alpha val="9855"/>
                  </a:srgbClr>
                </a:gs>
                <a:gs pos="71429">
                  <a:srgbClr val="72B100">
                    <a:alpha val="4740"/>
                  </a:srgbClr>
                </a:gs>
                <a:gs pos="85714">
                  <a:srgbClr val="72B100">
                    <a:alpha val="1902"/>
                  </a:srgbClr>
                </a:gs>
                <a:gs pos="100000">
                  <a:srgbClr val="72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8192100">
              <a:off x="1233820" y="1617545"/>
              <a:ext cx="318503" cy="97076"/>
            </a:xfrm>
            <a:prstGeom prst="ellipse">
              <a:avLst/>
            </a:prstGeom>
            <a:gradFill>
              <a:gsLst>
                <a:gs pos="0">
                  <a:srgbClr val="FF8000">
                    <a:alpha val="32968"/>
                  </a:srgbClr>
                </a:gs>
                <a:gs pos="14286">
                  <a:srgbClr val="FF8000">
                    <a:alpha val="30764"/>
                  </a:srgbClr>
                </a:gs>
                <a:gs pos="28571">
                  <a:srgbClr val="FF8000">
                    <a:alpha val="24833"/>
                  </a:srgbClr>
                </a:gs>
                <a:gs pos="42857">
                  <a:srgbClr val="FF8000">
                    <a:alpha val="17075"/>
                  </a:srgbClr>
                </a:gs>
                <a:gs pos="57143">
                  <a:srgbClr val="FF8000">
                    <a:alpha val="9855"/>
                  </a:srgbClr>
                </a:gs>
                <a:gs pos="71429">
                  <a:srgbClr val="FF8000">
                    <a:alpha val="4740"/>
                  </a:srgbClr>
                </a:gs>
                <a:gs pos="85714">
                  <a:srgbClr val="FF8000">
                    <a:alpha val="1902"/>
                  </a:srgbClr>
                </a:gs>
                <a:gs pos="100000">
                  <a:srgbClr val="FF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921099">
              <a:off x="2414518" y="2299260"/>
              <a:ext cx="292128" cy="176854"/>
            </a:xfrm>
            <a:prstGeom prst="ellipse">
              <a:avLst/>
            </a:prstGeom>
            <a:gradFill>
              <a:gsLst>
                <a:gs pos="0">
                  <a:srgbClr val="FFDD4F">
                    <a:alpha val="12750"/>
                  </a:srgbClr>
                </a:gs>
                <a:gs pos="14286">
                  <a:srgbClr val="FFDD4F">
                    <a:alpha val="11782"/>
                  </a:srgbClr>
                </a:gs>
                <a:gs pos="28571">
                  <a:srgbClr val="FFDD4F">
                    <a:alpha val="9275"/>
                  </a:srgbClr>
                </a:gs>
                <a:gs pos="42857">
                  <a:srgbClr val="FFDD4F">
                    <a:alpha val="6185"/>
                  </a:srgbClr>
                </a:gs>
                <a:gs pos="57143">
                  <a:srgbClr val="FFDD4F">
                    <a:alpha val="3476"/>
                  </a:srgbClr>
                </a:gs>
                <a:gs pos="71429">
                  <a:srgbClr val="FFDD4F">
                    <a:alpha val="1642"/>
                  </a:srgbClr>
                </a:gs>
                <a:gs pos="85714">
                  <a:srgbClr val="FFDD4F">
                    <a:alpha val="653"/>
                  </a:srgbClr>
                </a:gs>
                <a:gs pos="100000">
                  <a:srgbClr val="FFDD4F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6664604">
              <a:off x="2074449" y="2500103"/>
              <a:ext cx="547598" cy="162572"/>
            </a:xfrm>
            <a:prstGeom prst="ellipse">
              <a:avLst/>
            </a:prstGeom>
            <a:gradFill>
              <a:gsLst>
                <a:gs pos="0">
                  <a:srgbClr val="61BB00">
                    <a:alpha val="32968"/>
                  </a:srgbClr>
                </a:gs>
                <a:gs pos="14286">
                  <a:srgbClr val="61BB00">
                    <a:alpha val="30764"/>
                  </a:srgbClr>
                </a:gs>
                <a:gs pos="28571">
                  <a:srgbClr val="61BB00">
                    <a:alpha val="24833"/>
                  </a:srgbClr>
                </a:gs>
                <a:gs pos="42857">
                  <a:srgbClr val="61BB00">
                    <a:alpha val="17075"/>
                  </a:srgbClr>
                </a:gs>
                <a:gs pos="57143">
                  <a:srgbClr val="61BB00">
                    <a:alpha val="9855"/>
                  </a:srgbClr>
                </a:gs>
                <a:gs pos="71429">
                  <a:srgbClr val="61BB00">
                    <a:alpha val="4740"/>
                  </a:srgbClr>
                </a:gs>
                <a:gs pos="85714">
                  <a:srgbClr val="61BB00">
                    <a:alpha val="1902"/>
                  </a:srgbClr>
                </a:gs>
                <a:gs pos="100000">
                  <a:srgbClr val="6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9125939">
              <a:off x="1378138" y="755228"/>
              <a:ext cx="296178" cy="58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899427">
              <a:off x="102545" y="2435407"/>
              <a:ext cx="478122" cy="222922"/>
            </a:xfrm>
            <a:prstGeom prst="ellipse">
              <a:avLst/>
            </a:prstGeom>
            <a:gradFill>
              <a:gsLst>
                <a:gs pos="0">
                  <a:srgbClr val="8CC100">
                    <a:alpha val="32743"/>
                  </a:srgbClr>
                </a:gs>
                <a:gs pos="14286">
                  <a:srgbClr val="8CC100">
                    <a:alpha val="30550"/>
                  </a:srgbClr>
                </a:gs>
                <a:gs pos="28571">
                  <a:srgbClr val="8CC100">
                    <a:alpha val="24653"/>
                  </a:srgbClr>
                </a:gs>
                <a:gs pos="42857">
                  <a:srgbClr val="8CC100">
                    <a:alpha val="16945"/>
                  </a:srgbClr>
                </a:gs>
                <a:gs pos="57143">
                  <a:srgbClr val="8CC100">
                    <a:alpha val="9776"/>
                  </a:srgbClr>
                </a:gs>
                <a:gs pos="71429">
                  <a:srgbClr val="8CC100">
                    <a:alpha val="4702"/>
                  </a:srgbClr>
                </a:gs>
                <a:gs pos="85714">
                  <a:srgbClr val="8CC100">
                    <a:alpha val="1886"/>
                  </a:srgbClr>
                </a:gs>
                <a:gs pos="100000">
                  <a:srgbClr val="8CC1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7125930">
              <a:off x="1092465" y="990658"/>
              <a:ext cx="514843" cy="155957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6010191">
              <a:off x="2307555" y="3265208"/>
              <a:ext cx="382797" cy="144492"/>
            </a:xfrm>
            <a:prstGeom prst="ellipse">
              <a:avLst/>
            </a:prstGeom>
            <a:gradFill>
              <a:gsLst>
                <a:gs pos="0">
                  <a:srgbClr val="FFEF83">
                    <a:alpha val="31008"/>
                  </a:srgbClr>
                </a:gs>
                <a:gs pos="14286">
                  <a:srgbClr val="FFEF83">
                    <a:alpha val="28905"/>
                  </a:srgbClr>
                </a:gs>
                <a:gs pos="28571">
                  <a:srgbClr val="FFEF83">
                    <a:alpha val="23271"/>
                  </a:srgbClr>
                </a:gs>
                <a:gs pos="42857">
                  <a:srgbClr val="FFEF83">
                    <a:alpha val="15949"/>
                  </a:srgbClr>
                </a:gs>
                <a:gs pos="57143">
                  <a:srgbClr val="FFEF83">
                    <a:alpha val="9179"/>
                  </a:srgbClr>
                </a:gs>
                <a:gs pos="71429">
                  <a:srgbClr val="FFEF83">
                    <a:alpha val="4406"/>
                  </a:srgbClr>
                </a:gs>
                <a:gs pos="85714">
                  <a:srgbClr val="FFEF83">
                    <a:alpha val="1766"/>
                  </a:srgbClr>
                </a:gs>
                <a:gs pos="100000">
                  <a:srgbClr val="FFEF83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5492841">
              <a:off x="2061478" y="2320527"/>
              <a:ext cx="567404" cy="234650"/>
            </a:xfrm>
            <a:prstGeom prst="ellipse">
              <a:avLst/>
            </a:prstGeom>
            <a:gradFill>
              <a:gsLst>
                <a:gs pos="0">
                  <a:srgbClr val="A4CE00">
                    <a:alpha val="32968"/>
                  </a:srgbClr>
                </a:gs>
                <a:gs pos="14286">
                  <a:srgbClr val="A4CE00">
                    <a:alpha val="30764"/>
                  </a:srgbClr>
                </a:gs>
                <a:gs pos="28571">
                  <a:srgbClr val="A4CE00">
                    <a:alpha val="24833"/>
                  </a:srgbClr>
                </a:gs>
                <a:gs pos="42857">
                  <a:srgbClr val="A4CE00">
                    <a:alpha val="17075"/>
                  </a:srgbClr>
                </a:gs>
                <a:gs pos="57143">
                  <a:srgbClr val="A4CE00">
                    <a:alpha val="9855"/>
                  </a:srgbClr>
                </a:gs>
                <a:gs pos="71429">
                  <a:srgbClr val="A4CE00">
                    <a:alpha val="4740"/>
                  </a:srgbClr>
                </a:gs>
                <a:gs pos="85714">
                  <a:srgbClr val="A4CE00">
                    <a:alpha val="1902"/>
                  </a:srgbClr>
                </a:gs>
                <a:gs pos="100000">
                  <a:srgbClr val="A4C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486141">
              <a:off x="2639150" y="3131881"/>
              <a:ext cx="383195" cy="80026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3951497">
              <a:off x="-60065" y="2274085"/>
              <a:ext cx="732991" cy="268489"/>
            </a:xfrm>
            <a:prstGeom prst="ellipse">
              <a:avLst/>
            </a:prstGeom>
            <a:gradFill>
              <a:gsLst>
                <a:gs pos="0">
                  <a:srgbClr val="7ABF00">
                    <a:alpha val="32968"/>
                  </a:srgbClr>
                </a:gs>
                <a:gs pos="14286">
                  <a:srgbClr val="7ABF00">
                    <a:alpha val="30764"/>
                  </a:srgbClr>
                </a:gs>
                <a:gs pos="28571">
                  <a:srgbClr val="7ABF00">
                    <a:alpha val="24833"/>
                  </a:srgbClr>
                </a:gs>
                <a:gs pos="42857">
                  <a:srgbClr val="7ABF00">
                    <a:alpha val="17075"/>
                  </a:srgbClr>
                </a:gs>
                <a:gs pos="57143">
                  <a:srgbClr val="7ABF00">
                    <a:alpha val="9855"/>
                  </a:srgbClr>
                </a:gs>
                <a:gs pos="71429">
                  <a:srgbClr val="7ABF00">
                    <a:alpha val="4740"/>
                  </a:srgbClr>
                </a:gs>
                <a:gs pos="85714">
                  <a:srgbClr val="7ABF00">
                    <a:alpha val="1902"/>
                  </a:srgbClr>
                </a:gs>
                <a:gs pos="100000">
                  <a:srgbClr val="7A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-10063814">
              <a:off x="1889805" y="2931659"/>
              <a:ext cx="772763" cy="415792"/>
            </a:xfrm>
            <a:prstGeom prst="ellipse">
              <a:avLst/>
            </a:prstGeom>
            <a:gradFill>
              <a:gsLst>
                <a:gs pos="0">
                  <a:srgbClr val="FA0000">
                    <a:alpha val="32968"/>
                  </a:srgbClr>
                </a:gs>
                <a:gs pos="14286">
                  <a:srgbClr val="FA0000">
                    <a:alpha val="30764"/>
                  </a:srgbClr>
                </a:gs>
                <a:gs pos="28571">
                  <a:srgbClr val="FA0000">
                    <a:alpha val="24833"/>
                  </a:srgbClr>
                </a:gs>
                <a:gs pos="42857">
                  <a:srgbClr val="FA0000">
                    <a:alpha val="17075"/>
                  </a:srgbClr>
                </a:gs>
                <a:gs pos="57143">
                  <a:srgbClr val="FA0000">
                    <a:alpha val="9855"/>
                  </a:srgbClr>
                </a:gs>
                <a:gs pos="71429">
                  <a:srgbClr val="FA0000">
                    <a:alpha val="4740"/>
                  </a:srgbClr>
                </a:gs>
                <a:gs pos="85714">
                  <a:srgbClr val="FA0000">
                    <a:alpha val="1902"/>
                  </a:srgbClr>
                </a:gs>
                <a:gs pos="100000">
                  <a:srgbClr val="F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-9690353">
              <a:off x="1660613" y="1034304"/>
              <a:ext cx="399570" cy="101203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9212258">
              <a:off x="2820325" y="1277506"/>
              <a:ext cx="822372" cy="694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062136">
              <a:off x="2624652" y="1066801"/>
              <a:ext cx="286771" cy="200936"/>
            </a:xfrm>
            <a:prstGeom prst="ellipse">
              <a:avLst/>
            </a:prstGeom>
            <a:gradFill>
              <a:gsLst>
                <a:gs pos="0">
                  <a:srgbClr val="C3FA1E">
                    <a:alpha val="32968"/>
                  </a:srgbClr>
                </a:gs>
                <a:gs pos="14286">
                  <a:srgbClr val="C3FA1E">
                    <a:alpha val="30764"/>
                  </a:srgbClr>
                </a:gs>
                <a:gs pos="28571">
                  <a:srgbClr val="C3FA1E">
                    <a:alpha val="24833"/>
                  </a:srgbClr>
                </a:gs>
                <a:gs pos="42857">
                  <a:srgbClr val="C3FA1E">
                    <a:alpha val="17075"/>
                  </a:srgbClr>
                </a:gs>
                <a:gs pos="57143">
                  <a:srgbClr val="C3FA1E">
                    <a:alpha val="9855"/>
                  </a:srgbClr>
                </a:gs>
                <a:gs pos="71429">
                  <a:srgbClr val="C3FA1E">
                    <a:alpha val="4740"/>
                  </a:srgbClr>
                </a:gs>
                <a:gs pos="85714">
                  <a:srgbClr val="C3FA1E">
                    <a:alpha val="1902"/>
                  </a:srgbClr>
                </a:gs>
                <a:gs pos="100000">
                  <a:srgbClr val="C3FA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-8158964">
              <a:off x="2441847" y="1169884"/>
              <a:ext cx="469943" cy="228873"/>
            </a:xfrm>
            <a:prstGeom prst="ellipse">
              <a:avLst/>
            </a:prstGeom>
            <a:gradFill>
              <a:gsLst>
                <a:gs pos="0">
                  <a:srgbClr val="6BC600">
                    <a:alpha val="32968"/>
                  </a:srgbClr>
                </a:gs>
                <a:gs pos="14286">
                  <a:srgbClr val="6BC600">
                    <a:alpha val="30764"/>
                  </a:srgbClr>
                </a:gs>
                <a:gs pos="28571">
                  <a:srgbClr val="6BC600">
                    <a:alpha val="24833"/>
                  </a:srgbClr>
                </a:gs>
                <a:gs pos="42857">
                  <a:srgbClr val="6BC600">
                    <a:alpha val="17075"/>
                  </a:srgbClr>
                </a:gs>
                <a:gs pos="57143">
                  <a:srgbClr val="6BC600">
                    <a:alpha val="9855"/>
                  </a:srgbClr>
                </a:gs>
                <a:gs pos="71429">
                  <a:srgbClr val="6BC600">
                    <a:alpha val="4740"/>
                  </a:srgbClr>
                </a:gs>
                <a:gs pos="85714">
                  <a:srgbClr val="6BC600">
                    <a:alpha val="1902"/>
                  </a:srgbClr>
                </a:gs>
                <a:gs pos="100000">
                  <a:srgbClr val="6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6312089">
              <a:off x="2110802" y="3069038"/>
              <a:ext cx="756655" cy="207289"/>
            </a:xfrm>
            <a:prstGeom prst="ellipse">
              <a:avLst/>
            </a:prstGeom>
            <a:gradFill>
              <a:gsLst>
                <a:gs pos="0">
                  <a:srgbClr val="F00000">
                    <a:alpha val="32968"/>
                  </a:srgbClr>
                </a:gs>
                <a:gs pos="14286">
                  <a:srgbClr val="F00000">
                    <a:alpha val="30764"/>
                  </a:srgbClr>
                </a:gs>
                <a:gs pos="28571">
                  <a:srgbClr val="F00000">
                    <a:alpha val="24833"/>
                  </a:srgbClr>
                </a:gs>
                <a:gs pos="42857">
                  <a:srgbClr val="F00000">
                    <a:alpha val="17075"/>
                  </a:srgbClr>
                </a:gs>
                <a:gs pos="57143">
                  <a:srgbClr val="F00000">
                    <a:alpha val="9855"/>
                  </a:srgbClr>
                </a:gs>
                <a:gs pos="71429">
                  <a:srgbClr val="F00000">
                    <a:alpha val="4740"/>
                  </a:srgbClr>
                </a:gs>
                <a:gs pos="85714">
                  <a:srgbClr val="F00000">
                    <a:alpha val="1902"/>
                  </a:srgbClr>
                </a:gs>
                <a:gs pos="100000">
                  <a:srgbClr val="F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9572061">
              <a:off x="987323" y="157443"/>
              <a:ext cx="339696" cy="474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6698587">
              <a:off x="-29170" y="1114973"/>
              <a:ext cx="679825" cy="266781"/>
            </a:xfrm>
            <a:prstGeom prst="ellipse">
              <a:avLst/>
            </a:prstGeom>
            <a:gradFill>
              <a:gsLst>
                <a:gs pos="0">
                  <a:srgbClr val="8AC100">
                    <a:alpha val="32968"/>
                  </a:srgbClr>
                </a:gs>
                <a:gs pos="14286">
                  <a:srgbClr val="8AC100">
                    <a:alpha val="30764"/>
                  </a:srgbClr>
                </a:gs>
                <a:gs pos="28571">
                  <a:srgbClr val="8AC100">
                    <a:alpha val="24833"/>
                  </a:srgbClr>
                </a:gs>
                <a:gs pos="42857">
                  <a:srgbClr val="8AC100">
                    <a:alpha val="17075"/>
                  </a:srgbClr>
                </a:gs>
                <a:gs pos="57143">
                  <a:srgbClr val="8AC100">
                    <a:alpha val="9855"/>
                  </a:srgbClr>
                </a:gs>
                <a:gs pos="71429">
                  <a:srgbClr val="8AC100">
                    <a:alpha val="4740"/>
                  </a:srgbClr>
                </a:gs>
                <a:gs pos="85714">
                  <a:srgbClr val="8AC100">
                    <a:alpha val="1902"/>
                  </a:srgbClr>
                </a:gs>
                <a:gs pos="100000">
                  <a:srgbClr val="8A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7062432">
              <a:off x="2355455" y="3024074"/>
              <a:ext cx="452341" cy="61849"/>
            </a:xfrm>
            <a:prstGeom prst="ellipse">
              <a:avLst/>
            </a:prstGeom>
            <a:gradFill>
              <a:gsLst>
                <a:gs pos="0">
                  <a:srgbClr val="FFFFD8">
                    <a:alpha val="32273"/>
                  </a:srgbClr>
                </a:gs>
                <a:gs pos="14286">
                  <a:srgbClr val="FFFFD8">
                    <a:alpha val="30104"/>
                  </a:srgbClr>
                </a:gs>
                <a:gs pos="28571">
                  <a:srgbClr val="FFFFD8">
                    <a:alpha val="24278"/>
                  </a:srgbClr>
                </a:gs>
                <a:gs pos="42857">
                  <a:srgbClr val="FFFFD8">
                    <a:alpha val="16674"/>
                  </a:srgbClr>
                </a:gs>
                <a:gs pos="57143">
                  <a:srgbClr val="FFFFD8">
                    <a:alpha val="9613"/>
                  </a:srgbClr>
                </a:gs>
                <a:gs pos="71429">
                  <a:srgbClr val="FFFFD8">
                    <a:alpha val="4621"/>
                  </a:srgbClr>
                </a:gs>
                <a:gs pos="85714">
                  <a:srgbClr val="FFFFD8">
                    <a:alpha val="1853"/>
                  </a:srgbClr>
                </a:gs>
                <a:gs pos="100000">
                  <a:srgbClr val="FFFFD8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9817245">
              <a:off x="1423161" y="2422542"/>
              <a:ext cx="608790" cy="353848"/>
            </a:xfrm>
            <a:prstGeom prst="ellipse">
              <a:avLst/>
            </a:prstGeom>
            <a:gradFill>
              <a:gsLst>
                <a:gs pos="0">
                  <a:srgbClr val="006400">
                    <a:alpha val="24637"/>
                  </a:srgbClr>
                </a:gs>
                <a:gs pos="14286">
                  <a:srgbClr val="006400">
                    <a:alpha val="22893"/>
                  </a:srgbClr>
                </a:gs>
                <a:gs pos="28571">
                  <a:srgbClr val="006400">
                    <a:alpha val="18279"/>
                  </a:srgbClr>
                </a:gs>
                <a:gs pos="42857">
                  <a:srgbClr val="006400">
                    <a:alpha val="12401"/>
                  </a:srgbClr>
                </a:gs>
                <a:gs pos="57143">
                  <a:srgbClr val="006400">
                    <a:alpha val="7074"/>
                  </a:srgbClr>
                </a:gs>
                <a:gs pos="71429">
                  <a:srgbClr val="006400">
                    <a:alpha val="3376"/>
                  </a:srgbClr>
                </a:gs>
                <a:gs pos="85714">
                  <a:srgbClr val="006400">
                    <a:alpha val="1349"/>
                  </a:srgbClr>
                </a:gs>
                <a:gs pos="100000">
                  <a:srgbClr val="0064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7225062">
              <a:off x="2771563" y="2616770"/>
              <a:ext cx="734650" cy="109324"/>
            </a:xfrm>
            <a:prstGeom prst="ellipse">
              <a:avLst/>
            </a:prstGeom>
            <a:gradFill>
              <a:gsLst>
                <a:gs pos="0">
                  <a:srgbClr val="EF0000">
                    <a:alpha val="32968"/>
                  </a:srgbClr>
                </a:gs>
                <a:gs pos="14286">
                  <a:srgbClr val="EF0000">
                    <a:alpha val="30764"/>
                  </a:srgbClr>
                </a:gs>
                <a:gs pos="28571">
                  <a:srgbClr val="EF0000">
                    <a:alpha val="24833"/>
                  </a:srgbClr>
                </a:gs>
                <a:gs pos="42857">
                  <a:srgbClr val="EF0000">
                    <a:alpha val="17075"/>
                  </a:srgbClr>
                </a:gs>
                <a:gs pos="57143">
                  <a:srgbClr val="EF0000">
                    <a:alpha val="9855"/>
                  </a:srgbClr>
                </a:gs>
                <a:gs pos="71429">
                  <a:srgbClr val="EF0000">
                    <a:alpha val="4740"/>
                  </a:srgbClr>
                </a:gs>
                <a:gs pos="85714">
                  <a:srgbClr val="EF0000">
                    <a:alpha val="1902"/>
                  </a:srgbClr>
                </a:gs>
                <a:gs pos="100000">
                  <a:srgbClr val="E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8169088">
              <a:off x="2030131" y="2793506"/>
              <a:ext cx="669359" cy="118476"/>
            </a:xfrm>
            <a:prstGeom prst="ellipse">
              <a:avLst/>
            </a:prstGeom>
            <a:gradFill>
              <a:gsLst>
                <a:gs pos="0">
                  <a:srgbClr val="FF9B00">
                    <a:alpha val="29120"/>
                  </a:srgbClr>
                </a:gs>
                <a:gs pos="14286">
                  <a:srgbClr val="FF9B00">
                    <a:alpha val="27119"/>
                  </a:srgbClr>
                </a:gs>
                <a:gs pos="28571">
                  <a:srgbClr val="FF9B00">
                    <a:alpha val="21779"/>
                  </a:srgbClr>
                </a:gs>
                <a:gs pos="42857">
                  <a:srgbClr val="FF9B00">
                    <a:alpha val="14880"/>
                  </a:srgbClr>
                </a:gs>
                <a:gs pos="57143">
                  <a:srgbClr val="FF9B00">
                    <a:alpha val="8540"/>
                  </a:srgbClr>
                </a:gs>
                <a:gs pos="71429">
                  <a:srgbClr val="FF9B00">
                    <a:alpha val="4093"/>
                  </a:srgbClr>
                </a:gs>
                <a:gs pos="85714">
                  <a:srgbClr val="FF9B00">
                    <a:alpha val="1639"/>
                  </a:srgbClr>
                </a:gs>
                <a:gs pos="100000">
                  <a:srgbClr val="FF9B00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491976">
              <a:off x="1828031" y="2149230"/>
              <a:ext cx="463383" cy="208066"/>
            </a:xfrm>
            <a:prstGeom prst="ellipse">
              <a:avLst/>
            </a:prstGeom>
            <a:gradFill>
              <a:gsLst>
                <a:gs pos="0">
                  <a:srgbClr val="9FE100">
                    <a:alpha val="32968"/>
                  </a:srgbClr>
                </a:gs>
                <a:gs pos="14286">
                  <a:srgbClr val="9FE100">
                    <a:alpha val="30764"/>
                  </a:srgbClr>
                </a:gs>
                <a:gs pos="28571">
                  <a:srgbClr val="9FE100">
                    <a:alpha val="24833"/>
                  </a:srgbClr>
                </a:gs>
                <a:gs pos="42857">
                  <a:srgbClr val="9FE100">
                    <a:alpha val="17075"/>
                  </a:srgbClr>
                </a:gs>
                <a:gs pos="57143">
                  <a:srgbClr val="9FE100">
                    <a:alpha val="9855"/>
                  </a:srgbClr>
                </a:gs>
                <a:gs pos="71429">
                  <a:srgbClr val="9FE100">
                    <a:alpha val="4740"/>
                  </a:srgbClr>
                </a:gs>
                <a:gs pos="85714">
                  <a:srgbClr val="9FE100">
                    <a:alpha val="1902"/>
                  </a:srgbClr>
                </a:gs>
                <a:gs pos="100000">
                  <a:srgbClr val="9FE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-10462858">
              <a:off x="2555326" y="1213871"/>
              <a:ext cx="455217" cy="233764"/>
            </a:xfrm>
            <a:prstGeom prst="ellipse">
              <a:avLst/>
            </a:prstGeom>
            <a:gradFill>
              <a:gsLst>
                <a:gs pos="0">
                  <a:srgbClr val="000026">
                    <a:alpha val="32968"/>
                  </a:srgbClr>
                </a:gs>
                <a:gs pos="14286">
                  <a:srgbClr val="000026">
                    <a:alpha val="30764"/>
                  </a:srgbClr>
                </a:gs>
                <a:gs pos="28571">
                  <a:srgbClr val="000026">
                    <a:alpha val="24833"/>
                  </a:srgbClr>
                </a:gs>
                <a:gs pos="42857">
                  <a:srgbClr val="000026">
                    <a:alpha val="17075"/>
                  </a:srgbClr>
                </a:gs>
                <a:gs pos="57143">
                  <a:srgbClr val="000026">
                    <a:alpha val="9855"/>
                  </a:srgbClr>
                </a:gs>
                <a:gs pos="71429">
                  <a:srgbClr val="000026">
                    <a:alpha val="4740"/>
                  </a:srgbClr>
                </a:gs>
                <a:gs pos="85714">
                  <a:srgbClr val="000026">
                    <a:alpha val="1902"/>
                  </a:srgbClr>
                </a:gs>
                <a:gs pos="100000">
                  <a:srgbClr val="00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-9283774">
              <a:off x="1319621" y="1650810"/>
              <a:ext cx="370876" cy="130414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10328603">
              <a:off x="1423153" y="2863772"/>
              <a:ext cx="713574" cy="509405"/>
            </a:xfrm>
            <a:prstGeom prst="ellipse">
              <a:avLst/>
            </a:prstGeom>
            <a:gradFill>
              <a:gsLst>
                <a:gs pos="0">
                  <a:srgbClr val="F68A00">
                    <a:alpha val="32968"/>
                  </a:srgbClr>
                </a:gs>
                <a:gs pos="14286">
                  <a:srgbClr val="F68A00">
                    <a:alpha val="30764"/>
                  </a:srgbClr>
                </a:gs>
                <a:gs pos="28571">
                  <a:srgbClr val="F68A00">
                    <a:alpha val="24833"/>
                  </a:srgbClr>
                </a:gs>
                <a:gs pos="42857">
                  <a:srgbClr val="F68A00">
                    <a:alpha val="17075"/>
                  </a:srgbClr>
                </a:gs>
                <a:gs pos="57143">
                  <a:srgbClr val="F68A00">
                    <a:alpha val="9855"/>
                  </a:srgbClr>
                </a:gs>
                <a:gs pos="71429">
                  <a:srgbClr val="F68A00">
                    <a:alpha val="4740"/>
                  </a:srgbClr>
                </a:gs>
                <a:gs pos="85714">
                  <a:srgbClr val="F68A00">
                    <a:alpha val="1902"/>
                  </a:srgbClr>
                </a:gs>
                <a:gs pos="100000">
                  <a:srgbClr val="F6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-10290180">
              <a:off x="1772785" y="69589"/>
              <a:ext cx="707048" cy="293342"/>
            </a:xfrm>
            <a:prstGeom prst="ellipse">
              <a:avLst/>
            </a:prstGeom>
            <a:gradFill>
              <a:gsLst>
                <a:gs pos="0">
                  <a:srgbClr val="8EC900">
                    <a:alpha val="32968"/>
                  </a:srgbClr>
                </a:gs>
                <a:gs pos="14286">
                  <a:srgbClr val="8EC900">
                    <a:alpha val="30764"/>
                  </a:srgbClr>
                </a:gs>
                <a:gs pos="28571">
                  <a:srgbClr val="8EC900">
                    <a:alpha val="24833"/>
                  </a:srgbClr>
                </a:gs>
                <a:gs pos="42857">
                  <a:srgbClr val="8EC900">
                    <a:alpha val="17075"/>
                  </a:srgbClr>
                </a:gs>
                <a:gs pos="57143">
                  <a:srgbClr val="8EC900">
                    <a:alpha val="9855"/>
                  </a:srgbClr>
                </a:gs>
                <a:gs pos="71429">
                  <a:srgbClr val="8EC900">
                    <a:alpha val="4740"/>
                  </a:srgbClr>
                </a:gs>
                <a:gs pos="85714">
                  <a:srgbClr val="8EC900">
                    <a:alpha val="1902"/>
                  </a:srgbClr>
                </a:gs>
                <a:gs pos="100000">
                  <a:srgbClr val="8E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10351188">
              <a:off x="1552039" y="2868150"/>
              <a:ext cx="697554" cy="537640"/>
            </a:xfrm>
            <a:prstGeom prst="ellipse">
              <a:avLst/>
            </a:prstGeom>
            <a:gradFill>
              <a:gsLst>
                <a:gs pos="0">
                  <a:srgbClr val="FE7700">
                    <a:alpha val="32968"/>
                  </a:srgbClr>
                </a:gs>
                <a:gs pos="14286">
                  <a:srgbClr val="FE7700">
                    <a:alpha val="30764"/>
                  </a:srgbClr>
                </a:gs>
                <a:gs pos="28571">
                  <a:srgbClr val="FE7700">
                    <a:alpha val="24833"/>
                  </a:srgbClr>
                </a:gs>
                <a:gs pos="42857">
                  <a:srgbClr val="FE7700">
                    <a:alpha val="17075"/>
                  </a:srgbClr>
                </a:gs>
                <a:gs pos="57143">
                  <a:srgbClr val="FE7700">
                    <a:alpha val="9855"/>
                  </a:srgbClr>
                </a:gs>
                <a:gs pos="71429">
                  <a:srgbClr val="FE7700">
                    <a:alpha val="4740"/>
                  </a:srgbClr>
                </a:gs>
                <a:gs pos="85714">
                  <a:srgbClr val="FE7700">
                    <a:alpha val="1902"/>
                  </a:srgbClr>
                </a:gs>
                <a:gs pos="100000">
                  <a:srgbClr val="FE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2999867">
              <a:off x="2157402" y="1314177"/>
              <a:ext cx="653387" cy="37265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3007268">
              <a:off x="950953" y="2613468"/>
              <a:ext cx="792848" cy="260092"/>
            </a:xfrm>
            <a:prstGeom prst="ellipse">
              <a:avLst/>
            </a:prstGeom>
            <a:gradFill>
              <a:gsLst>
                <a:gs pos="0">
                  <a:srgbClr val="FE0000">
                    <a:alpha val="32968"/>
                  </a:srgbClr>
                </a:gs>
                <a:gs pos="14286">
                  <a:srgbClr val="FE0000">
                    <a:alpha val="30764"/>
                  </a:srgbClr>
                </a:gs>
                <a:gs pos="28571">
                  <a:srgbClr val="FE0000">
                    <a:alpha val="24833"/>
                  </a:srgbClr>
                </a:gs>
                <a:gs pos="42857">
                  <a:srgbClr val="FE0000">
                    <a:alpha val="17075"/>
                  </a:srgbClr>
                </a:gs>
                <a:gs pos="57143">
                  <a:srgbClr val="FE0000">
                    <a:alpha val="9855"/>
                  </a:srgbClr>
                </a:gs>
                <a:gs pos="71429">
                  <a:srgbClr val="FE0000">
                    <a:alpha val="4740"/>
                  </a:srgbClr>
                </a:gs>
                <a:gs pos="85714">
                  <a:srgbClr val="FE0000">
                    <a:alpha val="1902"/>
                  </a:srgbClr>
                </a:gs>
                <a:gs pos="100000">
                  <a:srgbClr val="F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3084333">
              <a:off x="1177882" y="1623299"/>
              <a:ext cx="292854" cy="75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303465">
              <a:off x="2746929" y="2585525"/>
              <a:ext cx="761512" cy="13984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10471782">
              <a:off x="1327564" y="54368"/>
              <a:ext cx="776499" cy="272297"/>
            </a:xfrm>
            <a:prstGeom prst="ellipse">
              <a:avLst/>
            </a:prstGeom>
            <a:gradFill>
              <a:gsLst>
                <a:gs pos="0">
                  <a:srgbClr val="86C300">
                    <a:alpha val="32968"/>
                  </a:srgbClr>
                </a:gs>
                <a:gs pos="14286">
                  <a:srgbClr val="86C300">
                    <a:alpha val="30764"/>
                  </a:srgbClr>
                </a:gs>
                <a:gs pos="28571">
                  <a:srgbClr val="86C300">
                    <a:alpha val="24833"/>
                  </a:srgbClr>
                </a:gs>
                <a:gs pos="42857">
                  <a:srgbClr val="86C300">
                    <a:alpha val="17075"/>
                  </a:srgbClr>
                </a:gs>
                <a:gs pos="57143">
                  <a:srgbClr val="86C300">
                    <a:alpha val="9855"/>
                  </a:srgbClr>
                </a:gs>
                <a:gs pos="71429">
                  <a:srgbClr val="86C300">
                    <a:alpha val="4740"/>
                  </a:srgbClr>
                </a:gs>
                <a:gs pos="85714">
                  <a:srgbClr val="86C300">
                    <a:alpha val="1902"/>
                  </a:srgbClr>
                </a:gs>
                <a:gs pos="100000">
                  <a:srgbClr val="86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9640451">
              <a:off x="991653" y="141071"/>
              <a:ext cx="732909" cy="267248"/>
            </a:xfrm>
            <a:prstGeom prst="ellipse">
              <a:avLst/>
            </a:prstGeom>
            <a:gradFill>
              <a:gsLst>
                <a:gs pos="0">
                  <a:srgbClr val="6FB000">
                    <a:alpha val="32968"/>
                  </a:srgbClr>
                </a:gs>
                <a:gs pos="14286">
                  <a:srgbClr val="6FB000">
                    <a:alpha val="30764"/>
                  </a:srgbClr>
                </a:gs>
                <a:gs pos="28571">
                  <a:srgbClr val="6FB000">
                    <a:alpha val="24833"/>
                  </a:srgbClr>
                </a:gs>
                <a:gs pos="42857">
                  <a:srgbClr val="6FB000">
                    <a:alpha val="17075"/>
                  </a:srgbClr>
                </a:gs>
                <a:gs pos="57143">
                  <a:srgbClr val="6FB000">
                    <a:alpha val="9855"/>
                  </a:srgbClr>
                </a:gs>
                <a:gs pos="71429">
                  <a:srgbClr val="6FB000">
                    <a:alpha val="4740"/>
                  </a:srgbClr>
                </a:gs>
                <a:gs pos="85714">
                  <a:srgbClr val="6FB000">
                    <a:alpha val="1902"/>
                  </a:srgbClr>
                </a:gs>
                <a:gs pos="100000">
                  <a:srgbClr val="6F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029363">
              <a:off x="995395" y="128613"/>
              <a:ext cx="709349" cy="183392"/>
            </a:xfrm>
            <a:prstGeom prst="ellipse">
              <a:avLst/>
            </a:prstGeom>
            <a:gradFill>
              <a:gsLst>
                <a:gs pos="0">
                  <a:srgbClr val="8BC400">
                    <a:alpha val="32968"/>
                  </a:srgbClr>
                </a:gs>
                <a:gs pos="14286">
                  <a:srgbClr val="8BC400">
                    <a:alpha val="30764"/>
                  </a:srgbClr>
                </a:gs>
                <a:gs pos="28571">
                  <a:srgbClr val="8BC400">
                    <a:alpha val="24833"/>
                  </a:srgbClr>
                </a:gs>
                <a:gs pos="42857">
                  <a:srgbClr val="8BC400">
                    <a:alpha val="17075"/>
                  </a:srgbClr>
                </a:gs>
                <a:gs pos="57143">
                  <a:srgbClr val="8BC400">
                    <a:alpha val="9855"/>
                  </a:srgbClr>
                </a:gs>
                <a:gs pos="71429">
                  <a:srgbClr val="8BC400">
                    <a:alpha val="4740"/>
                  </a:srgbClr>
                </a:gs>
                <a:gs pos="85714">
                  <a:srgbClr val="8BC400">
                    <a:alpha val="1902"/>
                  </a:srgbClr>
                </a:gs>
                <a:gs pos="100000">
                  <a:srgbClr val="8B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-9316011">
              <a:off x="2064807" y="146324"/>
              <a:ext cx="689141" cy="416398"/>
            </a:xfrm>
            <a:prstGeom prst="ellipse">
              <a:avLst/>
            </a:prstGeom>
            <a:gradFill>
              <a:gsLst>
                <a:gs pos="0">
                  <a:srgbClr val="8EC500">
                    <a:alpha val="32968"/>
                  </a:srgbClr>
                </a:gs>
                <a:gs pos="14286">
                  <a:srgbClr val="8EC500">
                    <a:alpha val="30764"/>
                  </a:srgbClr>
                </a:gs>
                <a:gs pos="28571">
                  <a:srgbClr val="8EC500">
                    <a:alpha val="24833"/>
                  </a:srgbClr>
                </a:gs>
                <a:gs pos="42857">
                  <a:srgbClr val="8EC500">
                    <a:alpha val="17075"/>
                  </a:srgbClr>
                </a:gs>
                <a:gs pos="57143">
                  <a:srgbClr val="8EC500">
                    <a:alpha val="9855"/>
                  </a:srgbClr>
                </a:gs>
                <a:gs pos="71429">
                  <a:srgbClr val="8EC500">
                    <a:alpha val="4740"/>
                  </a:srgbClr>
                </a:gs>
                <a:gs pos="85714">
                  <a:srgbClr val="8EC500">
                    <a:alpha val="1902"/>
                  </a:srgbClr>
                </a:gs>
                <a:gs pos="100000">
                  <a:srgbClr val="8E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8426266">
              <a:off x="1885610" y="1784782"/>
              <a:ext cx="765622" cy="211538"/>
            </a:xfrm>
            <a:prstGeom prst="ellipse">
              <a:avLst/>
            </a:prstGeom>
            <a:gradFill>
              <a:gsLst>
                <a:gs pos="0">
                  <a:srgbClr val="FF4500">
                    <a:alpha val="32968"/>
                  </a:srgbClr>
                </a:gs>
                <a:gs pos="14286">
                  <a:srgbClr val="FF4500">
                    <a:alpha val="30764"/>
                  </a:srgbClr>
                </a:gs>
                <a:gs pos="28571">
                  <a:srgbClr val="FF4500">
                    <a:alpha val="24833"/>
                  </a:srgbClr>
                </a:gs>
                <a:gs pos="42857">
                  <a:srgbClr val="FF4500">
                    <a:alpha val="17075"/>
                  </a:srgbClr>
                </a:gs>
                <a:gs pos="57143">
                  <a:srgbClr val="FF4500">
                    <a:alpha val="9855"/>
                  </a:srgbClr>
                </a:gs>
                <a:gs pos="71429">
                  <a:srgbClr val="FF4500">
                    <a:alpha val="4740"/>
                  </a:srgbClr>
                </a:gs>
                <a:gs pos="85714">
                  <a:srgbClr val="FF4500">
                    <a:alpha val="1902"/>
                  </a:srgbClr>
                </a:gs>
                <a:gs pos="100000">
                  <a:srgbClr val="FF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664281">
              <a:off x="3327497" y="1381017"/>
              <a:ext cx="295981" cy="167375"/>
            </a:xfrm>
            <a:prstGeom prst="ellipse">
              <a:avLst/>
            </a:prstGeom>
            <a:gradFill>
              <a:gsLst>
                <a:gs pos="0">
                  <a:srgbClr val="FF9F00">
                    <a:alpha val="21468"/>
                  </a:srgbClr>
                </a:gs>
                <a:gs pos="14286">
                  <a:srgbClr val="FF9F00">
                    <a:alpha val="19918"/>
                  </a:srgbClr>
                </a:gs>
                <a:gs pos="28571">
                  <a:srgbClr val="FF9F00">
                    <a:alpha val="15841"/>
                  </a:srgbClr>
                </a:gs>
                <a:gs pos="42857">
                  <a:srgbClr val="FF9F00">
                    <a:alpha val="10696"/>
                  </a:srgbClr>
                </a:gs>
                <a:gs pos="57143">
                  <a:srgbClr val="FF9F00">
                    <a:alpha val="6076"/>
                  </a:srgbClr>
                </a:gs>
                <a:gs pos="71429">
                  <a:srgbClr val="FF9F00">
                    <a:alpha val="2891"/>
                  </a:srgbClr>
                </a:gs>
                <a:gs pos="85714">
                  <a:srgbClr val="FF9F00">
                    <a:alpha val="1153"/>
                  </a:srgbClr>
                </a:gs>
                <a:gs pos="100000">
                  <a:srgbClr val="FF9F00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543335">
              <a:off x="1224994" y="2179066"/>
              <a:ext cx="749199" cy="277505"/>
            </a:xfrm>
            <a:prstGeom prst="ellipse">
              <a:avLst/>
            </a:prstGeom>
            <a:gradFill>
              <a:gsLst>
                <a:gs pos="0">
                  <a:srgbClr val="AFFD00">
                    <a:alpha val="32968"/>
                  </a:srgbClr>
                </a:gs>
                <a:gs pos="14286">
                  <a:srgbClr val="AFFD00">
                    <a:alpha val="30764"/>
                  </a:srgbClr>
                </a:gs>
                <a:gs pos="28571">
                  <a:srgbClr val="AFFD00">
                    <a:alpha val="24833"/>
                  </a:srgbClr>
                </a:gs>
                <a:gs pos="42857">
                  <a:srgbClr val="AFFD00">
                    <a:alpha val="17075"/>
                  </a:srgbClr>
                </a:gs>
                <a:gs pos="57143">
                  <a:srgbClr val="AFFD00">
                    <a:alpha val="9855"/>
                  </a:srgbClr>
                </a:gs>
                <a:gs pos="71429">
                  <a:srgbClr val="AFFD00">
                    <a:alpha val="4740"/>
                  </a:srgbClr>
                </a:gs>
                <a:gs pos="85714">
                  <a:srgbClr val="AFFD00">
                    <a:alpha val="1902"/>
                  </a:srgbClr>
                </a:gs>
                <a:gs pos="100000">
                  <a:srgbClr val="AFF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3413993">
              <a:off x="2663970" y="662519"/>
              <a:ext cx="793438" cy="361276"/>
            </a:xfrm>
            <a:prstGeom prst="ellipse">
              <a:avLst/>
            </a:prstGeom>
            <a:gradFill>
              <a:gsLst>
                <a:gs pos="0">
                  <a:srgbClr val="94F400">
                    <a:alpha val="32968"/>
                  </a:srgbClr>
                </a:gs>
                <a:gs pos="14286">
                  <a:srgbClr val="94F400">
                    <a:alpha val="30764"/>
                  </a:srgbClr>
                </a:gs>
                <a:gs pos="28571">
                  <a:srgbClr val="94F400">
                    <a:alpha val="24833"/>
                  </a:srgbClr>
                </a:gs>
                <a:gs pos="42857">
                  <a:srgbClr val="94F400">
                    <a:alpha val="17075"/>
                  </a:srgbClr>
                </a:gs>
                <a:gs pos="57143">
                  <a:srgbClr val="94F400">
                    <a:alpha val="9855"/>
                  </a:srgbClr>
                </a:gs>
                <a:gs pos="71429">
                  <a:srgbClr val="94F400">
                    <a:alpha val="4740"/>
                  </a:srgbClr>
                </a:gs>
                <a:gs pos="85714">
                  <a:srgbClr val="94F400">
                    <a:alpha val="1902"/>
                  </a:srgbClr>
                </a:gs>
                <a:gs pos="100000">
                  <a:srgbClr val="94F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7364881">
              <a:off x="2302275" y="873925"/>
              <a:ext cx="659597" cy="220430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10307456">
              <a:off x="1705736" y="3194395"/>
              <a:ext cx="699068" cy="402367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6386878">
              <a:off x="743722" y="1129618"/>
              <a:ext cx="688873" cy="186490"/>
            </a:xfrm>
            <a:prstGeom prst="ellipse">
              <a:avLst/>
            </a:prstGeom>
            <a:gradFill>
              <a:gsLst>
                <a:gs pos="0">
                  <a:srgbClr val="7AC200">
                    <a:alpha val="32968"/>
                  </a:srgbClr>
                </a:gs>
                <a:gs pos="14286">
                  <a:srgbClr val="7AC200">
                    <a:alpha val="30764"/>
                  </a:srgbClr>
                </a:gs>
                <a:gs pos="28571">
                  <a:srgbClr val="7AC200">
                    <a:alpha val="24833"/>
                  </a:srgbClr>
                </a:gs>
                <a:gs pos="42857">
                  <a:srgbClr val="7AC200">
                    <a:alpha val="17075"/>
                  </a:srgbClr>
                </a:gs>
                <a:gs pos="57143">
                  <a:srgbClr val="7AC200">
                    <a:alpha val="9855"/>
                  </a:srgbClr>
                </a:gs>
                <a:gs pos="71429">
                  <a:srgbClr val="7AC200">
                    <a:alpha val="4740"/>
                  </a:srgbClr>
                </a:gs>
                <a:gs pos="85714">
                  <a:srgbClr val="7AC200">
                    <a:alpha val="1902"/>
                  </a:srgbClr>
                </a:gs>
                <a:gs pos="100000">
                  <a:srgbClr val="7A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146275">
              <a:off x="2249163" y="2807387"/>
              <a:ext cx="304228" cy="231818"/>
            </a:xfrm>
            <a:prstGeom prst="ellipse">
              <a:avLst/>
            </a:prstGeom>
            <a:gradFill>
              <a:gsLst>
                <a:gs pos="0">
                  <a:srgbClr val="FF8CFF">
                    <a:alpha val="10044"/>
                  </a:srgbClr>
                </a:gs>
                <a:gs pos="14286">
                  <a:srgbClr val="FF8CFF">
                    <a:alpha val="9271"/>
                  </a:srgbClr>
                </a:gs>
                <a:gs pos="28571">
                  <a:srgbClr val="FF8CFF">
                    <a:alpha val="7276"/>
                  </a:srgbClr>
                </a:gs>
                <a:gs pos="42857">
                  <a:srgbClr val="FF8CFF">
                    <a:alpha val="4834"/>
                  </a:srgbClr>
                </a:gs>
                <a:gs pos="57143">
                  <a:srgbClr val="FF8CFF">
                    <a:alpha val="2708"/>
                  </a:srgbClr>
                </a:gs>
                <a:gs pos="71429">
                  <a:srgbClr val="FF8CFF">
                    <a:alpha val="1277"/>
                  </a:srgbClr>
                </a:gs>
                <a:gs pos="85714">
                  <a:srgbClr val="FF8CFF">
                    <a:alpha val="507"/>
                  </a:srgbClr>
                </a:gs>
                <a:gs pos="100000">
                  <a:srgbClr val="FF8CFF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8570412">
              <a:off x="1920880" y="2389950"/>
              <a:ext cx="552247" cy="382177"/>
            </a:xfrm>
            <a:prstGeom prst="ellipse">
              <a:avLst/>
            </a:prstGeom>
            <a:gradFill>
              <a:gsLst>
                <a:gs pos="0">
                  <a:srgbClr val="4E5000">
                    <a:alpha val="31252"/>
                  </a:srgbClr>
                </a:gs>
                <a:gs pos="14286">
                  <a:srgbClr val="4E5000">
                    <a:alpha val="29137"/>
                  </a:srgbClr>
                </a:gs>
                <a:gs pos="28571">
                  <a:srgbClr val="4E5000">
                    <a:alpha val="23465"/>
                  </a:srgbClr>
                </a:gs>
                <a:gs pos="42857">
                  <a:srgbClr val="4E5000">
                    <a:alpha val="16088"/>
                  </a:srgbClr>
                </a:gs>
                <a:gs pos="57143">
                  <a:srgbClr val="4E5000">
                    <a:alpha val="9262"/>
                  </a:srgbClr>
                </a:gs>
                <a:gs pos="71429">
                  <a:srgbClr val="4E5000">
                    <a:alpha val="4448"/>
                  </a:srgbClr>
                </a:gs>
                <a:gs pos="85714">
                  <a:srgbClr val="4E5000">
                    <a:alpha val="1783"/>
                  </a:srgbClr>
                </a:gs>
                <a:gs pos="100000">
                  <a:srgbClr val="4E50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853842">
              <a:off x="1586985" y="2122606"/>
              <a:ext cx="657968" cy="426438"/>
            </a:xfrm>
            <a:prstGeom prst="ellipse">
              <a:avLst/>
            </a:prstGeom>
            <a:gradFill>
              <a:gsLst>
                <a:gs pos="0">
                  <a:srgbClr val="A6DB00">
                    <a:alpha val="32968"/>
                  </a:srgbClr>
                </a:gs>
                <a:gs pos="14286">
                  <a:srgbClr val="A6DB00">
                    <a:alpha val="30764"/>
                  </a:srgbClr>
                </a:gs>
                <a:gs pos="28571">
                  <a:srgbClr val="A6DB00">
                    <a:alpha val="24833"/>
                  </a:srgbClr>
                </a:gs>
                <a:gs pos="42857">
                  <a:srgbClr val="A6DB00">
                    <a:alpha val="17075"/>
                  </a:srgbClr>
                </a:gs>
                <a:gs pos="57143">
                  <a:srgbClr val="A6DB00">
                    <a:alpha val="9855"/>
                  </a:srgbClr>
                </a:gs>
                <a:gs pos="71429">
                  <a:srgbClr val="A6DB00">
                    <a:alpha val="4740"/>
                  </a:srgbClr>
                </a:gs>
                <a:gs pos="85714">
                  <a:srgbClr val="A6DB00">
                    <a:alpha val="1902"/>
                  </a:srgbClr>
                </a:gs>
                <a:gs pos="100000">
                  <a:srgbClr val="A6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10198509">
              <a:off x="1832174" y="3119301"/>
              <a:ext cx="712676" cy="458017"/>
            </a:xfrm>
            <a:prstGeom prst="ellipse">
              <a:avLst/>
            </a:prstGeom>
            <a:gradFill>
              <a:gsLst>
                <a:gs pos="0">
                  <a:srgbClr val="FE7100">
                    <a:alpha val="32968"/>
                  </a:srgbClr>
                </a:gs>
                <a:gs pos="14286">
                  <a:srgbClr val="FE7100">
                    <a:alpha val="30764"/>
                  </a:srgbClr>
                </a:gs>
                <a:gs pos="28571">
                  <a:srgbClr val="FE7100">
                    <a:alpha val="24833"/>
                  </a:srgbClr>
                </a:gs>
                <a:gs pos="42857">
                  <a:srgbClr val="FE7100">
                    <a:alpha val="17075"/>
                  </a:srgbClr>
                </a:gs>
                <a:gs pos="57143">
                  <a:srgbClr val="FE7100">
                    <a:alpha val="9855"/>
                  </a:srgbClr>
                </a:gs>
                <a:gs pos="71429">
                  <a:srgbClr val="FE7100">
                    <a:alpha val="4740"/>
                  </a:srgbClr>
                </a:gs>
                <a:gs pos="85714">
                  <a:srgbClr val="FE7100">
                    <a:alpha val="1902"/>
                  </a:srgbClr>
                </a:gs>
                <a:gs pos="100000">
                  <a:srgbClr val="FE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5780612">
              <a:off x="-20132" y="1675238"/>
              <a:ext cx="520796" cy="379419"/>
            </a:xfrm>
            <a:prstGeom prst="ellipse">
              <a:avLst/>
            </a:prstGeom>
            <a:gradFill>
              <a:gsLst>
                <a:gs pos="0">
                  <a:srgbClr val="446700">
                    <a:alpha val="32968"/>
                  </a:srgbClr>
                </a:gs>
                <a:gs pos="14286">
                  <a:srgbClr val="446700">
                    <a:alpha val="30764"/>
                  </a:srgbClr>
                </a:gs>
                <a:gs pos="28571">
                  <a:srgbClr val="446700">
                    <a:alpha val="24833"/>
                  </a:srgbClr>
                </a:gs>
                <a:gs pos="42857">
                  <a:srgbClr val="446700">
                    <a:alpha val="17075"/>
                  </a:srgbClr>
                </a:gs>
                <a:gs pos="57143">
                  <a:srgbClr val="446700">
                    <a:alpha val="9855"/>
                  </a:srgbClr>
                </a:gs>
                <a:gs pos="71429">
                  <a:srgbClr val="446700">
                    <a:alpha val="4740"/>
                  </a:srgbClr>
                </a:gs>
                <a:gs pos="85714">
                  <a:srgbClr val="446700">
                    <a:alpha val="1902"/>
                  </a:srgbClr>
                </a:gs>
                <a:gs pos="100000">
                  <a:srgbClr val="44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6917341">
              <a:off x="1653200" y="2320294"/>
              <a:ext cx="738427" cy="401431"/>
            </a:xfrm>
            <a:prstGeom prst="ellipse">
              <a:avLst/>
            </a:prstGeom>
            <a:gradFill>
              <a:gsLst>
                <a:gs pos="0">
                  <a:srgbClr val="BFFF00">
                    <a:alpha val="32968"/>
                  </a:srgbClr>
                </a:gs>
                <a:gs pos="14286">
                  <a:srgbClr val="BFFF00">
                    <a:alpha val="30764"/>
                  </a:srgbClr>
                </a:gs>
                <a:gs pos="28571">
                  <a:srgbClr val="BFFF00">
                    <a:alpha val="24833"/>
                  </a:srgbClr>
                </a:gs>
                <a:gs pos="42857">
                  <a:srgbClr val="BFFF00">
                    <a:alpha val="17075"/>
                  </a:srgbClr>
                </a:gs>
                <a:gs pos="57143">
                  <a:srgbClr val="BFFF00">
                    <a:alpha val="9855"/>
                  </a:srgbClr>
                </a:gs>
                <a:gs pos="71429">
                  <a:srgbClr val="BFFF00">
                    <a:alpha val="4740"/>
                  </a:srgbClr>
                </a:gs>
                <a:gs pos="85714">
                  <a:srgbClr val="BFFF00">
                    <a:alpha val="1902"/>
                  </a:srgbClr>
                </a:gs>
                <a:gs pos="100000">
                  <a:srgbClr val="B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8469388">
              <a:off x="736787" y="2983858"/>
              <a:ext cx="689553" cy="418410"/>
            </a:xfrm>
            <a:prstGeom prst="ellipse">
              <a:avLst/>
            </a:prstGeom>
            <a:gradFill>
              <a:gsLst>
                <a:gs pos="0">
                  <a:srgbClr val="FF2D00">
                    <a:alpha val="32968"/>
                  </a:srgbClr>
                </a:gs>
                <a:gs pos="14286">
                  <a:srgbClr val="FF2D00">
                    <a:alpha val="30764"/>
                  </a:srgbClr>
                </a:gs>
                <a:gs pos="28571">
                  <a:srgbClr val="FF2D00">
                    <a:alpha val="24833"/>
                  </a:srgbClr>
                </a:gs>
                <a:gs pos="42857">
                  <a:srgbClr val="FF2D00">
                    <a:alpha val="17075"/>
                  </a:srgbClr>
                </a:gs>
                <a:gs pos="57143">
                  <a:srgbClr val="FF2D00">
                    <a:alpha val="9855"/>
                  </a:srgbClr>
                </a:gs>
                <a:gs pos="71429">
                  <a:srgbClr val="FF2D00">
                    <a:alpha val="4740"/>
                  </a:srgbClr>
                </a:gs>
                <a:gs pos="85714">
                  <a:srgbClr val="FF2D00">
                    <a:alpha val="1902"/>
                  </a:srgbClr>
                </a:gs>
                <a:gs pos="100000">
                  <a:srgbClr val="FF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6595948">
              <a:off x="2413509" y="924705"/>
              <a:ext cx="571442" cy="253957"/>
            </a:xfrm>
            <a:prstGeom prst="ellipse">
              <a:avLst/>
            </a:prstGeom>
            <a:gradFill>
              <a:gsLst>
                <a:gs pos="0">
                  <a:srgbClr val="247E00">
                    <a:alpha val="32968"/>
                  </a:srgbClr>
                </a:gs>
                <a:gs pos="14286">
                  <a:srgbClr val="247E00">
                    <a:alpha val="30764"/>
                  </a:srgbClr>
                </a:gs>
                <a:gs pos="28571">
                  <a:srgbClr val="247E00">
                    <a:alpha val="24833"/>
                  </a:srgbClr>
                </a:gs>
                <a:gs pos="42857">
                  <a:srgbClr val="247E00">
                    <a:alpha val="17075"/>
                  </a:srgbClr>
                </a:gs>
                <a:gs pos="57143">
                  <a:srgbClr val="247E00">
                    <a:alpha val="9855"/>
                  </a:srgbClr>
                </a:gs>
                <a:gs pos="71429">
                  <a:srgbClr val="247E00">
                    <a:alpha val="4740"/>
                  </a:srgbClr>
                </a:gs>
                <a:gs pos="85714">
                  <a:srgbClr val="247E00">
                    <a:alpha val="1902"/>
                  </a:srgbClr>
                </a:gs>
                <a:gs pos="100000">
                  <a:srgbClr val="24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-8245749">
              <a:off x="339758" y="2711422"/>
              <a:ext cx="599224" cy="374307"/>
            </a:xfrm>
            <a:prstGeom prst="ellipse">
              <a:avLst/>
            </a:prstGeom>
            <a:gradFill>
              <a:gsLst>
                <a:gs pos="0">
                  <a:srgbClr val="FF6700">
                    <a:alpha val="32968"/>
                  </a:srgbClr>
                </a:gs>
                <a:gs pos="14286">
                  <a:srgbClr val="FF6700">
                    <a:alpha val="30764"/>
                  </a:srgbClr>
                </a:gs>
                <a:gs pos="28571">
                  <a:srgbClr val="FF6700">
                    <a:alpha val="24833"/>
                  </a:srgbClr>
                </a:gs>
                <a:gs pos="42857">
                  <a:srgbClr val="FF6700">
                    <a:alpha val="17075"/>
                  </a:srgbClr>
                </a:gs>
                <a:gs pos="57143">
                  <a:srgbClr val="FF6700">
                    <a:alpha val="9855"/>
                  </a:srgbClr>
                </a:gs>
                <a:gs pos="71429">
                  <a:srgbClr val="FF6700">
                    <a:alpha val="4740"/>
                  </a:srgbClr>
                </a:gs>
                <a:gs pos="85714">
                  <a:srgbClr val="FF6700">
                    <a:alpha val="1902"/>
                  </a:srgbClr>
                </a:gs>
                <a:gs pos="100000">
                  <a:srgbClr val="FF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7592988">
              <a:off x="878935" y="797928"/>
              <a:ext cx="727693" cy="183493"/>
            </a:xfrm>
            <a:prstGeom prst="ellipse">
              <a:avLst/>
            </a:prstGeom>
            <a:gradFill>
              <a:gsLst>
                <a:gs pos="0">
                  <a:srgbClr val="59AE00">
                    <a:alpha val="32968"/>
                  </a:srgbClr>
                </a:gs>
                <a:gs pos="14286">
                  <a:srgbClr val="59AE00">
                    <a:alpha val="30764"/>
                  </a:srgbClr>
                </a:gs>
                <a:gs pos="28571">
                  <a:srgbClr val="59AE00">
                    <a:alpha val="24833"/>
                  </a:srgbClr>
                </a:gs>
                <a:gs pos="42857">
                  <a:srgbClr val="59AE00">
                    <a:alpha val="17075"/>
                  </a:srgbClr>
                </a:gs>
                <a:gs pos="57143">
                  <a:srgbClr val="59AE00">
                    <a:alpha val="9855"/>
                  </a:srgbClr>
                </a:gs>
                <a:gs pos="71429">
                  <a:srgbClr val="59AE00">
                    <a:alpha val="4740"/>
                  </a:srgbClr>
                </a:gs>
                <a:gs pos="85714">
                  <a:srgbClr val="59AE00">
                    <a:alpha val="1902"/>
                  </a:srgbClr>
                </a:gs>
                <a:gs pos="100000">
                  <a:srgbClr val="59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9451368">
              <a:off x="1279899" y="533013"/>
              <a:ext cx="717833" cy="181538"/>
            </a:xfrm>
            <a:prstGeom prst="ellipse">
              <a:avLst/>
            </a:prstGeom>
            <a:gradFill>
              <a:gsLst>
                <a:gs pos="0">
                  <a:srgbClr val="7CB800">
                    <a:alpha val="32968"/>
                  </a:srgbClr>
                </a:gs>
                <a:gs pos="14286">
                  <a:srgbClr val="7CB800">
                    <a:alpha val="30764"/>
                  </a:srgbClr>
                </a:gs>
                <a:gs pos="28571">
                  <a:srgbClr val="7CB800">
                    <a:alpha val="24833"/>
                  </a:srgbClr>
                </a:gs>
                <a:gs pos="42857">
                  <a:srgbClr val="7CB800">
                    <a:alpha val="17075"/>
                  </a:srgbClr>
                </a:gs>
                <a:gs pos="57143">
                  <a:srgbClr val="7CB800">
                    <a:alpha val="9855"/>
                  </a:srgbClr>
                </a:gs>
                <a:gs pos="71429">
                  <a:srgbClr val="7CB800">
                    <a:alpha val="4740"/>
                  </a:srgbClr>
                </a:gs>
                <a:gs pos="85714">
                  <a:srgbClr val="7CB800">
                    <a:alpha val="1902"/>
                  </a:srgbClr>
                </a:gs>
                <a:gs pos="100000">
                  <a:srgbClr val="7C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7975806">
              <a:off x="1631420" y="2313591"/>
              <a:ext cx="718594" cy="176692"/>
            </a:xfrm>
            <a:prstGeom prst="ellipse">
              <a:avLst/>
            </a:prstGeom>
            <a:gradFill>
              <a:gsLst>
                <a:gs pos="0">
                  <a:srgbClr val="5A0054">
                    <a:alpha val="32968"/>
                  </a:srgbClr>
                </a:gs>
                <a:gs pos="14286">
                  <a:srgbClr val="5A0054">
                    <a:alpha val="30764"/>
                  </a:srgbClr>
                </a:gs>
                <a:gs pos="28571">
                  <a:srgbClr val="5A0054">
                    <a:alpha val="24833"/>
                  </a:srgbClr>
                </a:gs>
                <a:gs pos="42857">
                  <a:srgbClr val="5A0054">
                    <a:alpha val="17075"/>
                  </a:srgbClr>
                </a:gs>
                <a:gs pos="57143">
                  <a:srgbClr val="5A0054">
                    <a:alpha val="9855"/>
                  </a:srgbClr>
                </a:gs>
                <a:gs pos="71429">
                  <a:srgbClr val="5A0054">
                    <a:alpha val="4740"/>
                  </a:srgbClr>
                </a:gs>
                <a:gs pos="85714">
                  <a:srgbClr val="5A0054">
                    <a:alpha val="1902"/>
                  </a:srgbClr>
                </a:gs>
                <a:gs pos="100000">
                  <a:srgbClr val="5A00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9003525">
              <a:off x="883900" y="2906295"/>
              <a:ext cx="720841" cy="594168"/>
            </a:xfrm>
            <a:prstGeom prst="ellipse">
              <a:avLst/>
            </a:prstGeom>
            <a:gradFill>
              <a:gsLst>
                <a:gs pos="0">
                  <a:srgbClr val="FFA200">
                    <a:alpha val="32968"/>
                  </a:srgbClr>
                </a:gs>
                <a:gs pos="14286">
                  <a:srgbClr val="FFA200">
                    <a:alpha val="30764"/>
                  </a:srgbClr>
                </a:gs>
                <a:gs pos="28571">
                  <a:srgbClr val="FFA200">
                    <a:alpha val="24833"/>
                  </a:srgbClr>
                </a:gs>
                <a:gs pos="42857">
                  <a:srgbClr val="FFA200">
                    <a:alpha val="17075"/>
                  </a:srgbClr>
                </a:gs>
                <a:gs pos="57143">
                  <a:srgbClr val="FFA200">
                    <a:alpha val="9855"/>
                  </a:srgbClr>
                </a:gs>
                <a:gs pos="71429">
                  <a:srgbClr val="FFA200">
                    <a:alpha val="4740"/>
                  </a:srgbClr>
                </a:gs>
                <a:gs pos="85714">
                  <a:srgbClr val="FFA200">
                    <a:alpha val="1902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9126476">
              <a:off x="207700" y="2082220"/>
              <a:ext cx="546779" cy="239648"/>
            </a:xfrm>
            <a:prstGeom prst="ellipse">
              <a:avLst/>
            </a:prstGeom>
            <a:gradFill>
              <a:gsLst>
                <a:gs pos="0">
                  <a:srgbClr val="CBFF00">
                    <a:alpha val="22335"/>
                  </a:srgbClr>
                </a:gs>
                <a:gs pos="14286">
                  <a:srgbClr val="CBFF00">
                    <a:alpha val="20730"/>
                  </a:srgbClr>
                </a:gs>
                <a:gs pos="28571">
                  <a:srgbClr val="CBFF00">
                    <a:alpha val="16505"/>
                  </a:srgbClr>
                </a:gs>
                <a:gs pos="42857">
                  <a:srgbClr val="CBFF00">
                    <a:alpha val="11158"/>
                  </a:srgbClr>
                </a:gs>
                <a:gs pos="57143">
                  <a:srgbClr val="CBFF00">
                    <a:alpha val="6346"/>
                  </a:srgbClr>
                </a:gs>
                <a:gs pos="71429">
                  <a:srgbClr val="CBFF00">
                    <a:alpha val="3022"/>
                  </a:srgbClr>
                </a:gs>
                <a:gs pos="85714">
                  <a:srgbClr val="CBFF00">
                    <a:alpha val="1206"/>
                  </a:srgbClr>
                </a:gs>
                <a:gs pos="100000">
                  <a:srgbClr val="CBFF00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6288568">
              <a:off x="2224308" y="1501826"/>
              <a:ext cx="252356" cy="153287"/>
            </a:xfrm>
            <a:prstGeom prst="ellipse">
              <a:avLst/>
            </a:prstGeom>
            <a:gradFill>
              <a:gsLst>
                <a:gs pos="0">
                  <a:srgbClr val="FFFFA9">
                    <a:alpha val="16629"/>
                  </a:srgbClr>
                </a:gs>
                <a:gs pos="14286">
                  <a:srgbClr val="FFFFA9">
                    <a:alpha val="15393"/>
                  </a:srgbClr>
                </a:gs>
                <a:gs pos="28571">
                  <a:srgbClr val="FFFFA9">
                    <a:alpha val="12172"/>
                  </a:srgbClr>
                </a:gs>
                <a:gs pos="42857">
                  <a:srgbClr val="FFFFA9">
                    <a:alpha val="8161"/>
                  </a:srgbClr>
                </a:gs>
                <a:gs pos="57143">
                  <a:srgbClr val="FFFFA9">
                    <a:alpha val="4608"/>
                  </a:srgbClr>
                </a:gs>
                <a:gs pos="71429">
                  <a:srgbClr val="FFFFA9">
                    <a:alpha val="2184"/>
                  </a:srgbClr>
                </a:gs>
                <a:gs pos="85714">
                  <a:srgbClr val="FFFFA9">
                    <a:alpha val="869"/>
                  </a:srgbClr>
                </a:gs>
                <a:gs pos="100000">
                  <a:srgbClr val="FFFFA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8077055">
              <a:off x="52103" y="1756693"/>
              <a:ext cx="626986" cy="427911"/>
            </a:xfrm>
            <a:prstGeom prst="ellipse">
              <a:avLst/>
            </a:prstGeom>
            <a:gradFill>
              <a:gsLst>
                <a:gs pos="0">
                  <a:srgbClr val="000020">
                    <a:alpha val="25601"/>
                  </a:srgbClr>
                </a:gs>
                <a:gs pos="14286">
                  <a:srgbClr val="000020">
                    <a:alpha val="23800"/>
                  </a:srgbClr>
                </a:gs>
                <a:gs pos="28571">
                  <a:srgbClr val="000020">
                    <a:alpha val="19026"/>
                  </a:srgbClr>
                </a:gs>
                <a:gs pos="42857">
                  <a:srgbClr val="000020">
                    <a:alpha val="12928"/>
                  </a:srgbClr>
                </a:gs>
                <a:gs pos="57143">
                  <a:srgbClr val="000020">
                    <a:alpha val="7384"/>
                  </a:srgbClr>
                </a:gs>
                <a:gs pos="71429">
                  <a:srgbClr val="000020">
                    <a:alpha val="3527"/>
                  </a:srgbClr>
                </a:gs>
                <a:gs pos="85714">
                  <a:srgbClr val="000020">
                    <a:alpha val="1410"/>
                  </a:srgbClr>
                </a:gs>
                <a:gs pos="100000">
                  <a:srgbClr val="00002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111689">
              <a:off x="1070182" y="1433584"/>
              <a:ext cx="406086" cy="78891"/>
            </a:xfrm>
            <a:prstGeom prst="ellipse">
              <a:avLst/>
            </a:prstGeom>
            <a:gradFill>
              <a:gsLst>
                <a:gs pos="0">
                  <a:srgbClr val="FF0000">
                    <a:alpha val="14825"/>
                  </a:srgbClr>
                </a:gs>
                <a:gs pos="14286">
                  <a:srgbClr val="FF0000">
                    <a:alpha val="13712"/>
                  </a:srgbClr>
                </a:gs>
                <a:gs pos="28571">
                  <a:srgbClr val="FF0000">
                    <a:alpha val="10820"/>
                  </a:srgbClr>
                </a:gs>
                <a:gs pos="42857">
                  <a:srgbClr val="FF0000">
                    <a:alpha val="7236"/>
                  </a:srgbClr>
                </a:gs>
                <a:gs pos="57143">
                  <a:srgbClr val="FF0000">
                    <a:alpha val="4076"/>
                  </a:srgbClr>
                </a:gs>
                <a:gs pos="71429">
                  <a:srgbClr val="FF0000">
                    <a:alpha val="1929"/>
                  </a:srgbClr>
                </a:gs>
                <a:gs pos="85714">
                  <a:srgbClr val="FF0000">
                    <a:alpha val="767"/>
                  </a:srgbClr>
                </a:gs>
                <a:gs pos="100000">
                  <a:srgbClr val="FF00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6002611">
              <a:off x="-128433" y="1563838"/>
              <a:ext cx="690729" cy="288963"/>
            </a:xfrm>
            <a:prstGeom prst="ellipse">
              <a:avLst/>
            </a:prstGeom>
            <a:gradFill>
              <a:gsLst>
                <a:gs pos="0">
                  <a:srgbClr val="87C100">
                    <a:alpha val="32968"/>
                  </a:srgbClr>
                </a:gs>
                <a:gs pos="14286">
                  <a:srgbClr val="87C100">
                    <a:alpha val="30764"/>
                  </a:srgbClr>
                </a:gs>
                <a:gs pos="28571">
                  <a:srgbClr val="87C100">
                    <a:alpha val="24833"/>
                  </a:srgbClr>
                </a:gs>
                <a:gs pos="42857">
                  <a:srgbClr val="87C100">
                    <a:alpha val="17075"/>
                  </a:srgbClr>
                </a:gs>
                <a:gs pos="57143">
                  <a:srgbClr val="87C100">
                    <a:alpha val="9855"/>
                  </a:srgbClr>
                </a:gs>
                <a:gs pos="71429">
                  <a:srgbClr val="87C100">
                    <a:alpha val="4740"/>
                  </a:srgbClr>
                </a:gs>
                <a:gs pos="85714">
                  <a:srgbClr val="87C100">
                    <a:alpha val="1902"/>
                  </a:srgbClr>
                </a:gs>
                <a:gs pos="100000">
                  <a:srgbClr val="87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-10636164">
              <a:off x="1371265" y="3215087"/>
              <a:ext cx="668435" cy="390572"/>
            </a:xfrm>
            <a:prstGeom prst="ellipse">
              <a:avLst/>
            </a:prstGeom>
            <a:gradFill>
              <a:gsLst>
                <a:gs pos="0">
                  <a:srgbClr val="FD7B00">
                    <a:alpha val="32968"/>
                  </a:srgbClr>
                </a:gs>
                <a:gs pos="14286">
                  <a:srgbClr val="FD7B00">
                    <a:alpha val="30764"/>
                  </a:srgbClr>
                </a:gs>
                <a:gs pos="28571">
                  <a:srgbClr val="FD7B00">
                    <a:alpha val="24833"/>
                  </a:srgbClr>
                </a:gs>
                <a:gs pos="42857">
                  <a:srgbClr val="FD7B00">
                    <a:alpha val="17075"/>
                  </a:srgbClr>
                </a:gs>
                <a:gs pos="57143">
                  <a:srgbClr val="FD7B00">
                    <a:alpha val="9855"/>
                  </a:srgbClr>
                </a:gs>
                <a:gs pos="71429">
                  <a:srgbClr val="FD7B00">
                    <a:alpha val="4740"/>
                  </a:srgbClr>
                </a:gs>
                <a:gs pos="85714">
                  <a:srgbClr val="FD7B00">
                    <a:alpha val="1902"/>
                  </a:srgbClr>
                </a:gs>
                <a:gs pos="100000">
                  <a:srgbClr val="FD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-10080600">
              <a:off x="1539214" y="1897612"/>
              <a:ext cx="789886" cy="287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8643171">
              <a:off x="734012" y="1207062"/>
              <a:ext cx="472506" cy="306405"/>
            </a:xfrm>
            <a:prstGeom prst="ellipse">
              <a:avLst/>
            </a:prstGeom>
            <a:gradFill>
              <a:gsLst>
                <a:gs pos="0">
                  <a:srgbClr val="B0EE00">
                    <a:alpha val="27686"/>
                  </a:srgbClr>
                </a:gs>
                <a:gs pos="14286">
                  <a:srgbClr val="B0EE00">
                    <a:alpha val="25765"/>
                  </a:srgbClr>
                </a:gs>
                <a:gs pos="28571">
                  <a:srgbClr val="B0EE00">
                    <a:alpha val="20652"/>
                  </a:srgbClr>
                </a:gs>
                <a:gs pos="42857">
                  <a:srgbClr val="B0EE00">
                    <a:alpha val="14078"/>
                  </a:srgbClr>
                </a:gs>
                <a:gs pos="57143">
                  <a:srgbClr val="B0EE00">
                    <a:alpha val="8064"/>
                  </a:srgbClr>
                </a:gs>
                <a:gs pos="71429">
                  <a:srgbClr val="B0EE00">
                    <a:alpha val="3859"/>
                  </a:srgbClr>
                </a:gs>
                <a:gs pos="85714">
                  <a:srgbClr val="B0EE00">
                    <a:alpha val="1544"/>
                  </a:srgbClr>
                </a:gs>
                <a:gs pos="100000">
                  <a:srgbClr val="B0EE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4392304">
              <a:off x="2108922" y="2232801"/>
              <a:ext cx="769504" cy="77029"/>
            </a:xfrm>
            <a:prstGeom prst="ellipse">
              <a:avLst/>
            </a:prstGeom>
            <a:gradFill>
              <a:gsLst>
                <a:gs pos="0">
                  <a:srgbClr val="F88000">
                    <a:alpha val="32968"/>
                  </a:srgbClr>
                </a:gs>
                <a:gs pos="14286">
                  <a:srgbClr val="F88000">
                    <a:alpha val="30764"/>
                  </a:srgbClr>
                </a:gs>
                <a:gs pos="28571">
                  <a:srgbClr val="F88000">
                    <a:alpha val="24833"/>
                  </a:srgbClr>
                </a:gs>
                <a:gs pos="42857">
                  <a:srgbClr val="F88000">
                    <a:alpha val="17075"/>
                  </a:srgbClr>
                </a:gs>
                <a:gs pos="57143">
                  <a:srgbClr val="F88000">
                    <a:alpha val="9855"/>
                  </a:srgbClr>
                </a:gs>
                <a:gs pos="71429">
                  <a:srgbClr val="F88000">
                    <a:alpha val="4740"/>
                  </a:srgbClr>
                </a:gs>
                <a:gs pos="85714">
                  <a:srgbClr val="F88000">
                    <a:alpha val="1902"/>
                  </a:srgbClr>
                </a:gs>
                <a:gs pos="100000">
                  <a:srgbClr val="F8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2755930">
              <a:off x="2404616" y="1084208"/>
              <a:ext cx="560118" cy="192212"/>
            </a:xfrm>
            <a:prstGeom prst="ellipse">
              <a:avLst/>
            </a:prstGeom>
            <a:gradFill>
              <a:gsLst>
                <a:gs pos="0">
                  <a:srgbClr val="C5F84D">
                    <a:alpha val="26834"/>
                  </a:srgbClr>
                </a:gs>
                <a:gs pos="14286">
                  <a:srgbClr val="C5F84D">
                    <a:alpha val="24962"/>
                  </a:srgbClr>
                </a:gs>
                <a:gs pos="28571">
                  <a:srgbClr val="C5F84D">
                    <a:alpha val="19986"/>
                  </a:srgbClr>
                </a:gs>
                <a:gs pos="42857">
                  <a:srgbClr val="C5F84D">
                    <a:alpha val="13606"/>
                  </a:srgbClr>
                </a:gs>
                <a:gs pos="57143">
                  <a:srgbClr val="C5F84D">
                    <a:alpha val="7784"/>
                  </a:srgbClr>
                </a:gs>
                <a:gs pos="71429">
                  <a:srgbClr val="C5F84D">
                    <a:alpha val="3722"/>
                  </a:srgbClr>
                </a:gs>
                <a:gs pos="85714">
                  <a:srgbClr val="C5F84D">
                    <a:alpha val="1489"/>
                  </a:srgbClr>
                </a:gs>
                <a:gs pos="100000">
                  <a:srgbClr val="C5F84D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2841528">
              <a:off x="2730815" y="637244"/>
              <a:ext cx="759026" cy="191932"/>
            </a:xfrm>
            <a:prstGeom prst="ellipse">
              <a:avLst/>
            </a:prstGeom>
            <a:gradFill>
              <a:gsLst>
                <a:gs pos="0">
                  <a:srgbClr val="87CA00">
                    <a:alpha val="32968"/>
                  </a:srgbClr>
                </a:gs>
                <a:gs pos="14286">
                  <a:srgbClr val="87CA00">
                    <a:alpha val="30764"/>
                  </a:srgbClr>
                </a:gs>
                <a:gs pos="28571">
                  <a:srgbClr val="87CA00">
                    <a:alpha val="24833"/>
                  </a:srgbClr>
                </a:gs>
                <a:gs pos="42857">
                  <a:srgbClr val="87CA00">
                    <a:alpha val="17075"/>
                  </a:srgbClr>
                </a:gs>
                <a:gs pos="57143">
                  <a:srgbClr val="87CA00">
                    <a:alpha val="9855"/>
                  </a:srgbClr>
                </a:gs>
                <a:gs pos="71429">
                  <a:srgbClr val="87CA00">
                    <a:alpha val="4740"/>
                  </a:srgbClr>
                </a:gs>
                <a:gs pos="85714">
                  <a:srgbClr val="87CA00">
                    <a:alpha val="1902"/>
                  </a:srgbClr>
                </a:gs>
                <a:gs pos="100000">
                  <a:srgbClr val="87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8662457">
              <a:off x="2651505" y="2754469"/>
              <a:ext cx="343319" cy="342444"/>
            </a:xfrm>
            <a:prstGeom prst="ellipse">
              <a:avLst/>
            </a:prstGeom>
            <a:gradFill>
              <a:gsLst>
                <a:gs pos="0">
                  <a:srgbClr val="FF7FD3">
                    <a:alpha val="32968"/>
                  </a:srgbClr>
                </a:gs>
                <a:gs pos="14286">
                  <a:srgbClr val="FF7FD3">
                    <a:alpha val="30764"/>
                  </a:srgbClr>
                </a:gs>
                <a:gs pos="28571">
                  <a:srgbClr val="FF7FD3">
                    <a:alpha val="24833"/>
                  </a:srgbClr>
                </a:gs>
                <a:gs pos="42857">
                  <a:srgbClr val="FF7FD3">
                    <a:alpha val="17075"/>
                  </a:srgbClr>
                </a:gs>
                <a:gs pos="57143">
                  <a:srgbClr val="FF7FD3">
                    <a:alpha val="9855"/>
                  </a:srgbClr>
                </a:gs>
                <a:gs pos="71429">
                  <a:srgbClr val="FF7FD3">
                    <a:alpha val="4740"/>
                  </a:srgbClr>
                </a:gs>
                <a:gs pos="85714">
                  <a:srgbClr val="FF7FD3">
                    <a:alpha val="1902"/>
                  </a:srgbClr>
                </a:gs>
                <a:gs pos="100000">
                  <a:srgbClr val="FF7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10094340">
              <a:off x="1466507" y="1797079"/>
              <a:ext cx="309005" cy="673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220254">
              <a:off x="3396977" y="2145845"/>
              <a:ext cx="359615" cy="60962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4961942">
              <a:off x="-192536" y="1858797"/>
              <a:ext cx="761773" cy="253735"/>
            </a:xfrm>
            <a:prstGeom prst="ellipse">
              <a:avLst/>
            </a:prstGeom>
            <a:gradFill>
              <a:gsLst>
                <a:gs pos="0">
                  <a:srgbClr val="8ECD00">
                    <a:alpha val="32968"/>
                  </a:srgbClr>
                </a:gs>
                <a:gs pos="14286">
                  <a:srgbClr val="8ECD00">
                    <a:alpha val="30764"/>
                  </a:srgbClr>
                </a:gs>
                <a:gs pos="28571">
                  <a:srgbClr val="8ECD00">
                    <a:alpha val="24833"/>
                  </a:srgbClr>
                </a:gs>
                <a:gs pos="42857">
                  <a:srgbClr val="8ECD00">
                    <a:alpha val="17075"/>
                  </a:srgbClr>
                </a:gs>
                <a:gs pos="57143">
                  <a:srgbClr val="8ECD00">
                    <a:alpha val="9855"/>
                  </a:srgbClr>
                </a:gs>
                <a:gs pos="71429">
                  <a:srgbClr val="8ECD00">
                    <a:alpha val="4740"/>
                  </a:srgbClr>
                </a:gs>
                <a:gs pos="85714">
                  <a:srgbClr val="8ECD00">
                    <a:alpha val="1902"/>
                  </a:srgbClr>
                </a:gs>
                <a:gs pos="100000">
                  <a:srgbClr val="8E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3449515">
              <a:off x="1868926" y="1401973"/>
              <a:ext cx="339297" cy="166955"/>
            </a:xfrm>
            <a:prstGeom prst="ellipse">
              <a:avLst/>
            </a:prstGeom>
            <a:gradFill>
              <a:gsLst>
                <a:gs pos="0">
                  <a:srgbClr val="FFA700">
                    <a:alpha val="25307"/>
                  </a:srgbClr>
                </a:gs>
                <a:gs pos="14286">
                  <a:srgbClr val="FFA700">
                    <a:alpha val="23523"/>
                  </a:srgbClr>
                </a:gs>
                <a:gs pos="28571">
                  <a:srgbClr val="FFA700">
                    <a:alpha val="18798"/>
                  </a:srgbClr>
                </a:gs>
                <a:gs pos="42857">
                  <a:srgbClr val="FFA700">
                    <a:alpha val="12766"/>
                  </a:srgbClr>
                </a:gs>
                <a:gs pos="57143">
                  <a:srgbClr val="FFA700">
                    <a:alpha val="7289"/>
                  </a:srgbClr>
                </a:gs>
                <a:gs pos="71429">
                  <a:srgbClr val="FFA700">
                    <a:alpha val="3481"/>
                  </a:srgbClr>
                </a:gs>
                <a:gs pos="85714">
                  <a:srgbClr val="FFA700">
                    <a:alpha val="1391"/>
                  </a:srgbClr>
                </a:gs>
                <a:gs pos="100000">
                  <a:srgbClr val="FFA7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10375408">
              <a:off x="3226303" y="2454517"/>
              <a:ext cx="292087" cy="75380"/>
            </a:xfrm>
            <a:prstGeom prst="ellipse">
              <a:avLst/>
            </a:prstGeom>
            <a:gradFill>
              <a:gsLst>
                <a:gs pos="0">
                  <a:srgbClr val="FC5B00">
                    <a:alpha val="32968"/>
                  </a:srgbClr>
                </a:gs>
                <a:gs pos="14286">
                  <a:srgbClr val="FC5B00">
                    <a:alpha val="30764"/>
                  </a:srgbClr>
                </a:gs>
                <a:gs pos="28571">
                  <a:srgbClr val="FC5B00">
                    <a:alpha val="24833"/>
                  </a:srgbClr>
                </a:gs>
                <a:gs pos="42857">
                  <a:srgbClr val="FC5B00">
                    <a:alpha val="17075"/>
                  </a:srgbClr>
                </a:gs>
                <a:gs pos="57143">
                  <a:srgbClr val="FC5B00">
                    <a:alpha val="9855"/>
                  </a:srgbClr>
                </a:gs>
                <a:gs pos="71429">
                  <a:srgbClr val="FC5B00">
                    <a:alpha val="4740"/>
                  </a:srgbClr>
                </a:gs>
                <a:gs pos="85714">
                  <a:srgbClr val="FC5B00">
                    <a:alpha val="1902"/>
                  </a:srgbClr>
                </a:gs>
                <a:gs pos="100000">
                  <a:srgbClr val="FC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3764971">
              <a:off x="2765140" y="2655475"/>
              <a:ext cx="472876" cy="277569"/>
            </a:xfrm>
            <a:prstGeom prst="ellipse">
              <a:avLst/>
            </a:prstGeom>
            <a:gradFill>
              <a:gsLst>
                <a:gs pos="0">
                  <a:srgbClr val="FFF900">
                    <a:alpha val="29954"/>
                  </a:srgbClr>
                </a:gs>
                <a:gs pos="14286">
                  <a:srgbClr val="FFF900">
                    <a:alpha val="27908"/>
                  </a:srgbClr>
                </a:gs>
                <a:gs pos="28571">
                  <a:srgbClr val="FFF900">
                    <a:alpha val="22436"/>
                  </a:srgbClr>
                </a:gs>
                <a:gs pos="42857">
                  <a:srgbClr val="FFF900">
                    <a:alpha val="15351"/>
                  </a:srgbClr>
                </a:gs>
                <a:gs pos="57143">
                  <a:srgbClr val="FFF900">
                    <a:alpha val="8821"/>
                  </a:srgbClr>
                </a:gs>
                <a:gs pos="71429">
                  <a:srgbClr val="FFF900">
                    <a:alpha val="4230"/>
                  </a:srgbClr>
                </a:gs>
                <a:gs pos="85714">
                  <a:srgbClr val="FFF900">
                    <a:alpha val="1695"/>
                  </a:srgbClr>
                </a:gs>
                <a:gs pos="100000">
                  <a:srgbClr val="FFF900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7783258">
              <a:off x="2679862" y="2884510"/>
              <a:ext cx="367857" cy="315515"/>
            </a:xfrm>
            <a:prstGeom prst="ellipse">
              <a:avLst/>
            </a:prstGeom>
            <a:gradFill>
              <a:gsLst>
                <a:gs pos="0">
                  <a:srgbClr val="FF3B67">
                    <a:alpha val="20801"/>
                  </a:srgbClr>
                </a:gs>
                <a:gs pos="14286">
                  <a:srgbClr val="FF3B67">
                    <a:alpha val="19293"/>
                  </a:srgbClr>
                </a:gs>
                <a:gs pos="28571">
                  <a:srgbClr val="FF3B67">
                    <a:alpha val="15331"/>
                  </a:srgbClr>
                </a:gs>
                <a:gs pos="42857">
                  <a:srgbClr val="FF3B67">
                    <a:alpha val="10341"/>
                  </a:srgbClr>
                </a:gs>
                <a:gs pos="57143">
                  <a:srgbClr val="FF3B67">
                    <a:alpha val="5869"/>
                  </a:srgbClr>
                </a:gs>
                <a:gs pos="71429">
                  <a:srgbClr val="FF3B67">
                    <a:alpha val="2792"/>
                  </a:srgbClr>
                </a:gs>
                <a:gs pos="85714">
                  <a:srgbClr val="FF3B67">
                    <a:alpha val="1113"/>
                  </a:srgbClr>
                </a:gs>
                <a:gs pos="100000">
                  <a:srgbClr val="FF3B67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4341407">
              <a:off x="2613813" y="2695774"/>
              <a:ext cx="311305" cy="233189"/>
            </a:xfrm>
            <a:prstGeom prst="ellipse">
              <a:avLst/>
            </a:prstGeom>
            <a:gradFill>
              <a:gsLst>
                <a:gs pos="0">
                  <a:srgbClr val="FF6181">
                    <a:alpha val="21911"/>
                  </a:srgbClr>
                </a:gs>
                <a:gs pos="14286">
                  <a:srgbClr val="FF6181">
                    <a:alpha val="20333"/>
                  </a:srgbClr>
                </a:gs>
                <a:gs pos="28571">
                  <a:srgbClr val="FF6181">
                    <a:alpha val="16180"/>
                  </a:srgbClr>
                </a:gs>
                <a:gs pos="42857">
                  <a:srgbClr val="FF6181">
                    <a:alpha val="10932"/>
                  </a:srgbClr>
                </a:gs>
                <a:gs pos="57143">
                  <a:srgbClr val="FF6181">
                    <a:alpha val="6213"/>
                  </a:srgbClr>
                </a:gs>
                <a:gs pos="71429">
                  <a:srgbClr val="FF6181">
                    <a:alpha val="2958"/>
                  </a:srgbClr>
                </a:gs>
                <a:gs pos="85714">
                  <a:srgbClr val="FF6181">
                    <a:alpha val="1180"/>
                  </a:srgbClr>
                </a:gs>
                <a:gs pos="100000">
                  <a:srgbClr val="FF6181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10653764">
              <a:off x="1580343" y="3192872"/>
              <a:ext cx="657702" cy="414288"/>
            </a:xfrm>
            <a:prstGeom prst="ellipse">
              <a:avLst/>
            </a:prstGeom>
            <a:gradFill>
              <a:gsLst>
                <a:gs pos="0">
                  <a:srgbClr val="FB5E00">
                    <a:alpha val="32968"/>
                  </a:srgbClr>
                </a:gs>
                <a:gs pos="14286">
                  <a:srgbClr val="FB5E00">
                    <a:alpha val="30764"/>
                  </a:srgbClr>
                </a:gs>
                <a:gs pos="28571">
                  <a:srgbClr val="FB5E00">
                    <a:alpha val="24833"/>
                  </a:srgbClr>
                </a:gs>
                <a:gs pos="42857">
                  <a:srgbClr val="FB5E00">
                    <a:alpha val="17075"/>
                  </a:srgbClr>
                </a:gs>
                <a:gs pos="57143">
                  <a:srgbClr val="FB5E00">
                    <a:alpha val="9855"/>
                  </a:srgbClr>
                </a:gs>
                <a:gs pos="71429">
                  <a:srgbClr val="FB5E00">
                    <a:alpha val="4740"/>
                  </a:srgbClr>
                </a:gs>
                <a:gs pos="85714">
                  <a:srgbClr val="FB5E00">
                    <a:alpha val="1902"/>
                  </a:srgbClr>
                </a:gs>
                <a:gs pos="100000">
                  <a:srgbClr val="FB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385266">
              <a:off x="1179973" y="3036787"/>
              <a:ext cx="667735" cy="547654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-10108943">
              <a:off x="1256235" y="2829604"/>
              <a:ext cx="692452" cy="658565"/>
            </a:xfrm>
            <a:prstGeom prst="ellipse">
              <a:avLst/>
            </a:prstGeom>
            <a:gradFill>
              <a:gsLst>
                <a:gs pos="0">
                  <a:srgbClr val="FF6D00">
                    <a:alpha val="32968"/>
                  </a:srgbClr>
                </a:gs>
                <a:gs pos="14286">
                  <a:srgbClr val="FF6D00">
                    <a:alpha val="30764"/>
                  </a:srgbClr>
                </a:gs>
                <a:gs pos="28571">
                  <a:srgbClr val="FF6D00">
                    <a:alpha val="24833"/>
                  </a:srgbClr>
                </a:gs>
                <a:gs pos="42857">
                  <a:srgbClr val="FF6D00">
                    <a:alpha val="17075"/>
                  </a:srgbClr>
                </a:gs>
                <a:gs pos="57143">
                  <a:srgbClr val="FF6D00">
                    <a:alpha val="9855"/>
                  </a:srgbClr>
                </a:gs>
                <a:gs pos="71429">
                  <a:srgbClr val="FF6D00">
                    <a:alpha val="4740"/>
                  </a:srgbClr>
                </a:gs>
                <a:gs pos="85714">
                  <a:srgbClr val="FF6D00">
                    <a:alpha val="1902"/>
                  </a:srgbClr>
                </a:gs>
                <a:gs pos="100000">
                  <a:srgbClr val="FF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6444236">
              <a:off x="3349977" y="1596010"/>
              <a:ext cx="296333" cy="185830"/>
            </a:xfrm>
            <a:prstGeom prst="ellipse">
              <a:avLst/>
            </a:prstGeom>
            <a:gradFill>
              <a:gsLst>
                <a:gs pos="0">
                  <a:srgbClr val="FF9800">
                    <a:alpha val="10720"/>
                  </a:srgbClr>
                </a:gs>
                <a:gs pos="14286">
                  <a:srgbClr val="FF9800">
                    <a:alpha val="9897"/>
                  </a:srgbClr>
                </a:gs>
                <a:gs pos="28571">
                  <a:srgbClr val="FF9800">
                    <a:alpha val="7773"/>
                  </a:srgbClr>
                </a:gs>
                <a:gs pos="42857">
                  <a:srgbClr val="FF9800">
                    <a:alpha val="5169"/>
                  </a:srgbClr>
                </a:gs>
                <a:gs pos="57143">
                  <a:srgbClr val="FF9800">
                    <a:alpha val="2898"/>
                  </a:srgbClr>
                </a:gs>
                <a:gs pos="71429">
                  <a:srgbClr val="FF9800">
                    <a:alpha val="1367"/>
                  </a:srgbClr>
                </a:gs>
                <a:gs pos="85714">
                  <a:srgbClr val="FF9800">
                    <a:alpha val="543"/>
                  </a:srgbClr>
                </a:gs>
                <a:gs pos="100000">
                  <a:srgbClr val="FF980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3144442">
              <a:off x="747348" y="2349499"/>
              <a:ext cx="722623" cy="329450"/>
            </a:xfrm>
            <a:prstGeom prst="ellipse">
              <a:avLst/>
            </a:prstGeom>
            <a:gradFill>
              <a:gsLst>
                <a:gs pos="0">
                  <a:srgbClr val="FF5800">
                    <a:alpha val="32968"/>
                  </a:srgbClr>
                </a:gs>
                <a:gs pos="14286">
                  <a:srgbClr val="FF5800">
                    <a:alpha val="30764"/>
                  </a:srgbClr>
                </a:gs>
                <a:gs pos="28571">
                  <a:srgbClr val="FF5800">
                    <a:alpha val="24833"/>
                  </a:srgbClr>
                </a:gs>
                <a:gs pos="42857">
                  <a:srgbClr val="FF5800">
                    <a:alpha val="17075"/>
                  </a:srgbClr>
                </a:gs>
                <a:gs pos="57143">
                  <a:srgbClr val="FF5800">
                    <a:alpha val="9855"/>
                  </a:srgbClr>
                </a:gs>
                <a:gs pos="71429">
                  <a:srgbClr val="FF5800">
                    <a:alpha val="4740"/>
                  </a:srgbClr>
                </a:gs>
                <a:gs pos="85714">
                  <a:srgbClr val="FF5800">
                    <a:alpha val="1902"/>
                  </a:srgbClr>
                </a:gs>
                <a:gs pos="100000">
                  <a:srgbClr val="FF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8343794">
              <a:off x="1761682" y="2626984"/>
              <a:ext cx="749457" cy="265784"/>
            </a:xfrm>
            <a:prstGeom prst="ellipse">
              <a:avLst/>
            </a:prstGeom>
            <a:gradFill>
              <a:gsLst>
                <a:gs pos="0">
                  <a:srgbClr val="91CD00">
                    <a:alpha val="32968"/>
                  </a:srgbClr>
                </a:gs>
                <a:gs pos="14286">
                  <a:srgbClr val="91CD00">
                    <a:alpha val="30764"/>
                  </a:srgbClr>
                </a:gs>
                <a:gs pos="28571">
                  <a:srgbClr val="91CD00">
                    <a:alpha val="24833"/>
                  </a:srgbClr>
                </a:gs>
                <a:gs pos="42857">
                  <a:srgbClr val="91CD00">
                    <a:alpha val="17075"/>
                  </a:srgbClr>
                </a:gs>
                <a:gs pos="57143">
                  <a:srgbClr val="91CD00">
                    <a:alpha val="9855"/>
                  </a:srgbClr>
                </a:gs>
                <a:gs pos="71429">
                  <a:srgbClr val="91CD00">
                    <a:alpha val="4740"/>
                  </a:srgbClr>
                </a:gs>
                <a:gs pos="85714">
                  <a:srgbClr val="91CD00">
                    <a:alpha val="1902"/>
                  </a:srgbClr>
                </a:gs>
                <a:gs pos="100000">
                  <a:srgbClr val="91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820814">
              <a:off x="3054464" y="2592610"/>
              <a:ext cx="381461" cy="201065"/>
            </a:xfrm>
            <a:prstGeom prst="ellipse">
              <a:avLst/>
            </a:prstGeom>
            <a:gradFill>
              <a:gsLst>
                <a:gs pos="0">
                  <a:srgbClr val="FFF2E3">
                    <a:alpha val="32968"/>
                  </a:srgbClr>
                </a:gs>
                <a:gs pos="14286">
                  <a:srgbClr val="FFF2E3">
                    <a:alpha val="30764"/>
                  </a:srgbClr>
                </a:gs>
                <a:gs pos="28571">
                  <a:srgbClr val="FFF2E3">
                    <a:alpha val="24833"/>
                  </a:srgbClr>
                </a:gs>
                <a:gs pos="42857">
                  <a:srgbClr val="FFF2E3">
                    <a:alpha val="17075"/>
                  </a:srgbClr>
                </a:gs>
                <a:gs pos="57143">
                  <a:srgbClr val="FFF2E3">
                    <a:alpha val="9855"/>
                  </a:srgbClr>
                </a:gs>
                <a:gs pos="71429">
                  <a:srgbClr val="FFF2E3">
                    <a:alpha val="4740"/>
                  </a:srgbClr>
                </a:gs>
                <a:gs pos="85714">
                  <a:srgbClr val="FFF2E3">
                    <a:alpha val="1902"/>
                  </a:srgbClr>
                </a:gs>
                <a:gs pos="100000">
                  <a:srgbClr val="FFF2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3823804">
              <a:off x="1725467" y="1498471"/>
              <a:ext cx="388673" cy="187855"/>
            </a:xfrm>
            <a:prstGeom prst="ellipse">
              <a:avLst/>
            </a:prstGeom>
            <a:gradFill>
              <a:gsLst>
                <a:gs pos="0">
                  <a:srgbClr val="FA9EE3">
                    <a:alpha val="1932"/>
                  </a:srgbClr>
                </a:gs>
                <a:gs pos="14286">
                  <a:srgbClr val="FA9EE3">
                    <a:alpha val="1777"/>
                  </a:srgbClr>
                </a:gs>
                <a:gs pos="28571">
                  <a:srgbClr val="FA9EE3">
                    <a:alpha val="1383"/>
                  </a:srgbClr>
                </a:gs>
                <a:gs pos="42857">
                  <a:srgbClr val="FA9EE3">
                    <a:alpha val="909"/>
                  </a:srgbClr>
                </a:gs>
                <a:gs pos="57143">
                  <a:srgbClr val="FA9EE3">
                    <a:alpha val="505"/>
                  </a:srgbClr>
                </a:gs>
                <a:gs pos="71429">
                  <a:srgbClr val="FA9EE3">
                    <a:alpha val="237"/>
                  </a:srgbClr>
                </a:gs>
                <a:gs pos="85714">
                  <a:srgbClr val="FA9EE3">
                    <a:alpha val="94"/>
                  </a:srgbClr>
                </a:gs>
                <a:gs pos="100000">
                  <a:srgbClr val="FA9EE3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726025">
              <a:off x="1646573" y="1374426"/>
              <a:ext cx="344670" cy="173495"/>
            </a:xfrm>
            <a:prstGeom prst="ellipse">
              <a:avLst/>
            </a:prstGeom>
            <a:gradFill>
              <a:gsLst>
                <a:gs pos="0">
                  <a:srgbClr val="FFFF00">
                    <a:alpha val="9492"/>
                  </a:srgbClr>
                </a:gs>
                <a:gs pos="14286">
                  <a:srgbClr val="FFFF00">
                    <a:alpha val="8759"/>
                  </a:srgbClr>
                </a:gs>
                <a:gs pos="28571">
                  <a:srgbClr val="FFFF00">
                    <a:alpha val="6870"/>
                  </a:srgbClr>
                </a:gs>
                <a:gs pos="42857">
                  <a:srgbClr val="FFFF00">
                    <a:alpha val="4561"/>
                  </a:srgbClr>
                </a:gs>
                <a:gs pos="57143">
                  <a:srgbClr val="FFFF00">
                    <a:alpha val="2554"/>
                  </a:srgbClr>
                </a:gs>
                <a:gs pos="71429">
                  <a:srgbClr val="FFFF00">
                    <a:alpha val="1204"/>
                  </a:srgbClr>
                </a:gs>
                <a:gs pos="85714">
                  <a:srgbClr val="FFFF00">
                    <a:alpha val="478"/>
                  </a:srgbClr>
                </a:gs>
                <a:gs pos="100000">
                  <a:srgbClr val="FFFF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8418042">
              <a:off x="1210528" y="2284466"/>
              <a:ext cx="689311" cy="353479"/>
            </a:xfrm>
            <a:prstGeom prst="ellipse">
              <a:avLst/>
            </a:prstGeom>
            <a:gradFill>
              <a:gsLst>
                <a:gs pos="0">
                  <a:srgbClr val="7DB400">
                    <a:alpha val="32924"/>
                  </a:srgbClr>
                </a:gs>
                <a:gs pos="14286">
                  <a:srgbClr val="7DB400">
                    <a:alpha val="30722"/>
                  </a:srgbClr>
                </a:gs>
                <a:gs pos="28571">
                  <a:srgbClr val="7DB400">
                    <a:alpha val="24798"/>
                  </a:srgbClr>
                </a:gs>
                <a:gs pos="42857">
                  <a:srgbClr val="7DB400">
                    <a:alpha val="17050"/>
                  </a:srgbClr>
                </a:gs>
                <a:gs pos="57143">
                  <a:srgbClr val="7DB400">
                    <a:alpha val="9839"/>
                  </a:srgbClr>
                </a:gs>
                <a:gs pos="71429">
                  <a:srgbClr val="7DB400">
                    <a:alpha val="4733"/>
                  </a:srgbClr>
                </a:gs>
                <a:gs pos="85714">
                  <a:srgbClr val="7DB400">
                    <a:alpha val="1899"/>
                  </a:srgbClr>
                </a:gs>
                <a:gs pos="100000">
                  <a:srgbClr val="7DB4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6341619">
              <a:off x="2303865" y="362897"/>
              <a:ext cx="608704" cy="376257"/>
            </a:xfrm>
            <a:prstGeom prst="ellipse">
              <a:avLst/>
            </a:prstGeom>
            <a:gradFill>
              <a:gsLst>
                <a:gs pos="0">
                  <a:srgbClr val="E7FF00">
                    <a:alpha val="6874"/>
                  </a:srgbClr>
                </a:gs>
                <a:gs pos="14286">
                  <a:srgbClr val="E7FF00">
                    <a:alpha val="6336"/>
                  </a:srgbClr>
                </a:gs>
                <a:gs pos="28571">
                  <a:srgbClr val="E7FF00">
                    <a:alpha val="4956"/>
                  </a:srgbClr>
                </a:gs>
                <a:gs pos="42857">
                  <a:srgbClr val="E7FF00">
                    <a:alpha val="3279"/>
                  </a:srgbClr>
                </a:gs>
                <a:gs pos="57143">
                  <a:srgbClr val="E7FF00">
                    <a:alpha val="1830"/>
                  </a:srgbClr>
                </a:gs>
                <a:gs pos="71429">
                  <a:srgbClr val="E7FF00">
                    <a:alpha val="861"/>
                  </a:srgbClr>
                </a:gs>
                <a:gs pos="85714">
                  <a:srgbClr val="E7FF00">
                    <a:alpha val="341"/>
                  </a:srgbClr>
                </a:gs>
                <a:gs pos="100000">
                  <a:srgbClr val="E7FF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7479263">
              <a:off x="521691" y="972057"/>
              <a:ext cx="657122" cy="427283"/>
            </a:xfrm>
            <a:prstGeom prst="ellipse">
              <a:avLst/>
            </a:prstGeom>
            <a:gradFill>
              <a:gsLst>
                <a:gs pos="0">
                  <a:srgbClr val="7AAA23">
                    <a:alpha val="32968"/>
                  </a:srgbClr>
                </a:gs>
                <a:gs pos="14286">
                  <a:srgbClr val="7AAA23">
                    <a:alpha val="30764"/>
                  </a:srgbClr>
                </a:gs>
                <a:gs pos="28571">
                  <a:srgbClr val="7AAA23">
                    <a:alpha val="24833"/>
                  </a:srgbClr>
                </a:gs>
                <a:gs pos="42857">
                  <a:srgbClr val="7AAA23">
                    <a:alpha val="17075"/>
                  </a:srgbClr>
                </a:gs>
                <a:gs pos="57143">
                  <a:srgbClr val="7AAA23">
                    <a:alpha val="9855"/>
                  </a:srgbClr>
                </a:gs>
                <a:gs pos="71429">
                  <a:srgbClr val="7AAA23">
                    <a:alpha val="4740"/>
                  </a:srgbClr>
                </a:gs>
                <a:gs pos="85714">
                  <a:srgbClr val="7AAA23">
                    <a:alpha val="1902"/>
                  </a:srgbClr>
                </a:gs>
                <a:gs pos="100000">
                  <a:srgbClr val="7AAA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9789865">
              <a:off x="1275201" y="1351014"/>
              <a:ext cx="577168" cy="90346"/>
            </a:xfrm>
            <a:prstGeom prst="ellipse">
              <a:avLst/>
            </a:prstGeom>
            <a:gradFill>
              <a:gsLst>
                <a:gs pos="0">
                  <a:srgbClr val="F40000">
                    <a:alpha val="32968"/>
                  </a:srgbClr>
                </a:gs>
                <a:gs pos="14286">
                  <a:srgbClr val="F40000">
                    <a:alpha val="30764"/>
                  </a:srgbClr>
                </a:gs>
                <a:gs pos="28571">
                  <a:srgbClr val="F40000">
                    <a:alpha val="24833"/>
                  </a:srgbClr>
                </a:gs>
                <a:gs pos="42857">
                  <a:srgbClr val="F40000">
                    <a:alpha val="17075"/>
                  </a:srgbClr>
                </a:gs>
                <a:gs pos="57143">
                  <a:srgbClr val="F40000">
                    <a:alpha val="9855"/>
                  </a:srgbClr>
                </a:gs>
                <a:gs pos="71429">
                  <a:srgbClr val="F40000">
                    <a:alpha val="4740"/>
                  </a:srgbClr>
                </a:gs>
                <a:gs pos="85714">
                  <a:srgbClr val="F40000">
                    <a:alpha val="1902"/>
                  </a:srgbClr>
                </a:gs>
                <a:gs pos="100000">
                  <a:srgbClr val="F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9874241">
              <a:off x="122971" y="1499483"/>
              <a:ext cx="640949" cy="224872"/>
            </a:xfrm>
            <a:prstGeom prst="ellipse">
              <a:avLst/>
            </a:prstGeom>
            <a:gradFill>
              <a:gsLst>
                <a:gs pos="0">
                  <a:srgbClr val="8500BB">
                    <a:alpha val="23269"/>
                  </a:srgbClr>
                </a:gs>
                <a:gs pos="14286">
                  <a:srgbClr val="8500BB">
                    <a:alpha val="21607"/>
                  </a:srgbClr>
                </a:gs>
                <a:gs pos="28571">
                  <a:srgbClr val="8500BB">
                    <a:alpha val="17223"/>
                  </a:srgbClr>
                </a:gs>
                <a:gs pos="42857">
                  <a:srgbClr val="8500BB">
                    <a:alpha val="11660"/>
                  </a:srgbClr>
                </a:gs>
                <a:gs pos="57143">
                  <a:srgbClr val="8500BB">
                    <a:alpha val="6639"/>
                  </a:srgbClr>
                </a:gs>
                <a:gs pos="71429">
                  <a:srgbClr val="8500BB">
                    <a:alpha val="3165"/>
                  </a:srgbClr>
                </a:gs>
                <a:gs pos="85714">
                  <a:srgbClr val="8500BB">
                    <a:alpha val="1264"/>
                  </a:srgbClr>
                </a:gs>
                <a:gs pos="100000">
                  <a:srgbClr val="8500BB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8255692">
              <a:off x="1959506" y="271007"/>
              <a:ext cx="702426" cy="549451"/>
            </a:xfrm>
            <a:prstGeom prst="ellipse">
              <a:avLst/>
            </a:prstGeom>
            <a:gradFill>
              <a:gsLst>
                <a:gs pos="0">
                  <a:srgbClr val="98C700">
                    <a:alpha val="32968"/>
                  </a:srgbClr>
                </a:gs>
                <a:gs pos="14286">
                  <a:srgbClr val="98C700">
                    <a:alpha val="30764"/>
                  </a:srgbClr>
                </a:gs>
                <a:gs pos="28571">
                  <a:srgbClr val="98C700">
                    <a:alpha val="24833"/>
                  </a:srgbClr>
                </a:gs>
                <a:gs pos="42857">
                  <a:srgbClr val="98C700">
                    <a:alpha val="17075"/>
                  </a:srgbClr>
                </a:gs>
                <a:gs pos="57143">
                  <a:srgbClr val="98C700">
                    <a:alpha val="9855"/>
                  </a:srgbClr>
                </a:gs>
                <a:gs pos="71429">
                  <a:srgbClr val="98C700">
                    <a:alpha val="4740"/>
                  </a:srgbClr>
                </a:gs>
                <a:gs pos="85714">
                  <a:srgbClr val="98C700">
                    <a:alpha val="1902"/>
                  </a:srgbClr>
                </a:gs>
                <a:gs pos="100000">
                  <a:srgbClr val="98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10242516">
              <a:off x="1220247" y="69974"/>
              <a:ext cx="704137" cy="355541"/>
            </a:xfrm>
            <a:prstGeom prst="ellipse">
              <a:avLst/>
            </a:prstGeom>
            <a:gradFill>
              <a:gsLst>
                <a:gs pos="0">
                  <a:srgbClr val="8FC900">
                    <a:alpha val="32968"/>
                  </a:srgbClr>
                </a:gs>
                <a:gs pos="14286">
                  <a:srgbClr val="8FC900">
                    <a:alpha val="30764"/>
                  </a:srgbClr>
                </a:gs>
                <a:gs pos="28571">
                  <a:srgbClr val="8FC900">
                    <a:alpha val="24833"/>
                  </a:srgbClr>
                </a:gs>
                <a:gs pos="42857">
                  <a:srgbClr val="8FC900">
                    <a:alpha val="17075"/>
                  </a:srgbClr>
                </a:gs>
                <a:gs pos="57143">
                  <a:srgbClr val="8FC900">
                    <a:alpha val="9855"/>
                  </a:srgbClr>
                </a:gs>
                <a:gs pos="71429">
                  <a:srgbClr val="8FC900">
                    <a:alpha val="4740"/>
                  </a:srgbClr>
                </a:gs>
                <a:gs pos="85714">
                  <a:srgbClr val="8FC900">
                    <a:alpha val="1902"/>
                  </a:srgbClr>
                </a:gs>
                <a:gs pos="100000">
                  <a:srgbClr val="8F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213529">
              <a:off x="2712550" y="2585012"/>
              <a:ext cx="269127" cy="262020"/>
            </a:xfrm>
            <a:prstGeom prst="ellipse">
              <a:avLst/>
            </a:prstGeom>
            <a:gradFill>
              <a:gsLst>
                <a:gs pos="0">
                  <a:srgbClr val="FFBED7">
                    <a:alpha val="10555"/>
                  </a:srgbClr>
                </a:gs>
                <a:gs pos="14286">
                  <a:srgbClr val="FFBED7">
                    <a:alpha val="9744"/>
                  </a:srgbClr>
                </a:gs>
                <a:gs pos="28571">
                  <a:srgbClr val="FFBED7">
                    <a:alpha val="7652"/>
                  </a:srgbClr>
                </a:gs>
                <a:gs pos="42857">
                  <a:srgbClr val="FFBED7">
                    <a:alpha val="5087"/>
                  </a:srgbClr>
                </a:gs>
                <a:gs pos="57143">
                  <a:srgbClr val="FFBED7">
                    <a:alpha val="2852"/>
                  </a:srgbClr>
                </a:gs>
                <a:gs pos="71429">
                  <a:srgbClr val="FFBED7">
                    <a:alpha val="1345"/>
                  </a:srgbClr>
                </a:gs>
                <a:gs pos="85714">
                  <a:srgbClr val="FFBED7">
                    <a:alpha val="534"/>
                  </a:srgbClr>
                </a:gs>
                <a:gs pos="100000">
                  <a:srgbClr val="FFBED7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10619619">
              <a:off x="2050546" y="407362"/>
              <a:ext cx="613387" cy="256009"/>
            </a:xfrm>
            <a:prstGeom prst="ellipse">
              <a:avLst/>
            </a:prstGeom>
            <a:gradFill>
              <a:gsLst>
                <a:gs pos="0">
                  <a:srgbClr val="FFEEFF">
                    <a:alpha val="9082"/>
                  </a:srgbClr>
                </a:gs>
                <a:gs pos="14286">
                  <a:srgbClr val="FFEEFF">
                    <a:alpha val="8379"/>
                  </a:srgbClr>
                </a:gs>
                <a:gs pos="28571">
                  <a:srgbClr val="FFEEFF">
                    <a:alpha val="6569"/>
                  </a:srgbClr>
                </a:gs>
                <a:gs pos="42857">
                  <a:srgbClr val="FFEEFF">
                    <a:alpha val="4359"/>
                  </a:srgbClr>
                </a:gs>
                <a:gs pos="57143">
                  <a:srgbClr val="FFEEFF">
                    <a:alpha val="2439"/>
                  </a:srgbClr>
                </a:gs>
                <a:gs pos="71429">
                  <a:srgbClr val="FFEEFF">
                    <a:alpha val="1149"/>
                  </a:srgbClr>
                </a:gs>
                <a:gs pos="85714">
                  <a:srgbClr val="FFEEFF">
                    <a:alpha val="456"/>
                  </a:srgbClr>
                </a:gs>
                <a:gs pos="100000">
                  <a:srgbClr val="FFEEF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4892124">
              <a:off x="347220" y="792060"/>
              <a:ext cx="650170" cy="488397"/>
            </a:xfrm>
            <a:prstGeom prst="ellipse">
              <a:avLst/>
            </a:prstGeom>
            <a:gradFill>
              <a:gsLst>
                <a:gs pos="0">
                  <a:srgbClr val="8DBC43">
                    <a:alpha val="32968"/>
                  </a:srgbClr>
                </a:gs>
                <a:gs pos="14286">
                  <a:srgbClr val="8DBC43">
                    <a:alpha val="30764"/>
                  </a:srgbClr>
                </a:gs>
                <a:gs pos="28571">
                  <a:srgbClr val="8DBC43">
                    <a:alpha val="24833"/>
                  </a:srgbClr>
                </a:gs>
                <a:gs pos="42857">
                  <a:srgbClr val="8DBC43">
                    <a:alpha val="17075"/>
                  </a:srgbClr>
                </a:gs>
                <a:gs pos="57143">
                  <a:srgbClr val="8DBC43">
                    <a:alpha val="9855"/>
                  </a:srgbClr>
                </a:gs>
                <a:gs pos="71429">
                  <a:srgbClr val="8DBC43">
                    <a:alpha val="4740"/>
                  </a:srgbClr>
                </a:gs>
                <a:gs pos="85714">
                  <a:srgbClr val="8DBC43">
                    <a:alpha val="1902"/>
                  </a:srgbClr>
                </a:gs>
                <a:gs pos="100000">
                  <a:srgbClr val="8DBC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9343357">
              <a:off x="1190594" y="1467173"/>
              <a:ext cx="236201" cy="34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6566051">
              <a:off x="489876" y="1288604"/>
              <a:ext cx="629214" cy="300396"/>
            </a:xfrm>
            <a:prstGeom prst="ellipse">
              <a:avLst/>
            </a:prstGeom>
            <a:gradFill>
              <a:gsLst>
                <a:gs pos="0">
                  <a:srgbClr val="96E000">
                    <a:alpha val="32968"/>
                  </a:srgbClr>
                </a:gs>
                <a:gs pos="14286">
                  <a:srgbClr val="96E000">
                    <a:alpha val="30764"/>
                  </a:srgbClr>
                </a:gs>
                <a:gs pos="28571">
                  <a:srgbClr val="96E000">
                    <a:alpha val="24833"/>
                  </a:srgbClr>
                </a:gs>
                <a:gs pos="42857">
                  <a:srgbClr val="96E000">
                    <a:alpha val="17075"/>
                  </a:srgbClr>
                </a:gs>
                <a:gs pos="57143">
                  <a:srgbClr val="96E000">
                    <a:alpha val="9855"/>
                  </a:srgbClr>
                </a:gs>
                <a:gs pos="71429">
                  <a:srgbClr val="96E000">
                    <a:alpha val="4740"/>
                  </a:srgbClr>
                </a:gs>
                <a:gs pos="85714">
                  <a:srgbClr val="96E000">
                    <a:alpha val="1902"/>
                  </a:srgbClr>
                </a:gs>
                <a:gs pos="100000">
                  <a:srgbClr val="96E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5781189">
              <a:off x="2320623" y="2460608"/>
              <a:ext cx="449262" cy="157876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10483610">
              <a:off x="1365193" y="142402"/>
              <a:ext cx="651824" cy="549341"/>
            </a:xfrm>
            <a:prstGeom prst="ellipse">
              <a:avLst/>
            </a:prstGeom>
            <a:gradFill>
              <a:gsLst>
                <a:gs pos="0">
                  <a:srgbClr val="86C800">
                    <a:alpha val="32968"/>
                  </a:srgbClr>
                </a:gs>
                <a:gs pos="14286">
                  <a:srgbClr val="86C800">
                    <a:alpha val="30764"/>
                  </a:srgbClr>
                </a:gs>
                <a:gs pos="28571">
                  <a:srgbClr val="86C800">
                    <a:alpha val="24833"/>
                  </a:srgbClr>
                </a:gs>
                <a:gs pos="42857">
                  <a:srgbClr val="86C800">
                    <a:alpha val="17075"/>
                  </a:srgbClr>
                </a:gs>
                <a:gs pos="57143">
                  <a:srgbClr val="86C800">
                    <a:alpha val="9855"/>
                  </a:srgbClr>
                </a:gs>
                <a:gs pos="71429">
                  <a:srgbClr val="86C800">
                    <a:alpha val="4740"/>
                  </a:srgbClr>
                </a:gs>
                <a:gs pos="85714">
                  <a:srgbClr val="86C800">
                    <a:alpha val="1902"/>
                  </a:srgbClr>
                </a:gs>
                <a:gs pos="100000">
                  <a:srgbClr val="86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9231920">
              <a:off x="1511703" y="1124663"/>
              <a:ext cx="635596" cy="93063"/>
            </a:xfrm>
            <a:prstGeom prst="ellipse">
              <a:avLst/>
            </a:prstGeom>
            <a:gradFill>
              <a:gsLst>
                <a:gs pos="0">
                  <a:srgbClr val="FC7F00">
                    <a:alpha val="32968"/>
                  </a:srgbClr>
                </a:gs>
                <a:gs pos="14286">
                  <a:srgbClr val="FC7F00">
                    <a:alpha val="30764"/>
                  </a:srgbClr>
                </a:gs>
                <a:gs pos="28571">
                  <a:srgbClr val="FC7F00">
                    <a:alpha val="24833"/>
                  </a:srgbClr>
                </a:gs>
                <a:gs pos="42857">
                  <a:srgbClr val="FC7F00">
                    <a:alpha val="17075"/>
                  </a:srgbClr>
                </a:gs>
                <a:gs pos="57143">
                  <a:srgbClr val="FC7F00">
                    <a:alpha val="9855"/>
                  </a:srgbClr>
                </a:gs>
                <a:gs pos="71429">
                  <a:srgbClr val="FC7F00">
                    <a:alpha val="4740"/>
                  </a:srgbClr>
                </a:gs>
                <a:gs pos="85714">
                  <a:srgbClr val="FC7F00">
                    <a:alpha val="1902"/>
                  </a:srgbClr>
                </a:gs>
                <a:gs pos="100000">
                  <a:srgbClr val="FC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110037">
              <a:off x="1722041" y="104266"/>
              <a:ext cx="650079" cy="480176"/>
            </a:xfrm>
            <a:prstGeom prst="ellipse">
              <a:avLst/>
            </a:prstGeom>
            <a:gradFill>
              <a:gsLst>
                <a:gs pos="0">
                  <a:srgbClr val="7EB900">
                    <a:alpha val="27675"/>
                  </a:srgbClr>
                </a:gs>
                <a:gs pos="14286">
                  <a:srgbClr val="7EB900">
                    <a:alpha val="25755"/>
                  </a:srgbClr>
                </a:gs>
                <a:gs pos="28571">
                  <a:srgbClr val="7EB900">
                    <a:alpha val="20644"/>
                  </a:srgbClr>
                </a:gs>
                <a:gs pos="42857">
                  <a:srgbClr val="7EB900">
                    <a:alpha val="14072"/>
                  </a:srgbClr>
                </a:gs>
                <a:gs pos="57143">
                  <a:srgbClr val="7EB900">
                    <a:alpha val="8060"/>
                  </a:srgbClr>
                </a:gs>
                <a:gs pos="71429">
                  <a:srgbClr val="7EB900">
                    <a:alpha val="3857"/>
                  </a:srgbClr>
                </a:gs>
                <a:gs pos="85714">
                  <a:srgbClr val="7EB900">
                    <a:alpha val="1544"/>
                  </a:srgbClr>
                </a:gs>
                <a:gs pos="100000">
                  <a:srgbClr val="7EB90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10448323">
              <a:off x="167283" y="1319409"/>
              <a:ext cx="571884" cy="367727"/>
            </a:xfrm>
            <a:prstGeom prst="ellipse">
              <a:avLst/>
            </a:prstGeom>
            <a:gradFill>
              <a:gsLst>
                <a:gs pos="0">
                  <a:srgbClr val="7ABC00">
                    <a:alpha val="24281"/>
                  </a:srgbClr>
                </a:gs>
                <a:gs pos="14286">
                  <a:srgbClr val="7ABC00">
                    <a:alpha val="22559"/>
                  </a:srgbClr>
                </a:gs>
                <a:gs pos="28571">
                  <a:srgbClr val="7ABC00">
                    <a:alpha val="18004"/>
                  </a:srgbClr>
                </a:gs>
                <a:gs pos="42857">
                  <a:srgbClr val="7ABC00">
                    <a:alpha val="12208"/>
                  </a:srgbClr>
                </a:gs>
                <a:gs pos="57143">
                  <a:srgbClr val="7ABC00">
                    <a:alpha val="6960"/>
                  </a:srgbClr>
                </a:gs>
                <a:gs pos="71429">
                  <a:srgbClr val="7ABC00">
                    <a:alpha val="3321"/>
                  </a:srgbClr>
                </a:gs>
                <a:gs pos="85714">
                  <a:srgbClr val="7ABC00">
                    <a:alpha val="1326"/>
                  </a:srgbClr>
                </a:gs>
                <a:gs pos="100000">
                  <a:srgbClr val="7ABC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8162604">
              <a:off x="2406689" y="1692604"/>
              <a:ext cx="747347" cy="79311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-10747331">
              <a:off x="163830" y="1194467"/>
              <a:ext cx="675141" cy="385260"/>
            </a:xfrm>
            <a:prstGeom prst="ellipse">
              <a:avLst/>
            </a:prstGeom>
            <a:gradFill>
              <a:gsLst>
                <a:gs pos="0">
                  <a:srgbClr val="9EDD00">
                    <a:alpha val="18221"/>
                  </a:srgbClr>
                </a:gs>
                <a:gs pos="14286">
                  <a:srgbClr val="9EDD00">
                    <a:alpha val="16879"/>
                  </a:srgbClr>
                </a:gs>
                <a:gs pos="28571">
                  <a:srgbClr val="9EDD00">
                    <a:alpha val="13372"/>
                  </a:srgbClr>
                </a:gs>
                <a:gs pos="42857">
                  <a:srgbClr val="9EDD00">
                    <a:alpha val="8986"/>
                  </a:srgbClr>
                </a:gs>
                <a:gs pos="57143">
                  <a:srgbClr val="9EDD00">
                    <a:alpha val="5083"/>
                  </a:srgbClr>
                </a:gs>
                <a:gs pos="71429">
                  <a:srgbClr val="9EDD00">
                    <a:alpha val="2413"/>
                  </a:srgbClr>
                </a:gs>
                <a:gs pos="85714">
                  <a:srgbClr val="9EDD00">
                    <a:alpha val="961"/>
                  </a:srgbClr>
                </a:gs>
                <a:gs pos="100000">
                  <a:srgbClr val="9EDD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866491">
              <a:off x="1130044" y="520327"/>
              <a:ext cx="701996" cy="253040"/>
            </a:xfrm>
            <a:prstGeom prst="ellipse">
              <a:avLst/>
            </a:prstGeom>
            <a:gradFill>
              <a:gsLst>
                <a:gs pos="0">
                  <a:srgbClr val="54C000">
                    <a:alpha val="32968"/>
                  </a:srgbClr>
                </a:gs>
                <a:gs pos="14286">
                  <a:srgbClr val="54C000">
                    <a:alpha val="30764"/>
                  </a:srgbClr>
                </a:gs>
                <a:gs pos="28571">
                  <a:srgbClr val="54C000">
                    <a:alpha val="24833"/>
                  </a:srgbClr>
                </a:gs>
                <a:gs pos="42857">
                  <a:srgbClr val="54C000">
                    <a:alpha val="17075"/>
                  </a:srgbClr>
                </a:gs>
                <a:gs pos="57143">
                  <a:srgbClr val="54C000">
                    <a:alpha val="9855"/>
                  </a:srgbClr>
                </a:gs>
                <a:gs pos="71429">
                  <a:srgbClr val="54C000">
                    <a:alpha val="4740"/>
                  </a:srgbClr>
                </a:gs>
                <a:gs pos="85714">
                  <a:srgbClr val="54C000">
                    <a:alpha val="1902"/>
                  </a:srgbClr>
                </a:gs>
                <a:gs pos="100000">
                  <a:srgbClr val="54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-10715030">
              <a:off x="1066055" y="142174"/>
              <a:ext cx="653458" cy="439935"/>
            </a:xfrm>
            <a:prstGeom prst="ellipse">
              <a:avLst/>
            </a:prstGeom>
            <a:gradFill>
              <a:gsLst>
                <a:gs pos="0">
                  <a:srgbClr val="99D300">
                    <a:alpha val="28290"/>
                  </a:srgbClr>
                </a:gs>
                <a:gs pos="14286">
                  <a:srgbClr val="99D300">
                    <a:alpha val="26335"/>
                  </a:srgbClr>
                </a:gs>
                <a:gs pos="28571">
                  <a:srgbClr val="99D300">
                    <a:alpha val="21125"/>
                  </a:srgbClr>
                </a:gs>
                <a:gs pos="42857">
                  <a:srgbClr val="99D300">
                    <a:alpha val="14415"/>
                  </a:srgbClr>
                </a:gs>
                <a:gs pos="57143">
                  <a:srgbClr val="99D300">
                    <a:alpha val="8264"/>
                  </a:srgbClr>
                </a:gs>
                <a:gs pos="71429">
                  <a:srgbClr val="99D300">
                    <a:alpha val="3957"/>
                  </a:srgbClr>
                </a:gs>
                <a:gs pos="85714">
                  <a:srgbClr val="99D300">
                    <a:alpha val="1584"/>
                  </a:srgbClr>
                </a:gs>
                <a:gs pos="100000">
                  <a:srgbClr val="99D300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9997371">
              <a:off x="2743300" y="2585898"/>
              <a:ext cx="260437" cy="252291"/>
            </a:xfrm>
            <a:prstGeom prst="ellipse">
              <a:avLst/>
            </a:prstGeom>
            <a:gradFill>
              <a:gsLst>
                <a:gs pos="0">
                  <a:srgbClr val="FFF5C1">
                    <a:alpha val="7850"/>
                  </a:srgbClr>
                </a:gs>
                <a:gs pos="14286">
                  <a:srgbClr val="FFF5C1">
                    <a:alpha val="7239"/>
                  </a:srgbClr>
                </a:gs>
                <a:gs pos="28571">
                  <a:srgbClr val="FFF5C1">
                    <a:alpha val="5667"/>
                  </a:srgbClr>
                </a:gs>
                <a:gs pos="42857">
                  <a:srgbClr val="FFF5C1">
                    <a:alpha val="3755"/>
                  </a:srgbClr>
                </a:gs>
                <a:gs pos="57143">
                  <a:srgbClr val="FFF5C1">
                    <a:alpha val="2098"/>
                  </a:srgbClr>
                </a:gs>
                <a:gs pos="71429">
                  <a:srgbClr val="FFF5C1">
                    <a:alpha val="988"/>
                  </a:srgbClr>
                </a:gs>
                <a:gs pos="85714">
                  <a:srgbClr val="FFF5C1">
                    <a:alpha val="392"/>
                  </a:srgbClr>
                </a:gs>
                <a:gs pos="100000">
                  <a:srgbClr val="FFF5C1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8136275">
              <a:off x="2639167" y="2907609"/>
              <a:ext cx="804854" cy="175038"/>
            </a:xfrm>
            <a:prstGeom prst="ellipse">
              <a:avLst/>
            </a:prstGeom>
            <a:gradFill>
              <a:gsLst>
                <a:gs pos="0">
                  <a:srgbClr val="FF8000">
                    <a:alpha val="32968"/>
                  </a:srgbClr>
                </a:gs>
                <a:gs pos="14286">
                  <a:srgbClr val="FF8000">
                    <a:alpha val="30764"/>
                  </a:srgbClr>
                </a:gs>
                <a:gs pos="28571">
                  <a:srgbClr val="FF8000">
                    <a:alpha val="24833"/>
                  </a:srgbClr>
                </a:gs>
                <a:gs pos="42857">
                  <a:srgbClr val="FF8000">
                    <a:alpha val="17075"/>
                  </a:srgbClr>
                </a:gs>
                <a:gs pos="57143">
                  <a:srgbClr val="FF8000">
                    <a:alpha val="9855"/>
                  </a:srgbClr>
                </a:gs>
                <a:gs pos="71429">
                  <a:srgbClr val="FF8000">
                    <a:alpha val="4740"/>
                  </a:srgbClr>
                </a:gs>
                <a:gs pos="85714">
                  <a:srgbClr val="FF8000">
                    <a:alpha val="1902"/>
                  </a:srgbClr>
                </a:gs>
                <a:gs pos="100000">
                  <a:srgbClr val="FF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8323643">
              <a:off x="884113" y="495744"/>
              <a:ext cx="665494" cy="474116"/>
            </a:xfrm>
            <a:prstGeom prst="ellipse">
              <a:avLst/>
            </a:prstGeom>
            <a:gradFill>
              <a:gsLst>
                <a:gs pos="0">
                  <a:srgbClr val="87FF00">
                    <a:alpha val="24760"/>
                  </a:srgbClr>
                </a:gs>
                <a:gs pos="14286">
                  <a:srgbClr val="87FF00">
                    <a:alpha val="23009"/>
                  </a:srgbClr>
                </a:gs>
                <a:gs pos="28571">
                  <a:srgbClr val="87FF00">
                    <a:alpha val="18374"/>
                  </a:srgbClr>
                </a:gs>
                <a:gs pos="42857">
                  <a:srgbClr val="87FF00">
                    <a:alpha val="12468"/>
                  </a:srgbClr>
                </a:gs>
                <a:gs pos="57143">
                  <a:srgbClr val="87FF00">
                    <a:alpha val="7113"/>
                  </a:srgbClr>
                </a:gs>
                <a:gs pos="71429">
                  <a:srgbClr val="87FF00">
                    <a:alpha val="3395"/>
                  </a:srgbClr>
                </a:gs>
                <a:gs pos="85714">
                  <a:srgbClr val="87FF00">
                    <a:alpha val="1357"/>
                  </a:srgbClr>
                </a:gs>
                <a:gs pos="100000">
                  <a:srgbClr val="87FF00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9549674">
              <a:off x="1641166" y="1478925"/>
              <a:ext cx="332906" cy="224745"/>
            </a:xfrm>
            <a:prstGeom prst="ellipse">
              <a:avLst/>
            </a:prstGeom>
            <a:gradFill>
              <a:gsLst>
                <a:gs pos="0">
                  <a:srgbClr val="FF5E00">
                    <a:alpha val="18712"/>
                  </a:srgbClr>
                </a:gs>
                <a:gs pos="14286">
                  <a:srgbClr val="FF5E00">
                    <a:alpha val="17338"/>
                  </a:srgbClr>
                </a:gs>
                <a:gs pos="28571">
                  <a:srgbClr val="FF5E00">
                    <a:alpha val="13743"/>
                  </a:srgbClr>
                </a:gs>
                <a:gs pos="42857">
                  <a:srgbClr val="FF5E00">
                    <a:alpha val="9242"/>
                  </a:srgbClr>
                </a:gs>
                <a:gs pos="57143">
                  <a:srgbClr val="FF5E00">
                    <a:alpha val="5232"/>
                  </a:srgbClr>
                </a:gs>
                <a:gs pos="71429">
                  <a:srgbClr val="FF5E00">
                    <a:alpha val="2484"/>
                  </a:srgbClr>
                </a:gs>
                <a:gs pos="85714">
                  <a:srgbClr val="FF5E00">
                    <a:alpha val="990"/>
                  </a:srgbClr>
                </a:gs>
                <a:gs pos="100000">
                  <a:srgbClr val="FF5E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-10548653">
              <a:off x="1494406" y="440705"/>
              <a:ext cx="706628" cy="278509"/>
            </a:xfrm>
            <a:prstGeom prst="ellipse">
              <a:avLst/>
            </a:prstGeom>
            <a:gradFill>
              <a:gsLst>
                <a:gs pos="0">
                  <a:srgbClr val="91C900">
                    <a:alpha val="32968"/>
                  </a:srgbClr>
                </a:gs>
                <a:gs pos="14286">
                  <a:srgbClr val="91C900">
                    <a:alpha val="30764"/>
                  </a:srgbClr>
                </a:gs>
                <a:gs pos="28571">
                  <a:srgbClr val="91C900">
                    <a:alpha val="24833"/>
                  </a:srgbClr>
                </a:gs>
                <a:gs pos="42857">
                  <a:srgbClr val="91C900">
                    <a:alpha val="17075"/>
                  </a:srgbClr>
                </a:gs>
                <a:gs pos="57143">
                  <a:srgbClr val="91C900">
                    <a:alpha val="9855"/>
                  </a:srgbClr>
                </a:gs>
                <a:gs pos="71429">
                  <a:srgbClr val="91C900">
                    <a:alpha val="4740"/>
                  </a:srgbClr>
                </a:gs>
                <a:gs pos="85714">
                  <a:srgbClr val="91C900">
                    <a:alpha val="1902"/>
                  </a:srgbClr>
                </a:gs>
                <a:gs pos="100000">
                  <a:srgbClr val="91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6485008">
              <a:off x="495806" y="743053"/>
              <a:ext cx="623707" cy="468272"/>
            </a:xfrm>
            <a:prstGeom prst="ellipse">
              <a:avLst/>
            </a:prstGeom>
            <a:gradFill>
              <a:gsLst>
                <a:gs pos="0">
                  <a:srgbClr val="83C400">
                    <a:alpha val="32968"/>
                  </a:srgbClr>
                </a:gs>
                <a:gs pos="14286">
                  <a:srgbClr val="83C400">
                    <a:alpha val="30764"/>
                  </a:srgbClr>
                </a:gs>
                <a:gs pos="28571">
                  <a:srgbClr val="83C400">
                    <a:alpha val="24833"/>
                  </a:srgbClr>
                </a:gs>
                <a:gs pos="42857">
                  <a:srgbClr val="83C400">
                    <a:alpha val="17075"/>
                  </a:srgbClr>
                </a:gs>
                <a:gs pos="57143">
                  <a:srgbClr val="83C400">
                    <a:alpha val="9855"/>
                  </a:srgbClr>
                </a:gs>
                <a:gs pos="71429">
                  <a:srgbClr val="83C400">
                    <a:alpha val="4740"/>
                  </a:srgbClr>
                </a:gs>
                <a:gs pos="85714">
                  <a:srgbClr val="83C400">
                    <a:alpha val="1902"/>
                  </a:srgbClr>
                </a:gs>
                <a:gs pos="100000">
                  <a:srgbClr val="83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8131491">
              <a:off x="1554204" y="181183"/>
              <a:ext cx="679764" cy="390032"/>
            </a:xfrm>
            <a:prstGeom prst="ellipse">
              <a:avLst/>
            </a:prstGeom>
            <a:gradFill>
              <a:gsLst>
                <a:gs pos="0">
                  <a:srgbClr val="699F00">
                    <a:alpha val="16859"/>
                  </a:srgbClr>
                </a:gs>
                <a:gs pos="14286">
                  <a:srgbClr val="699F00">
                    <a:alpha val="15608"/>
                  </a:srgbClr>
                </a:gs>
                <a:gs pos="28571">
                  <a:srgbClr val="699F00">
                    <a:alpha val="12345"/>
                  </a:srgbClr>
                </a:gs>
                <a:gs pos="42857">
                  <a:srgbClr val="699F00">
                    <a:alpha val="8280"/>
                  </a:srgbClr>
                </a:gs>
                <a:gs pos="57143">
                  <a:srgbClr val="699F00">
                    <a:alpha val="4676"/>
                  </a:srgbClr>
                </a:gs>
                <a:gs pos="71429">
                  <a:srgbClr val="699F00">
                    <a:alpha val="2217"/>
                  </a:srgbClr>
                </a:gs>
                <a:gs pos="85714">
                  <a:srgbClr val="699F00">
                    <a:alpha val="883"/>
                  </a:srgbClr>
                </a:gs>
                <a:gs pos="100000">
                  <a:srgbClr val="699F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7330739">
              <a:off x="2052644" y="1444752"/>
              <a:ext cx="275014" cy="225765"/>
            </a:xfrm>
            <a:prstGeom prst="ellipse">
              <a:avLst/>
            </a:prstGeom>
            <a:gradFill>
              <a:gsLst>
                <a:gs pos="0">
                  <a:srgbClr val="FFFF00">
                    <a:alpha val="5682"/>
                  </a:srgbClr>
                </a:gs>
                <a:gs pos="14286">
                  <a:srgbClr val="FFFF00">
                    <a:alpha val="5235"/>
                  </a:srgbClr>
                </a:gs>
                <a:gs pos="28571">
                  <a:srgbClr val="FFFF00">
                    <a:alpha val="4089"/>
                  </a:srgbClr>
                </a:gs>
                <a:gs pos="42857">
                  <a:srgbClr val="FFFF00">
                    <a:alpha val="2701"/>
                  </a:srgbClr>
                </a:gs>
                <a:gs pos="57143">
                  <a:srgbClr val="FFFF00">
                    <a:alpha val="1506"/>
                  </a:srgbClr>
                </a:gs>
                <a:gs pos="71429">
                  <a:srgbClr val="FFFF00">
                    <a:alpha val="708"/>
                  </a:srgbClr>
                </a:gs>
                <a:gs pos="85714">
                  <a:srgbClr val="FFFF00">
                    <a:alpha val="280"/>
                  </a:srgbClr>
                </a:gs>
                <a:gs pos="100000">
                  <a:srgbClr val="FFFF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8299928">
              <a:off x="1826208" y="1180094"/>
              <a:ext cx="365935" cy="41773"/>
            </a:xfrm>
            <a:prstGeom prst="ellipse">
              <a:avLst/>
            </a:prstGeom>
            <a:gradFill>
              <a:gsLst>
                <a:gs pos="0">
                  <a:srgbClr val="F21800">
                    <a:alpha val="32968"/>
                  </a:srgbClr>
                </a:gs>
                <a:gs pos="14286">
                  <a:srgbClr val="F21800">
                    <a:alpha val="30764"/>
                  </a:srgbClr>
                </a:gs>
                <a:gs pos="28571">
                  <a:srgbClr val="F21800">
                    <a:alpha val="24833"/>
                  </a:srgbClr>
                </a:gs>
                <a:gs pos="42857">
                  <a:srgbClr val="F21800">
                    <a:alpha val="17075"/>
                  </a:srgbClr>
                </a:gs>
                <a:gs pos="57143">
                  <a:srgbClr val="F21800">
                    <a:alpha val="9855"/>
                  </a:srgbClr>
                </a:gs>
                <a:gs pos="71429">
                  <a:srgbClr val="F21800">
                    <a:alpha val="4740"/>
                  </a:srgbClr>
                </a:gs>
                <a:gs pos="85714">
                  <a:srgbClr val="F21800">
                    <a:alpha val="1902"/>
                  </a:srgbClr>
                </a:gs>
                <a:gs pos="100000">
                  <a:srgbClr val="F2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4179174">
              <a:off x="1943461" y="1403469"/>
              <a:ext cx="405413" cy="274351"/>
            </a:xfrm>
            <a:prstGeom prst="ellipse">
              <a:avLst/>
            </a:prstGeom>
            <a:gradFill>
              <a:gsLst>
                <a:gs pos="0">
                  <a:srgbClr val="FFFF00">
                    <a:alpha val="12855"/>
                  </a:srgbClr>
                </a:gs>
                <a:gs pos="14286">
                  <a:srgbClr val="FFFF00">
                    <a:alpha val="11880"/>
                  </a:srgbClr>
                </a:gs>
                <a:gs pos="28571">
                  <a:srgbClr val="FFFF00">
                    <a:alpha val="9353"/>
                  </a:srgbClr>
                </a:gs>
                <a:gs pos="42857">
                  <a:srgbClr val="FFFF00">
                    <a:alpha val="6238"/>
                  </a:srgbClr>
                </a:gs>
                <a:gs pos="57143">
                  <a:srgbClr val="FFFF00">
                    <a:alpha val="3506"/>
                  </a:srgbClr>
                </a:gs>
                <a:gs pos="71429">
                  <a:srgbClr val="FFFF00">
                    <a:alpha val="1657"/>
                  </a:srgbClr>
                </a:gs>
                <a:gs pos="85714">
                  <a:srgbClr val="FFFF00">
                    <a:alpha val="658"/>
                  </a:srgbClr>
                </a:gs>
                <a:gs pos="100000">
                  <a:srgbClr val="FFFF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10448646">
              <a:off x="2978773" y="2449628"/>
              <a:ext cx="501807" cy="11619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8401653">
              <a:off x="350097" y="2625748"/>
              <a:ext cx="268705" cy="73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-10102746">
              <a:off x="1357652" y="1807269"/>
              <a:ext cx="646664" cy="661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6292646">
              <a:off x="3224304" y="2254865"/>
              <a:ext cx="572657" cy="67769"/>
            </a:xfrm>
            <a:prstGeom prst="ellipse">
              <a:avLst/>
            </a:prstGeom>
            <a:gradFill>
              <a:gsLst>
                <a:gs pos="0">
                  <a:srgbClr val="FFA000">
                    <a:alpha val="32930"/>
                  </a:srgbClr>
                </a:gs>
                <a:gs pos="14286">
                  <a:srgbClr val="FFA000">
                    <a:alpha val="30727"/>
                  </a:srgbClr>
                </a:gs>
                <a:gs pos="28571">
                  <a:srgbClr val="FFA000">
                    <a:alpha val="24802"/>
                  </a:srgbClr>
                </a:gs>
                <a:gs pos="42857">
                  <a:srgbClr val="FFA000">
                    <a:alpha val="17053"/>
                  </a:srgbClr>
                </a:gs>
                <a:gs pos="57143">
                  <a:srgbClr val="FFA000">
                    <a:alpha val="9841"/>
                  </a:srgbClr>
                </a:gs>
                <a:gs pos="71429">
                  <a:srgbClr val="FFA000">
                    <a:alpha val="4734"/>
                  </a:srgbClr>
                </a:gs>
                <a:gs pos="85714">
                  <a:srgbClr val="FFA000">
                    <a:alpha val="1899"/>
                  </a:srgbClr>
                </a:gs>
                <a:gs pos="100000">
                  <a:srgbClr val="FFA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8552988">
              <a:off x="2579651" y="3092633"/>
              <a:ext cx="619440" cy="135402"/>
            </a:xfrm>
            <a:prstGeom prst="ellipse">
              <a:avLst/>
            </a:prstGeom>
            <a:gradFill>
              <a:gsLst>
                <a:gs pos="0">
                  <a:srgbClr val="FE7D00">
                    <a:alpha val="32968"/>
                  </a:srgbClr>
                </a:gs>
                <a:gs pos="14286">
                  <a:srgbClr val="FE7D00">
                    <a:alpha val="30764"/>
                  </a:srgbClr>
                </a:gs>
                <a:gs pos="28571">
                  <a:srgbClr val="FE7D00">
                    <a:alpha val="24833"/>
                  </a:srgbClr>
                </a:gs>
                <a:gs pos="42857">
                  <a:srgbClr val="FE7D00">
                    <a:alpha val="17075"/>
                  </a:srgbClr>
                </a:gs>
                <a:gs pos="57143">
                  <a:srgbClr val="FE7D00">
                    <a:alpha val="9855"/>
                  </a:srgbClr>
                </a:gs>
                <a:gs pos="71429">
                  <a:srgbClr val="FE7D00">
                    <a:alpha val="4740"/>
                  </a:srgbClr>
                </a:gs>
                <a:gs pos="85714">
                  <a:srgbClr val="FE7D00">
                    <a:alpha val="1902"/>
                  </a:srgbClr>
                </a:gs>
                <a:gs pos="100000">
                  <a:srgbClr val="FE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046479">
              <a:off x="852229" y="2260374"/>
              <a:ext cx="280890" cy="718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7256266">
              <a:off x="2175781" y="2870937"/>
              <a:ext cx="239360" cy="201053"/>
            </a:xfrm>
            <a:prstGeom prst="ellipse">
              <a:avLst/>
            </a:prstGeom>
            <a:gradFill>
              <a:gsLst>
                <a:gs pos="0">
                  <a:srgbClr val="FFBAA4">
                    <a:alpha val="9832"/>
                  </a:srgbClr>
                </a:gs>
                <a:gs pos="14286">
                  <a:srgbClr val="FFBAA4">
                    <a:alpha val="9074"/>
                  </a:srgbClr>
                </a:gs>
                <a:gs pos="28571">
                  <a:srgbClr val="FFBAA4">
                    <a:alpha val="7119"/>
                  </a:srgbClr>
                </a:gs>
                <a:gs pos="42857">
                  <a:srgbClr val="FFBAA4">
                    <a:alpha val="4729"/>
                  </a:srgbClr>
                </a:gs>
                <a:gs pos="57143">
                  <a:srgbClr val="FFBAA4">
                    <a:alpha val="2649"/>
                  </a:srgbClr>
                </a:gs>
                <a:gs pos="71429">
                  <a:srgbClr val="FFBAA4">
                    <a:alpha val="1249"/>
                  </a:srgbClr>
                </a:gs>
                <a:gs pos="85714">
                  <a:srgbClr val="FFBAA4">
                    <a:alpha val="496"/>
                  </a:srgbClr>
                </a:gs>
                <a:gs pos="100000">
                  <a:srgbClr val="FFBAA4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7659943">
              <a:off x="2843998" y="2594057"/>
              <a:ext cx="269852" cy="222549"/>
            </a:xfrm>
            <a:prstGeom prst="ellipse">
              <a:avLst/>
            </a:prstGeom>
            <a:gradFill>
              <a:gsLst>
                <a:gs pos="0">
                  <a:srgbClr val="FFE1D9">
                    <a:alpha val="15416"/>
                  </a:srgbClr>
                </a:gs>
                <a:gs pos="14286">
                  <a:srgbClr val="FFE1D9">
                    <a:alpha val="14263"/>
                  </a:srgbClr>
                </a:gs>
                <a:gs pos="28571">
                  <a:srgbClr val="FFE1D9">
                    <a:alpha val="11262"/>
                  </a:srgbClr>
                </a:gs>
                <a:gs pos="42857">
                  <a:srgbClr val="FFE1D9">
                    <a:alpha val="7538"/>
                  </a:srgbClr>
                </a:gs>
                <a:gs pos="57143">
                  <a:srgbClr val="FFE1D9">
                    <a:alpha val="4250"/>
                  </a:srgbClr>
                </a:gs>
                <a:gs pos="71429">
                  <a:srgbClr val="FFE1D9">
                    <a:alpha val="2012"/>
                  </a:srgbClr>
                </a:gs>
                <a:gs pos="85714">
                  <a:srgbClr val="FFE1D9">
                    <a:alpha val="801"/>
                  </a:srgbClr>
                </a:gs>
                <a:gs pos="100000">
                  <a:srgbClr val="FFE1D9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8740082">
              <a:off x="503957" y="2444949"/>
              <a:ext cx="669712" cy="583666"/>
            </a:xfrm>
            <a:prstGeom prst="ellipse">
              <a:avLst/>
            </a:prstGeom>
            <a:gradFill>
              <a:gsLst>
                <a:gs pos="0">
                  <a:srgbClr val="FF9C00">
                    <a:alpha val="32968"/>
                  </a:srgbClr>
                </a:gs>
                <a:gs pos="14286">
                  <a:srgbClr val="FF9C00">
                    <a:alpha val="30764"/>
                  </a:srgbClr>
                </a:gs>
                <a:gs pos="28571">
                  <a:srgbClr val="FF9C00">
                    <a:alpha val="24833"/>
                  </a:srgbClr>
                </a:gs>
                <a:gs pos="42857">
                  <a:srgbClr val="FF9C00">
                    <a:alpha val="17075"/>
                  </a:srgbClr>
                </a:gs>
                <a:gs pos="57143">
                  <a:srgbClr val="FF9C00">
                    <a:alpha val="9855"/>
                  </a:srgbClr>
                </a:gs>
                <a:gs pos="71429">
                  <a:srgbClr val="FF9C00">
                    <a:alpha val="4740"/>
                  </a:srgbClr>
                </a:gs>
                <a:gs pos="85714">
                  <a:srgbClr val="FF9C00">
                    <a:alpha val="1902"/>
                  </a:srgbClr>
                </a:gs>
                <a:gs pos="100000">
                  <a:srgbClr val="FF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6605547">
              <a:off x="1217683" y="1551384"/>
              <a:ext cx="398434" cy="47796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8165120">
              <a:off x="2201220" y="1644901"/>
              <a:ext cx="680449" cy="39643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8541430">
              <a:off x="1499213" y="1508178"/>
              <a:ext cx="459633" cy="157063"/>
            </a:xfrm>
            <a:prstGeom prst="ellipse">
              <a:avLst/>
            </a:prstGeom>
            <a:gradFill>
              <a:gsLst>
                <a:gs pos="0">
                  <a:srgbClr val="F80D00">
                    <a:alpha val="32968"/>
                  </a:srgbClr>
                </a:gs>
                <a:gs pos="14286">
                  <a:srgbClr val="F80D00">
                    <a:alpha val="30764"/>
                  </a:srgbClr>
                </a:gs>
                <a:gs pos="28571">
                  <a:srgbClr val="F80D00">
                    <a:alpha val="24833"/>
                  </a:srgbClr>
                </a:gs>
                <a:gs pos="42857">
                  <a:srgbClr val="F80D00">
                    <a:alpha val="17075"/>
                  </a:srgbClr>
                </a:gs>
                <a:gs pos="57143">
                  <a:srgbClr val="F80D00">
                    <a:alpha val="9855"/>
                  </a:srgbClr>
                </a:gs>
                <a:gs pos="71429">
                  <a:srgbClr val="F80D00">
                    <a:alpha val="4740"/>
                  </a:srgbClr>
                </a:gs>
                <a:gs pos="85714">
                  <a:srgbClr val="F80D00">
                    <a:alpha val="1902"/>
                  </a:srgbClr>
                </a:gs>
                <a:gs pos="100000">
                  <a:srgbClr val="F8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3173450">
              <a:off x="1935094" y="1045171"/>
              <a:ext cx="797536" cy="683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8064613">
              <a:off x="399000" y="579527"/>
              <a:ext cx="337746" cy="213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9921079">
              <a:off x="1683945" y="2947868"/>
              <a:ext cx="277282" cy="395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7961396">
              <a:off x="2845257" y="2290452"/>
              <a:ext cx="777743" cy="120280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274125">
              <a:off x="3134974" y="2433121"/>
              <a:ext cx="290255" cy="161955"/>
            </a:xfrm>
            <a:prstGeom prst="ellipse">
              <a:avLst/>
            </a:prstGeom>
            <a:gradFill>
              <a:gsLst>
                <a:gs pos="0">
                  <a:srgbClr val="FFFF00">
                    <a:alpha val="8695"/>
                  </a:srgbClr>
                </a:gs>
                <a:gs pos="14286">
                  <a:srgbClr val="FFFF00">
                    <a:alpha val="8021"/>
                  </a:srgbClr>
                </a:gs>
                <a:gs pos="28571">
                  <a:srgbClr val="FFFF00">
                    <a:alpha val="6286"/>
                  </a:srgbClr>
                </a:gs>
                <a:gs pos="42857">
                  <a:srgbClr val="FFFF00">
                    <a:alpha val="4169"/>
                  </a:srgbClr>
                </a:gs>
                <a:gs pos="57143">
                  <a:srgbClr val="FFFF00">
                    <a:alpha val="2332"/>
                  </a:srgbClr>
                </a:gs>
                <a:gs pos="71429">
                  <a:srgbClr val="FFFF00">
                    <a:alpha val="1098"/>
                  </a:srgbClr>
                </a:gs>
                <a:gs pos="85714">
                  <a:srgbClr val="FFFF00">
                    <a:alpha val="436"/>
                  </a:srgbClr>
                </a:gs>
                <a:gs pos="100000">
                  <a:srgbClr val="FFFF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134832">
              <a:off x="2414985" y="2528103"/>
              <a:ext cx="658722" cy="11674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-10704413">
              <a:off x="1559099" y="54610"/>
              <a:ext cx="725350" cy="116910"/>
            </a:xfrm>
            <a:prstGeom prst="ellipse">
              <a:avLst/>
            </a:prstGeom>
            <a:gradFill>
              <a:gsLst>
                <a:gs pos="0">
                  <a:srgbClr val="8AC500">
                    <a:alpha val="32968"/>
                  </a:srgbClr>
                </a:gs>
                <a:gs pos="14286">
                  <a:srgbClr val="8AC500">
                    <a:alpha val="30764"/>
                  </a:srgbClr>
                </a:gs>
                <a:gs pos="28571">
                  <a:srgbClr val="8AC500">
                    <a:alpha val="24833"/>
                  </a:srgbClr>
                </a:gs>
                <a:gs pos="42857">
                  <a:srgbClr val="8AC500">
                    <a:alpha val="17075"/>
                  </a:srgbClr>
                </a:gs>
                <a:gs pos="57143">
                  <a:srgbClr val="8AC500">
                    <a:alpha val="9855"/>
                  </a:srgbClr>
                </a:gs>
                <a:gs pos="71429">
                  <a:srgbClr val="8AC500">
                    <a:alpha val="4740"/>
                  </a:srgbClr>
                </a:gs>
                <a:gs pos="85714">
                  <a:srgbClr val="8AC500">
                    <a:alpha val="1902"/>
                  </a:srgbClr>
                </a:gs>
                <a:gs pos="100000">
                  <a:srgbClr val="8A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10637379">
              <a:off x="1587653" y="56659"/>
              <a:ext cx="677013" cy="68988"/>
            </a:xfrm>
            <a:prstGeom prst="ellipse">
              <a:avLst/>
            </a:prstGeom>
            <a:gradFill>
              <a:gsLst>
                <a:gs pos="0">
                  <a:srgbClr val="8BC500">
                    <a:alpha val="32968"/>
                  </a:srgbClr>
                </a:gs>
                <a:gs pos="14286">
                  <a:srgbClr val="8BC500">
                    <a:alpha val="30764"/>
                  </a:srgbClr>
                </a:gs>
                <a:gs pos="28571">
                  <a:srgbClr val="8BC500">
                    <a:alpha val="24833"/>
                  </a:srgbClr>
                </a:gs>
                <a:gs pos="42857">
                  <a:srgbClr val="8BC500">
                    <a:alpha val="17075"/>
                  </a:srgbClr>
                </a:gs>
                <a:gs pos="57143">
                  <a:srgbClr val="8BC500">
                    <a:alpha val="9855"/>
                  </a:srgbClr>
                </a:gs>
                <a:gs pos="71429">
                  <a:srgbClr val="8BC500">
                    <a:alpha val="4740"/>
                  </a:srgbClr>
                </a:gs>
                <a:gs pos="85714">
                  <a:srgbClr val="8BC500">
                    <a:alpha val="1902"/>
                  </a:srgbClr>
                </a:gs>
                <a:gs pos="100000">
                  <a:srgbClr val="8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705731">
              <a:off x="2557467" y="2770821"/>
              <a:ext cx="655467" cy="98215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3012480">
              <a:off x="1889052" y="962241"/>
              <a:ext cx="754205" cy="699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3036864">
              <a:off x="1041783" y="2627876"/>
              <a:ext cx="792121" cy="628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043890">
              <a:off x="2041961" y="1405123"/>
              <a:ext cx="227740" cy="222337"/>
            </a:xfrm>
            <a:prstGeom prst="ellipse">
              <a:avLst/>
            </a:prstGeom>
            <a:gradFill>
              <a:gsLst>
                <a:gs pos="0">
                  <a:srgbClr val="FFB3F9">
                    <a:alpha val="3320"/>
                  </a:srgbClr>
                </a:gs>
                <a:gs pos="14286">
                  <a:srgbClr val="FFB3F9">
                    <a:alpha val="3055"/>
                  </a:srgbClr>
                </a:gs>
                <a:gs pos="28571">
                  <a:srgbClr val="FFB3F9">
                    <a:alpha val="2381"/>
                  </a:srgbClr>
                </a:gs>
                <a:gs pos="42857">
                  <a:srgbClr val="FFB3F9">
                    <a:alpha val="1568"/>
                  </a:srgbClr>
                </a:gs>
                <a:gs pos="57143">
                  <a:srgbClr val="FFB3F9">
                    <a:alpha val="872"/>
                  </a:srgbClr>
                </a:gs>
                <a:gs pos="71429">
                  <a:srgbClr val="FFB3F9">
                    <a:alpha val="409"/>
                  </a:srgbClr>
                </a:gs>
                <a:gs pos="85714">
                  <a:srgbClr val="FFB3F9">
                    <a:alpha val="162"/>
                  </a:srgbClr>
                </a:gs>
                <a:gs pos="100000">
                  <a:srgbClr val="FFB3F9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4409337">
              <a:off x="2749574" y="2819124"/>
              <a:ext cx="396666" cy="171367"/>
            </a:xfrm>
            <a:prstGeom prst="ellipse">
              <a:avLst/>
            </a:prstGeom>
            <a:gradFill>
              <a:gsLst>
                <a:gs pos="0">
                  <a:srgbClr val="FFFF00">
                    <a:alpha val="16512"/>
                  </a:srgbClr>
                </a:gs>
                <a:gs pos="14286">
                  <a:srgbClr val="FFFF00">
                    <a:alpha val="15284"/>
                  </a:srgbClr>
                </a:gs>
                <a:gs pos="28571">
                  <a:srgbClr val="FFFF00">
                    <a:alpha val="12084"/>
                  </a:srgbClr>
                </a:gs>
                <a:gs pos="42857">
                  <a:srgbClr val="FFFF00">
                    <a:alpha val="8100"/>
                  </a:srgbClr>
                </a:gs>
                <a:gs pos="57143">
                  <a:srgbClr val="FFFF00">
                    <a:alpha val="4573"/>
                  </a:srgbClr>
                </a:gs>
                <a:gs pos="71429">
                  <a:srgbClr val="FFFF00">
                    <a:alpha val="2167"/>
                  </a:srgbClr>
                </a:gs>
                <a:gs pos="85714">
                  <a:srgbClr val="FFFF00">
                    <a:alpha val="863"/>
                  </a:srgbClr>
                </a:gs>
                <a:gs pos="100000">
                  <a:srgbClr val="FFFF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-8118397">
              <a:off x="1267934" y="2736747"/>
              <a:ext cx="518524" cy="65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602214">
              <a:off x="2236681" y="2908134"/>
              <a:ext cx="272905" cy="183237"/>
            </a:xfrm>
            <a:prstGeom prst="ellipse">
              <a:avLst/>
            </a:prstGeom>
            <a:gradFill>
              <a:gsLst>
                <a:gs pos="0">
                  <a:srgbClr val="FF02C8">
                    <a:alpha val="15737"/>
                  </a:srgbClr>
                </a:gs>
                <a:gs pos="14286">
                  <a:srgbClr val="FF02C8">
                    <a:alpha val="14562"/>
                  </a:srgbClr>
                </a:gs>
                <a:gs pos="28571">
                  <a:srgbClr val="FF02C8">
                    <a:alpha val="11503"/>
                  </a:srgbClr>
                </a:gs>
                <a:gs pos="42857">
                  <a:srgbClr val="FF02C8">
                    <a:alpha val="7702"/>
                  </a:srgbClr>
                </a:gs>
                <a:gs pos="57143">
                  <a:srgbClr val="FF02C8">
                    <a:alpha val="4344"/>
                  </a:srgbClr>
                </a:gs>
                <a:gs pos="71429">
                  <a:srgbClr val="FF02C8">
                    <a:alpha val="2057"/>
                  </a:srgbClr>
                </a:gs>
                <a:gs pos="85714">
                  <a:srgbClr val="FF02C8">
                    <a:alpha val="819"/>
                  </a:srgbClr>
                </a:gs>
                <a:gs pos="100000">
                  <a:srgbClr val="FF02C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9990930">
              <a:off x="1517201" y="1862425"/>
              <a:ext cx="839934" cy="65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099009">
              <a:off x="3130431" y="1465421"/>
              <a:ext cx="687809" cy="222791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239335">
              <a:off x="1182474" y="1667976"/>
              <a:ext cx="356797" cy="718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10130138">
              <a:off x="1630340" y="1857186"/>
              <a:ext cx="289371" cy="36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6762087">
              <a:off x="-60702" y="1139920"/>
              <a:ext cx="554620" cy="31966"/>
            </a:xfrm>
            <a:prstGeom prst="ellipse">
              <a:avLst/>
            </a:prstGeom>
            <a:gradFill>
              <a:gsLst>
                <a:gs pos="0">
                  <a:srgbClr val="4BC100">
                    <a:alpha val="32968"/>
                  </a:srgbClr>
                </a:gs>
                <a:gs pos="14286">
                  <a:srgbClr val="4BC100">
                    <a:alpha val="30764"/>
                  </a:srgbClr>
                </a:gs>
                <a:gs pos="28571">
                  <a:srgbClr val="4BC100">
                    <a:alpha val="24833"/>
                  </a:srgbClr>
                </a:gs>
                <a:gs pos="42857">
                  <a:srgbClr val="4BC100">
                    <a:alpha val="17075"/>
                  </a:srgbClr>
                </a:gs>
                <a:gs pos="57143">
                  <a:srgbClr val="4BC100">
                    <a:alpha val="9855"/>
                  </a:srgbClr>
                </a:gs>
                <a:gs pos="71429">
                  <a:srgbClr val="4BC100">
                    <a:alpha val="4740"/>
                  </a:srgbClr>
                </a:gs>
                <a:gs pos="85714">
                  <a:srgbClr val="4BC100">
                    <a:alpha val="1902"/>
                  </a:srgbClr>
                </a:gs>
                <a:gs pos="100000">
                  <a:srgbClr val="4B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8522916">
              <a:off x="1929221" y="2842606"/>
              <a:ext cx="800870" cy="257243"/>
            </a:xfrm>
            <a:prstGeom prst="ellipse">
              <a:avLst/>
            </a:prstGeom>
            <a:gradFill>
              <a:gsLst>
                <a:gs pos="0">
                  <a:srgbClr val="FF8400">
                    <a:alpha val="29044"/>
                  </a:srgbClr>
                </a:gs>
                <a:gs pos="14286">
                  <a:srgbClr val="FF8400">
                    <a:alpha val="27048"/>
                  </a:srgbClr>
                </a:gs>
                <a:gs pos="28571">
                  <a:srgbClr val="FF8400">
                    <a:alpha val="21719"/>
                  </a:srgbClr>
                </a:gs>
                <a:gs pos="42857">
                  <a:srgbClr val="FF8400">
                    <a:alpha val="14838"/>
                  </a:srgbClr>
                </a:gs>
                <a:gs pos="57143">
                  <a:srgbClr val="FF8400">
                    <a:alpha val="8515"/>
                  </a:srgbClr>
                </a:gs>
                <a:gs pos="71429">
                  <a:srgbClr val="FF8400">
                    <a:alpha val="4080"/>
                  </a:srgbClr>
                </a:gs>
                <a:gs pos="85714">
                  <a:srgbClr val="FF8400">
                    <a:alpha val="1634"/>
                  </a:srgbClr>
                </a:gs>
                <a:gs pos="100000">
                  <a:srgbClr val="FF84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9569017">
              <a:off x="2824406" y="2148445"/>
              <a:ext cx="590702" cy="348037"/>
            </a:xfrm>
            <a:prstGeom prst="ellipse">
              <a:avLst/>
            </a:prstGeom>
            <a:gradFill>
              <a:gsLst>
                <a:gs pos="0">
                  <a:srgbClr val="FFC400">
                    <a:alpha val="27479"/>
                  </a:srgbClr>
                </a:gs>
                <a:gs pos="14286">
                  <a:srgbClr val="FFC400">
                    <a:alpha val="25570"/>
                  </a:srgbClr>
                </a:gs>
                <a:gs pos="28571">
                  <a:srgbClr val="FFC400">
                    <a:alpha val="20490"/>
                  </a:srgbClr>
                </a:gs>
                <a:gs pos="42857">
                  <a:srgbClr val="FFC400">
                    <a:alpha val="13963"/>
                  </a:srgbClr>
                </a:gs>
                <a:gs pos="57143">
                  <a:srgbClr val="FFC400">
                    <a:alpha val="7996"/>
                  </a:srgbClr>
                </a:gs>
                <a:gs pos="71429">
                  <a:srgbClr val="FFC400">
                    <a:alpha val="3826"/>
                  </a:srgbClr>
                </a:gs>
                <a:gs pos="85714">
                  <a:srgbClr val="FFC400">
                    <a:alpha val="1531"/>
                  </a:srgbClr>
                </a:gs>
                <a:gs pos="100000">
                  <a:srgbClr val="FFC4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7061091">
              <a:off x="2761074" y="1660886"/>
              <a:ext cx="520961" cy="276773"/>
            </a:xfrm>
            <a:prstGeom prst="ellipse">
              <a:avLst/>
            </a:prstGeom>
            <a:gradFill>
              <a:gsLst>
                <a:gs pos="0">
                  <a:srgbClr val="FFEFEC">
                    <a:alpha val="32968"/>
                  </a:srgbClr>
                </a:gs>
                <a:gs pos="14286">
                  <a:srgbClr val="FFEFEC">
                    <a:alpha val="30764"/>
                  </a:srgbClr>
                </a:gs>
                <a:gs pos="28571">
                  <a:srgbClr val="FFEFEC">
                    <a:alpha val="24833"/>
                  </a:srgbClr>
                </a:gs>
                <a:gs pos="42857">
                  <a:srgbClr val="FFEFEC">
                    <a:alpha val="17075"/>
                  </a:srgbClr>
                </a:gs>
                <a:gs pos="57143">
                  <a:srgbClr val="FFEFEC">
                    <a:alpha val="9855"/>
                  </a:srgbClr>
                </a:gs>
                <a:gs pos="71429">
                  <a:srgbClr val="FFEFEC">
                    <a:alpha val="4740"/>
                  </a:srgbClr>
                </a:gs>
                <a:gs pos="85714">
                  <a:srgbClr val="FFEFEC">
                    <a:alpha val="1902"/>
                  </a:srgbClr>
                </a:gs>
                <a:gs pos="100000">
                  <a:srgbClr val="FFE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8864806">
              <a:off x="2739684" y="1509928"/>
              <a:ext cx="628427" cy="246749"/>
            </a:xfrm>
            <a:prstGeom prst="ellipse">
              <a:avLst/>
            </a:prstGeom>
            <a:gradFill>
              <a:gsLst>
                <a:gs pos="0">
                  <a:srgbClr val="FFAC71">
                    <a:alpha val="32968"/>
                  </a:srgbClr>
                </a:gs>
                <a:gs pos="14286">
                  <a:srgbClr val="FFAC71">
                    <a:alpha val="30764"/>
                  </a:srgbClr>
                </a:gs>
                <a:gs pos="28571">
                  <a:srgbClr val="FFAC71">
                    <a:alpha val="24833"/>
                  </a:srgbClr>
                </a:gs>
                <a:gs pos="42857">
                  <a:srgbClr val="FFAC71">
                    <a:alpha val="17075"/>
                  </a:srgbClr>
                </a:gs>
                <a:gs pos="57143">
                  <a:srgbClr val="FFAC71">
                    <a:alpha val="9855"/>
                  </a:srgbClr>
                </a:gs>
                <a:gs pos="71429">
                  <a:srgbClr val="FFAC71">
                    <a:alpha val="4740"/>
                  </a:srgbClr>
                </a:gs>
                <a:gs pos="85714">
                  <a:srgbClr val="FFAC71">
                    <a:alpha val="1902"/>
                  </a:srgbClr>
                </a:gs>
                <a:gs pos="100000">
                  <a:srgbClr val="FFAC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9791423">
              <a:off x="3254662" y="2655652"/>
              <a:ext cx="583613" cy="521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399776">
              <a:off x="3112865" y="3333346"/>
              <a:ext cx="601152" cy="600871"/>
            </a:xfrm>
            <a:prstGeom prst="ellipse">
              <a:avLst/>
            </a:prstGeom>
            <a:gradFill>
              <a:gsLst>
                <a:gs pos="0">
                  <a:srgbClr val="FFFFFF">
                    <a:alpha val="17134"/>
                  </a:srgbClr>
                </a:gs>
                <a:gs pos="14286">
                  <a:srgbClr val="FFFFFF">
                    <a:alpha val="15864"/>
                  </a:srgbClr>
                </a:gs>
                <a:gs pos="28571">
                  <a:srgbClr val="FFFFFF">
                    <a:alpha val="12552"/>
                  </a:srgbClr>
                </a:gs>
                <a:gs pos="42857">
                  <a:srgbClr val="FFFFFF">
                    <a:alpha val="8422"/>
                  </a:srgbClr>
                </a:gs>
                <a:gs pos="57143">
                  <a:srgbClr val="FFFFFF">
                    <a:alpha val="4758"/>
                  </a:srgbClr>
                </a:gs>
                <a:gs pos="71429">
                  <a:srgbClr val="FFFFFF">
                    <a:alpha val="2256"/>
                  </a:srgbClr>
                </a:gs>
                <a:gs pos="85714">
                  <a:srgbClr val="FFFFFF">
                    <a:alpha val="898"/>
                  </a:srgbClr>
                </a:gs>
                <a:gs pos="100000">
                  <a:srgbClr val="FFFFF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516526">
              <a:off x="2939623" y="1407644"/>
              <a:ext cx="519028" cy="402751"/>
            </a:xfrm>
            <a:prstGeom prst="ellipse">
              <a:avLst/>
            </a:prstGeom>
            <a:gradFill>
              <a:gsLst>
                <a:gs pos="0">
                  <a:srgbClr val="FFDFBE">
                    <a:alpha val="26849"/>
                  </a:srgbClr>
                </a:gs>
                <a:gs pos="14286">
                  <a:srgbClr val="FFDFBE">
                    <a:alpha val="24975"/>
                  </a:srgbClr>
                </a:gs>
                <a:gs pos="28571">
                  <a:srgbClr val="FFDFBE">
                    <a:alpha val="19998"/>
                  </a:srgbClr>
                </a:gs>
                <a:gs pos="42857">
                  <a:srgbClr val="FFDFBE">
                    <a:alpha val="13614"/>
                  </a:srgbClr>
                </a:gs>
                <a:gs pos="57143">
                  <a:srgbClr val="FFDFBE">
                    <a:alpha val="7789"/>
                  </a:srgbClr>
                </a:gs>
                <a:gs pos="71429">
                  <a:srgbClr val="FFDFBE">
                    <a:alpha val="3725"/>
                  </a:srgbClr>
                </a:gs>
                <a:gs pos="85714">
                  <a:srgbClr val="FFDFBE">
                    <a:alpha val="1490"/>
                  </a:srgbClr>
                </a:gs>
                <a:gs pos="100000">
                  <a:srgbClr val="FFDFBE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450591">
              <a:off x="2926944" y="1962977"/>
              <a:ext cx="571905" cy="392198"/>
            </a:xfrm>
            <a:prstGeom prst="ellipse">
              <a:avLst/>
            </a:prstGeom>
            <a:gradFill>
              <a:gsLst>
                <a:gs pos="0">
                  <a:srgbClr val="FFF400">
                    <a:alpha val="12738"/>
                  </a:srgbClr>
                </a:gs>
                <a:gs pos="14286">
                  <a:srgbClr val="FFF400">
                    <a:alpha val="11771"/>
                  </a:srgbClr>
                </a:gs>
                <a:gs pos="28571">
                  <a:srgbClr val="FFF400">
                    <a:alpha val="9266"/>
                  </a:srgbClr>
                </a:gs>
                <a:gs pos="42857">
                  <a:srgbClr val="FFF400">
                    <a:alpha val="6179"/>
                  </a:srgbClr>
                </a:gs>
                <a:gs pos="57143">
                  <a:srgbClr val="FFF400">
                    <a:alpha val="3472"/>
                  </a:srgbClr>
                </a:gs>
                <a:gs pos="71429">
                  <a:srgbClr val="FFF400">
                    <a:alpha val="1641"/>
                  </a:srgbClr>
                </a:gs>
                <a:gs pos="85714">
                  <a:srgbClr val="FFF400">
                    <a:alpha val="652"/>
                  </a:srgbClr>
                </a:gs>
                <a:gs pos="100000">
                  <a:srgbClr val="FFF40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9413761">
              <a:off x="2943086" y="2341997"/>
              <a:ext cx="280489" cy="129283"/>
            </a:xfrm>
            <a:prstGeom prst="ellipse">
              <a:avLst/>
            </a:prstGeom>
            <a:gradFill>
              <a:gsLst>
                <a:gs pos="0">
                  <a:srgbClr val="FFFFBE">
                    <a:alpha val="26384"/>
                  </a:srgbClr>
                </a:gs>
                <a:gs pos="14286">
                  <a:srgbClr val="FFFFBE">
                    <a:alpha val="24538"/>
                  </a:srgbClr>
                </a:gs>
                <a:gs pos="28571">
                  <a:srgbClr val="FFFFBE">
                    <a:alpha val="19636"/>
                  </a:srgbClr>
                </a:gs>
                <a:gs pos="42857">
                  <a:srgbClr val="FFFFBE">
                    <a:alpha val="13358"/>
                  </a:srgbClr>
                </a:gs>
                <a:gs pos="57143">
                  <a:srgbClr val="FFFFBE">
                    <a:alpha val="7638"/>
                  </a:srgbClr>
                </a:gs>
                <a:gs pos="71429">
                  <a:srgbClr val="FFFFBE">
                    <a:alpha val="3651"/>
                  </a:srgbClr>
                </a:gs>
                <a:gs pos="85714">
                  <a:srgbClr val="FFFFBE">
                    <a:alpha val="1460"/>
                  </a:srgbClr>
                </a:gs>
                <a:gs pos="100000">
                  <a:srgbClr val="FFFFBE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9112524">
              <a:off x="1458441" y="2862241"/>
              <a:ext cx="466595" cy="675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-10539159">
              <a:off x="3025890" y="1805047"/>
              <a:ext cx="566172" cy="399481"/>
            </a:xfrm>
            <a:prstGeom prst="ellipse">
              <a:avLst/>
            </a:prstGeom>
            <a:gradFill>
              <a:gsLst>
                <a:gs pos="0">
                  <a:srgbClr val="FC7A00">
                    <a:alpha val="11198"/>
                  </a:srgbClr>
                </a:gs>
                <a:gs pos="14286">
                  <a:srgbClr val="FC7A00">
                    <a:alpha val="10340"/>
                  </a:srgbClr>
                </a:gs>
                <a:gs pos="28571">
                  <a:srgbClr val="FC7A00">
                    <a:alpha val="8126"/>
                  </a:srgbClr>
                </a:gs>
                <a:gs pos="42857">
                  <a:srgbClr val="FC7A00">
                    <a:alpha val="5407"/>
                  </a:srgbClr>
                </a:gs>
                <a:gs pos="57143">
                  <a:srgbClr val="FC7A00">
                    <a:alpha val="3033"/>
                  </a:srgbClr>
                </a:gs>
                <a:gs pos="71429">
                  <a:srgbClr val="FC7A00">
                    <a:alpha val="1431"/>
                  </a:srgbClr>
                </a:gs>
                <a:gs pos="85714">
                  <a:srgbClr val="FC7A00">
                    <a:alpha val="569"/>
                  </a:srgbClr>
                </a:gs>
                <a:gs pos="100000">
                  <a:srgbClr val="FC7A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8778339">
              <a:off x="2691900" y="358345"/>
              <a:ext cx="335162" cy="400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2829394">
              <a:off x="1633615" y="1590673"/>
              <a:ext cx="461463" cy="182370"/>
            </a:xfrm>
            <a:prstGeom prst="ellipse">
              <a:avLst/>
            </a:prstGeom>
            <a:gradFill>
              <a:gsLst>
                <a:gs pos="0">
                  <a:srgbClr val="FFF700">
                    <a:alpha val="6239"/>
                  </a:srgbClr>
                </a:gs>
                <a:gs pos="14286">
                  <a:srgbClr val="FFF700">
                    <a:alpha val="5750"/>
                  </a:srgbClr>
                </a:gs>
                <a:gs pos="28571">
                  <a:srgbClr val="FFF700">
                    <a:alpha val="4494"/>
                  </a:srgbClr>
                </a:gs>
                <a:gs pos="42857">
                  <a:srgbClr val="FFF700">
                    <a:alpha val="2971"/>
                  </a:srgbClr>
                </a:gs>
                <a:gs pos="57143">
                  <a:srgbClr val="FFF700">
                    <a:alpha val="1657"/>
                  </a:srgbClr>
                </a:gs>
                <a:gs pos="71429">
                  <a:srgbClr val="FFF700">
                    <a:alpha val="779"/>
                  </a:srgbClr>
                </a:gs>
                <a:gs pos="85714">
                  <a:srgbClr val="FFF700">
                    <a:alpha val="309"/>
                  </a:srgbClr>
                </a:gs>
                <a:gs pos="100000">
                  <a:srgbClr val="FFF7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-10191203">
              <a:off x="2740799" y="2528812"/>
              <a:ext cx="242819" cy="231914"/>
            </a:xfrm>
            <a:prstGeom prst="ellipse">
              <a:avLst/>
            </a:prstGeom>
            <a:gradFill>
              <a:gsLst>
                <a:gs pos="0">
                  <a:srgbClr val="FFE192">
                    <a:alpha val="3612"/>
                  </a:srgbClr>
                </a:gs>
                <a:gs pos="14286">
                  <a:srgbClr val="FFE192">
                    <a:alpha val="3325"/>
                  </a:srgbClr>
                </a:gs>
                <a:gs pos="28571">
                  <a:srgbClr val="FFE192">
                    <a:alpha val="2591"/>
                  </a:srgbClr>
                </a:gs>
                <a:gs pos="42857">
                  <a:srgbClr val="FFE192">
                    <a:alpha val="1707"/>
                  </a:srgbClr>
                </a:gs>
                <a:gs pos="57143">
                  <a:srgbClr val="FFE192">
                    <a:alpha val="950"/>
                  </a:srgbClr>
                </a:gs>
                <a:gs pos="71429">
                  <a:srgbClr val="FFE192">
                    <a:alpha val="446"/>
                  </a:srgbClr>
                </a:gs>
                <a:gs pos="85714">
                  <a:srgbClr val="FFE192">
                    <a:alpha val="176"/>
                  </a:srgbClr>
                </a:gs>
                <a:gs pos="100000">
                  <a:srgbClr val="FFE192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3190779">
              <a:off x="2078968" y="1197528"/>
              <a:ext cx="754055" cy="250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9537216">
              <a:off x="1209587" y="1459195"/>
              <a:ext cx="253082" cy="23123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9585681">
              <a:off x="2319198" y="2745196"/>
              <a:ext cx="573098" cy="143200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8464131">
              <a:off x="1852291" y="820947"/>
              <a:ext cx="557987" cy="672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8720775">
              <a:off x="330222" y="2619324"/>
              <a:ext cx="315680" cy="52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400000">
              <a:off x="3030946" y="-278829"/>
              <a:ext cx="567545" cy="567545"/>
            </a:xfrm>
            <a:prstGeom prst="ellipse">
              <a:avLst/>
            </a:prstGeom>
            <a:gradFill>
              <a:gsLst>
                <a:gs pos="0">
                  <a:srgbClr val="FFFFFF">
                    <a:alpha val="17363"/>
                  </a:srgbClr>
                </a:gs>
                <a:gs pos="14286">
                  <a:srgbClr val="FFFFFF">
                    <a:alpha val="16078"/>
                  </a:srgbClr>
                </a:gs>
                <a:gs pos="28571">
                  <a:srgbClr val="FFFFFF">
                    <a:alpha val="12724"/>
                  </a:srgbClr>
                </a:gs>
                <a:gs pos="42857">
                  <a:srgbClr val="FFFFFF">
                    <a:alpha val="8540"/>
                  </a:srgbClr>
                </a:gs>
                <a:gs pos="57143">
                  <a:srgbClr val="FFFFFF">
                    <a:alpha val="4826"/>
                  </a:srgbClr>
                </a:gs>
                <a:gs pos="71429">
                  <a:srgbClr val="FFFFFF">
                    <a:alpha val="2289"/>
                  </a:srgbClr>
                </a:gs>
                <a:gs pos="85714">
                  <a:srgbClr val="FFFFFF">
                    <a:alpha val="911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8343175">
              <a:off x="390291" y="494560"/>
              <a:ext cx="575985" cy="34033"/>
            </a:xfrm>
            <a:prstGeom prst="ellipse">
              <a:avLst/>
            </a:prstGeom>
            <a:gradFill>
              <a:gsLst>
                <a:gs pos="0">
                  <a:srgbClr val="1FBD00">
                    <a:alpha val="32968"/>
                  </a:srgbClr>
                </a:gs>
                <a:gs pos="14286">
                  <a:srgbClr val="1FBD00">
                    <a:alpha val="30764"/>
                  </a:srgbClr>
                </a:gs>
                <a:gs pos="28571">
                  <a:srgbClr val="1FBD00">
                    <a:alpha val="24833"/>
                  </a:srgbClr>
                </a:gs>
                <a:gs pos="42857">
                  <a:srgbClr val="1FBD00">
                    <a:alpha val="17075"/>
                  </a:srgbClr>
                </a:gs>
                <a:gs pos="57143">
                  <a:srgbClr val="1FBD00">
                    <a:alpha val="9855"/>
                  </a:srgbClr>
                </a:gs>
                <a:gs pos="71429">
                  <a:srgbClr val="1FBD00">
                    <a:alpha val="4740"/>
                  </a:srgbClr>
                </a:gs>
                <a:gs pos="85714">
                  <a:srgbClr val="1FBD00">
                    <a:alpha val="1902"/>
                  </a:srgbClr>
                </a:gs>
                <a:gs pos="100000">
                  <a:srgbClr val="1F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175441">
              <a:off x="2729119" y="2730163"/>
              <a:ext cx="292159" cy="278972"/>
            </a:xfrm>
            <a:prstGeom prst="ellipse">
              <a:avLst/>
            </a:prstGeom>
            <a:gradFill>
              <a:gsLst>
                <a:gs pos="0">
                  <a:srgbClr val="FFCF34">
                    <a:alpha val="15035"/>
                  </a:srgbClr>
                </a:gs>
                <a:gs pos="14286">
                  <a:srgbClr val="FFCF34">
                    <a:alpha val="13908"/>
                  </a:srgbClr>
                </a:gs>
                <a:gs pos="28571">
                  <a:srgbClr val="FFCF34">
                    <a:alpha val="10977"/>
                  </a:srgbClr>
                </a:gs>
                <a:gs pos="42857">
                  <a:srgbClr val="FFCF34">
                    <a:alpha val="7343"/>
                  </a:srgbClr>
                </a:gs>
                <a:gs pos="57143">
                  <a:srgbClr val="FFCF34">
                    <a:alpha val="4138"/>
                  </a:srgbClr>
                </a:gs>
                <a:gs pos="71429">
                  <a:srgbClr val="FFCF34">
                    <a:alpha val="1959"/>
                  </a:srgbClr>
                </a:gs>
                <a:gs pos="85714">
                  <a:srgbClr val="FFCF34">
                    <a:alpha val="779"/>
                  </a:srgbClr>
                </a:gs>
                <a:gs pos="100000">
                  <a:srgbClr val="FFCF34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5098684">
              <a:off x="1687885" y="1354203"/>
              <a:ext cx="552574" cy="43894"/>
            </a:xfrm>
            <a:prstGeom prst="ellipse">
              <a:avLst/>
            </a:prstGeom>
            <a:gradFill>
              <a:gsLst>
                <a:gs pos="0">
                  <a:srgbClr val="F73D00">
                    <a:alpha val="20916"/>
                  </a:srgbClr>
                </a:gs>
                <a:gs pos="14286">
                  <a:srgbClr val="F73D00">
                    <a:alpha val="19401"/>
                  </a:srgbClr>
                </a:gs>
                <a:gs pos="28571">
                  <a:srgbClr val="F73D00">
                    <a:alpha val="15420"/>
                  </a:srgbClr>
                </a:gs>
                <a:gs pos="42857">
                  <a:srgbClr val="F73D00">
                    <a:alpha val="10403"/>
                  </a:srgbClr>
                </a:gs>
                <a:gs pos="57143">
                  <a:srgbClr val="F73D00">
                    <a:alpha val="5905"/>
                  </a:srgbClr>
                </a:gs>
                <a:gs pos="71429">
                  <a:srgbClr val="F73D00">
                    <a:alpha val="2809"/>
                  </a:srgbClr>
                </a:gs>
                <a:gs pos="85714">
                  <a:srgbClr val="F73D00">
                    <a:alpha val="1120"/>
                  </a:srgbClr>
                </a:gs>
                <a:gs pos="100000">
                  <a:srgbClr val="F73D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4016091">
              <a:off x="-263633" y="2515915"/>
              <a:ext cx="559078" cy="514898"/>
            </a:xfrm>
            <a:prstGeom prst="ellipse">
              <a:avLst/>
            </a:prstGeom>
            <a:gradFill>
              <a:gsLst>
                <a:gs pos="0">
                  <a:srgbClr val="FFFFFF">
                    <a:alpha val="25595"/>
                  </a:srgbClr>
                </a:gs>
                <a:gs pos="14286">
                  <a:srgbClr val="FFFFFF">
                    <a:alpha val="23795"/>
                  </a:srgbClr>
                </a:gs>
                <a:gs pos="28571">
                  <a:srgbClr val="FFFFFF">
                    <a:alpha val="19022"/>
                  </a:srgbClr>
                </a:gs>
                <a:gs pos="42857">
                  <a:srgbClr val="FFFFFF">
                    <a:alpha val="12924"/>
                  </a:srgbClr>
                </a:gs>
                <a:gs pos="57143">
                  <a:srgbClr val="FFFFFF">
                    <a:alpha val="7382"/>
                  </a:srgbClr>
                </a:gs>
                <a:gs pos="71429">
                  <a:srgbClr val="FFFFFF">
                    <a:alpha val="3526"/>
                  </a:srgbClr>
                </a:gs>
                <a:gs pos="85714">
                  <a:srgbClr val="FFFFFF">
                    <a:alpha val="1409"/>
                  </a:srgbClr>
                </a:gs>
                <a:gs pos="100000">
                  <a:srgbClr val="FFFFFF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10752661">
              <a:off x="304303" y="3307904"/>
              <a:ext cx="554092" cy="548358"/>
            </a:xfrm>
            <a:prstGeom prst="ellipse">
              <a:avLst/>
            </a:prstGeom>
            <a:gradFill>
              <a:gsLst>
                <a:gs pos="0">
                  <a:srgbClr val="FFFFFF">
                    <a:alpha val="2974"/>
                  </a:srgbClr>
                </a:gs>
                <a:gs pos="14286">
                  <a:srgbClr val="FFFFFF">
                    <a:alpha val="2737"/>
                  </a:srgbClr>
                </a:gs>
                <a:gs pos="28571">
                  <a:srgbClr val="FFFFFF">
                    <a:alpha val="2132"/>
                  </a:srgbClr>
                </a:gs>
                <a:gs pos="42857">
                  <a:srgbClr val="FFFFFF">
                    <a:alpha val="1403"/>
                  </a:srgbClr>
                </a:gs>
                <a:gs pos="57143">
                  <a:srgbClr val="FFFFFF">
                    <a:alpha val="780"/>
                  </a:srgbClr>
                </a:gs>
                <a:gs pos="71429">
                  <a:srgbClr val="FFFFFF">
                    <a:alpha val="366"/>
                  </a:srgbClr>
                </a:gs>
                <a:gs pos="85714">
                  <a:srgbClr val="FFFFFF">
                    <a:alpha val="145"/>
                  </a:srgbClr>
                </a:gs>
                <a:gs pos="100000">
                  <a:srgbClr val="FFFF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2872317">
              <a:off x="928204" y="2416972"/>
              <a:ext cx="658936" cy="498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885565">
              <a:off x="1896571" y="3515247"/>
              <a:ext cx="772179" cy="418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-9853190">
              <a:off x="2834067" y="2526801"/>
              <a:ext cx="389679" cy="260586"/>
            </a:xfrm>
            <a:prstGeom prst="ellipse">
              <a:avLst/>
            </a:prstGeom>
            <a:gradFill>
              <a:gsLst>
                <a:gs pos="0">
                  <a:srgbClr val="FF9B00">
                    <a:alpha val="21054"/>
                  </a:srgbClr>
                </a:gs>
                <a:gs pos="14286">
                  <a:srgbClr val="FF9B00">
                    <a:alpha val="19530"/>
                  </a:srgbClr>
                </a:gs>
                <a:gs pos="28571">
                  <a:srgbClr val="FF9B00">
                    <a:alpha val="15525"/>
                  </a:srgbClr>
                </a:gs>
                <a:gs pos="42857">
                  <a:srgbClr val="FF9B00">
                    <a:alpha val="10476"/>
                  </a:srgbClr>
                </a:gs>
                <a:gs pos="57143">
                  <a:srgbClr val="FF9B00">
                    <a:alpha val="5948"/>
                  </a:srgbClr>
                </a:gs>
                <a:gs pos="71429">
                  <a:srgbClr val="FF9B00">
                    <a:alpha val="2829"/>
                  </a:srgbClr>
                </a:gs>
                <a:gs pos="85714">
                  <a:srgbClr val="FF9B00">
                    <a:alpha val="1129"/>
                  </a:srgbClr>
                </a:gs>
                <a:gs pos="100000">
                  <a:srgbClr val="FF9B00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372286">
              <a:off x="3230520" y="2837249"/>
              <a:ext cx="561689" cy="5573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400000">
              <a:off x="3071341" y="-230076"/>
              <a:ext cx="548259" cy="548258"/>
            </a:xfrm>
            <a:prstGeom prst="ellipse">
              <a:avLst/>
            </a:prstGeom>
            <a:gradFill>
              <a:gsLst>
                <a:gs pos="0">
                  <a:srgbClr val="FFFFFF">
                    <a:alpha val="16958"/>
                  </a:srgbClr>
                </a:gs>
                <a:gs pos="14286">
                  <a:srgbClr val="FFFFFF">
                    <a:alpha val="15700"/>
                  </a:srgbClr>
                </a:gs>
                <a:gs pos="28571">
                  <a:srgbClr val="FFFFFF">
                    <a:alpha val="12419"/>
                  </a:srgbClr>
                </a:gs>
                <a:gs pos="42857">
                  <a:srgbClr val="FFFFFF">
                    <a:alpha val="8331"/>
                  </a:srgbClr>
                </a:gs>
                <a:gs pos="57143">
                  <a:srgbClr val="FFFFFF">
                    <a:alpha val="4705"/>
                  </a:srgbClr>
                </a:gs>
                <a:gs pos="71429">
                  <a:srgbClr val="FFFFFF">
                    <a:alpha val="2231"/>
                  </a:srgbClr>
                </a:gs>
                <a:gs pos="85714">
                  <a:srgbClr val="FFFFFF">
                    <a:alpha val="888"/>
                  </a:srgbClr>
                </a:gs>
                <a:gs pos="100000">
                  <a:srgbClr val="FFFFFF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8539561">
              <a:off x="75993" y="2591172"/>
              <a:ext cx="886996" cy="745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10110575">
              <a:off x="1358478" y="1825919"/>
              <a:ext cx="837959" cy="66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418305">
              <a:off x="3201126" y="2362051"/>
              <a:ext cx="264127" cy="182816"/>
            </a:xfrm>
            <a:prstGeom prst="ellipse">
              <a:avLst/>
            </a:prstGeom>
            <a:gradFill>
              <a:gsLst>
                <a:gs pos="0">
                  <a:srgbClr val="FFB4A0">
                    <a:alpha val="13311"/>
                  </a:srgbClr>
                </a:gs>
                <a:gs pos="14286">
                  <a:srgbClr val="FFB4A0">
                    <a:alpha val="12303"/>
                  </a:srgbClr>
                </a:gs>
                <a:gs pos="28571">
                  <a:srgbClr val="FFB4A0">
                    <a:alpha val="9691"/>
                  </a:srgbClr>
                </a:gs>
                <a:gs pos="42857">
                  <a:srgbClr val="FFB4A0">
                    <a:alpha val="6468"/>
                  </a:srgbClr>
                </a:gs>
                <a:gs pos="57143">
                  <a:srgbClr val="FFB4A0">
                    <a:alpha val="3637"/>
                  </a:srgbClr>
                </a:gs>
                <a:gs pos="71429">
                  <a:srgbClr val="FFB4A0">
                    <a:alpha val="1719"/>
                  </a:srgbClr>
                </a:gs>
                <a:gs pos="85714">
                  <a:srgbClr val="FFB4A0">
                    <a:alpha val="683"/>
                  </a:srgbClr>
                </a:gs>
                <a:gs pos="100000">
                  <a:srgbClr val="FFB4A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400000">
              <a:off x="3071287" y="-203770"/>
              <a:ext cx="535813" cy="535812"/>
            </a:xfrm>
            <a:prstGeom prst="ellipse">
              <a:avLst/>
            </a:prstGeom>
            <a:gradFill>
              <a:gsLst>
                <a:gs pos="0">
                  <a:srgbClr val="FFFFFF">
                    <a:alpha val="16695"/>
                  </a:srgbClr>
                </a:gs>
                <a:gs pos="14286">
                  <a:srgbClr val="FFFFFF">
                    <a:alpha val="15455"/>
                  </a:srgbClr>
                </a:gs>
                <a:gs pos="28571">
                  <a:srgbClr val="FFFFFF">
                    <a:alpha val="12222"/>
                  </a:srgbClr>
                </a:gs>
                <a:gs pos="42857">
                  <a:srgbClr val="FFFFFF">
                    <a:alpha val="8195"/>
                  </a:srgbClr>
                </a:gs>
                <a:gs pos="57143">
                  <a:srgbClr val="FFFFFF">
                    <a:alpha val="4627"/>
                  </a:srgbClr>
                </a:gs>
                <a:gs pos="71429">
                  <a:srgbClr val="FFFFFF">
                    <a:alpha val="2193"/>
                  </a:srgbClr>
                </a:gs>
                <a:gs pos="85714">
                  <a:srgbClr val="FFFFFF">
                    <a:alpha val="873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7676694">
              <a:off x="2973588" y="3021656"/>
              <a:ext cx="294439" cy="438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10553995">
              <a:off x="1903418" y="922784"/>
              <a:ext cx="412337" cy="9067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5400000">
              <a:off x="295310" y="-262772"/>
              <a:ext cx="525567" cy="525543"/>
            </a:xfrm>
            <a:prstGeom prst="ellipse">
              <a:avLst/>
            </a:prstGeom>
            <a:gradFill>
              <a:gsLst>
                <a:gs pos="0">
                  <a:srgbClr val="FFFFFF">
                    <a:alpha val="15654"/>
                  </a:srgbClr>
                </a:gs>
                <a:gs pos="14286">
                  <a:srgbClr val="FFFFFF">
                    <a:alpha val="14485"/>
                  </a:srgbClr>
                </a:gs>
                <a:gs pos="28571">
                  <a:srgbClr val="FFFFFF">
                    <a:alpha val="11440"/>
                  </a:srgbClr>
                </a:gs>
                <a:gs pos="42857">
                  <a:srgbClr val="FFFFFF">
                    <a:alpha val="7660"/>
                  </a:srgbClr>
                </a:gs>
                <a:gs pos="57143">
                  <a:srgbClr val="FFFFFF">
                    <a:alpha val="4320"/>
                  </a:srgbClr>
                </a:gs>
                <a:gs pos="71429">
                  <a:srgbClr val="FFFFFF">
                    <a:alpha val="2046"/>
                  </a:srgbClr>
                </a:gs>
                <a:gs pos="85714">
                  <a:srgbClr val="FFFFFF">
                    <a:alpha val="814"/>
                  </a:srgbClr>
                </a:gs>
                <a:gs pos="100000">
                  <a:srgbClr val="FFFF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10197561">
              <a:off x="1768925" y="3546734"/>
              <a:ext cx="743946" cy="353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10799959">
              <a:off x="235467" y="3330925"/>
              <a:ext cx="523930" cy="523766"/>
            </a:xfrm>
            <a:prstGeom prst="ellipse">
              <a:avLst/>
            </a:prstGeom>
            <a:gradFill>
              <a:gsLst>
                <a:gs pos="0">
                  <a:srgbClr val="FFFFFF">
                    <a:alpha val="17055"/>
                  </a:srgbClr>
                </a:gs>
                <a:gs pos="14286">
                  <a:srgbClr val="FFFFFF">
                    <a:alpha val="15791"/>
                  </a:srgbClr>
                </a:gs>
                <a:gs pos="28571">
                  <a:srgbClr val="FFFFFF">
                    <a:alpha val="12493"/>
                  </a:srgbClr>
                </a:gs>
                <a:gs pos="42857">
                  <a:srgbClr val="FFFFFF">
                    <a:alpha val="8381"/>
                  </a:srgbClr>
                </a:gs>
                <a:gs pos="57143">
                  <a:srgbClr val="FFFFFF">
                    <a:alpha val="4734"/>
                  </a:srgbClr>
                </a:gs>
                <a:gs pos="71429">
                  <a:srgbClr val="FFFFFF">
                    <a:alpha val="2245"/>
                  </a:srgbClr>
                </a:gs>
                <a:gs pos="85714">
                  <a:srgbClr val="FFFFFF">
                    <a:alpha val="894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9207808">
              <a:off x="735713" y="2289465"/>
              <a:ext cx="377758" cy="701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6366486">
              <a:off x="3122931" y="2052155"/>
              <a:ext cx="634047" cy="240792"/>
            </a:xfrm>
            <a:prstGeom prst="ellipse">
              <a:avLst/>
            </a:prstGeom>
            <a:gradFill>
              <a:gsLst>
                <a:gs pos="0">
                  <a:srgbClr val="FFA100">
                    <a:alpha val="32968"/>
                  </a:srgbClr>
                </a:gs>
                <a:gs pos="14286">
                  <a:srgbClr val="FFA100">
                    <a:alpha val="30764"/>
                  </a:srgbClr>
                </a:gs>
                <a:gs pos="28571">
                  <a:srgbClr val="FFA100">
                    <a:alpha val="24833"/>
                  </a:srgbClr>
                </a:gs>
                <a:gs pos="42857">
                  <a:srgbClr val="FFA100">
                    <a:alpha val="17075"/>
                  </a:srgbClr>
                </a:gs>
                <a:gs pos="57143">
                  <a:srgbClr val="FFA100">
                    <a:alpha val="9855"/>
                  </a:srgbClr>
                </a:gs>
                <a:gs pos="71429">
                  <a:srgbClr val="FFA100">
                    <a:alpha val="4740"/>
                  </a:srgbClr>
                </a:gs>
                <a:gs pos="85714">
                  <a:srgbClr val="FFA100">
                    <a:alpha val="1902"/>
                  </a:srgbClr>
                </a:gs>
                <a:gs pos="100000">
                  <a:srgbClr val="FF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8617306">
              <a:off x="16267" y="2654618"/>
              <a:ext cx="837746" cy="73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8265590">
              <a:off x="2067343" y="2022307"/>
              <a:ext cx="496014" cy="728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10601323">
              <a:off x="893773" y="2257001"/>
              <a:ext cx="303280" cy="702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9610820">
              <a:off x="906164" y="3482640"/>
              <a:ext cx="721205" cy="366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9821796">
              <a:off x="1563933" y="2912537"/>
              <a:ext cx="502498" cy="64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283748">
              <a:off x="1647446" y="2927384"/>
              <a:ext cx="481995" cy="687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10448454">
              <a:off x="1790471" y="2928987"/>
              <a:ext cx="429008" cy="745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8624328">
              <a:off x="2489306" y="390017"/>
              <a:ext cx="787949" cy="29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3016657">
              <a:off x="2795862" y="671931"/>
              <a:ext cx="719243" cy="87983"/>
            </a:xfrm>
            <a:prstGeom prst="ellipse">
              <a:avLst/>
            </a:prstGeom>
            <a:gradFill>
              <a:gsLst>
                <a:gs pos="0">
                  <a:srgbClr val="7EC600">
                    <a:alpha val="32968"/>
                  </a:srgbClr>
                </a:gs>
                <a:gs pos="14286">
                  <a:srgbClr val="7EC600">
                    <a:alpha val="30764"/>
                  </a:srgbClr>
                </a:gs>
                <a:gs pos="28571">
                  <a:srgbClr val="7EC600">
                    <a:alpha val="24833"/>
                  </a:srgbClr>
                </a:gs>
                <a:gs pos="42857">
                  <a:srgbClr val="7EC600">
                    <a:alpha val="17075"/>
                  </a:srgbClr>
                </a:gs>
                <a:gs pos="57143">
                  <a:srgbClr val="7EC600">
                    <a:alpha val="9855"/>
                  </a:srgbClr>
                </a:gs>
                <a:gs pos="71429">
                  <a:srgbClr val="7EC600">
                    <a:alpha val="4740"/>
                  </a:srgbClr>
                </a:gs>
                <a:gs pos="85714">
                  <a:srgbClr val="7EC600">
                    <a:alpha val="1902"/>
                  </a:srgbClr>
                </a:gs>
                <a:gs pos="100000">
                  <a:srgbClr val="7E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9706097">
              <a:off x="961368" y="153693"/>
              <a:ext cx="598803" cy="41980"/>
            </a:xfrm>
            <a:prstGeom prst="ellipse">
              <a:avLst/>
            </a:prstGeom>
            <a:gradFill>
              <a:gsLst>
                <a:gs pos="0">
                  <a:srgbClr val="7DC200">
                    <a:alpha val="32968"/>
                  </a:srgbClr>
                </a:gs>
                <a:gs pos="14286">
                  <a:srgbClr val="7DC200">
                    <a:alpha val="30764"/>
                  </a:srgbClr>
                </a:gs>
                <a:gs pos="28571">
                  <a:srgbClr val="7DC200">
                    <a:alpha val="24833"/>
                  </a:srgbClr>
                </a:gs>
                <a:gs pos="42857">
                  <a:srgbClr val="7DC200">
                    <a:alpha val="17075"/>
                  </a:srgbClr>
                </a:gs>
                <a:gs pos="57143">
                  <a:srgbClr val="7DC200">
                    <a:alpha val="9855"/>
                  </a:srgbClr>
                </a:gs>
                <a:gs pos="71429">
                  <a:srgbClr val="7DC200">
                    <a:alpha val="4740"/>
                  </a:srgbClr>
                </a:gs>
                <a:gs pos="85714">
                  <a:srgbClr val="7DC200">
                    <a:alpha val="1902"/>
                  </a:srgbClr>
                </a:gs>
                <a:gs pos="100000">
                  <a:srgbClr val="7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9272783">
              <a:off x="2677619" y="1343943"/>
              <a:ext cx="839758" cy="671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9754548">
              <a:off x="1862653" y="2905268"/>
              <a:ext cx="493910" cy="74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4427220">
              <a:off x="-145740" y="2297514"/>
              <a:ext cx="599962" cy="34761"/>
            </a:xfrm>
            <a:prstGeom prst="ellipse">
              <a:avLst/>
            </a:prstGeom>
            <a:gradFill>
              <a:gsLst>
                <a:gs pos="0">
                  <a:srgbClr val="6FBE00">
                    <a:alpha val="32968"/>
                  </a:srgbClr>
                </a:gs>
                <a:gs pos="14286">
                  <a:srgbClr val="6FBE00">
                    <a:alpha val="30764"/>
                  </a:srgbClr>
                </a:gs>
                <a:gs pos="28571">
                  <a:srgbClr val="6FBE00">
                    <a:alpha val="24833"/>
                  </a:srgbClr>
                </a:gs>
                <a:gs pos="42857">
                  <a:srgbClr val="6FBE00">
                    <a:alpha val="17075"/>
                  </a:srgbClr>
                </a:gs>
                <a:gs pos="57143">
                  <a:srgbClr val="6FBE00">
                    <a:alpha val="9855"/>
                  </a:srgbClr>
                </a:gs>
                <a:gs pos="71429">
                  <a:srgbClr val="6FBE00">
                    <a:alpha val="4740"/>
                  </a:srgbClr>
                </a:gs>
                <a:gs pos="85714">
                  <a:srgbClr val="6FBE00">
                    <a:alpha val="1902"/>
                  </a:srgbClr>
                </a:gs>
                <a:gs pos="100000">
                  <a:srgbClr val="6F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10785445">
              <a:off x="1406707" y="40343"/>
              <a:ext cx="756232" cy="35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4894776">
              <a:off x="-315106" y="2144153"/>
              <a:ext cx="820044" cy="31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067585">
              <a:off x="593019" y="248300"/>
              <a:ext cx="816996" cy="320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-10190281">
              <a:off x="1753521" y="70215"/>
              <a:ext cx="759101" cy="274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9270753">
              <a:off x="2152135" y="3427327"/>
              <a:ext cx="768892" cy="36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-8245363">
              <a:off x="2618682" y="495072"/>
              <a:ext cx="792751" cy="31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3225014">
              <a:off x="38149" y="2870698"/>
              <a:ext cx="763769" cy="45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4121308">
              <a:off x="-188279" y="2384986"/>
              <a:ext cx="694887" cy="28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9801435">
              <a:off x="1930284" y="110143"/>
              <a:ext cx="808385" cy="363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10789099">
              <a:off x="1389719" y="3571400"/>
              <a:ext cx="747373" cy="369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-9349002">
              <a:off x="2062428" y="157694"/>
              <a:ext cx="806967" cy="296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10181154">
              <a:off x="1148751" y="3546821"/>
              <a:ext cx="742835" cy="354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6163044">
              <a:off x="3147288" y="2165182"/>
              <a:ext cx="828375" cy="301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5390991">
              <a:off x="-342343" y="1940064"/>
              <a:ext cx="812512" cy="377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-10477966">
              <a:off x="1647897" y="40782"/>
              <a:ext cx="707579" cy="410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926362">
              <a:off x="2649464" y="3044498"/>
              <a:ext cx="889653" cy="328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9444546">
              <a:off x="794509" y="163405"/>
              <a:ext cx="778375" cy="312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5748110">
              <a:off x="3123089" y="2099971"/>
              <a:ext cx="908213" cy="338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632918">
              <a:off x="3036801" y="2421513"/>
              <a:ext cx="904192" cy="355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316236">
              <a:off x="1180965" y="55855"/>
              <a:ext cx="817670" cy="33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3166296">
              <a:off x="2975768" y="770364"/>
              <a:ext cx="580249" cy="36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9877727">
              <a:off x="977725" y="3496121"/>
              <a:ext cx="667339" cy="54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-8119269">
              <a:off x="189162" y="3037049"/>
              <a:ext cx="740835" cy="322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4756212">
              <a:off x="-186711" y="2272817"/>
              <a:ext cx="567908" cy="972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9069971">
              <a:off x="531750" y="3288898"/>
              <a:ext cx="654172" cy="148177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9668460">
              <a:off x="2059684" y="116098"/>
              <a:ext cx="713402" cy="558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8872100">
              <a:off x="2190857" y="66758"/>
              <a:ext cx="633582" cy="1228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149430">
              <a:off x="457594" y="201686"/>
              <a:ext cx="328324" cy="2831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6708231">
              <a:off x="199885" y="438266"/>
              <a:ext cx="420591" cy="2236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296235">
              <a:off x="140620" y="2924428"/>
              <a:ext cx="561018" cy="1974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-9349021">
              <a:off x="2465711" y="3425187"/>
              <a:ext cx="481938" cy="2627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10453049">
              <a:off x="626727" y="-24238"/>
              <a:ext cx="373720" cy="3045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911036">
              <a:off x="3101" y="499569"/>
              <a:ext cx="445273" cy="3158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4445230">
              <a:off x="151816" y="3046740"/>
              <a:ext cx="538592" cy="2573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5401019">
              <a:off x="312467" y="3251113"/>
              <a:ext cx="330469" cy="330005"/>
            </a:xfrm>
            <a:prstGeom prst="ellipse">
              <a:avLst/>
            </a:prstGeom>
            <a:gradFill>
              <a:gsLst>
                <a:gs pos="0">
                  <a:srgbClr val="FFFFFF">
                    <a:alpha val="20880"/>
                  </a:srgbClr>
                </a:gs>
                <a:gs pos="14286">
                  <a:srgbClr val="FFFFFF">
                    <a:alpha val="19366"/>
                  </a:srgbClr>
                </a:gs>
                <a:gs pos="28571">
                  <a:srgbClr val="FFFFFF">
                    <a:alpha val="15391"/>
                  </a:srgbClr>
                </a:gs>
                <a:gs pos="42857">
                  <a:srgbClr val="FFFFFF">
                    <a:alpha val="10383"/>
                  </a:srgbClr>
                </a:gs>
                <a:gs pos="57143">
                  <a:srgbClr val="FFFFFF">
                    <a:alpha val="5894"/>
                  </a:srgbClr>
                </a:gs>
                <a:gs pos="71429">
                  <a:srgbClr val="FFFFFF">
                    <a:alpha val="2803"/>
                  </a:srgbClr>
                </a:gs>
                <a:gs pos="85714">
                  <a:srgbClr val="FFFFFF">
                    <a:alpha val="1118"/>
                  </a:srgbClr>
                </a:gs>
                <a:gs pos="100000">
                  <a:srgbClr val="FFFFF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5400000">
              <a:off x="-50321" y="468645"/>
              <a:ext cx="328760" cy="328712"/>
            </a:xfrm>
            <a:prstGeom prst="ellipse">
              <a:avLst/>
            </a:prstGeom>
            <a:gradFill>
              <a:gsLst>
                <a:gs pos="0">
                  <a:srgbClr val="FFFFFF">
                    <a:alpha val="22153"/>
                  </a:srgbClr>
                </a:gs>
                <a:gs pos="14286">
                  <a:srgbClr val="FFFFFF">
                    <a:alpha val="20560"/>
                  </a:srgbClr>
                </a:gs>
                <a:gs pos="28571">
                  <a:srgbClr val="FFFFFF">
                    <a:alpha val="16366"/>
                  </a:srgbClr>
                </a:gs>
                <a:gs pos="42857">
                  <a:srgbClr val="FFFFFF">
                    <a:alpha val="11061"/>
                  </a:srgbClr>
                </a:gs>
                <a:gs pos="57143">
                  <a:srgbClr val="FFFFFF">
                    <a:alpha val="6289"/>
                  </a:srgbClr>
                </a:gs>
                <a:gs pos="71429">
                  <a:srgbClr val="FFFFFF">
                    <a:alpha val="2995"/>
                  </a:srgbClr>
                </a:gs>
                <a:gs pos="85714">
                  <a:srgbClr val="FFFFFF">
                    <a:alpha val="1195"/>
                  </a:srgbClr>
                </a:gs>
                <a:gs pos="100000">
                  <a:srgbClr val="FFFF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378828">
              <a:off x="2902731" y="3400568"/>
              <a:ext cx="338679" cy="3362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>
              <a:off x="116531" y="3376181"/>
              <a:ext cx="328622" cy="328617"/>
            </a:xfrm>
            <a:prstGeom prst="ellipse">
              <a:avLst/>
            </a:prstGeom>
            <a:gradFill>
              <a:gsLst>
                <a:gs pos="0">
                  <a:srgbClr val="FFFFFF">
                    <a:alpha val="21990"/>
                  </a:srgbClr>
                </a:gs>
                <a:gs pos="14286">
                  <a:srgbClr val="FFFFFF">
                    <a:alpha val="20408"/>
                  </a:srgbClr>
                </a:gs>
                <a:gs pos="28571">
                  <a:srgbClr val="FFFFFF">
                    <a:alpha val="16241"/>
                  </a:srgbClr>
                </a:gs>
                <a:gs pos="42857">
                  <a:srgbClr val="FFFFFF">
                    <a:alpha val="10974"/>
                  </a:srgbClr>
                </a:gs>
                <a:gs pos="57143">
                  <a:srgbClr val="FFFFFF">
                    <a:alpha val="6238"/>
                  </a:srgbClr>
                </a:gs>
                <a:gs pos="71429">
                  <a:srgbClr val="FFFFFF">
                    <a:alpha val="2970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>
              <a:off x="-144963" y="3101455"/>
              <a:ext cx="328615" cy="328614"/>
            </a:xfrm>
            <a:prstGeom prst="ellipse">
              <a:avLst/>
            </a:prstGeom>
            <a:gradFill>
              <a:gsLst>
                <a:gs pos="0">
                  <a:srgbClr val="FFFFFF">
                    <a:alpha val="21968"/>
                  </a:srgbClr>
                </a:gs>
                <a:gs pos="14286">
                  <a:srgbClr val="FFFFFF">
                    <a:alpha val="20386"/>
                  </a:srgbClr>
                </a:gs>
                <a:gs pos="28571">
                  <a:srgbClr val="FFFFFF">
                    <a:alpha val="16223"/>
                  </a:srgbClr>
                </a:gs>
                <a:gs pos="42857">
                  <a:srgbClr val="FFFFFF">
                    <a:alpha val="10962"/>
                  </a:srgbClr>
                </a:gs>
                <a:gs pos="57143">
                  <a:srgbClr val="FFFFFF">
                    <a:alpha val="6231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399999">
              <a:off x="27489" y="934"/>
              <a:ext cx="328623" cy="328619"/>
            </a:xfrm>
            <a:prstGeom prst="ellipse">
              <a:avLst/>
            </a:prstGeom>
            <a:gradFill>
              <a:gsLst>
                <a:gs pos="0">
                  <a:srgbClr val="FFFFFF">
                    <a:alpha val="21974"/>
                  </a:srgbClr>
                </a:gs>
                <a:gs pos="14286">
                  <a:srgbClr val="FFFFFF">
                    <a:alpha val="20392"/>
                  </a:srgbClr>
                </a:gs>
                <a:gs pos="28571">
                  <a:srgbClr val="FFFFFF">
                    <a:alpha val="16228"/>
                  </a:srgbClr>
                </a:gs>
                <a:gs pos="42857">
                  <a:srgbClr val="FFFFFF">
                    <a:alpha val="10965"/>
                  </a:srgbClr>
                </a:gs>
                <a:gs pos="57143">
                  <a:srgbClr val="FFFFFF">
                    <a:alpha val="6233"/>
                  </a:srgbClr>
                </a:gs>
                <a:gs pos="71429">
                  <a:srgbClr val="FFFFFF">
                    <a:alpha val="2968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5397794">
              <a:off x="3084907" y="3289931"/>
              <a:ext cx="337617" cy="336978"/>
            </a:xfrm>
            <a:prstGeom prst="ellipse">
              <a:avLst/>
            </a:prstGeom>
            <a:gradFill>
              <a:gsLst>
                <a:gs pos="0">
                  <a:srgbClr val="FFFFFF">
                    <a:alpha val="32312"/>
                  </a:srgbClr>
                </a:gs>
                <a:gs pos="14286">
                  <a:srgbClr val="FFFFFF">
                    <a:alpha val="30141"/>
                  </a:srgbClr>
                </a:gs>
                <a:gs pos="28571">
                  <a:srgbClr val="FFFFFF">
                    <a:alpha val="24308"/>
                  </a:srgbClr>
                </a:gs>
                <a:gs pos="42857">
                  <a:srgbClr val="FFFFFF">
                    <a:alpha val="16696"/>
                  </a:srgbClr>
                </a:gs>
                <a:gs pos="57143">
                  <a:srgbClr val="FFFFFF">
                    <a:alpha val="9627"/>
                  </a:srgbClr>
                </a:gs>
                <a:gs pos="71429">
                  <a:srgbClr val="FFFFFF">
                    <a:alpha val="4628"/>
                  </a:srgbClr>
                </a:gs>
                <a:gs pos="85714">
                  <a:srgbClr val="FFFFFF">
                    <a:alpha val="1856"/>
                  </a:srgbClr>
                </a:gs>
                <a:gs pos="100000">
                  <a:srgbClr val="FFF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5400000">
              <a:off x="-115050" y="9416"/>
              <a:ext cx="328618" cy="328617"/>
            </a:xfrm>
            <a:prstGeom prst="ellipse">
              <a:avLst/>
            </a:prstGeom>
            <a:gradFill>
              <a:gsLst>
                <a:gs pos="0">
                  <a:srgbClr val="FFFFFF">
                    <a:alpha val="21967"/>
                  </a:srgbClr>
                </a:gs>
                <a:gs pos="14286">
                  <a:srgbClr val="FFFFFF">
                    <a:alpha val="20386"/>
                  </a:srgbClr>
                </a:gs>
                <a:gs pos="28571">
                  <a:srgbClr val="FFFFFF">
                    <a:alpha val="16223"/>
                  </a:srgbClr>
                </a:gs>
                <a:gs pos="42857">
                  <a:srgbClr val="FFFFFF">
                    <a:alpha val="10962"/>
                  </a:srgbClr>
                </a:gs>
                <a:gs pos="57143">
                  <a:srgbClr val="FFFFFF">
                    <a:alpha val="6231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-10799999">
              <a:off x="181931" y="-53508"/>
              <a:ext cx="328618" cy="328615"/>
            </a:xfrm>
            <a:prstGeom prst="ellipse">
              <a:avLst/>
            </a:prstGeom>
            <a:gradFill>
              <a:gsLst>
                <a:gs pos="0">
                  <a:srgbClr val="FFFFFF">
                    <a:alpha val="21995"/>
                  </a:srgbClr>
                </a:gs>
                <a:gs pos="14286">
                  <a:srgbClr val="FFFFFF">
                    <a:alpha val="20412"/>
                  </a:srgbClr>
                </a:gs>
                <a:gs pos="28571">
                  <a:srgbClr val="FFFFFF">
                    <a:alpha val="16244"/>
                  </a:srgbClr>
                </a:gs>
                <a:gs pos="42857">
                  <a:srgbClr val="FFFFFF">
                    <a:alpha val="10977"/>
                  </a:srgbClr>
                </a:gs>
                <a:gs pos="57143">
                  <a:srgbClr val="FFFFFF">
                    <a:alpha val="6240"/>
                  </a:srgbClr>
                </a:gs>
                <a:gs pos="71429">
                  <a:srgbClr val="FFFFFF">
                    <a:alpha val="2971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5400000">
              <a:off x="-33910" y="3178224"/>
              <a:ext cx="328616" cy="328613"/>
            </a:xfrm>
            <a:prstGeom prst="ellipse">
              <a:avLst/>
            </a:prstGeom>
            <a:gradFill>
              <a:gsLst>
                <a:gs pos="0">
                  <a:srgbClr val="FFFFFF">
                    <a:alpha val="21969"/>
                  </a:srgbClr>
                </a:gs>
                <a:gs pos="14286">
                  <a:srgbClr val="FFFFFF">
                    <a:alpha val="20388"/>
                  </a:srgbClr>
                </a:gs>
                <a:gs pos="28571">
                  <a:srgbClr val="FFFFFF">
                    <a:alpha val="16225"/>
                  </a:srgbClr>
                </a:gs>
                <a:gs pos="42857">
                  <a:srgbClr val="FFFFFF">
                    <a:alpha val="10963"/>
                  </a:srgbClr>
                </a:gs>
                <a:gs pos="57143">
                  <a:srgbClr val="FFFFFF">
                    <a:alpha val="6232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5397868">
              <a:off x="2982800" y="3453312"/>
              <a:ext cx="332248" cy="330548"/>
            </a:xfrm>
            <a:prstGeom prst="ellipse">
              <a:avLst/>
            </a:prstGeom>
            <a:gradFill>
              <a:gsLst>
                <a:gs pos="0">
                  <a:srgbClr val="FFFFFF">
                    <a:alpha val="28118"/>
                  </a:srgbClr>
                </a:gs>
                <a:gs pos="14286">
                  <a:srgbClr val="FFFFFF">
                    <a:alpha val="26172"/>
                  </a:srgbClr>
                </a:gs>
                <a:gs pos="28571">
                  <a:srgbClr val="FFFFFF">
                    <a:alpha val="20990"/>
                  </a:srgbClr>
                </a:gs>
                <a:gs pos="42857">
                  <a:srgbClr val="FFFFFF">
                    <a:alpha val="14319"/>
                  </a:srgbClr>
                </a:gs>
                <a:gs pos="57143">
                  <a:srgbClr val="FFFFFF">
                    <a:alpha val="8207"/>
                  </a:srgbClr>
                </a:gs>
                <a:gs pos="71429">
                  <a:srgbClr val="FFFFFF">
                    <a:alpha val="3929"/>
                  </a:srgbClr>
                </a:gs>
                <a:gs pos="85714">
                  <a:srgbClr val="FFFFFF">
                    <a:alpha val="1572"/>
                  </a:srgbClr>
                </a:gs>
                <a:gs pos="100000">
                  <a:srgbClr val="FFFF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10799999">
              <a:off x="-20139" y="138094"/>
              <a:ext cx="328680" cy="328675"/>
            </a:xfrm>
            <a:prstGeom prst="ellipse">
              <a:avLst/>
            </a:prstGeom>
            <a:gradFill>
              <a:gsLst>
                <a:gs pos="0">
                  <a:srgbClr val="FFFFFF">
                    <a:alpha val="22000"/>
                  </a:srgbClr>
                </a:gs>
                <a:gs pos="14286">
                  <a:srgbClr val="FFFFFF">
                    <a:alpha val="20417"/>
                  </a:srgbClr>
                </a:gs>
                <a:gs pos="28571">
                  <a:srgbClr val="FFFFFF">
                    <a:alpha val="16248"/>
                  </a:srgbClr>
                </a:gs>
                <a:gs pos="42857">
                  <a:srgbClr val="FFFFFF">
                    <a:alpha val="10979"/>
                  </a:srgbClr>
                </a:gs>
                <a:gs pos="57143">
                  <a:srgbClr val="FFFFFF">
                    <a:alpha val="6241"/>
                  </a:srgbClr>
                </a:gs>
                <a:gs pos="71429">
                  <a:srgbClr val="FFFFFF">
                    <a:alpha val="2972"/>
                  </a:srgbClr>
                </a:gs>
                <a:gs pos="85714">
                  <a:srgbClr val="FFFFFF">
                    <a:alpha val="1186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10799999">
              <a:off x="-11913" y="45241"/>
              <a:ext cx="328627" cy="328619"/>
            </a:xfrm>
            <a:prstGeom prst="ellipse">
              <a:avLst/>
            </a:prstGeom>
            <a:gradFill>
              <a:gsLst>
                <a:gs pos="0">
                  <a:srgbClr val="FFFFFF">
                    <a:alpha val="21975"/>
                  </a:srgbClr>
                </a:gs>
                <a:gs pos="14286">
                  <a:srgbClr val="FFFFFF">
                    <a:alpha val="20393"/>
                  </a:srgbClr>
                </a:gs>
                <a:gs pos="28571">
                  <a:srgbClr val="FFFFFF">
                    <a:alpha val="16229"/>
                  </a:srgbClr>
                </a:gs>
                <a:gs pos="42857">
                  <a:srgbClr val="FFFFFF">
                    <a:alpha val="10966"/>
                  </a:srgbClr>
                </a:gs>
                <a:gs pos="57143">
                  <a:srgbClr val="FFFFFF">
                    <a:alpha val="6233"/>
                  </a:srgbClr>
                </a:gs>
                <a:gs pos="71429">
                  <a:srgbClr val="FFFFFF">
                    <a:alpha val="2968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400000">
              <a:off x="7112" y="140465"/>
              <a:ext cx="328677" cy="328670"/>
            </a:xfrm>
            <a:prstGeom prst="ellipse">
              <a:avLst/>
            </a:prstGeom>
            <a:gradFill>
              <a:gsLst>
                <a:gs pos="0">
                  <a:srgbClr val="FFFFFF">
                    <a:alpha val="21999"/>
                  </a:srgbClr>
                </a:gs>
                <a:gs pos="14286">
                  <a:srgbClr val="FFFFFF">
                    <a:alpha val="20415"/>
                  </a:srgbClr>
                </a:gs>
                <a:gs pos="28571">
                  <a:srgbClr val="FFFFFF">
                    <a:alpha val="16247"/>
                  </a:srgbClr>
                </a:gs>
                <a:gs pos="42857">
                  <a:srgbClr val="FFFFFF">
                    <a:alpha val="10979"/>
                  </a:srgbClr>
                </a:gs>
                <a:gs pos="57143">
                  <a:srgbClr val="FFFFFF">
                    <a:alpha val="6241"/>
                  </a:srgbClr>
                </a:gs>
                <a:gs pos="71429">
                  <a:srgbClr val="FFFFFF">
                    <a:alpha val="2971"/>
                  </a:srgbClr>
                </a:gs>
                <a:gs pos="85714">
                  <a:srgbClr val="FFFFFF">
                    <a:alpha val="1186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10799897">
              <a:off x="19302" y="3237912"/>
              <a:ext cx="603873" cy="603675"/>
            </a:xfrm>
            <a:prstGeom prst="ellipse">
              <a:avLst/>
            </a:prstGeom>
            <a:gradFill>
              <a:gsLst>
                <a:gs pos="0">
                  <a:srgbClr val="FFFFFF">
                    <a:alpha val="20465"/>
                  </a:srgbClr>
                </a:gs>
                <a:gs pos="14286">
                  <a:srgbClr val="FFFFFF">
                    <a:alpha val="18978"/>
                  </a:srgbClr>
                </a:gs>
                <a:gs pos="28571">
                  <a:srgbClr val="FFFFFF">
                    <a:alpha val="15075"/>
                  </a:srgbClr>
                </a:gs>
                <a:gs pos="42857">
                  <a:srgbClr val="FFFFFF">
                    <a:alpha val="10163"/>
                  </a:srgbClr>
                </a:gs>
                <a:gs pos="57143">
                  <a:srgbClr val="FFFFFF">
                    <a:alpha val="5766"/>
                  </a:srgbClr>
                </a:gs>
                <a:gs pos="71429">
                  <a:srgbClr val="FFFFFF">
                    <a:alpha val="2742"/>
                  </a:srgbClr>
                </a:gs>
                <a:gs pos="85714">
                  <a:srgbClr val="FFFFFF">
                    <a:alpha val="1093"/>
                  </a:srgbClr>
                </a:gs>
                <a:gs pos="100000">
                  <a:srgbClr val="FFFFFF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5400000">
              <a:off x="-249955" y="32451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FFFFFF">
                    <a:alpha val="16146"/>
                  </a:srgbClr>
                </a:gs>
                <a:gs pos="14286">
                  <a:srgbClr val="FFFFFF">
                    <a:alpha val="14943"/>
                  </a:srgbClr>
                </a:gs>
                <a:gs pos="28571">
                  <a:srgbClr val="FFFFFF">
                    <a:alpha val="11809"/>
                  </a:srgbClr>
                </a:gs>
                <a:gs pos="42857">
                  <a:srgbClr val="FFFFFF">
                    <a:alpha val="7912"/>
                  </a:srgbClr>
                </a:gs>
                <a:gs pos="57143">
                  <a:srgbClr val="FFFFFF">
                    <a:alpha val="4465"/>
                  </a:srgbClr>
                </a:gs>
                <a:gs pos="71429">
                  <a:srgbClr val="FFFFFF">
                    <a:alpha val="2115"/>
                  </a:srgbClr>
                </a:gs>
                <a:gs pos="85714">
                  <a:srgbClr val="FFFFFF">
                    <a:alpha val="842"/>
                  </a:srgbClr>
                </a:gs>
                <a:gs pos="100000">
                  <a:srgbClr val="FFFFF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-10792361">
              <a:off x="3242012" y="3035165"/>
              <a:ext cx="606193" cy="602762"/>
            </a:xfrm>
            <a:prstGeom prst="ellipse">
              <a:avLst/>
            </a:prstGeom>
            <a:gradFill>
              <a:gsLst>
                <a:gs pos="0">
                  <a:srgbClr val="FFFFFF">
                    <a:alpha val="17336"/>
                  </a:srgbClr>
                </a:gs>
                <a:gs pos="14286">
                  <a:srgbClr val="FFFFFF">
                    <a:alpha val="16053"/>
                  </a:srgbClr>
                </a:gs>
                <a:gs pos="28571">
                  <a:srgbClr val="FFFFFF">
                    <a:alpha val="12704"/>
                  </a:srgbClr>
                </a:gs>
                <a:gs pos="42857">
                  <a:srgbClr val="FFFFFF">
                    <a:alpha val="8526"/>
                  </a:srgbClr>
                </a:gs>
                <a:gs pos="57143">
                  <a:srgbClr val="FFFFFF">
                    <a:alpha val="4818"/>
                  </a:srgbClr>
                </a:gs>
                <a:gs pos="71429">
                  <a:srgbClr val="FFFFFF">
                    <a:alpha val="2285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9138909">
              <a:off x="2004767" y="3151400"/>
              <a:ext cx="837003" cy="315039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8838240">
              <a:off x="2052552" y="3070271"/>
              <a:ext cx="670429" cy="409336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10060012">
              <a:off x="1677239" y="2979336"/>
              <a:ext cx="940170" cy="564659"/>
            </a:xfrm>
            <a:prstGeom prst="ellipse">
              <a:avLst/>
            </a:prstGeom>
            <a:gradFill>
              <a:gsLst>
                <a:gs pos="0">
                  <a:srgbClr val="FF6700">
                    <a:alpha val="32968"/>
                  </a:srgbClr>
                </a:gs>
                <a:gs pos="14286">
                  <a:srgbClr val="FF6700">
                    <a:alpha val="30764"/>
                  </a:srgbClr>
                </a:gs>
                <a:gs pos="28571">
                  <a:srgbClr val="FF6700">
                    <a:alpha val="24833"/>
                  </a:srgbClr>
                </a:gs>
                <a:gs pos="42857">
                  <a:srgbClr val="FF6700">
                    <a:alpha val="17075"/>
                  </a:srgbClr>
                </a:gs>
                <a:gs pos="57143">
                  <a:srgbClr val="FF6700">
                    <a:alpha val="9855"/>
                  </a:srgbClr>
                </a:gs>
                <a:gs pos="71429">
                  <a:srgbClr val="FF6700">
                    <a:alpha val="4740"/>
                  </a:srgbClr>
                </a:gs>
                <a:gs pos="85714">
                  <a:srgbClr val="FF6700">
                    <a:alpha val="1902"/>
                  </a:srgbClr>
                </a:gs>
                <a:gs pos="100000">
                  <a:srgbClr val="FF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10433948">
              <a:off x="1444736" y="3021592"/>
              <a:ext cx="926975" cy="566070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10741912">
              <a:off x="1318204" y="3007948"/>
              <a:ext cx="897460" cy="582805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9983026">
              <a:off x="1152732" y="3014018"/>
              <a:ext cx="887027" cy="558972"/>
            </a:xfrm>
            <a:prstGeom prst="ellipse">
              <a:avLst/>
            </a:prstGeom>
            <a:gradFill>
              <a:gsLst>
                <a:gs pos="0">
                  <a:srgbClr val="FE7A00">
                    <a:alpha val="32968"/>
                  </a:srgbClr>
                </a:gs>
                <a:gs pos="14286">
                  <a:srgbClr val="FE7A00">
                    <a:alpha val="30764"/>
                  </a:srgbClr>
                </a:gs>
                <a:gs pos="28571">
                  <a:srgbClr val="FE7A00">
                    <a:alpha val="24833"/>
                  </a:srgbClr>
                </a:gs>
                <a:gs pos="42857">
                  <a:srgbClr val="FE7A00">
                    <a:alpha val="17075"/>
                  </a:srgbClr>
                </a:gs>
                <a:gs pos="57143">
                  <a:srgbClr val="FE7A00">
                    <a:alpha val="9855"/>
                  </a:srgbClr>
                </a:gs>
                <a:gs pos="71429">
                  <a:srgbClr val="FE7A00">
                    <a:alpha val="4740"/>
                  </a:srgbClr>
                </a:gs>
                <a:gs pos="85714">
                  <a:srgbClr val="FE7A00">
                    <a:alpha val="1902"/>
                  </a:srgbClr>
                </a:gs>
                <a:gs pos="100000">
                  <a:srgbClr val="FE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9640283">
              <a:off x="874316" y="3019798"/>
              <a:ext cx="917139" cy="482570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337610">
              <a:off x="731931" y="3034474"/>
              <a:ext cx="916972" cy="416673"/>
            </a:xfrm>
            <a:prstGeom prst="ellipse">
              <a:avLst/>
            </a:prstGeom>
            <a:gradFill>
              <a:gsLst>
                <a:gs pos="0">
                  <a:srgbClr val="FF7100">
                    <a:alpha val="32968"/>
                  </a:srgbClr>
                </a:gs>
                <a:gs pos="14286">
                  <a:srgbClr val="FF7100">
                    <a:alpha val="30764"/>
                  </a:srgbClr>
                </a:gs>
                <a:gs pos="28571">
                  <a:srgbClr val="FF7100">
                    <a:alpha val="24833"/>
                  </a:srgbClr>
                </a:gs>
                <a:gs pos="42857">
                  <a:srgbClr val="FF7100">
                    <a:alpha val="17075"/>
                  </a:srgbClr>
                </a:gs>
                <a:gs pos="57143">
                  <a:srgbClr val="FF7100">
                    <a:alpha val="9855"/>
                  </a:srgbClr>
                </a:gs>
                <a:gs pos="71429">
                  <a:srgbClr val="FF7100">
                    <a:alpha val="4740"/>
                  </a:srgbClr>
                </a:gs>
                <a:gs pos="85714">
                  <a:srgbClr val="FF7100">
                    <a:alpha val="1902"/>
                  </a:srgbClr>
                </a:gs>
                <a:gs pos="100000">
                  <a:srgbClr val="FF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5366778">
              <a:off x="-146595" y="3036595"/>
              <a:ext cx="610899" cy="608675"/>
            </a:xfrm>
            <a:prstGeom prst="ellipse">
              <a:avLst/>
            </a:prstGeom>
            <a:gradFill>
              <a:gsLst>
                <a:gs pos="0">
                  <a:srgbClr val="FFFFFF">
                    <a:alpha val="32278"/>
                  </a:srgbClr>
                </a:gs>
                <a:gs pos="14286">
                  <a:srgbClr val="FFFFFF">
                    <a:alpha val="30109"/>
                  </a:srgbClr>
                </a:gs>
                <a:gs pos="28571">
                  <a:srgbClr val="FFFFFF">
                    <a:alpha val="24281"/>
                  </a:srgbClr>
                </a:gs>
                <a:gs pos="42857">
                  <a:srgbClr val="FFFFFF">
                    <a:alpha val="16677"/>
                  </a:srgbClr>
                </a:gs>
                <a:gs pos="57143">
                  <a:srgbClr val="FFFFFF">
                    <a:alpha val="9615"/>
                  </a:srgbClr>
                </a:gs>
                <a:gs pos="71429">
                  <a:srgbClr val="FFFFFF">
                    <a:alpha val="4622"/>
                  </a:srgbClr>
                </a:gs>
                <a:gs pos="85714">
                  <a:srgbClr val="FFFFFF">
                    <a:alpha val="1854"/>
                  </a:srgbClr>
                </a:gs>
                <a:gs pos="100000">
                  <a:srgbClr val="FFFFF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8768477">
              <a:off x="2380556" y="3039227"/>
              <a:ext cx="797160" cy="258004"/>
            </a:xfrm>
            <a:prstGeom prst="ellipse">
              <a:avLst/>
            </a:prstGeom>
            <a:gradFill>
              <a:gsLst>
                <a:gs pos="0">
                  <a:srgbClr val="FFA800">
                    <a:alpha val="32333"/>
                  </a:srgbClr>
                </a:gs>
                <a:gs pos="14286">
                  <a:srgbClr val="FFA800">
                    <a:alpha val="30161"/>
                  </a:srgbClr>
                </a:gs>
                <a:gs pos="28571">
                  <a:srgbClr val="FFA800">
                    <a:alpha val="24325"/>
                  </a:srgbClr>
                </a:gs>
                <a:gs pos="42857">
                  <a:srgbClr val="FFA800">
                    <a:alpha val="16708"/>
                  </a:srgbClr>
                </a:gs>
                <a:gs pos="57143">
                  <a:srgbClr val="FFA800">
                    <a:alpha val="9634"/>
                  </a:srgbClr>
                </a:gs>
                <a:gs pos="71429">
                  <a:srgbClr val="FFA800">
                    <a:alpha val="4631"/>
                  </a:srgbClr>
                </a:gs>
                <a:gs pos="85714">
                  <a:srgbClr val="FFA800">
                    <a:alpha val="1858"/>
                  </a:srgbClr>
                </a:gs>
                <a:gs pos="100000">
                  <a:srgbClr val="FFA8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7103436">
              <a:off x="1981165" y="2936269"/>
              <a:ext cx="871973" cy="407144"/>
            </a:xfrm>
            <a:prstGeom prst="ellipse">
              <a:avLst/>
            </a:prstGeom>
            <a:gradFill>
              <a:gsLst>
                <a:gs pos="0">
                  <a:srgbClr val="FFB400">
                    <a:alpha val="32968"/>
                  </a:srgbClr>
                </a:gs>
                <a:gs pos="14286">
                  <a:srgbClr val="FFB400">
                    <a:alpha val="30764"/>
                  </a:srgbClr>
                </a:gs>
                <a:gs pos="28571">
                  <a:srgbClr val="FFB400">
                    <a:alpha val="24833"/>
                  </a:srgbClr>
                </a:gs>
                <a:gs pos="42857">
                  <a:srgbClr val="FFB400">
                    <a:alpha val="17075"/>
                  </a:srgbClr>
                </a:gs>
                <a:gs pos="57143">
                  <a:srgbClr val="FFB400">
                    <a:alpha val="9855"/>
                  </a:srgbClr>
                </a:gs>
                <a:gs pos="71429">
                  <a:srgbClr val="FFB400">
                    <a:alpha val="4740"/>
                  </a:srgbClr>
                </a:gs>
                <a:gs pos="85714">
                  <a:srgbClr val="FFB400">
                    <a:alpha val="1902"/>
                  </a:srgbClr>
                </a:gs>
                <a:gs pos="100000">
                  <a:srgbClr val="FF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8733358">
              <a:off x="1884846" y="2907962"/>
              <a:ext cx="875656" cy="543748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003547">
              <a:off x="1704025" y="2969438"/>
              <a:ext cx="942677" cy="566110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10760362">
              <a:off x="1473363" y="2971416"/>
              <a:ext cx="955326" cy="547546"/>
            </a:xfrm>
            <a:prstGeom prst="ellipse">
              <a:avLst/>
            </a:prstGeom>
            <a:gradFill>
              <a:gsLst>
                <a:gs pos="0">
                  <a:srgbClr val="FF7900">
                    <a:alpha val="32968"/>
                  </a:srgbClr>
                </a:gs>
                <a:gs pos="14286">
                  <a:srgbClr val="FF7900">
                    <a:alpha val="30764"/>
                  </a:srgbClr>
                </a:gs>
                <a:gs pos="28571">
                  <a:srgbClr val="FF7900">
                    <a:alpha val="24833"/>
                  </a:srgbClr>
                </a:gs>
                <a:gs pos="42857">
                  <a:srgbClr val="FF7900">
                    <a:alpha val="17075"/>
                  </a:srgbClr>
                </a:gs>
                <a:gs pos="57143">
                  <a:srgbClr val="FF7900">
                    <a:alpha val="9855"/>
                  </a:srgbClr>
                </a:gs>
                <a:gs pos="71429">
                  <a:srgbClr val="FF7900">
                    <a:alpha val="4740"/>
                  </a:srgbClr>
                </a:gs>
                <a:gs pos="85714">
                  <a:srgbClr val="FF7900">
                    <a:alpha val="1902"/>
                  </a:srgbClr>
                </a:gs>
                <a:gs pos="100000">
                  <a:srgbClr val="FF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9366655">
              <a:off x="1221616" y="2931839"/>
              <a:ext cx="962281" cy="544623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-8842826">
              <a:off x="1011344" y="2837980"/>
              <a:ext cx="942318" cy="635242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-8785574">
              <a:off x="862851" y="2728114"/>
              <a:ext cx="928991" cy="707751"/>
            </a:xfrm>
            <a:prstGeom prst="ellipse">
              <a:avLst/>
            </a:prstGeom>
            <a:gradFill>
              <a:gsLst>
                <a:gs pos="0">
                  <a:srgbClr val="FF8400">
                    <a:alpha val="32968"/>
                  </a:srgbClr>
                </a:gs>
                <a:gs pos="14286">
                  <a:srgbClr val="FF8400">
                    <a:alpha val="30764"/>
                  </a:srgbClr>
                </a:gs>
                <a:gs pos="28571">
                  <a:srgbClr val="FF8400">
                    <a:alpha val="24833"/>
                  </a:srgbClr>
                </a:gs>
                <a:gs pos="42857">
                  <a:srgbClr val="FF8400">
                    <a:alpha val="17075"/>
                  </a:srgbClr>
                </a:gs>
                <a:gs pos="57143">
                  <a:srgbClr val="FF8400">
                    <a:alpha val="9855"/>
                  </a:srgbClr>
                </a:gs>
                <a:gs pos="71429">
                  <a:srgbClr val="FF8400">
                    <a:alpha val="4740"/>
                  </a:srgbClr>
                </a:gs>
                <a:gs pos="85714">
                  <a:srgbClr val="FF8400">
                    <a:alpha val="1902"/>
                  </a:srgbClr>
                </a:gs>
                <a:gs pos="100000">
                  <a:srgbClr val="FF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9306489">
              <a:off x="686470" y="2683723"/>
              <a:ext cx="952995" cy="725153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8646401">
              <a:off x="507131" y="2916625"/>
              <a:ext cx="967371" cy="417833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4535916">
              <a:off x="-36396" y="2974483"/>
              <a:ext cx="654948" cy="3895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5851662">
              <a:off x="-187820" y="2868041"/>
              <a:ext cx="691004" cy="4813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7928330">
              <a:off x="2700057" y="2779582"/>
              <a:ext cx="638332" cy="298923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9971732">
              <a:off x="2501584" y="2723025"/>
              <a:ext cx="632242" cy="462323"/>
            </a:xfrm>
            <a:prstGeom prst="ellipse">
              <a:avLst/>
            </a:prstGeom>
            <a:gradFill>
              <a:gsLst>
                <a:gs pos="0">
                  <a:srgbClr val="FFE800">
                    <a:alpha val="22679"/>
                  </a:srgbClr>
                </a:gs>
                <a:gs pos="14286">
                  <a:srgbClr val="FFE800">
                    <a:alpha val="21054"/>
                  </a:srgbClr>
                </a:gs>
                <a:gs pos="28571">
                  <a:srgbClr val="FFE800">
                    <a:alpha val="16769"/>
                  </a:srgbClr>
                </a:gs>
                <a:gs pos="42857">
                  <a:srgbClr val="FFE800">
                    <a:alpha val="11343"/>
                  </a:srgbClr>
                </a:gs>
                <a:gs pos="57143">
                  <a:srgbClr val="FFE800">
                    <a:alpha val="6454"/>
                  </a:srgbClr>
                </a:gs>
                <a:gs pos="71429">
                  <a:srgbClr val="FFE800">
                    <a:alpha val="3074"/>
                  </a:srgbClr>
                </a:gs>
                <a:gs pos="85714">
                  <a:srgbClr val="FFE800">
                    <a:alpha val="1227"/>
                  </a:srgbClr>
                </a:gs>
                <a:gs pos="100000">
                  <a:srgbClr val="FFE800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7106951">
              <a:off x="2094974" y="2746750"/>
              <a:ext cx="865232" cy="363369"/>
            </a:xfrm>
            <a:prstGeom prst="ellipse">
              <a:avLst/>
            </a:prstGeom>
            <a:gradFill>
              <a:gsLst>
                <a:gs pos="0">
                  <a:srgbClr val="FF5700">
                    <a:alpha val="32968"/>
                  </a:srgbClr>
                </a:gs>
                <a:gs pos="14286">
                  <a:srgbClr val="FF5700">
                    <a:alpha val="30764"/>
                  </a:srgbClr>
                </a:gs>
                <a:gs pos="28571">
                  <a:srgbClr val="FF5700">
                    <a:alpha val="24833"/>
                  </a:srgbClr>
                </a:gs>
                <a:gs pos="42857">
                  <a:srgbClr val="FF5700">
                    <a:alpha val="17075"/>
                  </a:srgbClr>
                </a:gs>
                <a:gs pos="57143">
                  <a:srgbClr val="FF5700">
                    <a:alpha val="9855"/>
                  </a:srgbClr>
                </a:gs>
                <a:gs pos="71429">
                  <a:srgbClr val="FF5700">
                    <a:alpha val="4740"/>
                  </a:srgbClr>
                </a:gs>
                <a:gs pos="85714">
                  <a:srgbClr val="FF5700">
                    <a:alpha val="1902"/>
                  </a:srgbClr>
                </a:gs>
                <a:gs pos="100000">
                  <a:srgbClr val="FF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8944199">
              <a:off x="2061810" y="2770105"/>
              <a:ext cx="690697" cy="404413"/>
            </a:xfrm>
            <a:prstGeom prst="ellipse">
              <a:avLst/>
            </a:prstGeom>
            <a:gradFill>
              <a:gsLst>
                <a:gs pos="0">
                  <a:srgbClr val="FFFF00">
                    <a:alpha val="7466"/>
                  </a:srgbClr>
                </a:gs>
                <a:gs pos="14286">
                  <a:srgbClr val="FFFF00">
                    <a:alpha val="6884"/>
                  </a:srgbClr>
                </a:gs>
                <a:gs pos="28571">
                  <a:srgbClr val="FFFF00">
                    <a:alpha val="5387"/>
                  </a:srgbClr>
                </a:gs>
                <a:gs pos="42857">
                  <a:srgbClr val="FFFF00">
                    <a:alpha val="3567"/>
                  </a:srgbClr>
                </a:gs>
                <a:gs pos="57143">
                  <a:srgbClr val="FFFF00">
                    <a:alpha val="1993"/>
                  </a:srgbClr>
                </a:gs>
                <a:gs pos="71429">
                  <a:srgbClr val="FFFF00">
                    <a:alpha val="938"/>
                  </a:srgbClr>
                </a:gs>
                <a:gs pos="85714">
                  <a:srgbClr val="FFFF00">
                    <a:alpha val="372"/>
                  </a:srgbClr>
                </a:gs>
                <a:gs pos="100000">
                  <a:srgbClr val="FFFF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10568562">
              <a:off x="1612172" y="2631577"/>
              <a:ext cx="566085" cy="367340"/>
            </a:xfrm>
            <a:prstGeom prst="ellipse">
              <a:avLst/>
            </a:prstGeom>
            <a:gradFill>
              <a:gsLst>
                <a:gs pos="0">
                  <a:srgbClr val="FFFF00">
                    <a:alpha val="8966"/>
                  </a:srgbClr>
                </a:gs>
                <a:gs pos="14286">
                  <a:srgbClr val="FFFF00">
                    <a:alpha val="8271"/>
                  </a:srgbClr>
                </a:gs>
                <a:gs pos="28571">
                  <a:srgbClr val="FFFF00">
                    <a:alpha val="6484"/>
                  </a:srgbClr>
                </a:gs>
                <a:gs pos="42857">
                  <a:srgbClr val="FFFF00">
                    <a:alpha val="4302"/>
                  </a:srgbClr>
                </a:gs>
                <a:gs pos="57143">
                  <a:srgbClr val="FFFF00">
                    <a:alpha val="2407"/>
                  </a:srgbClr>
                </a:gs>
                <a:gs pos="71429">
                  <a:srgbClr val="FFFF00">
                    <a:alpha val="1134"/>
                  </a:srgbClr>
                </a:gs>
                <a:gs pos="85714">
                  <a:srgbClr val="FFFF00">
                    <a:alpha val="450"/>
                  </a:srgbClr>
                </a:gs>
                <a:gs pos="100000">
                  <a:srgbClr val="FFFF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8638118">
              <a:off x="984811" y="2779982"/>
              <a:ext cx="925325" cy="401496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8275371">
              <a:off x="818265" y="2663367"/>
              <a:ext cx="928551" cy="681306"/>
            </a:xfrm>
            <a:prstGeom prst="ellipse">
              <a:avLst/>
            </a:prstGeom>
            <a:gradFill>
              <a:gsLst>
                <a:gs pos="0">
                  <a:srgbClr val="FE7300">
                    <a:alpha val="32968"/>
                  </a:srgbClr>
                </a:gs>
                <a:gs pos="14286">
                  <a:srgbClr val="FE7300">
                    <a:alpha val="30764"/>
                  </a:srgbClr>
                </a:gs>
                <a:gs pos="28571">
                  <a:srgbClr val="FE7300">
                    <a:alpha val="24833"/>
                  </a:srgbClr>
                </a:gs>
                <a:gs pos="42857">
                  <a:srgbClr val="FE7300">
                    <a:alpha val="17075"/>
                  </a:srgbClr>
                </a:gs>
                <a:gs pos="57143">
                  <a:srgbClr val="FE7300">
                    <a:alpha val="9855"/>
                  </a:srgbClr>
                </a:gs>
                <a:gs pos="71429">
                  <a:srgbClr val="FE7300">
                    <a:alpha val="4740"/>
                  </a:srgbClr>
                </a:gs>
                <a:gs pos="85714">
                  <a:srgbClr val="FE7300">
                    <a:alpha val="1902"/>
                  </a:srgbClr>
                </a:gs>
                <a:gs pos="100000">
                  <a:srgbClr val="FE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-8493525">
              <a:off x="596417" y="2525078"/>
              <a:ext cx="942678" cy="820420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8758711">
              <a:off x="524051" y="2516311"/>
              <a:ext cx="904911" cy="778490"/>
            </a:xfrm>
            <a:prstGeom prst="ellipse">
              <a:avLst/>
            </a:prstGeom>
            <a:gradFill>
              <a:gsLst>
                <a:gs pos="0">
                  <a:srgbClr val="FE7100">
                    <a:alpha val="32968"/>
                  </a:srgbClr>
                </a:gs>
                <a:gs pos="14286">
                  <a:srgbClr val="FE7100">
                    <a:alpha val="30764"/>
                  </a:srgbClr>
                </a:gs>
                <a:gs pos="28571">
                  <a:srgbClr val="FE7100">
                    <a:alpha val="24833"/>
                  </a:srgbClr>
                </a:gs>
                <a:gs pos="42857">
                  <a:srgbClr val="FE7100">
                    <a:alpha val="17075"/>
                  </a:srgbClr>
                </a:gs>
                <a:gs pos="57143">
                  <a:srgbClr val="FE7100">
                    <a:alpha val="9855"/>
                  </a:srgbClr>
                </a:gs>
                <a:gs pos="71429">
                  <a:srgbClr val="FE7100">
                    <a:alpha val="4740"/>
                  </a:srgbClr>
                </a:gs>
                <a:gs pos="85714">
                  <a:srgbClr val="FE7100">
                    <a:alpha val="1902"/>
                  </a:srgbClr>
                </a:gs>
                <a:gs pos="100000">
                  <a:srgbClr val="FE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-8632046">
              <a:off x="407437" y="2642264"/>
              <a:ext cx="790267" cy="532445"/>
            </a:xfrm>
            <a:prstGeom prst="ellipse">
              <a:avLst/>
            </a:prstGeom>
            <a:gradFill>
              <a:gsLst>
                <a:gs pos="0">
                  <a:srgbClr val="FE7A00">
                    <a:alpha val="32968"/>
                  </a:srgbClr>
                </a:gs>
                <a:gs pos="14286">
                  <a:srgbClr val="FE7A00">
                    <a:alpha val="30764"/>
                  </a:srgbClr>
                </a:gs>
                <a:gs pos="28571">
                  <a:srgbClr val="FE7A00">
                    <a:alpha val="24833"/>
                  </a:srgbClr>
                </a:gs>
                <a:gs pos="42857">
                  <a:srgbClr val="FE7A00">
                    <a:alpha val="17075"/>
                  </a:srgbClr>
                </a:gs>
                <a:gs pos="57143">
                  <a:srgbClr val="FE7A00">
                    <a:alpha val="9855"/>
                  </a:srgbClr>
                </a:gs>
                <a:gs pos="71429">
                  <a:srgbClr val="FE7A00">
                    <a:alpha val="4740"/>
                  </a:srgbClr>
                </a:gs>
                <a:gs pos="85714">
                  <a:srgbClr val="FE7A00">
                    <a:alpha val="1902"/>
                  </a:srgbClr>
                </a:gs>
                <a:gs pos="100000">
                  <a:srgbClr val="FE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4094545">
              <a:off x="-61764" y="2834450"/>
              <a:ext cx="607240" cy="406316"/>
            </a:xfrm>
            <a:prstGeom prst="ellipse">
              <a:avLst/>
            </a:prstGeom>
            <a:gradFill>
              <a:gsLst>
                <a:gs pos="0">
                  <a:srgbClr val="FFFFFF">
                    <a:alpha val="26654"/>
                  </a:srgbClr>
                </a:gs>
                <a:gs pos="14286">
                  <a:srgbClr val="FFFFFF">
                    <a:alpha val="24791"/>
                  </a:srgbClr>
                </a:gs>
                <a:gs pos="28571">
                  <a:srgbClr val="FFFFFF">
                    <a:alpha val="19845"/>
                  </a:srgbClr>
                </a:gs>
                <a:gs pos="42857">
                  <a:srgbClr val="FFFFFF">
                    <a:alpha val="13506"/>
                  </a:srgbClr>
                </a:gs>
                <a:gs pos="57143">
                  <a:srgbClr val="FFFFFF">
                    <a:alpha val="7725"/>
                  </a:srgbClr>
                </a:gs>
                <a:gs pos="71429">
                  <a:srgbClr val="FFFFFF">
                    <a:alpha val="3694"/>
                  </a:srgbClr>
                </a:gs>
                <a:gs pos="85714">
                  <a:srgbClr val="FFFFFF">
                    <a:alpha val="1477"/>
                  </a:srgbClr>
                </a:gs>
                <a:gs pos="100000">
                  <a:srgbClr val="FFFFFF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144309">
              <a:off x="-302213" y="2714159"/>
              <a:ext cx="742176" cy="451361"/>
            </a:xfrm>
            <a:prstGeom prst="ellipse">
              <a:avLst/>
            </a:prstGeom>
            <a:gradFill>
              <a:gsLst>
                <a:gs pos="0">
                  <a:srgbClr val="FFFFFF">
                    <a:alpha val="32448"/>
                  </a:srgbClr>
                </a:gs>
                <a:gs pos="14286">
                  <a:srgbClr val="FFFFFF">
                    <a:alpha val="30270"/>
                  </a:srgbClr>
                </a:gs>
                <a:gs pos="28571">
                  <a:srgbClr val="FFFFFF">
                    <a:alpha val="24417"/>
                  </a:srgbClr>
                </a:gs>
                <a:gs pos="42857">
                  <a:srgbClr val="FFFFFF">
                    <a:alpha val="16775"/>
                  </a:srgbClr>
                </a:gs>
                <a:gs pos="57143">
                  <a:srgbClr val="FFFFFF">
                    <a:alpha val="9674"/>
                  </a:srgbClr>
                </a:gs>
                <a:gs pos="71429">
                  <a:srgbClr val="FFFFFF">
                    <a:alpha val="4651"/>
                  </a:srgbClr>
                </a:gs>
                <a:gs pos="85714">
                  <a:srgbClr val="FFFFFF">
                    <a:alpha val="1866"/>
                  </a:srgbClr>
                </a:gs>
                <a:gs pos="100000">
                  <a:srgbClr val="FFFF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6741088">
              <a:off x="2651045" y="2633726"/>
              <a:ext cx="874531" cy="249175"/>
            </a:xfrm>
            <a:prstGeom prst="ellipse">
              <a:avLst/>
            </a:prstGeom>
            <a:gradFill>
              <a:gsLst>
                <a:gs pos="0">
                  <a:srgbClr val="FF8900">
                    <a:alpha val="32968"/>
                  </a:srgbClr>
                </a:gs>
                <a:gs pos="14286">
                  <a:srgbClr val="FF8900">
                    <a:alpha val="30764"/>
                  </a:srgbClr>
                </a:gs>
                <a:gs pos="28571">
                  <a:srgbClr val="FF8900">
                    <a:alpha val="24833"/>
                  </a:srgbClr>
                </a:gs>
                <a:gs pos="42857">
                  <a:srgbClr val="FF8900">
                    <a:alpha val="17075"/>
                  </a:srgbClr>
                </a:gs>
                <a:gs pos="57143">
                  <a:srgbClr val="FF8900">
                    <a:alpha val="9855"/>
                  </a:srgbClr>
                </a:gs>
                <a:gs pos="71429">
                  <a:srgbClr val="FF8900">
                    <a:alpha val="4740"/>
                  </a:srgbClr>
                </a:gs>
                <a:gs pos="85714">
                  <a:srgbClr val="FF8900">
                    <a:alpha val="1902"/>
                  </a:srgbClr>
                </a:gs>
                <a:gs pos="100000">
                  <a:srgbClr val="FF8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7333036">
              <a:off x="2607282" y="2557182"/>
              <a:ext cx="682881" cy="514969"/>
            </a:xfrm>
            <a:prstGeom prst="ellipse">
              <a:avLst/>
            </a:prstGeom>
            <a:gradFill>
              <a:gsLst>
                <a:gs pos="0">
                  <a:srgbClr val="FF0000">
                    <a:alpha val="24402"/>
                  </a:srgbClr>
                </a:gs>
                <a:gs pos="14286">
                  <a:srgbClr val="FF0000">
                    <a:alpha val="22672"/>
                  </a:srgbClr>
                </a:gs>
                <a:gs pos="28571">
                  <a:srgbClr val="FF0000">
                    <a:alpha val="18097"/>
                  </a:srgbClr>
                </a:gs>
                <a:gs pos="42857">
                  <a:srgbClr val="FF0000">
                    <a:alpha val="12273"/>
                  </a:srgbClr>
                </a:gs>
                <a:gs pos="57143">
                  <a:srgbClr val="FF0000">
                    <a:alpha val="6999"/>
                  </a:srgbClr>
                </a:gs>
                <a:gs pos="71429">
                  <a:srgbClr val="FF0000">
                    <a:alpha val="3339"/>
                  </a:srgbClr>
                </a:gs>
                <a:gs pos="85714">
                  <a:srgbClr val="FF0000">
                    <a:alpha val="1334"/>
                  </a:srgbClr>
                </a:gs>
                <a:gs pos="100000">
                  <a:srgbClr val="FF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311469">
              <a:off x="2403967" y="2399936"/>
              <a:ext cx="772606" cy="580673"/>
            </a:xfrm>
            <a:prstGeom prst="ellipse">
              <a:avLst/>
            </a:prstGeom>
            <a:gradFill>
              <a:gsLst>
                <a:gs pos="0">
                  <a:srgbClr val="FFF600">
                    <a:alpha val="11784"/>
                  </a:srgbClr>
                </a:gs>
                <a:gs pos="14286">
                  <a:srgbClr val="FFF600">
                    <a:alpha val="10885"/>
                  </a:srgbClr>
                </a:gs>
                <a:gs pos="28571">
                  <a:srgbClr val="FFF600">
                    <a:alpha val="8559"/>
                  </a:srgbClr>
                </a:gs>
                <a:gs pos="42857">
                  <a:srgbClr val="FFF600">
                    <a:alpha val="5700"/>
                  </a:srgbClr>
                </a:gs>
                <a:gs pos="57143">
                  <a:srgbClr val="FFF600">
                    <a:alpha val="3200"/>
                  </a:srgbClr>
                </a:gs>
                <a:gs pos="71429">
                  <a:srgbClr val="FFF600">
                    <a:alpha val="1511"/>
                  </a:srgbClr>
                </a:gs>
                <a:gs pos="85714">
                  <a:srgbClr val="FFF600">
                    <a:alpha val="600"/>
                  </a:srgbClr>
                </a:gs>
                <a:gs pos="100000">
                  <a:srgbClr val="FFF600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5879651">
              <a:off x="2162813" y="2682389"/>
              <a:ext cx="820549" cy="272410"/>
            </a:xfrm>
            <a:prstGeom prst="ellipse">
              <a:avLst/>
            </a:prstGeom>
            <a:gradFill>
              <a:gsLst>
                <a:gs pos="0">
                  <a:srgbClr val="FE7400">
                    <a:alpha val="32968"/>
                  </a:srgbClr>
                </a:gs>
                <a:gs pos="14286">
                  <a:srgbClr val="FE7400">
                    <a:alpha val="30764"/>
                  </a:srgbClr>
                </a:gs>
                <a:gs pos="28571">
                  <a:srgbClr val="FE7400">
                    <a:alpha val="24833"/>
                  </a:srgbClr>
                </a:gs>
                <a:gs pos="42857">
                  <a:srgbClr val="FE7400">
                    <a:alpha val="17075"/>
                  </a:srgbClr>
                </a:gs>
                <a:gs pos="57143">
                  <a:srgbClr val="FE7400">
                    <a:alpha val="9855"/>
                  </a:srgbClr>
                </a:gs>
                <a:gs pos="71429">
                  <a:srgbClr val="FE7400">
                    <a:alpha val="4740"/>
                  </a:srgbClr>
                </a:gs>
                <a:gs pos="85714">
                  <a:srgbClr val="FE7400">
                    <a:alpha val="1902"/>
                  </a:srgbClr>
                </a:gs>
                <a:gs pos="100000">
                  <a:srgbClr val="FE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9409143">
              <a:off x="1730399" y="2561267"/>
              <a:ext cx="703357" cy="309198"/>
            </a:xfrm>
            <a:prstGeom prst="ellipse">
              <a:avLst/>
            </a:prstGeom>
            <a:gradFill>
              <a:gsLst>
                <a:gs pos="0">
                  <a:srgbClr val="679700">
                    <a:alpha val="32968"/>
                  </a:srgbClr>
                </a:gs>
                <a:gs pos="14286">
                  <a:srgbClr val="679700">
                    <a:alpha val="30764"/>
                  </a:srgbClr>
                </a:gs>
                <a:gs pos="28571">
                  <a:srgbClr val="679700">
                    <a:alpha val="24833"/>
                  </a:srgbClr>
                </a:gs>
                <a:gs pos="42857">
                  <a:srgbClr val="679700">
                    <a:alpha val="17075"/>
                  </a:srgbClr>
                </a:gs>
                <a:gs pos="57143">
                  <a:srgbClr val="679700">
                    <a:alpha val="9855"/>
                  </a:srgbClr>
                </a:gs>
                <a:gs pos="71429">
                  <a:srgbClr val="679700">
                    <a:alpha val="4740"/>
                  </a:srgbClr>
                </a:gs>
                <a:gs pos="85714">
                  <a:srgbClr val="679700">
                    <a:alpha val="1902"/>
                  </a:srgbClr>
                </a:gs>
                <a:gs pos="100000">
                  <a:srgbClr val="67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10620595">
              <a:off x="1548068" y="2479764"/>
              <a:ext cx="738652" cy="396357"/>
            </a:xfrm>
            <a:prstGeom prst="ellipse">
              <a:avLst/>
            </a:prstGeom>
            <a:gradFill>
              <a:gsLst>
                <a:gs pos="0">
                  <a:srgbClr val="ABEE00">
                    <a:alpha val="32730"/>
                  </a:srgbClr>
                </a:gs>
                <a:gs pos="14286">
                  <a:srgbClr val="ABEE00">
                    <a:alpha val="30538"/>
                  </a:srgbClr>
                </a:gs>
                <a:gs pos="28571">
                  <a:srgbClr val="ABEE00">
                    <a:alpha val="24643"/>
                  </a:srgbClr>
                </a:gs>
                <a:gs pos="42857">
                  <a:srgbClr val="ABEE00">
                    <a:alpha val="16938"/>
                  </a:srgbClr>
                </a:gs>
                <a:gs pos="57143">
                  <a:srgbClr val="ABEE00">
                    <a:alpha val="9772"/>
                  </a:srgbClr>
                </a:gs>
                <a:gs pos="71429">
                  <a:srgbClr val="ABEE00">
                    <a:alpha val="4699"/>
                  </a:srgbClr>
                </a:gs>
                <a:gs pos="85714">
                  <a:srgbClr val="ABEE00">
                    <a:alpha val="1885"/>
                  </a:srgbClr>
                </a:gs>
                <a:gs pos="100000">
                  <a:srgbClr val="ABEE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9458633">
              <a:off x="1514435" y="2578206"/>
              <a:ext cx="620482" cy="323953"/>
            </a:xfrm>
            <a:prstGeom prst="ellipse">
              <a:avLst/>
            </a:prstGeom>
            <a:gradFill>
              <a:gsLst>
                <a:gs pos="0">
                  <a:srgbClr val="78B500">
                    <a:alpha val="32968"/>
                  </a:srgbClr>
                </a:gs>
                <a:gs pos="14286">
                  <a:srgbClr val="78B500">
                    <a:alpha val="30764"/>
                  </a:srgbClr>
                </a:gs>
                <a:gs pos="28571">
                  <a:srgbClr val="78B500">
                    <a:alpha val="24833"/>
                  </a:srgbClr>
                </a:gs>
                <a:gs pos="42857">
                  <a:srgbClr val="78B500">
                    <a:alpha val="17075"/>
                  </a:srgbClr>
                </a:gs>
                <a:gs pos="57143">
                  <a:srgbClr val="78B500">
                    <a:alpha val="9855"/>
                  </a:srgbClr>
                </a:gs>
                <a:gs pos="71429">
                  <a:srgbClr val="78B500">
                    <a:alpha val="4740"/>
                  </a:srgbClr>
                </a:gs>
                <a:gs pos="85714">
                  <a:srgbClr val="78B500">
                    <a:alpha val="1902"/>
                  </a:srgbClr>
                </a:gs>
                <a:gs pos="100000">
                  <a:srgbClr val="78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2950926">
              <a:off x="741645" y="2561865"/>
              <a:ext cx="958335" cy="496523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3319989">
              <a:off x="601864" y="2400745"/>
              <a:ext cx="889248" cy="766232"/>
            </a:xfrm>
            <a:prstGeom prst="ellipse">
              <a:avLst/>
            </a:prstGeom>
            <a:gradFill>
              <a:gsLst>
                <a:gs pos="0">
                  <a:srgbClr val="FF8700">
                    <a:alpha val="32968"/>
                  </a:srgbClr>
                </a:gs>
                <a:gs pos="14286">
                  <a:srgbClr val="FF8700">
                    <a:alpha val="30764"/>
                  </a:srgbClr>
                </a:gs>
                <a:gs pos="28571">
                  <a:srgbClr val="FF8700">
                    <a:alpha val="24833"/>
                  </a:srgbClr>
                </a:gs>
                <a:gs pos="42857">
                  <a:srgbClr val="FF8700">
                    <a:alpha val="17075"/>
                  </a:srgbClr>
                </a:gs>
                <a:gs pos="57143">
                  <a:srgbClr val="FF8700">
                    <a:alpha val="9855"/>
                  </a:srgbClr>
                </a:gs>
                <a:gs pos="71429">
                  <a:srgbClr val="FF8700">
                    <a:alpha val="4740"/>
                  </a:srgbClr>
                </a:gs>
                <a:gs pos="85714">
                  <a:srgbClr val="FF8700">
                    <a:alpha val="1902"/>
                  </a:srgbClr>
                </a:gs>
                <a:gs pos="100000">
                  <a:srgbClr val="FF8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6493039">
              <a:off x="542549" y="2396888"/>
              <a:ext cx="867429" cy="792944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9491185">
              <a:off x="440014" y="2591712"/>
              <a:ext cx="587997" cy="506069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6798090">
              <a:off x="3032152" y="2460431"/>
              <a:ext cx="619707" cy="205127"/>
            </a:xfrm>
            <a:prstGeom prst="ellipse">
              <a:avLst/>
            </a:prstGeom>
            <a:gradFill>
              <a:gsLst>
                <a:gs pos="0">
                  <a:srgbClr val="FFAB0B">
                    <a:alpha val="32968"/>
                  </a:srgbClr>
                </a:gs>
                <a:gs pos="14286">
                  <a:srgbClr val="FFAB0B">
                    <a:alpha val="30764"/>
                  </a:srgbClr>
                </a:gs>
                <a:gs pos="28571">
                  <a:srgbClr val="FFAB0B">
                    <a:alpha val="24833"/>
                  </a:srgbClr>
                </a:gs>
                <a:gs pos="42857">
                  <a:srgbClr val="FFAB0B">
                    <a:alpha val="17075"/>
                  </a:srgbClr>
                </a:gs>
                <a:gs pos="57143">
                  <a:srgbClr val="FFAB0B">
                    <a:alpha val="9855"/>
                  </a:srgbClr>
                </a:gs>
                <a:gs pos="71429">
                  <a:srgbClr val="FFAB0B">
                    <a:alpha val="4740"/>
                  </a:srgbClr>
                </a:gs>
                <a:gs pos="85714">
                  <a:srgbClr val="FFAB0B">
                    <a:alpha val="1902"/>
                  </a:srgbClr>
                </a:gs>
                <a:gs pos="100000">
                  <a:srgbClr val="FFAB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9783262">
              <a:off x="2809452" y="2365210"/>
              <a:ext cx="619868" cy="371997"/>
            </a:xfrm>
            <a:prstGeom prst="ellipse">
              <a:avLst/>
            </a:prstGeom>
            <a:gradFill>
              <a:gsLst>
                <a:gs pos="0">
                  <a:srgbClr val="FF5000">
                    <a:alpha val="32968"/>
                  </a:srgbClr>
                </a:gs>
                <a:gs pos="14286">
                  <a:srgbClr val="FF5000">
                    <a:alpha val="30764"/>
                  </a:srgbClr>
                </a:gs>
                <a:gs pos="28571">
                  <a:srgbClr val="FF5000">
                    <a:alpha val="24833"/>
                  </a:srgbClr>
                </a:gs>
                <a:gs pos="42857">
                  <a:srgbClr val="FF5000">
                    <a:alpha val="17075"/>
                  </a:srgbClr>
                </a:gs>
                <a:gs pos="57143">
                  <a:srgbClr val="FF5000">
                    <a:alpha val="9855"/>
                  </a:srgbClr>
                </a:gs>
                <a:gs pos="71429">
                  <a:srgbClr val="FF5000">
                    <a:alpha val="4740"/>
                  </a:srgbClr>
                </a:gs>
                <a:gs pos="85714">
                  <a:srgbClr val="FF5000">
                    <a:alpha val="1902"/>
                  </a:srgbClr>
                </a:gs>
                <a:gs pos="100000">
                  <a:srgbClr val="FF5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-9510506">
              <a:off x="2555358" y="2229367"/>
              <a:ext cx="794843" cy="552350"/>
            </a:xfrm>
            <a:prstGeom prst="ellipse">
              <a:avLst/>
            </a:prstGeom>
            <a:gradFill>
              <a:gsLst>
                <a:gs pos="0">
                  <a:srgbClr val="FFAE00">
                    <a:alpha val="32968"/>
                  </a:srgbClr>
                </a:gs>
                <a:gs pos="14286">
                  <a:srgbClr val="FFAE00">
                    <a:alpha val="30764"/>
                  </a:srgbClr>
                </a:gs>
                <a:gs pos="28571">
                  <a:srgbClr val="FFAE00">
                    <a:alpha val="24833"/>
                  </a:srgbClr>
                </a:gs>
                <a:gs pos="42857">
                  <a:srgbClr val="FFAE00">
                    <a:alpha val="17075"/>
                  </a:srgbClr>
                </a:gs>
                <a:gs pos="57143">
                  <a:srgbClr val="FFAE00">
                    <a:alpha val="9855"/>
                  </a:srgbClr>
                </a:gs>
                <a:gs pos="71429">
                  <a:srgbClr val="FFAE00">
                    <a:alpha val="4740"/>
                  </a:srgbClr>
                </a:gs>
                <a:gs pos="85714">
                  <a:srgbClr val="FFAE00">
                    <a:alpha val="1902"/>
                  </a:srgbClr>
                </a:gs>
                <a:gs pos="100000">
                  <a:srgbClr val="FF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6658146">
              <a:off x="2363958" y="2313122"/>
              <a:ext cx="693288" cy="460141"/>
            </a:xfrm>
            <a:prstGeom prst="ellipse">
              <a:avLst/>
            </a:prstGeom>
            <a:gradFill>
              <a:gsLst>
                <a:gs pos="0">
                  <a:srgbClr val="FF8400">
                    <a:alpha val="32968"/>
                  </a:srgbClr>
                </a:gs>
                <a:gs pos="14286">
                  <a:srgbClr val="FF8400">
                    <a:alpha val="30764"/>
                  </a:srgbClr>
                </a:gs>
                <a:gs pos="28571">
                  <a:srgbClr val="FF8400">
                    <a:alpha val="24833"/>
                  </a:srgbClr>
                </a:gs>
                <a:gs pos="42857">
                  <a:srgbClr val="FF8400">
                    <a:alpha val="17075"/>
                  </a:srgbClr>
                </a:gs>
                <a:gs pos="57143">
                  <a:srgbClr val="FF8400">
                    <a:alpha val="9855"/>
                  </a:srgbClr>
                </a:gs>
                <a:gs pos="71429">
                  <a:srgbClr val="FF8400">
                    <a:alpha val="4740"/>
                  </a:srgbClr>
                </a:gs>
                <a:gs pos="85714">
                  <a:srgbClr val="FF8400">
                    <a:alpha val="1902"/>
                  </a:srgbClr>
                </a:gs>
                <a:gs pos="100000">
                  <a:srgbClr val="FF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146656">
              <a:off x="2163121" y="2305686"/>
              <a:ext cx="931257" cy="320911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5995797">
              <a:off x="1965182" y="2325360"/>
              <a:ext cx="641736" cy="325622"/>
            </a:xfrm>
            <a:prstGeom prst="ellipse">
              <a:avLst/>
            </a:prstGeom>
            <a:gradFill>
              <a:gsLst>
                <a:gs pos="0">
                  <a:srgbClr val="7CCE00">
                    <a:alpha val="30921"/>
                  </a:srgbClr>
                </a:gs>
                <a:gs pos="14286">
                  <a:srgbClr val="7CCE00">
                    <a:alpha val="28823"/>
                  </a:srgbClr>
                </a:gs>
                <a:gs pos="28571">
                  <a:srgbClr val="7CCE00">
                    <a:alpha val="23202"/>
                  </a:srgbClr>
                </a:gs>
                <a:gs pos="42857">
                  <a:srgbClr val="7CCE00">
                    <a:alpha val="15900"/>
                  </a:srgbClr>
                </a:gs>
                <a:gs pos="57143">
                  <a:srgbClr val="7CCE00">
                    <a:alpha val="9149"/>
                  </a:srgbClr>
                </a:gs>
                <a:gs pos="71429">
                  <a:srgbClr val="7CCE00">
                    <a:alpha val="4392"/>
                  </a:srgbClr>
                </a:gs>
                <a:gs pos="85714">
                  <a:srgbClr val="7CCE00">
                    <a:alpha val="1760"/>
                  </a:srgbClr>
                </a:gs>
                <a:gs pos="100000">
                  <a:srgbClr val="7CCE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6385394">
              <a:off x="1786519" y="2268835"/>
              <a:ext cx="731079" cy="490545"/>
            </a:xfrm>
            <a:prstGeom prst="ellipse">
              <a:avLst/>
            </a:prstGeom>
            <a:gradFill>
              <a:gsLst>
                <a:gs pos="0">
                  <a:srgbClr val="9BDF17">
                    <a:alpha val="32968"/>
                  </a:srgbClr>
                </a:gs>
                <a:gs pos="14286">
                  <a:srgbClr val="9BDF17">
                    <a:alpha val="30764"/>
                  </a:srgbClr>
                </a:gs>
                <a:gs pos="28571">
                  <a:srgbClr val="9BDF17">
                    <a:alpha val="24833"/>
                  </a:srgbClr>
                </a:gs>
                <a:gs pos="42857">
                  <a:srgbClr val="9BDF17">
                    <a:alpha val="17075"/>
                  </a:srgbClr>
                </a:gs>
                <a:gs pos="57143">
                  <a:srgbClr val="9BDF17">
                    <a:alpha val="9855"/>
                  </a:srgbClr>
                </a:gs>
                <a:gs pos="71429">
                  <a:srgbClr val="9BDF17">
                    <a:alpha val="4740"/>
                  </a:srgbClr>
                </a:gs>
                <a:gs pos="85714">
                  <a:srgbClr val="9BDF17">
                    <a:alpha val="1902"/>
                  </a:srgbClr>
                </a:gs>
                <a:gs pos="100000">
                  <a:srgbClr val="9BDF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10455215">
              <a:off x="1545202" y="2310534"/>
              <a:ext cx="785199" cy="567851"/>
            </a:xfrm>
            <a:prstGeom prst="ellipse">
              <a:avLst/>
            </a:prstGeom>
            <a:gradFill>
              <a:gsLst>
                <a:gs pos="0">
                  <a:srgbClr val="6E9E00">
                    <a:alpha val="32766"/>
                  </a:srgbClr>
                </a:gs>
                <a:gs pos="14286">
                  <a:srgbClr val="6E9E00">
                    <a:alpha val="30572"/>
                  </a:srgbClr>
                </a:gs>
                <a:gs pos="28571">
                  <a:srgbClr val="6E9E00">
                    <a:alpha val="24672"/>
                  </a:srgbClr>
                </a:gs>
                <a:gs pos="42857">
                  <a:srgbClr val="6E9E00">
                    <a:alpha val="16959"/>
                  </a:srgbClr>
                </a:gs>
                <a:gs pos="57143">
                  <a:srgbClr val="6E9E00">
                    <a:alpha val="9785"/>
                  </a:srgbClr>
                </a:gs>
                <a:gs pos="71429">
                  <a:srgbClr val="6E9E00">
                    <a:alpha val="4706"/>
                  </a:srgbClr>
                </a:gs>
                <a:gs pos="85714">
                  <a:srgbClr val="6E9E00">
                    <a:alpha val="1888"/>
                  </a:srgbClr>
                </a:gs>
                <a:gs pos="100000">
                  <a:srgbClr val="6E9E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2842030">
              <a:off x="1351368" y="2250691"/>
              <a:ext cx="769110" cy="525526"/>
            </a:xfrm>
            <a:prstGeom prst="ellipse">
              <a:avLst/>
            </a:prstGeom>
            <a:gradFill>
              <a:gsLst>
                <a:gs pos="0">
                  <a:srgbClr val="96D000">
                    <a:alpha val="32968"/>
                  </a:srgbClr>
                </a:gs>
                <a:gs pos="14286">
                  <a:srgbClr val="96D000">
                    <a:alpha val="30764"/>
                  </a:srgbClr>
                </a:gs>
                <a:gs pos="28571">
                  <a:srgbClr val="96D000">
                    <a:alpha val="24833"/>
                  </a:srgbClr>
                </a:gs>
                <a:gs pos="42857">
                  <a:srgbClr val="96D000">
                    <a:alpha val="17075"/>
                  </a:srgbClr>
                </a:gs>
                <a:gs pos="57143">
                  <a:srgbClr val="96D000">
                    <a:alpha val="9855"/>
                  </a:srgbClr>
                </a:gs>
                <a:gs pos="71429">
                  <a:srgbClr val="96D000">
                    <a:alpha val="4740"/>
                  </a:srgbClr>
                </a:gs>
                <a:gs pos="85714">
                  <a:srgbClr val="96D000">
                    <a:alpha val="1902"/>
                  </a:srgbClr>
                </a:gs>
                <a:gs pos="100000">
                  <a:srgbClr val="96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2825354">
              <a:off x="1101924" y="2365962"/>
              <a:ext cx="901331" cy="294401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-8401502">
              <a:off x="746722" y="2448975"/>
              <a:ext cx="789811" cy="371663"/>
            </a:xfrm>
            <a:prstGeom prst="ellipse">
              <a:avLst/>
            </a:prstGeom>
            <a:gradFill>
              <a:gsLst>
                <a:gs pos="0">
                  <a:srgbClr val="FF7000">
                    <a:alpha val="32968"/>
                  </a:srgbClr>
                </a:gs>
                <a:gs pos="14286">
                  <a:srgbClr val="FF7000">
                    <a:alpha val="30764"/>
                  </a:srgbClr>
                </a:gs>
                <a:gs pos="28571">
                  <a:srgbClr val="FF7000">
                    <a:alpha val="24833"/>
                  </a:srgbClr>
                </a:gs>
                <a:gs pos="42857">
                  <a:srgbClr val="FF7000">
                    <a:alpha val="17075"/>
                  </a:srgbClr>
                </a:gs>
                <a:gs pos="57143">
                  <a:srgbClr val="FF7000">
                    <a:alpha val="9855"/>
                  </a:srgbClr>
                </a:gs>
                <a:gs pos="71429">
                  <a:srgbClr val="FF7000">
                    <a:alpha val="4740"/>
                  </a:srgbClr>
                </a:gs>
                <a:gs pos="85714">
                  <a:srgbClr val="FF7000">
                    <a:alpha val="1902"/>
                  </a:srgbClr>
                </a:gs>
                <a:gs pos="100000">
                  <a:srgbClr val="FF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-10599668">
              <a:off x="727365" y="2341489"/>
              <a:ext cx="581919" cy="489326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6226465">
              <a:off x="2876678" y="2145630"/>
              <a:ext cx="793456" cy="399867"/>
            </a:xfrm>
            <a:prstGeom prst="ellipse">
              <a:avLst/>
            </a:prstGeom>
            <a:gradFill>
              <a:gsLst>
                <a:gs pos="0">
                  <a:srgbClr val="FFB900">
                    <a:alpha val="26881"/>
                  </a:srgbClr>
                </a:gs>
                <a:gs pos="14286">
                  <a:srgbClr val="FFB900">
                    <a:alpha val="25006"/>
                  </a:srgbClr>
                </a:gs>
                <a:gs pos="28571">
                  <a:srgbClr val="FFB900">
                    <a:alpha val="20023"/>
                  </a:srgbClr>
                </a:gs>
                <a:gs pos="42857">
                  <a:srgbClr val="FFB900">
                    <a:alpha val="13632"/>
                  </a:srgbClr>
                </a:gs>
                <a:gs pos="57143">
                  <a:srgbClr val="FFB900">
                    <a:alpha val="7800"/>
                  </a:srgbClr>
                </a:gs>
                <a:gs pos="71429">
                  <a:srgbClr val="FFB900">
                    <a:alpha val="3730"/>
                  </a:srgbClr>
                </a:gs>
                <a:gs pos="85714">
                  <a:srgbClr val="FFB900">
                    <a:alpha val="1492"/>
                  </a:srgbClr>
                </a:gs>
                <a:gs pos="100000">
                  <a:srgbClr val="FFB9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5747382">
              <a:off x="2768162" y="2071846"/>
              <a:ext cx="795883" cy="560478"/>
            </a:xfrm>
            <a:prstGeom prst="ellipse">
              <a:avLst/>
            </a:prstGeom>
            <a:gradFill>
              <a:gsLst>
                <a:gs pos="0">
                  <a:srgbClr val="FF0000">
                    <a:alpha val="9450"/>
                  </a:srgbClr>
                </a:gs>
                <a:gs pos="14286">
                  <a:srgbClr val="FF0000">
                    <a:alpha val="8720"/>
                  </a:srgbClr>
                </a:gs>
                <a:gs pos="28571">
                  <a:srgbClr val="FF0000">
                    <a:alpha val="6839"/>
                  </a:srgbClr>
                </a:gs>
                <a:gs pos="42857">
                  <a:srgbClr val="FF0000">
                    <a:alpha val="4540"/>
                  </a:srgbClr>
                </a:gs>
                <a:gs pos="57143">
                  <a:srgbClr val="FF0000">
                    <a:alpha val="2542"/>
                  </a:srgbClr>
                </a:gs>
                <a:gs pos="71429">
                  <a:srgbClr val="FF0000">
                    <a:alpha val="1198"/>
                  </a:srgbClr>
                </a:gs>
                <a:gs pos="85714">
                  <a:srgbClr val="FF0000">
                    <a:alpha val="475"/>
                  </a:srgbClr>
                </a:gs>
                <a:gs pos="100000">
                  <a:srgbClr val="FF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6432284">
              <a:off x="2520506" y="1988053"/>
              <a:ext cx="820958" cy="699123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4430095">
              <a:off x="2291939" y="2033277"/>
              <a:ext cx="869052" cy="537665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4507943">
              <a:off x="2066893" y="2207531"/>
              <a:ext cx="945770" cy="172268"/>
            </a:xfrm>
            <a:prstGeom prst="ellipse">
              <a:avLst/>
            </a:prstGeom>
            <a:gradFill>
              <a:gsLst>
                <a:gs pos="0">
                  <a:srgbClr val="FF9000">
                    <a:alpha val="32968"/>
                  </a:srgbClr>
                </a:gs>
                <a:gs pos="14286">
                  <a:srgbClr val="FF9000">
                    <a:alpha val="30764"/>
                  </a:srgbClr>
                </a:gs>
                <a:gs pos="28571">
                  <a:srgbClr val="FF9000">
                    <a:alpha val="24833"/>
                  </a:srgbClr>
                </a:gs>
                <a:gs pos="42857">
                  <a:srgbClr val="FF9000">
                    <a:alpha val="17075"/>
                  </a:srgbClr>
                </a:gs>
                <a:gs pos="57143">
                  <a:srgbClr val="FF9000">
                    <a:alpha val="9855"/>
                  </a:srgbClr>
                </a:gs>
                <a:gs pos="71429">
                  <a:srgbClr val="FF9000">
                    <a:alpha val="4740"/>
                  </a:srgbClr>
                </a:gs>
                <a:gs pos="85714">
                  <a:srgbClr val="FF9000">
                    <a:alpha val="1902"/>
                  </a:srgbClr>
                </a:gs>
                <a:gs pos="100000">
                  <a:srgbClr val="FF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4307581">
              <a:off x="2052603" y="2207417"/>
              <a:ext cx="562239" cy="213038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4869587">
              <a:off x="1916425" y="2150554"/>
              <a:ext cx="607858" cy="466211"/>
            </a:xfrm>
            <a:prstGeom prst="ellipse">
              <a:avLst/>
            </a:prstGeom>
            <a:gradFill>
              <a:gsLst>
                <a:gs pos="0">
                  <a:srgbClr val="85B500">
                    <a:alpha val="30909"/>
                  </a:srgbClr>
                </a:gs>
                <a:gs pos="14286">
                  <a:srgbClr val="85B500">
                    <a:alpha val="28812"/>
                  </a:srgbClr>
                </a:gs>
                <a:gs pos="28571">
                  <a:srgbClr val="85B500">
                    <a:alpha val="23192"/>
                  </a:srgbClr>
                </a:gs>
                <a:gs pos="42857">
                  <a:srgbClr val="85B500">
                    <a:alpha val="15893"/>
                  </a:srgbClr>
                </a:gs>
                <a:gs pos="57143">
                  <a:srgbClr val="85B500">
                    <a:alpha val="9145"/>
                  </a:srgbClr>
                </a:gs>
                <a:gs pos="71429">
                  <a:srgbClr val="85B500">
                    <a:alpha val="4390"/>
                  </a:srgbClr>
                </a:gs>
                <a:gs pos="85714">
                  <a:srgbClr val="85B500">
                    <a:alpha val="1759"/>
                  </a:srgbClr>
                </a:gs>
                <a:gs pos="100000">
                  <a:srgbClr val="85B5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-10581005">
              <a:off x="1557616" y="2040127"/>
              <a:ext cx="828642" cy="697908"/>
            </a:xfrm>
            <a:prstGeom prst="ellipse">
              <a:avLst/>
            </a:prstGeom>
            <a:gradFill>
              <a:gsLst>
                <a:gs pos="0">
                  <a:srgbClr val="79B300">
                    <a:alpha val="32968"/>
                  </a:srgbClr>
                </a:gs>
                <a:gs pos="14286">
                  <a:srgbClr val="79B300">
                    <a:alpha val="30764"/>
                  </a:srgbClr>
                </a:gs>
                <a:gs pos="28571">
                  <a:srgbClr val="79B300">
                    <a:alpha val="24833"/>
                  </a:srgbClr>
                </a:gs>
                <a:gs pos="42857">
                  <a:srgbClr val="79B300">
                    <a:alpha val="17075"/>
                  </a:srgbClr>
                </a:gs>
                <a:gs pos="57143">
                  <a:srgbClr val="79B300">
                    <a:alpha val="9855"/>
                  </a:srgbClr>
                </a:gs>
                <a:gs pos="71429">
                  <a:srgbClr val="79B300">
                    <a:alpha val="4740"/>
                  </a:srgbClr>
                </a:gs>
                <a:gs pos="85714">
                  <a:srgbClr val="79B300">
                    <a:alpha val="1902"/>
                  </a:srgbClr>
                </a:gs>
                <a:gs pos="100000">
                  <a:srgbClr val="79B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9293978">
              <a:off x="1424133" y="2091512"/>
              <a:ext cx="706050" cy="598902"/>
            </a:xfrm>
            <a:prstGeom prst="ellipse">
              <a:avLst/>
            </a:prstGeom>
            <a:gradFill>
              <a:gsLst>
                <a:gs pos="0">
                  <a:srgbClr val="86BF00">
                    <a:alpha val="32968"/>
                  </a:srgbClr>
                </a:gs>
                <a:gs pos="14286">
                  <a:srgbClr val="86BF00">
                    <a:alpha val="30764"/>
                  </a:srgbClr>
                </a:gs>
                <a:gs pos="28571">
                  <a:srgbClr val="86BF00">
                    <a:alpha val="24833"/>
                  </a:srgbClr>
                </a:gs>
                <a:gs pos="42857">
                  <a:srgbClr val="86BF00">
                    <a:alpha val="17075"/>
                  </a:srgbClr>
                </a:gs>
                <a:gs pos="57143">
                  <a:srgbClr val="86BF00">
                    <a:alpha val="9855"/>
                  </a:srgbClr>
                </a:gs>
                <a:gs pos="71429">
                  <a:srgbClr val="86BF00">
                    <a:alpha val="4740"/>
                  </a:srgbClr>
                </a:gs>
                <a:gs pos="85714">
                  <a:srgbClr val="86BF00">
                    <a:alpha val="1902"/>
                  </a:srgbClr>
                </a:gs>
                <a:gs pos="100000">
                  <a:srgbClr val="86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-9424964">
              <a:off x="1178750" y="2194056"/>
              <a:ext cx="798838" cy="363115"/>
            </a:xfrm>
            <a:prstGeom prst="ellipse">
              <a:avLst/>
            </a:prstGeom>
            <a:gradFill>
              <a:gsLst>
                <a:gs pos="0">
                  <a:srgbClr val="8AC300">
                    <a:alpha val="32968"/>
                  </a:srgbClr>
                </a:gs>
                <a:gs pos="14286">
                  <a:srgbClr val="8AC300">
                    <a:alpha val="30764"/>
                  </a:srgbClr>
                </a:gs>
                <a:gs pos="28571">
                  <a:srgbClr val="8AC300">
                    <a:alpha val="24833"/>
                  </a:srgbClr>
                </a:gs>
                <a:gs pos="42857">
                  <a:srgbClr val="8AC300">
                    <a:alpha val="17075"/>
                  </a:srgbClr>
                </a:gs>
                <a:gs pos="57143">
                  <a:srgbClr val="8AC300">
                    <a:alpha val="9855"/>
                  </a:srgbClr>
                </a:gs>
                <a:gs pos="71429">
                  <a:srgbClr val="8AC300">
                    <a:alpha val="4740"/>
                  </a:srgbClr>
                </a:gs>
                <a:gs pos="85714">
                  <a:srgbClr val="8AC300">
                    <a:alpha val="1902"/>
                  </a:srgbClr>
                </a:gs>
                <a:gs pos="100000">
                  <a:srgbClr val="8A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9414589">
              <a:off x="1019765" y="2175546"/>
              <a:ext cx="647401" cy="243992"/>
            </a:xfrm>
            <a:prstGeom prst="ellipse">
              <a:avLst/>
            </a:prstGeom>
            <a:gradFill>
              <a:gsLst>
                <a:gs pos="0">
                  <a:srgbClr val="9AD200">
                    <a:alpha val="21296"/>
                  </a:srgbClr>
                </a:gs>
                <a:gs pos="14286">
                  <a:srgbClr val="9AD200">
                    <a:alpha val="19757"/>
                  </a:srgbClr>
                </a:gs>
                <a:gs pos="28571">
                  <a:srgbClr val="9AD200">
                    <a:alpha val="15709"/>
                  </a:srgbClr>
                </a:gs>
                <a:gs pos="42857">
                  <a:srgbClr val="9AD200">
                    <a:alpha val="10604"/>
                  </a:srgbClr>
                </a:gs>
                <a:gs pos="57143">
                  <a:srgbClr val="9AD200">
                    <a:alpha val="6022"/>
                  </a:srgbClr>
                </a:gs>
                <a:gs pos="71429">
                  <a:srgbClr val="9AD200">
                    <a:alpha val="2866"/>
                  </a:srgbClr>
                </a:gs>
                <a:gs pos="85714">
                  <a:srgbClr val="9AD200">
                    <a:alpha val="1143"/>
                  </a:srgbClr>
                </a:gs>
                <a:gs pos="100000">
                  <a:srgbClr val="9AD2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9464164">
              <a:off x="775648" y="2213013"/>
              <a:ext cx="544684" cy="425386"/>
            </a:xfrm>
            <a:prstGeom prst="ellipse">
              <a:avLst/>
            </a:prstGeom>
            <a:gradFill>
              <a:gsLst>
                <a:gs pos="0">
                  <a:srgbClr val="FFFF00">
                    <a:alpha val="3551"/>
                  </a:srgbClr>
                </a:gs>
                <a:gs pos="14286">
                  <a:srgbClr val="FFFF00">
                    <a:alpha val="3269"/>
                  </a:srgbClr>
                </a:gs>
                <a:gs pos="28571">
                  <a:srgbClr val="FFFF00">
                    <a:alpha val="2547"/>
                  </a:srgbClr>
                </a:gs>
                <a:gs pos="42857">
                  <a:srgbClr val="FFFF00">
                    <a:alpha val="1678"/>
                  </a:srgbClr>
                </a:gs>
                <a:gs pos="57143">
                  <a:srgbClr val="FFFF00">
                    <a:alpha val="933"/>
                  </a:srgbClr>
                </a:gs>
                <a:gs pos="71429">
                  <a:srgbClr val="FFFF00">
                    <a:alpha val="438"/>
                  </a:srgbClr>
                </a:gs>
                <a:gs pos="85714">
                  <a:srgbClr val="FFFF00">
                    <a:alpha val="173"/>
                  </a:srgbClr>
                </a:gs>
                <a:gs pos="100000">
                  <a:srgbClr val="FFFF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9357459">
              <a:off x="412049" y="2072883"/>
              <a:ext cx="607013" cy="323297"/>
            </a:xfrm>
            <a:prstGeom prst="ellipse">
              <a:avLst/>
            </a:prstGeom>
            <a:gradFill>
              <a:gsLst>
                <a:gs pos="0">
                  <a:srgbClr val="7DB300">
                    <a:alpha val="32968"/>
                  </a:srgbClr>
                </a:gs>
                <a:gs pos="14286">
                  <a:srgbClr val="7DB300">
                    <a:alpha val="30764"/>
                  </a:srgbClr>
                </a:gs>
                <a:gs pos="28571">
                  <a:srgbClr val="7DB300">
                    <a:alpha val="24833"/>
                  </a:srgbClr>
                </a:gs>
                <a:gs pos="42857">
                  <a:srgbClr val="7DB300">
                    <a:alpha val="17075"/>
                  </a:srgbClr>
                </a:gs>
                <a:gs pos="57143">
                  <a:srgbClr val="7DB300">
                    <a:alpha val="9855"/>
                  </a:srgbClr>
                </a:gs>
                <a:gs pos="71429">
                  <a:srgbClr val="7DB300">
                    <a:alpha val="4740"/>
                  </a:srgbClr>
                </a:gs>
                <a:gs pos="85714">
                  <a:srgbClr val="7DB300">
                    <a:alpha val="1902"/>
                  </a:srgbClr>
                </a:gs>
                <a:gs pos="100000">
                  <a:srgbClr val="7DB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5747473">
              <a:off x="78132" y="2145378"/>
              <a:ext cx="619408" cy="358925"/>
            </a:xfrm>
            <a:prstGeom prst="ellipse">
              <a:avLst/>
            </a:prstGeom>
            <a:gradFill>
              <a:gsLst>
                <a:gs pos="0">
                  <a:srgbClr val="7ABD00">
                    <a:alpha val="32968"/>
                  </a:srgbClr>
                </a:gs>
                <a:gs pos="14286">
                  <a:srgbClr val="7ABD00">
                    <a:alpha val="30764"/>
                  </a:srgbClr>
                </a:gs>
                <a:gs pos="28571">
                  <a:srgbClr val="7ABD00">
                    <a:alpha val="24833"/>
                  </a:srgbClr>
                </a:gs>
                <a:gs pos="42857">
                  <a:srgbClr val="7ABD00">
                    <a:alpha val="17075"/>
                  </a:srgbClr>
                </a:gs>
                <a:gs pos="57143">
                  <a:srgbClr val="7ABD00">
                    <a:alpha val="9855"/>
                  </a:srgbClr>
                </a:gs>
                <a:gs pos="71429">
                  <a:srgbClr val="7ABD00">
                    <a:alpha val="4740"/>
                  </a:srgbClr>
                </a:gs>
                <a:gs pos="85714">
                  <a:srgbClr val="7ABD00">
                    <a:alpha val="1902"/>
                  </a:srgbClr>
                </a:gs>
                <a:gs pos="100000">
                  <a:srgbClr val="7A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4440367">
              <a:off x="-73418" y="2092805"/>
              <a:ext cx="759087" cy="343836"/>
            </a:xfrm>
            <a:prstGeom prst="ellipse">
              <a:avLst/>
            </a:prstGeom>
            <a:gradFill>
              <a:gsLst>
                <a:gs pos="0">
                  <a:srgbClr val="95C900">
                    <a:alpha val="32968"/>
                  </a:srgbClr>
                </a:gs>
                <a:gs pos="14286">
                  <a:srgbClr val="95C900">
                    <a:alpha val="30764"/>
                  </a:srgbClr>
                </a:gs>
                <a:gs pos="28571">
                  <a:srgbClr val="95C900">
                    <a:alpha val="24833"/>
                  </a:srgbClr>
                </a:gs>
                <a:gs pos="42857">
                  <a:srgbClr val="95C900">
                    <a:alpha val="17075"/>
                  </a:srgbClr>
                </a:gs>
                <a:gs pos="57143">
                  <a:srgbClr val="95C900">
                    <a:alpha val="9855"/>
                  </a:srgbClr>
                </a:gs>
                <a:gs pos="71429">
                  <a:srgbClr val="95C900">
                    <a:alpha val="4740"/>
                  </a:srgbClr>
                </a:gs>
                <a:gs pos="85714">
                  <a:srgbClr val="95C900">
                    <a:alpha val="1902"/>
                  </a:srgbClr>
                </a:gs>
                <a:gs pos="100000">
                  <a:srgbClr val="95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6993938">
              <a:off x="2998054" y="1968159"/>
              <a:ext cx="753439" cy="343650"/>
            </a:xfrm>
            <a:prstGeom prst="ellipse">
              <a:avLst/>
            </a:prstGeom>
            <a:gradFill>
              <a:gsLst>
                <a:gs pos="0">
                  <a:srgbClr val="FF9300">
                    <a:alpha val="30389"/>
                  </a:srgbClr>
                </a:gs>
                <a:gs pos="14286">
                  <a:srgbClr val="FF9300">
                    <a:alpha val="28319"/>
                  </a:srgbClr>
                </a:gs>
                <a:gs pos="28571">
                  <a:srgbClr val="FF9300">
                    <a:alpha val="22780"/>
                  </a:srgbClr>
                </a:gs>
                <a:gs pos="42857">
                  <a:srgbClr val="FF9300">
                    <a:alpha val="15597"/>
                  </a:srgbClr>
                </a:gs>
                <a:gs pos="57143">
                  <a:srgbClr val="FF9300">
                    <a:alpha val="8968"/>
                  </a:srgbClr>
                </a:gs>
                <a:gs pos="71429">
                  <a:srgbClr val="FF9300">
                    <a:alpha val="4303"/>
                  </a:srgbClr>
                </a:gs>
                <a:gs pos="85714">
                  <a:srgbClr val="FF9300">
                    <a:alpha val="1724"/>
                  </a:srgbClr>
                </a:gs>
                <a:gs pos="100000">
                  <a:srgbClr val="FF930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6961969">
              <a:off x="2788601" y="1820089"/>
              <a:ext cx="814915" cy="626572"/>
            </a:xfrm>
            <a:prstGeom prst="ellipse">
              <a:avLst/>
            </a:prstGeom>
            <a:gradFill>
              <a:gsLst>
                <a:gs pos="0">
                  <a:srgbClr val="FF8200">
                    <a:alpha val="32968"/>
                  </a:srgbClr>
                </a:gs>
                <a:gs pos="14286">
                  <a:srgbClr val="FF8200">
                    <a:alpha val="30764"/>
                  </a:srgbClr>
                </a:gs>
                <a:gs pos="28571">
                  <a:srgbClr val="FF8200">
                    <a:alpha val="24833"/>
                  </a:srgbClr>
                </a:gs>
                <a:gs pos="42857">
                  <a:srgbClr val="FF8200">
                    <a:alpha val="17075"/>
                  </a:srgbClr>
                </a:gs>
                <a:gs pos="57143">
                  <a:srgbClr val="FF8200">
                    <a:alpha val="9855"/>
                  </a:srgbClr>
                </a:gs>
                <a:gs pos="71429">
                  <a:srgbClr val="FF8200">
                    <a:alpha val="4740"/>
                  </a:srgbClr>
                </a:gs>
                <a:gs pos="85714">
                  <a:srgbClr val="FF8200">
                    <a:alpha val="1902"/>
                  </a:srgbClr>
                </a:gs>
                <a:gs pos="100000">
                  <a:srgbClr val="FF8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5154742">
              <a:off x="2568270" y="1806698"/>
              <a:ext cx="784964" cy="737889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4305765">
              <a:off x="2266468" y="1799898"/>
              <a:ext cx="895356" cy="616751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104574">
              <a:off x="2104822" y="2020957"/>
              <a:ext cx="931632" cy="313454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8863875">
              <a:off x="1821164" y="1994773"/>
              <a:ext cx="598672" cy="252333"/>
            </a:xfrm>
            <a:prstGeom prst="ellipse">
              <a:avLst/>
            </a:prstGeom>
            <a:gradFill>
              <a:gsLst>
                <a:gs pos="0">
                  <a:srgbClr val="2E7200">
                    <a:alpha val="15817"/>
                  </a:srgbClr>
                </a:gs>
                <a:gs pos="14286">
                  <a:srgbClr val="2E7200">
                    <a:alpha val="14637"/>
                  </a:srgbClr>
                </a:gs>
                <a:gs pos="28571">
                  <a:srgbClr val="2E7200">
                    <a:alpha val="11563"/>
                  </a:srgbClr>
                </a:gs>
                <a:gs pos="42857">
                  <a:srgbClr val="2E7200">
                    <a:alpha val="7743"/>
                  </a:srgbClr>
                </a:gs>
                <a:gs pos="57143">
                  <a:srgbClr val="2E7200">
                    <a:alpha val="4368"/>
                  </a:srgbClr>
                </a:gs>
                <a:gs pos="71429">
                  <a:srgbClr val="2E7200">
                    <a:alpha val="2069"/>
                  </a:srgbClr>
                </a:gs>
                <a:gs pos="85714">
                  <a:srgbClr val="2E7200">
                    <a:alpha val="823"/>
                  </a:srgbClr>
                </a:gs>
                <a:gs pos="100000">
                  <a:srgbClr val="2E720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10520699">
              <a:off x="1705544" y="1996245"/>
              <a:ext cx="562808" cy="375618"/>
            </a:xfrm>
            <a:prstGeom prst="ellipse">
              <a:avLst/>
            </a:prstGeom>
            <a:gradFill>
              <a:gsLst>
                <a:gs pos="0">
                  <a:srgbClr val="77B100">
                    <a:alpha val="32968"/>
                  </a:srgbClr>
                </a:gs>
                <a:gs pos="14286">
                  <a:srgbClr val="77B100">
                    <a:alpha val="30764"/>
                  </a:srgbClr>
                </a:gs>
                <a:gs pos="28571">
                  <a:srgbClr val="77B100">
                    <a:alpha val="24833"/>
                  </a:srgbClr>
                </a:gs>
                <a:gs pos="42857">
                  <a:srgbClr val="77B100">
                    <a:alpha val="17075"/>
                  </a:srgbClr>
                </a:gs>
                <a:gs pos="57143">
                  <a:srgbClr val="77B100">
                    <a:alpha val="9855"/>
                  </a:srgbClr>
                </a:gs>
                <a:gs pos="71429">
                  <a:srgbClr val="77B100">
                    <a:alpha val="4740"/>
                  </a:srgbClr>
                </a:gs>
                <a:gs pos="85714">
                  <a:srgbClr val="77B100">
                    <a:alpha val="1902"/>
                  </a:srgbClr>
                </a:gs>
                <a:gs pos="100000">
                  <a:srgbClr val="77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3143409">
              <a:off x="1399584" y="1886838"/>
              <a:ext cx="585539" cy="496899"/>
            </a:xfrm>
            <a:prstGeom prst="ellipse">
              <a:avLst/>
            </a:prstGeom>
            <a:gradFill>
              <a:gsLst>
                <a:gs pos="0">
                  <a:srgbClr val="000000">
                    <a:alpha val="11006"/>
                  </a:srgbClr>
                </a:gs>
                <a:gs pos="14286">
                  <a:srgbClr val="000000">
                    <a:alpha val="10163"/>
                  </a:srgbClr>
                </a:gs>
                <a:gs pos="28571">
                  <a:srgbClr val="000000">
                    <a:alpha val="7984"/>
                  </a:srgbClr>
                </a:gs>
                <a:gs pos="42857">
                  <a:srgbClr val="000000">
                    <a:alpha val="5312"/>
                  </a:srgbClr>
                </a:gs>
                <a:gs pos="57143">
                  <a:srgbClr val="000000">
                    <a:alpha val="2979"/>
                  </a:srgbClr>
                </a:gs>
                <a:gs pos="71429">
                  <a:srgbClr val="000000">
                    <a:alpha val="1406"/>
                  </a:srgbClr>
                </a:gs>
                <a:gs pos="85714">
                  <a:srgbClr val="000000">
                    <a:alpha val="558"/>
                  </a:srgbClr>
                </a:gs>
                <a:gs pos="100000">
                  <a:srgbClr val="000000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9670066">
              <a:off x="1110726" y="1887036"/>
              <a:ext cx="764055" cy="550730"/>
            </a:xfrm>
            <a:prstGeom prst="ellipse">
              <a:avLst/>
            </a:prstGeom>
            <a:gradFill>
              <a:gsLst>
                <a:gs pos="0">
                  <a:srgbClr val="000000">
                    <a:alpha val="22296"/>
                  </a:srgbClr>
                </a:gs>
                <a:gs pos="14286">
                  <a:srgbClr val="000000">
                    <a:alpha val="20694"/>
                  </a:srgbClr>
                </a:gs>
                <a:gs pos="28571">
                  <a:srgbClr val="000000">
                    <a:alpha val="16475"/>
                  </a:srgbClr>
                </a:gs>
                <a:gs pos="42857">
                  <a:srgbClr val="000000">
                    <a:alpha val="11138"/>
                  </a:srgbClr>
                </a:gs>
                <a:gs pos="57143">
                  <a:srgbClr val="000000">
                    <a:alpha val="6333"/>
                  </a:srgbClr>
                </a:gs>
                <a:gs pos="71429">
                  <a:srgbClr val="000000">
                    <a:alpha val="3016"/>
                  </a:srgbClr>
                </a:gs>
                <a:gs pos="85714">
                  <a:srgbClr val="000000">
                    <a:alpha val="1204"/>
                  </a:srgbClr>
                </a:gs>
                <a:gs pos="100000">
                  <a:srgbClr val="0000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3697324">
              <a:off x="941740" y="2085615"/>
              <a:ext cx="766194" cy="282188"/>
            </a:xfrm>
            <a:prstGeom prst="ellipse">
              <a:avLst/>
            </a:prstGeom>
            <a:gradFill>
              <a:gsLst>
                <a:gs pos="0">
                  <a:srgbClr val="72AB00">
                    <a:alpha val="23588"/>
                  </a:srgbClr>
                </a:gs>
                <a:gs pos="14286">
                  <a:srgbClr val="72AB00">
                    <a:alpha val="21907"/>
                  </a:srgbClr>
                </a:gs>
                <a:gs pos="28571">
                  <a:srgbClr val="72AB00">
                    <a:alpha val="17469"/>
                  </a:srgbClr>
                </a:gs>
                <a:gs pos="42857">
                  <a:srgbClr val="72AB00">
                    <a:alpha val="11833"/>
                  </a:srgbClr>
                </a:gs>
                <a:gs pos="57143">
                  <a:srgbClr val="72AB00">
                    <a:alpha val="6740"/>
                  </a:srgbClr>
                </a:gs>
                <a:gs pos="71429">
                  <a:srgbClr val="72AB00">
                    <a:alpha val="3214"/>
                  </a:srgbClr>
                </a:gs>
                <a:gs pos="85714">
                  <a:srgbClr val="72AB00">
                    <a:alpha val="1283"/>
                  </a:srgbClr>
                </a:gs>
                <a:gs pos="100000">
                  <a:srgbClr val="72AB00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10362856">
              <a:off x="819511" y="1958205"/>
              <a:ext cx="696498" cy="280645"/>
            </a:xfrm>
            <a:prstGeom prst="ellipse">
              <a:avLst/>
            </a:prstGeom>
            <a:gradFill>
              <a:gsLst>
                <a:gs pos="0">
                  <a:srgbClr val="6BA700">
                    <a:alpha val="30381"/>
                  </a:srgbClr>
                </a:gs>
                <a:gs pos="14286">
                  <a:srgbClr val="6BA700">
                    <a:alpha val="28311"/>
                  </a:srgbClr>
                </a:gs>
                <a:gs pos="28571">
                  <a:srgbClr val="6BA700">
                    <a:alpha val="22774"/>
                  </a:srgbClr>
                </a:gs>
                <a:gs pos="42857">
                  <a:srgbClr val="6BA700">
                    <a:alpha val="15592"/>
                  </a:srgbClr>
                </a:gs>
                <a:gs pos="57143">
                  <a:srgbClr val="6BA700">
                    <a:alpha val="8965"/>
                  </a:srgbClr>
                </a:gs>
                <a:gs pos="71429">
                  <a:srgbClr val="6BA700">
                    <a:alpha val="4301"/>
                  </a:srgbClr>
                </a:gs>
                <a:gs pos="85714">
                  <a:srgbClr val="6BA700">
                    <a:alpha val="1724"/>
                  </a:srgbClr>
                </a:gs>
                <a:gs pos="100000">
                  <a:srgbClr val="6BA70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-10122718">
              <a:off x="494616" y="1915042"/>
              <a:ext cx="814135" cy="335300"/>
            </a:xfrm>
            <a:prstGeom prst="ellipse">
              <a:avLst/>
            </a:prstGeom>
            <a:gradFill>
              <a:gsLst>
                <a:gs pos="0">
                  <a:srgbClr val="81BB00">
                    <a:alpha val="29424"/>
                  </a:srgbClr>
                </a:gs>
                <a:gs pos="14286">
                  <a:srgbClr val="81BB00">
                    <a:alpha val="27406"/>
                  </a:srgbClr>
                </a:gs>
                <a:gs pos="28571">
                  <a:srgbClr val="81BB00">
                    <a:alpha val="22018"/>
                  </a:srgbClr>
                </a:gs>
                <a:gs pos="42857">
                  <a:srgbClr val="81BB00">
                    <a:alpha val="15051"/>
                  </a:srgbClr>
                </a:gs>
                <a:gs pos="57143">
                  <a:srgbClr val="81BB00">
                    <a:alpha val="8642"/>
                  </a:srgbClr>
                </a:gs>
                <a:gs pos="71429">
                  <a:srgbClr val="81BB00">
                    <a:alpha val="4143"/>
                  </a:srgbClr>
                </a:gs>
                <a:gs pos="85714">
                  <a:srgbClr val="81BB00">
                    <a:alpha val="1659"/>
                  </a:srgbClr>
                </a:gs>
                <a:gs pos="100000">
                  <a:srgbClr val="81BB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-8612310">
              <a:off x="469323" y="1887823"/>
              <a:ext cx="533239" cy="447940"/>
            </a:xfrm>
            <a:prstGeom prst="ellipse">
              <a:avLst/>
            </a:prstGeom>
            <a:gradFill>
              <a:gsLst>
                <a:gs pos="0">
                  <a:srgbClr val="95CD00">
                    <a:alpha val="32968"/>
                  </a:srgbClr>
                </a:gs>
                <a:gs pos="14286">
                  <a:srgbClr val="95CD00">
                    <a:alpha val="30764"/>
                  </a:srgbClr>
                </a:gs>
                <a:gs pos="28571">
                  <a:srgbClr val="95CD00">
                    <a:alpha val="24833"/>
                  </a:srgbClr>
                </a:gs>
                <a:gs pos="42857">
                  <a:srgbClr val="95CD00">
                    <a:alpha val="17075"/>
                  </a:srgbClr>
                </a:gs>
                <a:gs pos="57143">
                  <a:srgbClr val="95CD00">
                    <a:alpha val="9855"/>
                  </a:srgbClr>
                </a:gs>
                <a:gs pos="71429">
                  <a:srgbClr val="95CD00">
                    <a:alpha val="4740"/>
                  </a:srgbClr>
                </a:gs>
                <a:gs pos="85714">
                  <a:srgbClr val="95CD00">
                    <a:alpha val="1902"/>
                  </a:srgbClr>
                </a:gs>
                <a:gs pos="100000">
                  <a:srgbClr val="95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4122153">
              <a:off x="131783" y="1731524"/>
              <a:ext cx="727869" cy="686998"/>
            </a:xfrm>
            <a:prstGeom prst="ellipse">
              <a:avLst/>
            </a:prstGeom>
            <a:gradFill>
              <a:gsLst>
                <a:gs pos="0">
                  <a:srgbClr val="098A00">
                    <a:alpha val="32958"/>
                  </a:srgbClr>
                </a:gs>
                <a:gs pos="14286">
                  <a:srgbClr val="098A00">
                    <a:alpha val="30755"/>
                  </a:srgbClr>
                </a:gs>
                <a:gs pos="28571">
                  <a:srgbClr val="098A00">
                    <a:alpha val="24825"/>
                  </a:srgbClr>
                </a:gs>
                <a:gs pos="42857">
                  <a:srgbClr val="098A00">
                    <a:alpha val="17070"/>
                  </a:srgbClr>
                </a:gs>
                <a:gs pos="57143">
                  <a:srgbClr val="098A00">
                    <a:alpha val="9851"/>
                  </a:srgbClr>
                </a:gs>
                <a:gs pos="71429">
                  <a:srgbClr val="098A00">
                    <a:alpha val="4739"/>
                  </a:srgbClr>
                </a:gs>
                <a:gs pos="85714">
                  <a:srgbClr val="098A00">
                    <a:alpha val="1901"/>
                  </a:srgbClr>
                </a:gs>
                <a:gs pos="100000">
                  <a:srgbClr val="09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4251596">
              <a:off x="-100563" y="1975755"/>
              <a:ext cx="789942" cy="357705"/>
            </a:xfrm>
            <a:prstGeom prst="ellipse">
              <a:avLst/>
            </a:prstGeom>
            <a:gradFill>
              <a:gsLst>
                <a:gs pos="0">
                  <a:srgbClr val="82BC00">
                    <a:alpha val="32968"/>
                  </a:srgbClr>
                </a:gs>
                <a:gs pos="14286">
                  <a:srgbClr val="82BC00">
                    <a:alpha val="30764"/>
                  </a:srgbClr>
                </a:gs>
                <a:gs pos="28571">
                  <a:srgbClr val="82BC00">
                    <a:alpha val="24833"/>
                  </a:srgbClr>
                </a:gs>
                <a:gs pos="42857">
                  <a:srgbClr val="82BC00">
                    <a:alpha val="17075"/>
                  </a:srgbClr>
                </a:gs>
                <a:gs pos="57143">
                  <a:srgbClr val="82BC00">
                    <a:alpha val="9855"/>
                  </a:srgbClr>
                </a:gs>
                <a:gs pos="71429">
                  <a:srgbClr val="82BC00">
                    <a:alpha val="4740"/>
                  </a:srgbClr>
                </a:gs>
                <a:gs pos="85714">
                  <a:srgbClr val="82BC00">
                    <a:alpha val="1902"/>
                  </a:srgbClr>
                </a:gs>
                <a:gs pos="100000">
                  <a:srgbClr val="82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6116942">
              <a:off x="2991117" y="1701757"/>
              <a:ext cx="779286" cy="435858"/>
            </a:xfrm>
            <a:prstGeom prst="ellipse">
              <a:avLst/>
            </a:prstGeom>
            <a:gradFill>
              <a:gsLst>
                <a:gs pos="0">
                  <a:srgbClr val="FF9900">
                    <a:alpha val="32564"/>
                  </a:srgbClr>
                </a:gs>
                <a:gs pos="14286">
                  <a:srgbClr val="FF9900">
                    <a:alpha val="30380"/>
                  </a:srgbClr>
                </a:gs>
                <a:gs pos="28571">
                  <a:srgbClr val="FF9900">
                    <a:alpha val="24510"/>
                  </a:srgbClr>
                </a:gs>
                <a:gs pos="42857">
                  <a:srgbClr val="FF9900">
                    <a:alpha val="16842"/>
                  </a:srgbClr>
                </a:gs>
                <a:gs pos="57143">
                  <a:srgbClr val="FF9900">
                    <a:alpha val="9714"/>
                  </a:srgbClr>
                </a:gs>
                <a:gs pos="71429">
                  <a:srgbClr val="FF9900">
                    <a:alpha val="4671"/>
                  </a:srgbClr>
                </a:gs>
                <a:gs pos="85714">
                  <a:srgbClr val="FF9900">
                    <a:alpha val="1874"/>
                  </a:srgbClr>
                </a:gs>
                <a:gs pos="100000">
                  <a:srgbClr val="FF99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8277163">
              <a:off x="2750541" y="1573116"/>
              <a:ext cx="800926" cy="727837"/>
            </a:xfrm>
            <a:prstGeom prst="ellipse">
              <a:avLst/>
            </a:prstGeom>
            <a:gradFill>
              <a:gsLst>
                <a:gs pos="0">
                  <a:srgbClr val="FF9C16">
                    <a:alpha val="32968"/>
                  </a:srgbClr>
                </a:gs>
                <a:gs pos="14286">
                  <a:srgbClr val="FF9C16">
                    <a:alpha val="30764"/>
                  </a:srgbClr>
                </a:gs>
                <a:gs pos="28571">
                  <a:srgbClr val="FF9C16">
                    <a:alpha val="24833"/>
                  </a:srgbClr>
                </a:gs>
                <a:gs pos="42857">
                  <a:srgbClr val="FF9C16">
                    <a:alpha val="17075"/>
                  </a:srgbClr>
                </a:gs>
                <a:gs pos="57143">
                  <a:srgbClr val="FF9C16">
                    <a:alpha val="9855"/>
                  </a:srgbClr>
                </a:gs>
                <a:gs pos="71429">
                  <a:srgbClr val="FF9C16">
                    <a:alpha val="4740"/>
                  </a:srgbClr>
                </a:gs>
                <a:gs pos="85714">
                  <a:srgbClr val="FF9C16">
                    <a:alpha val="1902"/>
                  </a:srgbClr>
                </a:gs>
                <a:gs pos="100000">
                  <a:srgbClr val="FF9C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9423378">
              <a:off x="2500114" y="1561217"/>
              <a:ext cx="832560" cy="81696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9481931">
              <a:off x="2295658" y="1532612"/>
              <a:ext cx="880291" cy="693759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2787811">
              <a:off x="2070681" y="1738396"/>
              <a:ext cx="888871" cy="428745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240274">
              <a:off x="1938020" y="1838569"/>
              <a:ext cx="835292" cy="198262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6960084">
              <a:off x="1290861" y="1764401"/>
              <a:ext cx="330129" cy="323799"/>
            </a:xfrm>
            <a:prstGeom prst="ellipse">
              <a:avLst/>
            </a:prstGeom>
            <a:gradFill>
              <a:gsLst>
                <a:gs pos="0">
                  <a:srgbClr val="ADFF00">
                    <a:alpha val="30880"/>
                  </a:srgbClr>
                </a:gs>
                <a:gs pos="14286">
                  <a:srgbClr val="ADFF00">
                    <a:alpha val="28784"/>
                  </a:srgbClr>
                </a:gs>
                <a:gs pos="28571">
                  <a:srgbClr val="ADFF00">
                    <a:alpha val="23170"/>
                  </a:srgbClr>
                </a:gs>
                <a:gs pos="42857">
                  <a:srgbClr val="ADFF00">
                    <a:alpha val="15876"/>
                  </a:srgbClr>
                </a:gs>
                <a:gs pos="57143">
                  <a:srgbClr val="ADFF00">
                    <a:alpha val="9135"/>
                  </a:srgbClr>
                </a:gs>
                <a:gs pos="71429">
                  <a:srgbClr val="ADFF00">
                    <a:alpha val="4385"/>
                  </a:srgbClr>
                </a:gs>
                <a:gs pos="85714">
                  <a:srgbClr val="ADFF00">
                    <a:alpha val="1758"/>
                  </a:srgbClr>
                </a:gs>
                <a:gs pos="100000">
                  <a:srgbClr val="ADFF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-9251640">
              <a:off x="1242510" y="1797794"/>
              <a:ext cx="432714" cy="230973"/>
            </a:xfrm>
            <a:prstGeom prst="ellipse">
              <a:avLst/>
            </a:prstGeom>
            <a:gradFill>
              <a:gsLst>
                <a:gs pos="0">
                  <a:srgbClr val="81A700">
                    <a:alpha val="32968"/>
                  </a:srgbClr>
                </a:gs>
                <a:gs pos="14286">
                  <a:srgbClr val="81A700">
                    <a:alpha val="30764"/>
                  </a:srgbClr>
                </a:gs>
                <a:gs pos="28571">
                  <a:srgbClr val="81A700">
                    <a:alpha val="24833"/>
                  </a:srgbClr>
                </a:gs>
                <a:gs pos="42857">
                  <a:srgbClr val="81A700">
                    <a:alpha val="17075"/>
                  </a:srgbClr>
                </a:gs>
                <a:gs pos="57143">
                  <a:srgbClr val="81A700">
                    <a:alpha val="9855"/>
                  </a:srgbClr>
                </a:gs>
                <a:gs pos="71429">
                  <a:srgbClr val="81A700">
                    <a:alpha val="4740"/>
                  </a:srgbClr>
                </a:gs>
                <a:gs pos="85714">
                  <a:srgbClr val="81A700">
                    <a:alpha val="1902"/>
                  </a:srgbClr>
                </a:gs>
                <a:gs pos="100000">
                  <a:srgbClr val="81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10684519">
              <a:off x="704527" y="1729148"/>
              <a:ext cx="766346" cy="444849"/>
            </a:xfrm>
            <a:prstGeom prst="ellipse">
              <a:avLst/>
            </a:prstGeom>
            <a:gradFill>
              <a:gsLst>
                <a:gs pos="0">
                  <a:srgbClr val="000000">
                    <a:alpha val="19261"/>
                  </a:srgbClr>
                </a:gs>
                <a:gs pos="14286">
                  <a:srgbClr val="000000">
                    <a:alpha val="17852"/>
                  </a:srgbClr>
                </a:gs>
                <a:gs pos="28571">
                  <a:srgbClr val="000000">
                    <a:alpha val="14160"/>
                  </a:srgbClr>
                </a:gs>
                <a:gs pos="42857">
                  <a:srgbClr val="000000">
                    <a:alpha val="9530"/>
                  </a:srgbClr>
                </a:gs>
                <a:gs pos="57143">
                  <a:srgbClr val="000000">
                    <a:alpha val="5398"/>
                  </a:srgbClr>
                </a:gs>
                <a:gs pos="71429">
                  <a:srgbClr val="000000">
                    <a:alpha val="2564"/>
                  </a:srgbClr>
                </a:gs>
                <a:gs pos="85714">
                  <a:srgbClr val="000000">
                    <a:alpha val="1022"/>
                  </a:srgbClr>
                </a:gs>
                <a:gs pos="100000">
                  <a:srgbClr val="00000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-9080681">
              <a:off x="321152" y="1723151"/>
              <a:ext cx="818645" cy="475196"/>
            </a:xfrm>
            <a:prstGeom prst="ellipse">
              <a:avLst/>
            </a:prstGeom>
            <a:gradFill>
              <a:gsLst>
                <a:gs pos="0">
                  <a:srgbClr val="000000">
                    <a:alpha val="11692"/>
                  </a:srgbClr>
                </a:gs>
                <a:gs pos="14286">
                  <a:srgbClr val="000000">
                    <a:alpha val="10800"/>
                  </a:srgbClr>
                </a:gs>
                <a:gs pos="28571">
                  <a:srgbClr val="000000">
                    <a:alpha val="8491"/>
                  </a:srgbClr>
                </a:gs>
                <a:gs pos="42857">
                  <a:srgbClr val="000000">
                    <a:alpha val="5654"/>
                  </a:srgbClr>
                </a:gs>
                <a:gs pos="57143">
                  <a:srgbClr val="000000">
                    <a:alpha val="3174"/>
                  </a:srgbClr>
                </a:gs>
                <a:gs pos="71429">
                  <a:srgbClr val="000000">
                    <a:alpha val="1498"/>
                  </a:srgbClr>
                </a:gs>
                <a:gs pos="85714">
                  <a:srgbClr val="000000">
                    <a:alpha val="595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592177">
              <a:off x="45123" y="1583725"/>
              <a:ext cx="867942" cy="559881"/>
            </a:xfrm>
            <a:prstGeom prst="ellipse">
              <a:avLst/>
            </a:prstGeom>
            <a:gradFill>
              <a:gsLst>
                <a:gs pos="0">
                  <a:srgbClr val="9CD200">
                    <a:alpha val="32968"/>
                  </a:srgbClr>
                </a:gs>
                <a:gs pos="14286">
                  <a:srgbClr val="9CD200">
                    <a:alpha val="30764"/>
                  </a:srgbClr>
                </a:gs>
                <a:gs pos="28571">
                  <a:srgbClr val="9CD200">
                    <a:alpha val="24833"/>
                  </a:srgbClr>
                </a:gs>
                <a:gs pos="42857">
                  <a:srgbClr val="9CD200">
                    <a:alpha val="17075"/>
                  </a:srgbClr>
                </a:gs>
                <a:gs pos="57143">
                  <a:srgbClr val="9CD200">
                    <a:alpha val="9855"/>
                  </a:srgbClr>
                </a:gs>
                <a:gs pos="71429">
                  <a:srgbClr val="9CD200">
                    <a:alpha val="4740"/>
                  </a:srgbClr>
                </a:gs>
                <a:gs pos="85714">
                  <a:srgbClr val="9CD200">
                    <a:alpha val="1902"/>
                  </a:srgbClr>
                </a:gs>
                <a:gs pos="100000">
                  <a:srgbClr val="9C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5020464">
              <a:off x="-134474" y="1706382"/>
              <a:ext cx="884896" cy="467570"/>
            </a:xfrm>
            <a:prstGeom prst="ellipse">
              <a:avLst/>
            </a:prstGeom>
            <a:gradFill>
              <a:gsLst>
                <a:gs pos="0">
                  <a:srgbClr val="94CD00">
                    <a:alpha val="32449"/>
                  </a:srgbClr>
                </a:gs>
                <a:gs pos="14286">
                  <a:srgbClr val="94CD00">
                    <a:alpha val="30271"/>
                  </a:srgbClr>
                </a:gs>
                <a:gs pos="28571">
                  <a:srgbClr val="94CD00">
                    <a:alpha val="24418"/>
                  </a:srgbClr>
                </a:gs>
                <a:gs pos="42857">
                  <a:srgbClr val="94CD00">
                    <a:alpha val="16775"/>
                  </a:srgbClr>
                </a:gs>
                <a:gs pos="57143">
                  <a:srgbClr val="94CD00">
                    <a:alpha val="9674"/>
                  </a:srgbClr>
                </a:gs>
                <a:gs pos="71429">
                  <a:srgbClr val="94CD00">
                    <a:alpha val="4651"/>
                  </a:srgbClr>
                </a:gs>
                <a:gs pos="85714">
                  <a:srgbClr val="94CD00">
                    <a:alpha val="1866"/>
                  </a:srgbClr>
                </a:gs>
                <a:gs pos="100000">
                  <a:srgbClr val="94CD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5721010">
              <a:off x="2937689" y="1456498"/>
              <a:ext cx="796930" cy="521138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7958400">
              <a:off x="2784150" y="1433323"/>
              <a:ext cx="784109" cy="672587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334621">
              <a:off x="2543926" y="1503811"/>
              <a:ext cx="834926" cy="502893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10660299">
              <a:off x="2239833" y="1511268"/>
              <a:ext cx="897572" cy="392848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8926131">
              <a:off x="2137184" y="1460335"/>
              <a:ext cx="771802" cy="612162"/>
            </a:xfrm>
            <a:prstGeom prst="ellipse">
              <a:avLst/>
            </a:prstGeom>
            <a:gradFill>
              <a:gsLst>
                <a:gs pos="0">
                  <a:srgbClr val="FF8F00">
                    <a:alpha val="32968"/>
                  </a:srgbClr>
                </a:gs>
                <a:gs pos="14286">
                  <a:srgbClr val="FF8F00">
                    <a:alpha val="30764"/>
                  </a:srgbClr>
                </a:gs>
                <a:gs pos="28571">
                  <a:srgbClr val="FF8F00">
                    <a:alpha val="24833"/>
                  </a:srgbClr>
                </a:gs>
                <a:gs pos="42857">
                  <a:srgbClr val="FF8F00">
                    <a:alpha val="17075"/>
                  </a:srgbClr>
                </a:gs>
                <a:gs pos="57143">
                  <a:srgbClr val="FF8F00">
                    <a:alpha val="9855"/>
                  </a:srgbClr>
                </a:gs>
                <a:gs pos="71429">
                  <a:srgbClr val="FF8F00">
                    <a:alpha val="4740"/>
                  </a:srgbClr>
                </a:gs>
                <a:gs pos="85714">
                  <a:srgbClr val="FF8F00">
                    <a:alpha val="1902"/>
                  </a:srgbClr>
                </a:gs>
                <a:gs pos="100000">
                  <a:srgbClr val="FF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-10704977">
              <a:off x="1961222" y="1468068"/>
              <a:ext cx="832562" cy="49473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9173677">
              <a:off x="1835829" y="1470527"/>
              <a:ext cx="832985" cy="489936"/>
            </a:xfrm>
            <a:prstGeom prst="ellipse">
              <a:avLst/>
            </a:prstGeom>
            <a:gradFill>
              <a:gsLst>
                <a:gs pos="0">
                  <a:srgbClr val="FFE200">
                    <a:alpha val="7999"/>
                  </a:srgbClr>
                </a:gs>
                <a:gs pos="14286">
                  <a:srgbClr val="FFE200">
                    <a:alpha val="7376"/>
                  </a:srgbClr>
                </a:gs>
                <a:gs pos="28571">
                  <a:srgbClr val="FFE200">
                    <a:alpha val="5776"/>
                  </a:srgbClr>
                </a:gs>
                <a:gs pos="42857">
                  <a:srgbClr val="FFE200">
                    <a:alpha val="3827"/>
                  </a:srgbClr>
                </a:gs>
                <a:gs pos="57143">
                  <a:srgbClr val="FFE200">
                    <a:alpha val="2139"/>
                  </a:srgbClr>
                </a:gs>
                <a:gs pos="71429">
                  <a:srgbClr val="FFE200">
                    <a:alpha val="1007"/>
                  </a:srgbClr>
                </a:gs>
                <a:gs pos="85714">
                  <a:srgbClr val="FFE200">
                    <a:alpha val="399"/>
                  </a:srgbClr>
                </a:gs>
                <a:gs pos="100000">
                  <a:srgbClr val="FFE200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9641388">
              <a:off x="1599206" y="1572301"/>
              <a:ext cx="719963" cy="299344"/>
            </a:xfrm>
            <a:prstGeom prst="ellipse">
              <a:avLst/>
            </a:prstGeom>
            <a:gradFill>
              <a:gsLst>
                <a:gs pos="0">
                  <a:srgbClr val="FF6C00">
                    <a:alpha val="25279"/>
                  </a:srgbClr>
                </a:gs>
                <a:gs pos="14286">
                  <a:srgbClr val="FF6C00">
                    <a:alpha val="23496"/>
                  </a:srgbClr>
                </a:gs>
                <a:gs pos="28571">
                  <a:srgbClr val="FF6C00">
                    <a:alpha val="18776"/>
                  </a:srgbClr>
                </a:gs>
                <a:gs pos="42857">
                  <a:srgbClr val="FF6C00">
                    <a:alpha val="12751"/>
                  </a:srgbClr>
                </a:gs>
                <a:gs pos="57143">
                  <a:srgbClr val="FF6C00">
                    <a:alpha val="7280"/>
                  </a:srgbClr>
                </a:gs>
                <a:gs pos="71429">
                  <a:srgbClr val="FF6C00">
                    <a:alpha val="3476"/>
                  </a:srgbClr>
                </a:gs>
                <a:gs pos="85714">
                  <a:srgbClr val="FF6C00">
                    <a:alpha val="1389"/>
                  </a:srgbClr>
                </a:gs>
                <a:gs pos="100000">
                  <a:srgbClr val="FF6C00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-9692569">
              <a:off x="1382806" y="1592782"/>
              <a:ext cx="697109" cy="211655"/>
            </a:xfrm>
            <a:prstGeom prst="ellipse">
              <a:avLst/>
            </a:prstGeom>
            <a:gradFill>
              <a:gsLst>
                <a:gs pos="0">
                  <a:srgbClr val="FF8B00">
                    <a:alpha val="32928"/>
                  </a:srgbClr>
                </a:gs>
                <a:gs pos="14286">
                  <a:srgbClr val="FF8B00">
                    <a:alpha val="30726"/>
                  </a:srgbClr>
                </a:gs>
                <a:gs pos="28571">
                  <a:srgbClr val="FF8B00">
                    <a:alpha val="24801"/>
                  </a:srgbClr>
                </a:gs>
                <a:gs pos="42857">
                  <a:srgbClr val="FF8B00">
                    <a:alpha val="17052"/>
                  </a:srgbClr>
                </a:gs>
                <a:gs pos="57143">
                  <a:srgbClr val="FF8B00">
                    <a:alpha val="9841"/>
                  </a:srgbClr>
                </a:gs>
                <a:gs pos="71429">
                  <a:srgbClr val="FF8B00">
                    <a:alpha val="4733"/>
                  </a:srgbClr>
                </a:gs>
                <a:gs pos="85714">
                  <a:srgbClr val="FF8B00">
                    <a:alpha val="1899"/>
                  </a:srgbClr>
                </a:gs>
                <a:gs pos="100000">
                  <a:srgbClr val="FF8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10514995">
              <a:off x="877256" y="1697256"/>
              <a:ext cx="531993" cy="217833"/>
            </a:xfrm>
            <a:prstGeom prst="ellipse">
              <a:avLst/>
            </a:prstGeom>
            <a:gradFill>
              <a:gsLst>
                <a:gs pos="0">
                  <a:srgbClr val="000000">
                    <a:alpha val="15085"/>
                  </a:srgbClr>
                </a:gs>
                <a:gs pos="14286">
                  <a:srgbClr val="000000">
                    <a:alpha val="13954"/>
                  </a:srgbClr>
                </a:gs>
                <a:gs pos="28571">
                  <a:srgbClr val="000000">
                    <a:alpha val="11014"/>
                  </a:srgbClr>
                </a:gs>
                <a:gs pos="42857">
                  <a:srgbClr val="000000">
                    <a:alpha val="7368"/>
                  </a:srgbClr>
                </a:gs>
                <a:gs pos="57143">
                  <a:srgbClr val="000000">
                    <a:alpha val="4152"/>
                  </a:srgbClr>
                </a:gs>
                <a:gs pos="71429">
                  <a:srgbClr val="000000">
                    <a:alpha val="1966"/>
                  </a:srgbClr>
                </a:gs>
                <a:gs pos="85714">
                  <a:srgbClr val="000000">
                    <a:alpha val="782"/>
                  </a:srgbClr>
                </a:gs>
                <a:gs pos="100000">
                  <a:srgbClr val="00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3647416">
              <a:off x="559604" y="1477521"/>
              <a:ext cx="644519" cy="537256"/>
            </a:xfrm>
            <a:prstGeom prst="ellipse">
              <a:avLst/>
            </a:prstGeom>
            <a:gradFill>
              <a:gsLst>
                <a:gs pos="0">
                  <a:srgbClr val="000000">
                    <a:alpha val="11683"/>
                  </a:srgbClr>
                </a:gs>
                <a:gs pos="14286">
                  <a:srgbClr val="000000">
                    <a:alpha val="10791"/>
                  </a:srgbClr>
                </a:gs>
                <a:gs pos="28571">
                  <a:srgbClr val="000000">
                    <a:alpha val="8484"/>
                  </a:srgbClr>
                </a:gs>
                <a:gs pos="42857">
                  <a:srgbClr val="000000">
                    <a:alpha val="5650"/>
                  </a:srgbClr>
                </a:gs>
                <a:gs pos="57143">
                  <a:srgbClr val="000000">
                    <a:alpha val="3171"/>
                  </a:srgbClr>
                </a:gs>
                <a:gs pos="71429">
                  <a:srgbClr val="000000">
                    <a:alpha val="1497"/>
                  </a:srgbClr>
                </a:gs>
                <a:gs pos="85714">
                  <a:srgbClr val="000000">
                    <a:alpha val="595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7313021">
              <a:off x="217331" y="1369703"/>
              <a:ext cx="838551" cy="585170"/>
            </a:xfrm>
            <a:prstGeom prst="ellipse">
              <a:avLst/>
            </a:prstGeom>
            <a:gradFill>
              <a:gsLst>
                <a:gs pos="0">
                  <a:srgbClr val="000000">
                    <a:alpha val="26428"/>
                  </a:srgbClr>
                </a:gs>
                <a:gs pos="14286">
                  <a:srgbClr val="000000">
                    <a:alpha val="24579"/>
                  </a:srgbClr>
                </a:gs>
                <a:gs pos="28571">
                  <a:srgbClr val="000000">
                    <a:alpha val="19670"/>
                  </a:srgbClr>
                </a:gs>
                <a:gs pos="42857">
                  <a:srgbClr val="000000">
                    <a:alpha val="13382"/>
                  </a:srgbClr>
                </a:gs>
                <a:gs pos="57143">
                  <a:srgbClr val="000000">
                    <a:alpha val="7652"/>
                  </a:srgbClr>
                </a:gs>
                <a:gs pos="71429">
                  <a:srgbClr val="000000">
                    <a:alpha val="3658"/>
                  </a:srgbClr>
                </a:gs>
                <a:gs pos="85714">
                  <a:srgbClr val="000000">
                    <a:alpha val="1463"/>
                  </a:srgbClr>
                </a:gs>
                <a:gs pos="100000">
                  <a:srgbClr val="000000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804235">
              <a:off x="77399" y="1399497"/>
              <a:ext cx="803931" cy="641544"/>
            </a:xfrm>
            <a:prstGeom prst="ellipse">
              <a:avLst/>
            </a:prstGeom>
            <a:gradFill>
              <a:gsLst>
                <a:gs pos="0">
                  <a:srgbClr val="89C700">
                    <a:alpha val="32968"/>
                  </a:srgbClr>
                </a:gs>
                <a:gs pos="14286">
                  <a:srgbClr val="89C700">
                    <a:alpha val="30764"/>
                  </a:srgbClr>
                </a:gs>
                <a:gs pos="28571">
                  <a:srgbClr val="89C700">
                    <a:alpha val="24833"/>
                  </a:srgbClr>
                </a:gs>
                <a:gs pos="42857">
                  <a:srgbClr val="89C700">
                    <a:alpha val="17075"/>
                  </a:srgbClr>
                </a:gs>
                <a:gs pos="57143">
                  <a:srgbClr val="89C700">
                    <a:alpha val="9855"/>
                  </a:srgbClr>
                </a:gs>
                <a:gs pos="71429">
                  <a:srgbClr val="89C700">
                    <a:alpha val="4740"/>
                  </a:srgbClr>
                </a:gs>
                <a:gs pos="85714">
                  <a:srgbClr val="89C700">
                    <a:alpha val="1902"/>
                  </a:srgbClr>
                </a:gs>
                <a:gs pos="100000">
                  <a:srgbClr val="89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554610">
              <a:off x="-24906" y="1447266"/>
              <a:ext cx="718711" cy="504165"/>
            </a:xfrm>
            <a:prstGeom prst="ellipse">
              <a:avLst/>
            </a:prstGeom>
            <a:gradFill>
              <a:gsLst>
                <a:gs pos="0">
                  <a:srgbClr val="86C100">
                    <a:alpha val="32968"/>
                  </a:srgbClr>
                </a:gs>
                <a:gs pos="14286">
                  <a:srgbClr val="86C100">
                    <a:alpha val="30764"/>
                  </a:srgbClr>
                </a:gs>
                <a:gs pos="28571">
                  <a:srgbClr val="86C100">
                    <a:alpha val="24833"/>
                  </a:srgbClr>
                </a:gs>
                <a:gs pos="42857">
                  <a:srgbClr val="86C100">
                    <a:alpha val="17075"/>
                  </a:srgbClr>
                </a:gs>
                <a:gs pos="57143">
                  <a:srgbClr val="86C100">
                    <a:alpha val="9855"/>
                  </a:srgbClr>
                </a:gs>
                <a:gs pos="71429">
                  <a:srgbClr val="86C100">
                    <a:alpha val="4740"/>
                  </a:srgbClr>
                </a:gs>
                <a:gs pos="85714">
                  <a:srgbClr val="86C100">
                    <a:alpha val="1902"/>
                  </a:srgbClr>
                </a:gs>
                <a:gs pos="100000">
                  <a:srgbClr val="86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970412">
              <a:off x="3045984" y="1399845"/>
              <a:ext cx="702251" cy="346266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8751375">
              <a:off x="2871728" y="1351503"/>
              <a:ext cx="745720" cy="425660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9257911">
              <a:off x="2519810" y="1452893"/>
              <a:ext cx="974347" cy="243480"/>
            </a:xfrm>
            <a:prstGeom prst="ellipse">
              <a:avLst/>
            </a:prstGeom>
            <a:gradFill>
              <a:gsLst>
                <a:gs pos="0">
                  <a:srgbClr val="FF8C00">
                    <a:alpha val="32968"/>
                  </a:srgbClr>
                </a:gs>
                <a:gs pos="14286">
                  <a:srgbClr val="FF8C00">
                    <a:alpha val="30764"/>
                  </a:srgbClr>
                </a:gs>
                <a:gs pos="28571">
                  <a:srgbClr val="FF8C00">
                    <a:alpha val="24833"/>
                  </a:srgbClr>
                </a:gs>
                <a:gs pos="42857">
                  <a:srgbClr val="FF8C00">
                    <a:alpha val="17075"/>
                  </a:srgbClr>
                </a:gs>
                <a:gs pos="57143">
                  <a:srgbClr val="FF8C00">
                    <a:alpha val="9855"/>
                  </a:srgbClr>
                </a:gs>
                <a:gs pos="71429">
                  <a:srgbClr val="FF8C00">
                    <a:alpha val="4740"/>
                  </a:srgbClr>
                </a:gs>
                <a:gs pos="85714">
                  <a:srgbClr val="FF8C00">
                    <a:alpha val="1902"/>
                  </a:srgbClr>
                </a:gs>
                <a:gs pos="100000">
                  <a:srgbClr val="FF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-8920438">
              <a:off x="2135040" y="1420358"/>
              <a:ext cx="801393" cy="304367"/>
            </a:xfrm>
            <a:prstGeom prst="ellipse">
              <a:avLst/>
            </a:prstGeom>
            <a:gradFill>
              <a:gsLst>
                <a:gs pos="0">
                  <a:srgbClr val="FF7600">
                    <a:alpha val="32968"/>
                  </a:srgbClr>
                </a:gs>
                <a:gs pos="14286">
                  <a:srgbClr val="FF7600">
                    <a:alpha val="30764"/>
                  </a:srgbClr>
                </a:gs>
                <a:gs pos="28571">
                  <a:srgbClr val="FF7600">
                    <a:alpha val="24833"/>
                  </a:srgbClr>
                </a:gs>
                <a:gs pos="42857">
                  <a:srgbClr val="FF7600">
                    <a:alpha val="17075"/>
                  </a:srgbClr>
                </a:gs>
                <a:gs pos="57143">
                  <a:srgbClr val="FF7600">
                    <a:alpha val="9855"/>
                  </a:srgbClr>
                </a:gs>
                <a:gs pos="71429">
                  <a:srgbClr val="FF7600">
                    <a:alpha val="4740"/>
                  </a:srgbClr>
                </a:gs>
                <a:gs pos="85714">
                  <a:srgbClr val="FF7600">
                    <a:alpha val="1902"/>
                  </a:srgbClr>
                </a:gs>
                <a:gs pos="100000">
                  <a:srgbClr val="FF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2941559">
              <a:off x="1971337" y="1392467"/>
              <a:ext cx="875145" cy="475053"/>
            </a:xfrm>
            <a:prstGeom prst="ellipse">
              <a:avLst/>
            </a:prstGeom>
            <a:gradFill>
              <a:gsLst>
                <a:gs pos="0">
                  <a:srgbClr val="FF9D00">
                    <a:alpha val="31965"/>
                  </a:srgbClr>
                </a:gs>
                <a:gs pos="14286">
                  <a:srgbClr val="FF9D00">
                    <a:alpha val="29812"/>
                  </a:srgbClr>
                </a:gs>
                <a:gs pos="28571">
                  <a:srgbClr val="FF9D00">
                    <a:alpha val="24032"/>
                  </a:srgbClr>
                </a:gs>
                <a:gs pos="42857">
                  <a:srgbClr val="FF9D00">
                    <a:alpha val="16497"/>
                  </a:srgbClr>
                </a:gs>
                <a:gs pos="57143">
                  <a:srgbClr val="FF9D00">
                    <a:alpha val="9507"/>
                  </a:srgbClr>
                </a:gs>
                <a:gs pos="71429">
                  <a:srgbClr val="FF9D00">
                    <a:alpha val="4568"/>
                  </a:srgbClr>
                </a:gs>
                <a:gs pos="85714">
                  <a:srgbClr val="FF9D00">
                    <a:alpha val="1832"/>
                  </a:srgbClr>
                </a:gs>
                <a:gs pos="100000">
                  <a:srgbClr val="FF9D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9182916">
              <a:off x="1792883" y="1363322"/>
              <a:ext cx="636881" cy="455080"/>
            </a:xfrm>
            <a:prstGeom prst="ellipse">
              <a:avLst/>
            </a:prstGeom>
            <a:gradFill>
              <a:gsLst>
                <a:gs pos="0">
                  <a:srgbClr val="FF8500">
                    <a:alpha val="32968"/>
                  </a:srgbClr>
                </a:gs>
                <a:gs pos="14286">
                  <a:srgbClr val="FF8500">
                    <a:alpha val="30764"/>
                  </a:srgbClr>
                </a:gs>
                <a:gs pos="28571">
                  <a:srgbClr val="FF8500">
                    <a:alpha val="24833"/>
                  </a:srgbClr>
                </a:gs>
                <a:gs pos="42857">
                  <a:srgbClr val="FF8500">
                    <a:alpha val="17075"/>
                  </a:srgbClr>
                </a:gs>
                <a:gs pos="57143">
                  <a:srgbClr val="FF8500">
                    <a:alpha val="9855"/>
                  </a:srgbClr>
                </a:gs>
                <a:gs pos="71429">
                  <a:srgbClr val="FF8500">
                    <a:alpha val="4740"/>
                  </a:srgbClr>
                </a:gs>
                <a:gs pos="85714">
                  <a:srgbClr val="FF8500">
                    <a:alpha val="1902"/>
                  </a:srgbClr>
                </a:gs>
                <a:gs pos="100000">
                  <a:srgbClr val="FF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9063945">
              <a:off x="1566406" y="1385946"/>
              <a:ext cx="711369" cy="421566"/>
            </a:xfrm>
            <a:prstGeom prst="ellipse">
              <a:avLst/>
            </a:prstGeom>
            <a:gradFill>
              <a:gsLst>
                <a:gs pos="0">
                  <a:srgbClr val="FFA200">
                    <a:alpha val="32928"/>
                  </a:srgbClr>
                </a:gs>
                <a:gs pos="14286">
                  <a:srgbClr val="FFA200">
                    <a:alpha val="30726"/>
                  </a:srgbClr>
                </a:gs>
                <a:gs pos="28571">
                  <a:srgbClr val="FFA200">
                    <a:alpha val="24801"/>
                  </a:srgbClr>
                </a:gs>
                <a:gs pos="42857">
                  <a:srgbClr val="FFA200">
                    <a:alpha val="17052"/>
                  </a:srgbClr>
                </a:gs>
                <a:gs pos="57143">
                  <a:srgbClr val="FFA200">
                    <a:alpha val="9841"/>
                  </a:srgbClr>
                </a:gs>
                <a:gs pos="71429">
                  <a:srgbClr val="FFA200">
                    <a:alpha val="4734"/>
                  </a:srgbClr>
                </a:gs>
                <a:gs pos="85714">
                  <a:srgbClr val="FFA200">
                    <a:alpha val="1899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5699148">
              <a:off x="1309839" y="1165847"/>
              <a:ext cx="756969" cy="530959"/>
            </a:xfrm>
            <a:prstGeom prst="ellipse">
              <a:avLst/>
            </a:prstGeom>
            <a:gradFill>
              <a:gsLst>
                <a:gs pos="0">
                  <a:srgbClr val="FFBA00">
                    <a:alpha val="32968"/>
                  </a:srgbClr>
                </a:gs>
                <a:gs pos="14286">
                  <a:srgbClr val="FFBA00">
                    <a:alpha val="30764"/>
                  </a:srgbClr>
                </a:gs>
                <a:gs pos="28571">
                  <a:srgbClr val="FFBA00">
                    <a:alpha val="24833"/>
                  </a:srgbClr>
                </a:gs>
                <a:gs pos="42857">
                  <a:srgbClr val="FFBA00">
                    <a:alpha val="17075"/>
                  </a:srgbClr>
                </a:gs>
                <a:gs pos="57143">
                  <a:srgbClr val="FFBA00">
                    <a:alpha val="9855"/>
                  </a:srgbClr>
                </a:gs>
                <a:gs pos="71429">
                  <a:srgbClr val="FFBA00">
                    <a:alpha val="4740"/>
                  </a:srgbClr>
                </a:gs>
                <a:gs pos="85714">
                  <a:srgbClr val="FFBA00">
                    <a:alpha val="1902"/>
                  </a:srgbClr>
                </a:gs>
                <a:gs pos="100000">
                  <a:srgbClr val="FF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6005759">
              <a:off x="1289231" y="1225025"/>
              <a:ext cx="638786" cy="456165"/>
            </a:xfrm>
            <a:prstGeom prst="ellipse">
              <a:avLst/>
            </a:prstGeom>
            <a:gradFill>
              <a:gsLst>
                <a:gs pos="0">
                  <a:srgbClr val="FFA700">
                    <a:alpha val="31531"/>
                  </a:srgbClr>
                </a:gs>
                <a:gs pos="14286">
                  <a:srgbClr val="FFA700">
                    <a:alpha val="29401"/>
                  </a:srgbClr>
                </a:gs>
                <a:gs pos="28571">
                  <a:srgbClr val="FFA700">
                    <a:alpha val="23687"/>
                  </a:srgbClr>
                </a:gs>
                <a:gs pos="42857">
                  <a:srgbClr val="FFA700">
                    <a:alpha val="16248"/>
                  </a:srgbClr>
                </a:gs>
                <a:gs pos="57143">
                  <a:srgbClr val="FFA700">
                    <a:alpha val="9358"/>
                  </a:srgbClr>
                </a:gs>
                <a:gs pos="71429">
                  <a:srgbClr val="FFA700">
                    <a:alpha val="4495"/>
                  </a:srgbClr>
                </a:gs>
                <a:gs pos="85714">
                  <a:srgbClr val="FFA700">
                    <a:alpha val="1802"/>
                  </a:srgbClr>
                </a:gs>
                <a:gs pos="100000">
                  <a:srgbClr val="FFA7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4743119">
              <a:off x="572143" y="1322438"/>
              <a:ext cx="731677" cy="449930"/>
            </a:xfrm>
            <a:prstGeom prst="ellipse">
              <a:avLst/>
            </a:prstGeom>
            <a:gradFill>
              <a:gsLst>
                <a:gs pos="0">
                  <a:srgbClr val="000000">
                    <a:alpha val="18389"/>
                  </a:srgbClr>
                </a:gs>
                <a:gs pos="14286">
                  <a:srgbClr val="000000">
                    <a:alpha val="17037"/>
                  </a:srgbClr>
                </a:gs>
                <a:gs pos="28571">
                  <a:srgbClr val="000000">
                    <a:alpha val="13499"/>
                  </a:srgbClr>
                </a:gs>
                <a:gs pos="42857">
                  <a:srgbClr val="000000">
                    <a:alpha val="9074"/>
                  </a:srgbClr>
                </a:gs>
                <a:gs pos="57143">
                  <a:srgbClr val="000000">
                    <a:alpha val="5134"/>
                  </a:srgbClr>
                </a:gs>
                <a:gs pos="71429">
                  <a:srgbClr val="000000">
                    <a:alpha val="2437"/>
                  </a:srgbClr>
                </a:gs>
                <a:gs pos="85714">
                  <a:srgbClr val="000000">
                    <a:alpha val="971"/>
                  </a:srgbClr>
                </a:gs>
                <a:gs pos="100000">
                  <a:srgbClr val="000000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6607079">
              <a:off x="229222" y="1363223"/>
              <a:ext cx="907413" cy="387168"/>
            </a:xfrm>
            <a:prstGeom prst="ellipse">
              <a:avLst/>
            </a:prstGeom>
            <a:gradFill>
              <a:gsLst>
                <a:gs pos="0">
                  <a:srgbClr val="95D200">
                    <a:alpha val="32968"/>
                  </a:srgbClr>
                </a:gs>
                <a:gs pos="14286">
                  <a:srgbClr val="95D200">
                    <a:alpha val="30764"/>
                  </a:srgbClr>
                </a:gs>
                <a:gs pos="28571">
                  <a:srgbClr val="95D200">
                    <a:alpha val="24833"/>
                  </a:srgbClr>
                </a:gs>
                <a:gs pos="42857">
                  <a:srgbClr val="95D200">
                    <a:alpha val="17075"/>
                  </a:srgbClr>
                </a:gs>
                <a:gs pos="57143">
                  <a:srgbClr val="95D200">
                    <a:alpha val="9855"/>
                  </a:srgbClr>
                </a:gs>
                <a:gs pos="71429">
                  <a:srgbClr val="95D200">
                    <a:alpha val="4740"/>
                  </a:srgbClr>
                </a:gs>
                <a:gs pos="85714">
                  <a:srgbClr val="95D200">
                    <a:alpha val="1902"/>
                  </a:srgbClr>
                </a:gs>
                <a:gs pos="100000">
                  <a:srgbClr val="95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6981684">
              <a:off x="117435" y="1183165"/>
              <a:ext cx="862567" cy="655259"/>
            </a:xfrm>
            <a:prstGeom prst="ellipse">
              <a:avLst/>
            </a:prstGeom>
            <a:gradFill>
              <a:gsLst>
                <a:gs pos="0">
                  <a:srgbClr val="91CC00">
                    <a:alpha val="32968"/>
                  </a:srgbClr>
                </a:gs>
                <a:gs pos="14286">
                  <a:srgbClr val="91CC00">
                    <a:alpha val="30764"/>
                  </a:srgbClr>
                </a:gs>
                <a:gs pos="28571">
                  <a:srgbClr val="91CC00">
                    <a:alpha val="24833"/>
                  </a:srgbClr>
                </a:gs>
                <a:gs pos="42857">
                  <a:srgbClr val="91CC00">
                    <a:alpha val="17075"/>
                  </a:srgbClr>
                </a:gs>
                <a:gs pos="57143">
                  <a:srgbClr val="91CC00">
                    <a:alpha val="9855"/>
                  </a:srgbClr>
                </a:gs>
                <a:gs pos="71429">
                  <a:srgbClr val="91CC00">
                    <a:alpha val="4740"/>
                  </a:srgbClr>
                </a:gs>
                <a:gs pos="85714">
                  <a:srgbClr val="91CC00">
                    <a:alpha val="1902"/>
                  </a:srgbClr>
                </a:gs>
                <a:gs pos="100000">
                  <a:srgbClr val="91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5932657">
              <a:off x="-125369" y="1304144"/>
              <a:ext cx="872613" cy="429026"/>
            </a:xfrm>
            <a:prstGeom prst="ellipse">
              <a:avLst/>
            </a:prstGeom>
            <a:gradFill>
              <a:gsLst>
                <a:gs pos="0">
                  <a:srgbClr val="8CC400">
                    <a:alpha val="32968"/>
                  </a:srgbClr>
                </a:gs>
                <a:gs pos="14286">
                  <a:srgbClr val="8CC400">
                    <a:alpha val="30764"/>
                  </a:srgbClr>
                </a:gs>
                <a:gs pos="28571">
                  <a:srgbClr val="8CC400">
                    <a:alpha val="24833"/>
                  </a:srgbClr>
                </a:gs>
                <a:gs pos="42857">
                  <a:srgbClr val="8CC400">
                    <a:alpha val="17075"/>
                  </a:srgbClr>
                </a:gs>
                <a:gs pos="57143">
                  <a:srgbClr val="8CC400">
                    <a:alpha val="9855"/>
                  </a:srgbClr>
                </a:gs>
                <a:gs pos="71429">
                  <a:srgbClr val="8CC400">
                    <a:alpha val="4740"/>
                  </a:srgbClr>
                </a:gs>
                <a:gs pos="85714">
                  <a:srgbClr val="8CC400">
                    <a:alpha val="1902"/>
                  </a:srgbClr>
                </a:gs>
                <a:gs pos="100000">
                  <a:srgbClr val="8C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8697350">
              <a:off x="3072656" y="1286590"/>
              <a:ext cx="515251" cy="27235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9234372">
              <a:off x="2615475" y="1142300"/>
              <a:ext cx="682985" cy="249156"/>
            </a:xfrm>
            <a:prstGeom prst="ellipse">
              <a:avLst/>
            </a:prstGeom>
            <a:gradFill>
              <a:gsLst>
                <a:gs pos="0">
                  <a:srgbClr val="479E00">
                    <a:alpha val="18700"/>
                  </a:srgbClr>
                </a:gs>
                <a:gs pos="14286">
                  <a:srgbClr val="479E00">
                    <a:alpha val="17327"/>
                  </a:srgbClr>
                </a:gs>
                <a:gs pos="28571">
                  <a:srgbClr val="479E00">
                    <a:alpha val="13734"/>
                  </a:srgbClr>
                </a:gs>
                <a:gs pos="42857">
                  <a:srgbClr val="479E00">
                    <a:alpha val="9236"/>
                  </a:srgbClr>
                </a:gs>
                <a:gs pos="57143">
                  <a:srgbClr val="479E00">
                    <a:alpha val="5228"/>
                  </a:srgbClr>
                </a:gs>
                <a:gs pos="71429">
                  <a:srgbClr val="479E00">
                    <a:alpha val="2482"/>
                  </a:srgbClr>
                </a:gs>
                <a:gs pos="85714">
                  <a:srgbClr val="479E00">
                    <a:alpha val="989"/>
                  </a:srgbClr>
                </a:gs>
                <a:gs pos="100000">
                  <a:srgbClr val="479E0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9885128">
              <a:off x="2596012" y="1191970"/>
              <a:ext cx="476420" cy="250815"/>
            </a:xfrm>
            <a:prstGeom prst="ellipse">
              <a:avLst/>
            </a:prstGeom>
            <a:gradFill>
              <a:gsLst>
                <a:gs pos="0">
                  <a:srgbClr val="A3F848">
                    <a:alpha val="18599"/>
                  </a:srgbClr>
                </a:gs>
                <a:gs pos="14286">
                  <a:srgbClr val="A3F848">
                    <a:alpha val="17233"/>
                  </a:srgbClr>
                </a:gs>
                <a:gs pos="28571">
                  <a:srgbClr val="A3F848">
                    <a:alpha val="13658"/>
                  </a:srgbClr>
                </a:gs>
                <a:gs pos="42857">
                  <a:srgbClr val="A3F848">
                    <a:alpha val="9183"/>
                  </a:srgbClr>
                </a:gs>
                <a:gs pos="57143">
                  <a:srgbClr val="A3F848">
                    <a:alpha val="5198"/>
                  </a:srgbClr>
                </a:gs>
                <a:gs pos="71429">
                  <a:srgbClr val="A3F848">
                    <a:alpha val="2467"/>
                  </a:srgbClr>
                </a:gs>
                <a:gs pos="85714">
                  <a:srgbClr val="A3F848">
                    <a:alpha val="983"/>
                  </a:srgbClr>
                </a:gs>
                <a:gs pos="100000">
                  <a:srgbClr val="A3F848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8661889">
              <a:off x="1951184" y="1247007"/>
              <a:ext cx="766313" cy="342446"/>
            </a:xfrm>
            <a:prstGeom prst="ellipse">
              <a:avLst/>
            </a:prstGeom>
            <a:gradFill>
              <a:gsLst>
                <a:gs pos="0">
                  <a:srgbClr val="FF8600">
                    <a:alpha val="5995"/>
                  </a:srgbClr>
                </a:gs>
                <a:gs pos="14286">
                  <a:srgbClr val="FF8600">
                    <a:alpha val="5524"/>
                  </a:srgbClr>
                </a:gs>
                <a:gs pos="28571">
                  <a:srgbClr val="FF8600">
                    <a:alpha val="4316"/>
                  </a:srgbClr>
                </a:gs>
                <a:gs pos="42857">
                  <a:srgbClr val="FF8600">
                    <a:alpha val="2852"/>
                  </a:srgbClr>
                </a:gs>
                <a:gs pos="57143">
                  <a:srgbClr val="FF8600">
                    <a:alpha val="1591"/>
                  </a:srgbClr>
                </a:gs>
                <a:gs pos="71429">
                  <a:srgbClr val="FF8600">
                    <a:alpha val="748"/>
                  </a:srgbClr>
                </a:gs>
                <a:gs pos="85714">
                  <a:srgbClr val="FF8600">
                    <a:alpha val="296"/>
                  </a:srgbClr>
                </a:gs>
                <a:gs pos="100000">
                  <a:srgbClr val="FF86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4105742">
              <a:off x="1723724" y="1107541"/>
              <a:ext cx="797230" cy="546660"/>
            </a:xfrm>
            <a:prstGeom prst="ellipse">
              <a:avLst/>
            </a:prstGeom>
            <a:gradFill>
              <a:gsLst>
                <a:gs pos="0">
                  <a:srgbClr val="FF8E00">
                    <a:alpha val="16243"/>
                  </a:srgbClr>
                </a:gs>
                <a:gs pos="14286">
                  <a:srgbClr val="FF8E00">
                    <a:alpha val="15034"/>
                  </a:srgbClr>
                </a:gs>
                <a:gs pos="28571">
                  <a:srgbClr val="FF8E00">
                    <a:alpha val="11882"/>
                  </a:srgbClr>
                </a:gs>
                <a:gs pos="42857">
                  <a:srgbClr val="FF8E00">
                    <a:alpha val="7962"/>
                  </a:srgbClr>
                </a:gs>
                <a:gs pos="57143">
                  <a:srgbClr val="FF8E00">
                    <a:alpha val="4493"/>
                  </a:srgbClr>
                </a:gs>
                <a:gs pos="71429">
                  <a:srgbClr val="FF8E00">
                    <a:alpha val="2129"/>
                  </a:srgbClr>
                </a:gs>
                <a:gs pos="85714">
                  <a:srgbClr val="FF8E00">
                    <a:alpha val="847"/>
                  </a:srgbClr>
                </a:gs>
                <a:gs pos="100000">
                  <a:srgbClr val="FF8E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-10770232">
              <a:off x="1411509" y="1035201"/>
              <a:ext cx="806799" cy="577507"/>
            </a:xfrm>
            <a:prstGeom prst="ellipse">
              <a:avLst/>
            </a:prstGeom>
            <a:gradFill>
              <a:gsLst>
                <a:gs pos="0">
                  <a:srgbClr val="FF7700">
                    <a:alpha val="14287"/>
                  </a:srgbClr>
                </a:gs>
                <a:gs pos="14286">
                  <a:srgbClr val="FF7700">
                    <a:alpha val="13212"/>
                  </a:srgbClr>
                </a:gs>
                <a:gs pos="28571">
                  <a:srgbClr val="FF7700">
                    <a:alpha val="10419"/>
                  </a:srgbClr>
                </a:gs>
                <a:gs pos="42857">
                  <a:srgbClr val="FF7700">
                    <a:alpha val="6962"/>
                  </a:srgbClr>
                </a:gs>
                <a:gs pos="57143">
                  <a:srgbClr val="FF7700">
                    <a:alpha val="3920"/>
                  </a:srgbClr>
                </a:gs>
                <a:gs pos="71429">
                  <a:srgbClr val="FF7700">
                    <a:alpha val="1854"/>
                  </a:srgbClr>
                </a:gs>
                <a:gs pos="85714">
                  <a:srgbClr val="FF7700">
                    <a:alpha val="737"/>
                  </a:srgbClr>
                </a:gs>
                <a:gs pos="100000">
                  <a:srgbClr val="FF77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4669246">
              <a:off x="1362831" y="1053041"/>
              <a:ext cx="608835" cy="576340"/>
            </a:xfrm>
            <a:prstGeom prst="ellipse">
              <a:avLst/>
            </a:prstGeom>
            <a:gradFill>
              <a:gsLst>
                <a:gs pos="0">
                  <a:srgbClr val="FF1E00">
                    <a:alpha val="32968"/>
                  </a:srgbClr>
                </a:gs>
                <a:gs pos="14286">
                  <a:srgbClr val="FF1E00">
                    <a:alpha val="30764"/>
                  </a:srgbClr>
                </a:gs>
                <a:gs pos="28571">
                  <a:srgbClr val="FF1E00">
                    <a:alpha val="24833"/>
                  </a:srgbClr>
                </a:gs>
                <a:gs pos="42857">
                  <a:srgbClr val="FF1E00">
                    <a:alpha val="17075"/>
                  </a:srgbClr>
                </a:gs>
                <a:gs pos="57143">
                  <a:srgbClr val="FF1E00">
                    <a:alpha val="9855"/>
                  </a:srgbClr>
                </a:gs>
                <a:gs pos="71429">
                  <a:srgbClr val="FF1E00">
                    <a:alpha val="4740"/>
                  </a:srgbClr>
                </a:gs>
                <a:gs pos="85714">
                  <a:srgbClr val="FF1E00">
                    <a:alpha val="1902"/>
                  </a:srgbClr>
                </a:gs>
                <a:gs pos="100000">
                  <a:srgbClr val="FF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823171">
              <a:off x="1322249" y="1060817"/>
              <a:ext cx="639108" cy="460219"/>
            </a:xfrm>
            <a:prstGeom prst="ellipse">
              <a:avLst/>
            </a:prstGeom>
            <a:gradFill>
              <a:gsLst>
                <a:gs pos="0">
                  <a:srgbClr val="FF9000">
                    <a:alpha val="32968"/>
                  </a:srgbClr>
                </a:gs>
                <a:gs pos="14286">
                  <a:srgbClr val="FF9000">
                    <a:alpha val="30764"/>
                  </a:srgbClr>
                </a:gs>
                <a:gs pos="28571">
                  <a:srgbClr val="FF9000">
                    <a:alpha val="24833"/>
                  </a:srgbClr>
                </a:gs>
                <a:gs pos="42857">
                  <a:srgbClr val="FF9000">
                    <a:alpha val="17075"/>
                  </a:srgbClr>
                </a:gs>
                <a:gs pos="57143">
                  <a:srgbClr val="FF9000">
                    <a:alpha val="9855"/>
                  </a:srgbClr>
                </a:gs>
                <a:gs pos="71429">
                  <a:srgbClr val="FF9000">
                    <a:alpha val="4740"/>
                  </a:srgbClr>
                </a:gs>
                <a:gs pos="85714">
                  <a:srgbClr val="FF9000">
                    <a:alpha val="1902"/>
                  </a:srgbClr>
                </a:gs>
                <a:gs pos="100000">
                  <a:srgbClr val="FF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7909724">
              <a:off x="584082" y="1122162"/>
              <a:ext cx="693378" cy="347400"/>
            </a:xfrm>
            <a:prstGeom prst="ellipse">
              <a:avLst/>
            </a:prstGeom>
            <a:gradFill>
              <a:gsLst>
                <a:gs pos="0">
                  <a:srgbClr val="8DC01E">
                    <a:alpha val="32968"/>
                  </a:srgbClr>
                </a:gs>
                <a:gs pos="14286">
                  <a:srgbClr val="8DC01E">
                    <a:alpha val="30764"/>
                  </a:srgbClr>
                </a:gs>
                <a:gs pos="28571">
                  <a:srgbClr val="8DC01E">
                    <a:alpha val="24833"/>
                  </a:srgbClr>
                </a:gs>
                <a:gs pos="42857">
                  <a:srgbClr val="8DC01E">
                    <a:alpha val="17075"/>
                  </a:srgbClr>
                </a:gs>
                <a:gs pos="57143">
                  <a:srgbClr val="8DC01E">
                    <a:alpha val="9855"/>
                  </a:srgbClr>
                </a:gs>
                <a:gs pos="71429">
                  <a:srgbClr val="8DC01E">
                    <a:alpha val="4740"/>
                  </a:srgbClr>
                </a:gs>
                <a:gs pos="85714">
                  <a:srgbClr val="8DC01E">
                    <a:alpha val="1902"/>
                  </a:srgbClr>
                </a:gs>
                <a:gs pos="100000">
                  <a:srgbClr val="8DC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6915168">
              <a:off x="278650" y="986896"/>
              <a:ext cx="796428" cy="653884"/>
            </a:xfrm>
            <a:prstGeom prst="ellipse">
              <a:avLst/>
            </a:prstGeom>
            <a:gradFill>
              <a:gsLst>
                <a:gs pos="0">
                  <a:srgbClr val="86BE00">
                    <a:alpha val="32968"/>
                  </a:srgbClr>
                </a:gs>
                <a:gs pos="14286">
                  <a:srgbClr val="86BE00">
                    <a:alpha val="30764"/>
                  </a:srgbClr>
                </a:gs>
                <a:gs pos="28571">
                  <a:srgbClr val="86BE00">
                    <a:alpha val="24833"/>
                  </a:srgbClr>
                </a:gs>
                <a:gs pos="42857">
                  <a:srgbClr val="86BE00">
                    <a:alpha val="17075"/>
                  </a:srgbClr>
                </a:gs>
                <a:gs pos="57143">
                  <a:srgbClr val="86BE00">
                    <a:alpha val="9855"/>
                  </a:srgbClr>
                </a:gs>
                <a:gs pos="71429">
                  <a:srgbClr val="86BE00">
                    <a:alpha val="4740"/>
                  </a:srgbClr>
                </a:gs>
                <a:gs pos="85714">
                  <a:srgbClr val="86BE00">
                    <a:alpha val="1902"/>
                  </a:srgbClr>
                </a:gs>
                <a:gs pos="100000">
                  <a:srgbClr val="86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6536262">
              <a:off x="71852" y="930841"/>
              <a:ext cx="862892" cy="608978"/>
            </a:xfrm>
            <a:prstGeom prst="ellipse">
              <a:avLst/>
            </a:prstGeom>
            <a:gradFill>
              <a:gsLst>
                <a:gs pos="0">
                  <a:srgbClr val="85BD00">
                    <a:alpha val="32968"/>
                  </a:srgbClr>
                </a:gs>
                <a:gs pos="14286">
                  <a:srgbClr val="85BD00">
                    <a:alpha val="30764"/>
                  </a:srgbClr>
                </a:gs>
                <a:gs pos="28571">
                  <a:srgbClr val="85BD00">
                    <a:alpha val="24833"/>
                  </a:srgbClr>
                </a:gs>
                <a:gs pos="42857">
                  <a:srgbClr val="85BD00">
                    <a:alpha val="17075"/>
                  </a:srgbClr>
                </a:gs>
                <a:gs pos="57143">
                  <a:srgbClr val="85BD00">
                    <a:alpha val="9855"/>
                  </a:srgbClr>
                </a:gs>
                <a:gs pos="71429">
                  <a:srgbClr val="85BD00">
                    <a:alpha val="4740"/>
                  </a:srgbClr>
                </a:gs>
                <a:gs pos="85714">
                  <a:srgbClr val="85BD00">
                    <a:alpha val="1902"/>
                  </a:srgbClr>
                </a:gs>
                <a:gs pos="100000">
                  <a:srgbClr val="85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6570556">
              <a:off x="-84859" y="1112486"/>
              <a:ext cx="897093" cy="434750"/>
            </a:xfrm>
            <a:prstGeom prst="ellipse">
              <a:avLst/>
            </a:prstGeom>
            <a:gradFill>
              <a:gsLst>
                <a:gs pos="0">
                  <a:srgbClr val="8AC500">
                    <a:alpha val="32968"/>
                  </a:srgbClr>
                </a:gs>
                <a:gs pos="14286">
                  <a:srgbClr val="8AC500">
                    <a:alpha val="30764"/>
                  </a:srgbClr>
                </a:gs>
                <a:gs pos="28571">
                  <a:srgbClr val="8AC500">
                    <a:alpha val="24833"/>
                  </a:srgbClr>
                </a:gs>
                <a:gs pos="42857">
                  <a:srgbClr val="8AC500">
                    <a:alpha val="17075"/>
                  </a:srgbClr>
                </a:gs>
                <a:gs pos="57143">
                  <a:srgbClr val="8AC500">
                    <a:alpha val="9855"/>
                  </a:srgbClr>
                </a:gs>
                <a:gs pos="71429">
                  <a:srgbClr val="8AC500">
                    <a:alpha val="4740"/>
                  </a:srgbClr>
                </a:gs>
                <a:gs pos="85714">
                  <a:srgbClr val="8AC500">
                    <a:alpha val="1902"/>
                  </a:srgbClr>
                </a:gs>
                <a:gs pos="100000">
                  <a:srgbClr val="8A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9453384">
              <a:off x="3016184" y="932502"/>
              <a:ext cx="435756" cy="344536"/>
            </a:xfrm>
            <a:prstGeom prst="ellipse">
              <a:avLst/>
            </a:prstGeom>
            <a:gradFill>
              <a:gsLst>
                <a:gs pos="0">
                  <a:srgbClr val="84AC00">
                    <a:alpha val="32968"/>
                  </a:srgbClr>
                </a:gs>
                <a:gs pos="14286">
                  <a:srgbClr val="84AC00">
                    <a:alpha val="30764"/>
                  </a:srgbClr>
                </a:gs>
                <a:gs pos="28571">
                  <a:srgbClr val="84AC00">
                    <a:alpha val="24833"/>
                  </a:srgbClr>
                </a:gs>
                <a:gs pos="42857">
                  <a:srgbClr val="84AC00">
                    <a:alpha val="17075"/>
                  </a:srgbClr>
                </a:gs>
                <a:gs pos="57143">
                  <a:srgbClr val="84AC00">
                    <a:alpha val="9855"/>
                  </a:srgbClr>
                </a:gs>
                <a:gs pos="71429">
                  <a:srgbClr val="84AC00">
                    <a:alpha val="4740"/>
                  </a:srgbClr>
                </a:gs>
                <a:gs pos="85714">
                  <a:srgbClr val="84AC00">
                    <a:alpha val="1902"/>
                  </a:srgbClr>
                </a:gs>
                <a:gs pos="100000">
                  <a:srgbClr val="84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4719687">
              <a:off x="2892425" y="798380"/>
              <a:ext cx="538082" cy="502463"/>
            </a:xfrm>
            <a:prstGeom prst="ellipse">
              <a:avLst/>
            </a:prstGeom>
            <a:gradFill>
              <a:gsLst>
                <a:gs pos="0">
                  <a:srgbClr val="A1E200">
                    <a:alpha val="32968"/>
                  </a:srgbClr>
                </a:gs>
                <a:gs pos="14286">
                  <a:srgbClr val="A1E200">
                    <a:alpha val="30764"/>
                  </a:srgbClr>
                </a:gs>
                <a:gs pos="28571">
                  <a:srgbClr val="A1E200">
                    <a:alpha val="24833"/>
                  </a:srgbClr>
                </a:gs>
                <a:gs pos="42857">
                  <a:srgbClr val="A1E200">
                    <a:alpha val="17075"/>
                  </a:srgbClr>
                </a:gs>
                <a:gs pos="57143">
                  <a:srgbClr val="A1E200">
                    <a:alpha val="9855"/>
                  </a:srgbClr>
                </a:gs>
                <a:gs pos="71429">
                  <a:srgbClr val="A1E200">
                    <a:alpha val="4740"/>
                  </a:srgbClr>
                </a:gs>
                <a:gs pos="85714">
                  <a:srgbClr val="A1E200">
                    <a:alpha val="1902"/>
                  </a:srgbClr>
                </a:gs>
                <a:gs pos="100000">
                  <a:srgbClr val="A1E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10397413">
              <a:off x="2533814" y="909643"/>
              <a:ext cx="829438" cy="422451"/>
            </a:xfrm>
            <a:prstGeom prst="ellipse">
              <a:avLst/>
            </a:prstGeom>
            <a:gradFill>
              <a:gsLst>
                <a:gs pos="0">
                  <a:srgbClr val="008F00">
                    <a:alpha val="28291"/>
                  </a:srgbClr>
                </a:gs>
                <a:gs pos="14286">
                  <a:srgbClr val="008F00">
                    <a:alpha val="26336"/>
                  </a:srgbClr>
                </a:gs>
                <a:gs pos="28571">
                  <a:srgbClr val="008F00">
                    <a:alpha val="21126"/>
                  </a:srgbClr>
                </a:gs>
                <a:gs pos="42857">
                  <a:srgbClr val="008F00">
                    <a:alpha val="14415"/>
                  </a:srgbClr>
                </a:gs>
                <a:gs pos="57143">
                  <a:srgbClr val="008F00">
                    <a:alpha val="8264"/>
                  </a:srgbClr>
                </a:gs>
                <a:gs pos="71429">
                  <a:srgbClr val="008F00">
                    <a:alpha val="3957"/>
                  </a:srgbClr>
                </a:gs>
                <a:gs pos="85714">
                  <a:srgbClr val="008F00">
                    <a:alpha val="1584"/>
                  </a:srgbClr>
                </a:gs>
                <a:gs pos="100000">
                  <a:srgbClr val="008F00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3176675">
              <a:off x="2508138" y="757964"/>
              <a:ext cx="740880" cy="526185"/>
            </a:xfrm>
            <a:prstGeom prst="ellipse">
              <a:avLst/>
            </a:prstGeom>
            <a:gradFill>
              <a:gsLst>
                <a:gs pos="0">
                  <a:srgbClr val="A7DE00">
                    <a:alpha val="32968"/>
                  </a:srgbClr>
                </a:gs>
                <a:gs pos="14286">
                  <a:srgbClr val="A7DE00">
                    <a:alpha val="30764"/>
                  </a:srgbClr>
                </a:gs>
                <a:gs pos="28571">
                  <a:srgbClr val="A7DE00">
                    <a:alpha val="24833"/>
                  </a:srgbClr>
                </a:gs>
                <a:gs pos="42857">
                  <a:srgbClr val="A7DE00">
                    <a:alpha val="17075"/>
                  </a:srgbClr>
                </a:gs>
                <a:gs pos="57143">
                  <a:srgbClr val="A7DE00">
                    <a:alpha val="9855"/>
                  </a:srgbClr>
                </a:gs>
                <a:gs pos="71429">
                  <a:srgbClr val="A7DE00">
                    <a:alpha val="4740"/>
                  </a:srgbClr>
                </a:gs>
                <a:gs pos="85714">
                  <a:srgbClr val="A7DE00">
                    <a:alpha val="1902"/>
                  </a:srgbClr>
                </a:gs>
                <a:gs pos="100000">
                  <a:srgbClr val="A7D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2747979">
              <a:off x="2242125" y="945572"/>
              <a:ext cx="735606" cy="319448"/>
            </a:xfrm>
            <a:prstGeom prst="ellipse">
              <a:avLst/>
            </a:prstGeom>
            <a:gradFill>
              <a:gsLst>
                <a:gs pos="0">
                  <a:srgbClr val="2A8000">
                    <a:alpha val="23482"/>
                  </a:srgbClr>
                </a:gs>
                <a:gs pos="14286">
                  <a:srgbClr val="2A8000">
                    <a:alpha val="21807"/>
                  </a:srgbClr>
                </a:gs>
                <a:gs pos="28571">
                  <a:srgbClr val="2A8000">
                    <a:alpha val="17387"/>
                  </a:srgbClr>
                </a:gs>
                <a:gs pos="42857">
                  <a:srgbClr val="2A8000">
                    <a:alpha val="11775"/>
                  </a:srgbClr>
                </a:gs>
                <a:gs pos="57143">
                  <a:srgbClr val="2A8000">
                    <a:alpha val="6706"/>
                  </a:srgbClr>
                </a:gs>
                <a:gs pos="71429">
                  <a:srgbClr val="2A8000">
                    <a:alpha val="3197"/>
                  </a:srgbClr>
                </a:gs>
                <a:gs pos="85714">
                  <a:srgbClr val="2A8000">
                    <a:alpha val="1277"/>
                  </a:srgbClr>
                </a:gs>
                <a:gs pos="100000">
                  <a:srgbClr val="2A8000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506883">
              <a:off x="1951747" y="1013411"/>
              <a:ext cx="382521" cy="227500"/>
            </a:xfrm>
            <a:prstGeom prst="ellipse">
              <a:avLst/>
            </a:prstGeom>
            <a:gradFill>
              <a:gsLst>
                <a:gs pos="0">
                  <a:srgbClr val="FF6300">
                    <a:alpha val="3412"/>
                  </a:srgbClr>
                </a:gs>
                <a:gs pos="14286">
                  <a:srgbClr val="FF6300">
                    <a:alpha val="3141"/>
                  </a:srgbClr>
                </a:gs>
                <a:gs pos="28571">
                  <a:srgbClr val="FF6300">
                    <a:alpha val="2447"/>
                  </a:srgbClr>
                </a:gs>
                <a:gs pos="42857">
                  <a:srgbClr val="FF6300">
                    <a:alpha val="1612"/>
                  </a:srgbClr>
                </a:gs>
                <a:gs pos="57143">
                  <a:srgbClr val="FF6300">
                    <a:alpha val="896"/>
                  </a:srgbClr>
                </a:gs>
                <a:gs pos="71429">
                  <a:srgbClr val="FF6300">
                    <a:alpha val="421"/>
                  </a:srgbClr>
                </a:gs>
                <a:gs pos="85714">
                  <a:srgbClr val="FF6300">
                    <a:alpha val="167"/>
                  </a:srgbClr>
                </a:gs>
                <a:gs pos="100000">
                  <a:srgbClr val="FF63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2797282">
              <a:off x="1721199" y="1006533"/>
              <a:ext cx="581416" cy="355127"/>
            </a:xfrm>
            <a:prstGeom prst="ellipse">
              <a:avLst/>
            </a:prstGeom>
            <a:gradFill>
              <a:gsLst>
                <a:gs pos="0">
                  <a:srgbClr val="FFB300">
                    <a:alpha val="13271"/>
                  </a:srgbClr>
                </a:gs>
                <a:gs pos="14286">
                  <a:srgbClr val="FFB300">
                    <a:alpha val="12266"/>
                  </a:srgbClr>
                </a:gs>
                <a:gs pos="28571">
                  <a:srgbClr val="FFB300">
                    <a:alpha val="9662"/>
                  </a:srgbClr>
                </a:gs>
                <a:gs pos="42857">
                  <a:srgbClr val="FFB300">
                    <a:alpha val="6447"/>
                  </a:srgbClr>
                </a:gs>
                <a:gs pos="57143">
                  <a:srgbClr val="FFB300">
                    <a:alpha val="3626"/>
                  </a:srgbClr>
                </a:gs>
                <a:gs pos="71429">
                  <a:srgbClr val="FFB300">
                    <a:alpha val="1714"/>
                  </a:srgbClr>
                </a:gs>
                <a:gs pos="85714">
                  <a:srgbClr val="FFB300">
                    <a:alpha val="681"/>
                  </a:srgbClr>
                </a:gs>
                <a:gs pos="100000">
                  <a:srgbClr val="FFB3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10465345">
              <a:off x="1399837" y="1062981"/>
              <a:ext cx="552337" cy="349610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7908035">
              <a:off x="1152157" y="980011"/>
              <a:ext cx="494445" cy="234945"/>
            </a:xfrm>
            <a:prstGeom prst="ellipse">
              <a:avLst/>
            </a:prstGeom>
            <a:gradFill>
              <a:gsLst>
                <a:gs pos="0">
                  <a:srgbClr val="FF8900">
                    <a:alpha val="32968"/>
                  </a:srgbClr>
                </a:gs>
                <a:gs pos="14286">
                  <a:srgbClr val="FF8900">
                    <a:alpha val="30764"/>
                  </a:srgbClr>
                </a:gs>
                <a:gs pos="28571">
                  <a:srgbClr val="FF8900">
                    <a:alpha val="24833"/>
                  </a:srgbClr>
                </a:gs>
                <a:gs pos="42857">
                  <a:srgbClr val="FF8900">
                    <a:alpha val="17075"/>
                  </a:srgbClr>
                </a:gs>
                <a:gs pos="57143">
                  <a:srgbClr val="FF8900">
                    <a:alpha val="9855"/>
                  </a:srgbClr>
                </a:gs>
                <a:gs pos="71429">
                  <a:srgbClr val="FF8900">
                    <a:alpha val="4740"/>
                  </a:srgbClr>
                </a:gs>
                <a:gs pos="85714">
                  <a:srgbClr val="FF8900">
                    <a:alpha val="1902"/>
                  </a:srgbClr>
                </a:gs>
                <a:gs pos="100000">
                  <a:srgbClr val="FF8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6771834">
              <a:off x="629559" y="911877"/>
              <a:ext cx="889647" cy="310577"/>
            </a:xfrm>
            <a:prstGeom prst="ellipse">
              <a:avLst/>
            </a:prstGeom>
            <a:gradFill>
              <a:gsLst>
                <a:gs pos="0">
                  <a:srgbClr val="62B500">
                    <a:alpha val="32968"/>
                  </a:srgbClr>
                </a:gs>
                <a:gs pos="14286">
                  <a:srgbClr val="62B500">
                    <a:alpha val="30764"/>
                  </a:srgbClr>
                </a:gs>
                <a:gs pos="28571">
                  <a:srgbClr val="62B500">
                    <a:alpha val="24833"/>
                  </a:srgbClr>
                </a:gs>
                <a:gs pos="42857">
                  <a:srgbClr val="62B500">
                    <a:alpha val="17075"/>
                  </a:srgbClr>
                </a:gs>
                <a:gs pos="57143">
                  <a:srgbClr val="62B500">
                    <a:alpha val="9855"/>
                  </a:srgbClr>
                </a:gs>
                <a:gs pos="71429">
                  <a:srgbClr val="62B500">
                    <a:alpha val="4740"/>
                  </a:srgbClr>
                </a:gs>
                <a:gs pos="85714">
                  <a:srgbClr val="62B500">
                    <a:alpha val="1902"/>
                  </a:srgbClr>
                </a:gs>
                <a:gs pos="100000">
                  <a:srgbClr val="62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6269528">
              <a:off x="566833" y="878462"/>
              <a:ext cx="788895" cy="468678"/>
            </a:xfrm>
            <a:prstGeom prst="ellipse">
              <a:avLst/>
            </a:prstGeom>
            <a:gradFill>
              <a:gsLst>
                <a:gs pos="0">
                  <a:srgbClr val="90C900">
                    <a:alpha val="32968"/>
                  </a:srgbClr>
                </a:gs>
                <a:gs pos="14286">
                  <a:srgbClr val="90C900">
                    <a:alpha val="30764"/>
                  </a:srgbClr>
                </a:gs>
                <a:gs pos="28571">
                  <a:srgbClr val="90C900">
                    <a:alpha val="24833"/>
                  </a:srgbClr>
                </a:gs>
                <a:gs pos="42857">
                  <a:srgbClr val="90C900">
                    <a:alpha val="17075"/>
                  </a:srgbClr>
                </a:gs>
                <a:gs pos="57143">
                  <a:srgbClr val="90C900">
                    <a:alpha val="9855"/>
                  </a:srgbClr>
                </a:gs>
                <a:gs pos="71429">
                  <a:srgbClr val="90C900">
                    <a:alpha val="4740"/>
                  </a:srgbClr>
                </a:gs>
                <a:gs pos="85714">
                  <a:srgbClr val="90C900">
                    <a:alpha val="1902"/>
                  </a:srgbClr>
                </a:gs>
                <a:gs pos="100000">
                  <a:srgbClr val="90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8152387">
              <a:off x="246794" y="809578"/>
              <a:ext cx="868701" cy="766419"/>
            </a:xfrm>
            <a:prstGeom prst="ellipse">
              <a:avLst/>
            </a:prstGeom>
            <a:gradFill>
              <a:gsLst>
                <a:gs pos="0">
                  <a:srgbClr val="8DC800">
                    <a:alpha val="32968"/>
                  </a:srgbClr>
                </a:gs>
                <a:gs pos="14286">
                  <a:srgbClr val="8DC800">
                    <a:alpha val="30764"/>
                  </a:srgbClr>
                </a:gs>
                <a:gs pos="28571">
                  <a:srgbClr val="8DC800">
                    <a:alpha val="24833"/>
                  </a:srgbClr>
                </a:gs>
                <a:gs pos="42857">
                  <a:srgbClr val="8DC800">
                    <a:alpha val="17075"/>
                  </a:srgbClr>
                </a:gs>
                <a:gs pos="57143">
                  <a:srgbClr val="8DC800">
                    <a:alpha val="9855"/>
                  </a:srgbClr>
                </a:gs>
                <a:gs pos="71429">
                  <a:srgbClr val="8DC800">
                    <a:alpha val="4740"/>
                  </a:srgbClr>
                </a:gs>
                <a:gs pos="85714">
                  <a:srgbClr val="8DC800">
                    <a:alpha val="1902"/>
                  </a:srgbClr>
                </a:gs>
                <a:gs pos="100000">
                  <a:srgbClr val="8D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6927427">
              <a:off x="44469" y="840149"/>
              <a:ext cx="910405" cy="474778"/>
            </a:xfrm>
            <a:prstGeom prst="ellipse">
              <a:avLst/>
            </a:prstGeom>
            <a:gradFill>
              <a:gsLst>
                <a:gs pos="0">
                  <a:srgbClr val="8BC500">
                    <a:alpha val="32968"/>
                  </a:srgbClr>
                </a:gs>
                <a:gs pos="14286">
                  <a:srgbClr val="8BC500">
                    <a:alpha val="30764"/>
                  </a:srgbClr>
                </a:gs>
                <a:gs pos="28571">
                  <a:srgbClr val="8BC500">
                    <a:alpha val="24833"/>
                  </a:srgbClr>
                </a:gs>
                <a:gs pos="42857">
                  <a:srgbClr val="8BC500">
                    <a:alpha val="17075"/>
                  </a:srgbClr>
                </a:gs>
                <a:gs pos="57143">
                  <a:srgbClr val="8BC500">
                    <a:alpha val="9855"/>
                  </a:srgbClr>
                </a:gs>
                <a:gs pos="71429">
                  <a:srgbClr val="8BC500">
                    <a:alpha val="4740"/>
                  </a:srgbClr>
                </a:gs>
                <a:gs pos="85714">
                  <a:srgbClr val="8BC500">
                    <a:alpha val="1902"/>
                  </a:srgbClr>
                </a:gs>
                <a:gs pos="100000">
                  <a:srgbClr val="8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797471">
              <a:off x="-50525" y="1068848"/>
              <a:ext cx="668110" cy="168346"/>
            </a:xfrm>
            <a:prstGeom prst="ellipse">
              <a:avLst/>
            </a:prstGeom>
            <a:gradFill>
              <a:gsLst>
                <a:gs pos="0">
                  <a:srgbClr val="8CC600">
                    <a:alpha val="32968"/>
                  </a:srgbClr>
                </a:gs>
                <a:gs pos="14286">
                  <a:srgbClr val="8CC600">
                    <a:alpha val="30764"/>
                  </a:srgbClr>
                </a:gs>
                <a:gs pos="28571">
                  <a:srgbClr val="8CC600">
                    <a:alpha val="24833"/>
                  </a:srgbClr>
                </a:gs>
                <a:gs pos="42857">
                  <a:srgbClr val="8CC600">
                    <a:alpha val="17075"/>
                  </a:srgbClr>
                </a:gs>
                <a:gs pos="57143">
                  <a:srgbClr val="8CC600">
                    <a:alpha val="9855"/>
                  </a:srgbClr>
                </a:gs>
                <a:gs pos="71429">
                  <a:srgbClr val="8CC600">
                    <a:alpha val="4740"/>
                  </a:srgbClr>
                </a:gs>
                <a:gs pos="85714">
                  <a:srgbClr val="8CC600">
                    <a:alpha val="1902"/>
                  </a:srgbClr>
                </a:gs>
                <a:gs pos="100000">
                  <a:srgbClr val="8C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5069271">
              <a:off x="3130363" y="875003"/>
              <a:ext cx="878118" cy="2851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3047098">
              <a:off x="2863509" y="808355"/>
              <a:ext cx="659150" cy="332139"/>
            </a:xfrm>
            <a:prstGeom prst="ellipse">
              <a:avLst/>
            </a:prstGeom>
            <a:gradFill>
              <a:gsLst>
                <a:gs pos="0">
                  <a:srgbClr val="87BF00">
                    <a:alpha val="32968"/>
                  </a:srgbClr>
                </a:gs>
                <a:gs pos="14286">
                  <a:srgbClr val="87BF00">
                    <a:alpha val="30764"/>
                  </a:srgbClr>
                </a:gs>
                <a:gs pos="28571">
                  <a:srgbClr val="87BF00">
                    <a:alpha val="24833"/>
                  </a:srgbClr>
                </a:gs>
                <a:gs pos="42857">
                  <a:srgbClr val="87BF00">
                    <a:alpha val="17075"/>
                  </a:srgbClr>
                </a:gs>
                <a:gs pos="57143">
                  <a:srgbClr val="87BF00">
                    <a:alpha val="9855"/>
                  </a:srgbClr>
                </a:gs>
                <a:gs pos="71429">
                  <a:srgbClr val="87BF00">
                    <a:alpha val="4740"/>
                  </a:srgbClr>
                </a:gs>
                <a:gs pos="85714">
                  <a:srgbClr val="87BF00">
                    <a:alpha val="1902"/>
                  </a:srgbClr>
                </a:gs>
                <a:gs pos="100000">
                  <a:srgbClr val="87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3264549">
              <a:off x="2495003" y="562924"/>
              <a:ext cx="821125" cy="593612"/>
            </a:xfrm>
            <a:prstGeom prst="ellipse">
              <a:avLst/>
            </a:prstGeom>
            <a:gradFill>
              <a:gsLst>
                <a:gs pos="0">
                  <a:srgbClr val="007A00">
                    <a:alpha val="32968"/>
                  </a:srgbClr>
                </a:gs>
                <a:gs pos="14286">
                  <a:srgbClr val="007A00">
                    <a:alpha val="30764"/>
                  </a:srgbClr>
                </a:gs>
                <a:gs pos="28571">
                  <a:srgbClr val="007A00">
                    <a:alpha val="24833"/>
                  </a:srgbClr>
                </a:gs>
                <a:gs pos="42857">
                  <a:srgbClr val="007A00">
                    <a:alpha val="17075"/>
                  </a:srgbClr>
                </a:gs>
                <a:gs pos="57143">
                  <a:srgbClr val="007A00">
                    <a:alpha val="9855"/>
                  </a:srgbClr>
                </a:gs>
                <a:gs pos="71429">
                  <a:srgbClr val="007A00">
                    <a:alpha val="4740"/>
                  </a:srgbClr>
                </a:gs>
                <a:gs pos="85714">
                  <a:srgbClr val="007A00">
                    <a:alpha val="1902"/>
                  </a:srgbClr>
                </a:gs>
                <a:gs pos="100000">
                  <a:srgbClr val="00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7702393">
              <a:off x="2394208" y="769120"/>
              <a:ext cx="746776" cy="456892"/>
            </a:xfrm>
            <a:prstGeom prst="ellipse">
              <a:avLst/>
            </a:prstGeom>
            <a:gradFill>
              <a:gsLst>
                <a:gs pos="0">
                  <a:srgbClr val="99D500">
                    <a:alpha val="32968"/>
                  </a:srgbClr>
                </a:gs>
                <a:gs pos="14286">
                  <a:srgbClr val="99D500">
                    <a:alpha val="30764"/>
                  </a:srgbClr>
                </a:gs>
                <a:gs pos="28571">
                  <a:srgbClr val="99D500">
                    <a:alpha val="24833"/>
                  </a:srgbClr>
                </a:gs>
                <a:gs pos="42857">
                  <a:srgbClr val="99D500">
                    <a:alpha val="17075"/>
                  </a:srgbClr>
                </a:gs>
                <a:gs pos="57143">
                  <a:srgbClr val="99D500">
                    <a:alpha val="9855"/>
                  </a:srgbClr>
                </a:gs>
                <a:gs pos="71429">
                  <a:srgbClr val="99D500">
                    <a:alpha val="4740"/>
                  </a:srgbClr>
                </a:gs>
                <a:gs pos="85714">
                  <a:srgbClr val="99D500">
                    <a:alpha val="1902"/>
                  </a:srgbClr>
                </a:gs>
                <a:gs pos="100000">
                  <a:srgbClr val="99D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-10298091">
              <a:off x="2253524" y="716804"/>
              <a:ext cx="673792" cy="396766"/>
            </a:xfrm>
            <a:prstGeom prst="ellipse">
              <a:avLst/>
            </a:prstGeom>
            <a:gradFill>
              <a:gsLst>
                <a:gs pos="0">
                  <a:srgbClr val="000000">
                    <a:alpha val="21300"/>
                  </a:srgbClr>
                </a:gs>
                <a:gs pos="14286">
                  <a:srgbClr val="000000">
                    <a:alpha val="19760"/>
                  </a:srgbClr>
                </a:gs>
                <a:gs pos="28571">
                  <a:srgbClr val="000000">
                    <a:alpha val="15713"/>
                  </a:srgbClr>
                </a:gs>
                <a:gs pos="42857">
                  <a:srgbClr val="000000">
                    <a:alpha val="10606"/>
                  </a:srgbClr>
                </a:gs>
                <a:gs pos="57143">
                  <a:srgbClr val="000000">
                    <a:alpha val="6024"/>
                  </a:srgbClr>
                </a:gs>
                <a:gs pos="71429">
                  <a:srgbClr val="000000">
                    <a:alpha val="2866"/>
                  </a:srgbClr>
                </a:gs>
                <a:gs pos="85714">
                  <a:srgbClr val="000000">
                    <a:alpha val="1143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3222866">
              <a:off x="1538292" y="727838"/>
              <a:ext cx="614254" cy="419875"/>
            </a:xfrm>
            <a:prstGeom prst="ellipse">
              <a:avLst/>
            </a:prstGeom>
            <a:gradFill>
              <a:gsLst>
                <a:gs pos="0">
                  <a:srgbClr val="FFFF00">
                    <a:alpha val="8968"/>
                  </a:srgbClr>
                </a:gs>
                <a:gs pos="14286">
                  <a:srgbClr val="FFFF00">
                    <a:alpha val="8274"/>
                  </a:srgbClr>
                </a:gs>
                <a:gs pos="28571">
                  <a:srgbClr val="FFFF00">
                    <a:alpha val="6486"/>
                  </a:srgbClr>
                </a:gs>
                <a:gs pos="42857">
                  <a:srgbClr val="FFFF00">
                    <a:alpha val="4303"/>
                  </a:srgbClr>
                </a:gs>
                <a:gs pos="57143">
                  <a:srgbClr val="FFFF00">
                    <a:alpha val="2408"/>
                  </a:srgbClr>
                </a:gs>
                <a:gs pos="71429">
                  <a:srgbClr val="FFFF00">
                    <a:alpha val="1134"/>
                  </a:srgbClr>
                </a:gs>
                <a:gs pos="85714">
                  <a:srgbClr val="FFFF00">
                    <a:alpha val="450"/>
                  </a:srgbClr>
                </a:gs>
                <a:gs pos="100000">
                  <a:srgbClr val="FFFF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10608110">
              <a:off x="1466024" y="730815"/>
              <a:ext cx="604105" cy="228195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9215268">
              <a:off x="1263473" y="789874"/>
              <a:ext cx="696985" cy="258015"/>
            </a:xfrm>
            <a:prstGeom prst="ellipse">
              <a:avLst/>
            </a:prstGeom>
            <a:gradFill>
              <a:gsLst>
                <a:gs pos="0">
                  <a:srgbClr val="FF9A27">
                    <a:alpha val="32968"/>
                  </a:srgbClr>
                </a:gs>
                <a:gs pos="14286">
                  <a:srgbClr val="FF9A27">
                    <a:alpha val="30764"/>
                  </a:srgbClr>
                </a:gs>
                <a:gs pos="28571">
                  <a:srgbClr val="FF9A27">
                    <a:alpha val="24833"/>
                  </a:srgbClr>
                </a:gs>
                <a:gs pos="42857">
                  <a:srgbClr val="FF9A27">
                    <a:alpha val="17075"/>
                  </a:srgbClr>
                </a:gs>
                <a:gs pos="57143">
                  <a:srgbClr val="FF9A27">
                    <a:alpha val="9855"/>
                  </a:srgbClr>
                </a:gs>
                <a:gs pos="71429">
                  <a:srgbClr val="FF9A27">
                    <a:alpha val="4740"/>
                  </a:srgbClr>
                </a:gs>
                <a:gs pos="85714">
                  <a:srgbClr val="FF9A27">
                    <a:alpha val="1902"/>
                  </a:srgbClr>
                </a:gs>
                <a:gs pos="100000">
                  <a:srgbClr val="FF9A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7366412">
              <a:off x="606497" y="641325"/>
              <a:ext cx="847358" cy="495054"/>
            </a:xfrm>
            <a:prstGeom prst="ellipse">
              <a:avLst/>
            </a:prstGeom>
            <a:gradFill>
              <a:gsLst>
                <a:gs pos="0">
                  <a:srgbClr val="7AC200">
                    <a:alpha val="32968"/>
                  </a:srgbClr>
                </a:gs>
                <a:gs pos="14286">
                  <a:srgbClr val="7AC200">
                    <a:alpha val="30764"/>
                  </a:srgbClr>
                </a:gs>
                <a:gs pos="28571">
                  <a:srgbClr val="7AC200">
                    <a:alpha val="24833"/>
                  </a:srgbClr>
                </a:gs>
                <a:gs pos="42857">
                  <a:srgbClr val="7AC200">
                    <a:alpha val="17075"/>
                  </a:srgbClr>
                </a:gs>
                <a:gs pos="57143">
                  <a:srgbClr val="7AC200">
                    <a:alpha val="9855"/>
                  </a:srgbClr>
                </a:gs>
                <a:gs pos="71429">
                  <a:srgbClr val="7AC200">
                    <a:alpha val="4740"/>
                  </a:srgbClr>
                </a:gs>
                <a:gs pos="85714">
                  <a:srgbClr val="7AC200">
                    <a:alpha val="1902"/>
                  </a:srgbClr>
                </a:gs>
                <a:gs pos="100000">
                  <a:srgbClr val="7A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6550959">
              <a:off x="456086" y="519701"/>
              <a:ext cx="856303" cy="721626"/>
            </a:xfrm>
            <a:prstGeom prst="ellipse">
              <a:avLst/>
            </a:prstGeom>
            <a:gradFill>
              <a:gsLst>
                <a:gs pos="0">
                  <a:srgbClr val="90C500">
                    <a:alpha val="32968"/>
                  </a:srgbClr>
                </a:gs>
                <a:gs pos="14286">
                  <a:srgbClr val="90C500">
                    <a:alpha val="30764"/>
                  </a:srgbClr>
                </a:gs>
                <a:gs pos="28571">
                  <a:srgbClr val="90C500">
                    <a:alpha val="24833"/>
                  </a:srgbClr>
                </a:gs>
                <a:gs pos="42857">
                  <a:srgbClr val="90C500">
                    <a:alpha val="17075"/>
                  </a:srgbClr>
                </a:gs>
                <a:gs pos="57143">
                  <a:srgbClr val="90C500">
                    <a:alpha val="9855"/>
                  </a:srgbClr>
                </a:gs>
                <a:gs pos="71429">
                  <a:srgbClr val="90C500">
                    <a:alpha val="4740"/>
                  </a:srgbClr>
                </a:gs>
                <a:gs pos="85714">
                  <a:srgbClr val="90C500">
                    <a:alpha val="1902"/>
                  </a:srgbClr>
                </a:gs>
                <a:gs pos="100000">
                  <a:srgbClr val="90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7895480">
              <a:off x="224396" y="600495"/>
              <a:ext cx="885802" cy="504260"/>
            </a:xfrm>
            <a:prstGeom prst="ellipse">
              <a:avLst/>
            </a:prstGeom>
            <a:gradFill>
              <a:gsLst>
                <a:gs pos="0">
                  <a:srgbClr val="89C600">
                    <a:alpha val="32968"/>
                  </a:srgbClr>
                </a:gs>
                <a:gs pos="14286">
                  <a:srgbClr val="89C600">
                    <a:alpha val="30764"/>
                  </a:srgbClr>
                </a:gs>
                <a:gs pos="28571">
                  <a:srgbClr val="89C600">
                    <a:alpha val="24833"/>
                  </a:srgbClr>
                </a:gs>
                <a:gs pos="42857">
                  <a:srgbClr val="89C600">
                    <a:alpha val="17075"/>
                  </a:srgbClr>
                </a:gs>
                <a:gs pos="57143">
                  <a:srgbClr val="89C600">
                    <a:alpha val="9855"/>
                  </a:srgbClr>
                </a:gs>
                <a:gs pos="71429">
                  <a:srgbClr val="89C600">
                    <a:alpha val="4740"/>
                  </a:srgbClr>
                </a:gs>
                <a:gs pos="85714">
                  <a:srgbClr val="89C600">
                    <a:alpha val="1902"/>
                  </a:srgbClr>
                </a:gs>
                <a:gs pos="100000">
                  <a:srgbClr val="89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7313558">
              <a:off x="9170" y="808441"/>
              <a:ext cx="937574" cy="308061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6445528">
              <a:off x="-323377" y="829996"/>
              <a:ext cx="769916" cy="3211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4374535">
              <a:off x="3249099" y="446280"/>
              <a:ext cx="685280" cy="464951"/>
            </a:xfrm>
            <a:prstGeom prst="ellipse">
              <a:avLst/>
            </a:prstGeom>
            <a:gradFill>
              <a:gsLst>
                <a:gs pos="0">
                  <a:srgbClr val="FFFFFF">
                    <a:alpha val="32430"/>
                  </a:srgbClr>
                </a:gs>
                <a:gs pos="14286">
                  <a:srgbClr val="FFFFFF">
                    <a:alpha val="30254"/>
                  </a:srgbClr>
                </a:gs>
                <a:gs pos="28571">
                  <a:srgbClr val="FFFFFF">
                    <a:alpha val="24403"/>
                  </a:srgbClr>
                </a:gs>
                <a:gs pos="42857">
                  <a:srgbClr val="FFFFFF">
                    <a:alpha val="16765"/>
                  </a:srgbClr>
                </a:gs>
                <a:gs pos="57143">
                  <a:srgbClr val="FFFFFF">
                    <a:alpha val="9668"/>
                  </a:srgbClr>
                </a:gs>
                <a:gs pos="71429">
                  <a:srgbClr val="FFFFFF">
                    <a:alpha val="4648"/>
                  </a:srgbClr>
                </a:gs>
                <a:gs pos="85714">
                  <a:srgbClr val="FFFFFF">
                    <a:alpha val="1864"/>
                  </a:srgbClr>
                </a:gs>
                <a:gs pos="100000">
                  <a:srgbClr val="FFFF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8162368">
              <a:off x="2515779" y="544488"/>
              <a:ext cx="894155" cy="376953"/>
            </a:xfrm>
            <a:prstGeom prst="ellipse">
              <a:avLst/>
            </a:prstGeom>
            <a:gradFill>
              <a:gsLst>
                <a:gs pos="0">
                  <a:srgbClr val="93C100">
                    <a:alpha val="32968"/>
                  </a:srgbClr>
                </a:gs>
                <a:gs pos="14286">
                  <a:srgbClr val="93C100">
                    <a:alpha val="30764"/>
                  </a:srgbClr>
                </a:gs>
                <a:gs pos="28571">
                  <a:srgbClr val="93C100">
                    <a:alpha val="24833"/>
                  </a:srgbClr>
                </a:gs>
                <a:gs pos="42857">
                  <a:srgbClr val="93C100">
                    <a:alpha val="17075"/>
                  </a:srgbClr>
                </a:gs>
                <a:gs pos="57143">
                  <a:srgbClr val="93C100">
                    <a:alpha val="9855"/>
                  </a:srgbClr>
                </a:gs>
                <a:gs pos="71429">
                  <a:srgbClr val="93C100">
                    <a:alpha val="4740"/>
                  </a:srgbClr>
                </a:gs>
                <a:gs pos="85714">
                  <a:srgbClr val="93C100">
                    <a:alpha val="1902"/>
                  </a:srgbClr>
                </a:gs>
                <a:gs pos="100000">
                  <a:srgbClr val="93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-8222956">
              <a:off x="2333835" y="416486"/>
              <a:ext cx="890991" cy="492472"/>
            </a:xfrm>
            <a:prstGeom prst="ellipse">
              <a:avLst/>
            </a:prstGeom>
            <a:gradFill>
              <a:gsLst>
                <a:gs pos="0">
                  <a:srgbClr val="99D300">
                    <a:alpha val="32968"/>
                  </a:srgbClr>
                </a:gs>
                <a:gs pos="14286">
                  <a:srgbClr val="99D300">
                    <a:alpha val="30764"/>
                  </a:srgbClr>
                </a:gs>
                <a:gs pos="28571">
                  <a:srgbClr val="99D300">
                    <a:alpha val="24833"/>
                  </a:srgbClr>
                </a:gs>
                <a:gs pos="42857">
                  <a:srgbClr val="99D300">
                    <a:alpha val="17075"/>
                  </a:srgbClr>
                </a:gs>
                <a:gs pos="57143">
                  <a:srgbClr val="99D300">
                    <a:alpha val="9855"/>
                  </a:srgbClr>
                </a:gs>
                <a:gs pos="71429">
                  <a:srgbClr val="99D300">
                    <a:alpha val="4740"/>
                  </a:srgbClr>
                </a:gs>
                <a:gs pos="85714">
                  <a:srgbClr val="99D300">
                    <a:alpha val="1902"/>
                  </a:srgbClr>
                </a:gs>
                <a:gs pos="100000">
                  <a:srgbClr val="99D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-9932335">
              <a:off x="2148516" y="300872"/>
              <a:ext cx="846853" cy="639930"/>
            </a:xfrm>
            <a:prstGeom prst="ellipse">
              <a:avLst/>
            </a:prstGeom>
            <a:gradFill>
              <a:gsLst>
                <a:gs pos="0">
                  <a:srgbClr val="65AB00">
                    <a:alpha val="19801"/>
                  </a:srgbClr>
                </a:gs>
                <a:gs pos="14286">
                  <a:srgbClr val="65AB00">
                    <a:alpha val="18356"/>
                  </a:srgbClr>
                </a:gs>
                <a:gs pos="28571">
                  <a:srgbClr val="65AB00">
                    <a:alpha val="14570"/>
                  </a:srgbClr>
                </a:gs>
                <a:gs pos="42857">
                  <a:srgbClr val="65AB00">
                    <a:alpha val="9813"/>
                  </a:srgbClr>
                </a:gs>
                <a:gs pos="57143">
                  <a:srgbClr val="65AB00">
                    <a:alpha val="5562"/>
                  </a:srgbClr>
                </a:gs>
                <a:gs pos="71429">
                  <a:srgbClr val="65AB00">
                    <a:alpha val="2643"/>
                  </a:srgbClr>
                </a:gs>
                <a:gs pos="85714">
                  <a:srgbClr val="65AB00">
                    <a:alpha val="1054"/>
                  </a:srgbClr>
                </a:gs>
                <a:gs pos="100000">
                  <a:srgbClr val="65AB0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446636">
              <a:off x="1885888" y="483973"/>
              <a:ext cx="802842" cy="396905"/>
            </a:xfrm>
            <a:prstGeom prst="ellipse">
              <a:avLst/>
            </a:prstGeom>
            <a:gradFill>
              <a:gsLst>
                <a:gs pos="0">
                  <a:srgbClr val="80BE00">
                    <a:alpha val="32968"/>
                  </a:srgbClr>
                </a:gs>
                <a:gs pos="14286">
                  <a:srgbClr val="80BE00">
                    <a:alpha val="30764"/>
                  </a:srgbClr>
                </a:gs>
                <a:gs pos="28571">
                  <a:srgbClr val="80BE00">
                    <a:alpha val="24833"/>
                  </a:srgbClr>
                </a:gs>
                <a:gs pos="42857">
                  <a:srgbClr val="80BE00">
                    <a:alpha val="17075"/>
                  </a:srgbClr>
                </a:gs>
                <a:gs pos="57143">
                  <a:srgbClr val="80BE00">
                    <a:alpha val="9855"/>
                  </a:srgbClr>
                </a:gs>
                <a:gs pos="71429">
                  <a:srgbClr val="80BE00">
                    <a:alpha val="4740"/>
                  </a:srgbClr>
                </a:gs>
                <a:gs pos="85714">
                  <a:srgbClr val="80BE00">
                    <a:alpha val="1902"/>
                  </a:srgbClr>
                </a:gs>
                <a:gs pos="100000">
                  <a:srgbClr val="80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-9421076">
              <a:off x="1642959" y="554912"/>
              <a:ext cx="864674" cy="237572"/>
            </a:xfrm>
            <a:prstGeom prst="ellipse">
              <a:avLst/>
            </a:prstGeom>
            <a:gradFill>
              <a:gsLst>
                <a:gs pos="0">
                  <a:srgbClr val="6DBC00">
                    <a:alpha val="32968"/>
                  </a:srgbClr>
                </a:gs>
                <a:gs pos="14286">
                  <a:srgbClr val="6DBC00">
                    <a:alpha val="30764"/>
                  </a:srgbClr>
                </a:gs>
                <a:gs pos="28571">
                  <a:srgbClr val="6DBC00">
                    <a:alpha val="24833"/>
                  </a:srgbClr>
                </a:gs>
                <a:gs pos="42857">
                  <a:srgbClr val="6DBC00">
                    <a:alpha val="17075"/>
                  </a:srgbClr>
                </a:gs>
                <a:gs pos="57143">
                  <a:srgbClr val="6DBC00">
                    <a:alpha val="9855"/>
                  </a:srgbClr>
                </a:gs>
                <a:gs pos="71429">
                  <a:srgbClr val="6DBC00">
                    <a:alpha val="4740"/>
                  </a:srgbClr>
                </a:gs>
                <a:gs pos="85714">
                  <a:srgbClr val="6DBC00">
                    <a:alpha val="1902"/>
                  </a:srgbClr>
                </a:gs>
                <a:gs pos="100000">
                  <a:srgbClr val="6D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7872774">
              <a:off x="794978" y="569031"/>
              <a:ext cx="952288" cy="337900"/>
            </a:xfrm>
            <a:prstGeom prst="ellipse">
              <a:avLst/>
            </a:prstGeom>
            <a:gradFill>
              <a:gsLst>
                <a:gs pos="0">
                  <a:srgbClr val="80BC16">
                    <a:alpha val="32968"/>
                  </a:srgbClr>
                </a:gs>
                <a:gs pos="14286">
                  <a:srgbClr val="80BC16">
                    <a:alpha val="30764"/>
                  </a:srgbClr>
                </a:gs>
                <a:gs pos="28571">
                  <a:srgbClr val="80BC16">
                    <a:alpha val="24833"/>
                  </a:srgbClr>
                </a:gs>
                <a:gs pos="42857">
                  <a:srgbClr val="80BC16">
                    <a:alpha val="17075"/>
                  </a:srgbClr>
                </a:gs>
                <a:gs pos="57143">
                  <a:srgbClr val="80BC16">
                    <a:alpha val="9855"/>
                  </a:srgbClr>
                </a:gs>
                <a:gs pos="71429">
                  <a:srgbClr val="80BC16">
                    <a:alpha val="4740"/>
                  </a:srgbClr>
                </a:gs>
                <a:gs pos="85714">
                  <a:srgbClr val="80BC16">
                    <a:alpha val="1902"/>
                  </a:srgbClr>
                </a:gs>
                <a:gs pos="100000">
                  <a:srgbClr val="80BC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8994658">
              <a:off x="664118" y="343953"/>
              <a:ext cx="901550" cy="615266"/>
            </a:xfrm>
            <a:prstGeom prst="ellipse">
              <a:avLst/>
            </a:prstGeom>
            <a:gradFill>
              <a:gsLst>
                <a:gs pos="0">
                  <a:srgbClr val="93B700">
                    <a:alpha val="32968"/>
                  </a:srgbClr>
                </a:gs>
                <a:gs pos="14286">
                  <a:srgbClr val="93B700">
                    <a:alpha val="30764"/>
                  </a:srgbClr>
                </a:gs>
                <a:gs pos="28571">
                  <a:srgbClr val="93B700">
                    <a:alpha val="24833"/>
                  </a:srgbClr>
                </a:gs>
                <a:gs pos="42857">
                  <a:srgbClr val="93B700">
                    <a:alpha val="17075"/>
                  </a:srgbClr>
                </a:gs>
                <a:gs pos="57143">
                  <a:srgbClr val="93B700">
                    <a:alpha val="9855"/>
                  </a:srgbClr>
                </a:gs>
                <a:gs pos="71429">
                  <a:srgbClr val="93B700">
                    <a:alpha val="4740"/>
                  </a:srgbClr>
                </a:gs>
                <a:gs pos="85714">
                  <a:srgbClr val="93B700">
                    <a:alpha val="1902"/>
                  </a:srgbClr>
                </a:gs>
                <a:gs pos="100000">
                  <a:srgbClr val="93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7704010">
              <a:off x="528602" y="365941"/>
              <a:ext cx="842579" cy="682367"/>
            </a:xfrm>
            <a:prstGeom prst="ellipse">
              <a:avLst/>
            </a:prstGeom>
            <a:gradFill>
              <a:gsLst>
                <a:gs pos="0">
                  <a:srgbClr val="86C700">
                    <a:alpha val="32968"/>
                  </a:srgbClr>
                </a:gs>
                <a:gs pos="14286">
                  <a:srgbClr val="86C700">
                    <a:alpha val="30764"/>
                  </a:srgbClr>
                </a:gs>
                <a:gs pos="28571">
                  <a:srgbClr val="86C700">
                    <a:alpha val="24833"/>
                  </a:srgbClr>
                </a:gs>
                <a:gs pos="42857">
                  <a:srgbClr val="86C700">
                    <a:alpha val="17075"/>
                  </a:srgbClr>
                </a:gs>
                <a:gs pos="57143">
                  <a:srgbClr val="86C700">
                    <a:alpha val="9855"/>
                  </a:srgbClr>
                </a:gs>
                <a:gs pos="71429">
                  <a:srgbClr val="86C700">
                    <a:alpha val="4740"/>
                  </a:srgbClr>
                </a:gs>
                <a:gs pos="85714">
                  <a:srgbClr val="86C700">
                    <a:alpha val="1902"/>
                  </a:srgbClr>
                </a:gs>
                <a:gs pos="100000">
                  <a:srgbClr val="86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8112934">
              <a:off x="290636" y="503446"/>
              <a:ext cx="914451" cy="463691"/>
            </a:xfrm>
            <a:prstGeom prst="ellipse">
              <a:avLst/>
            </a:prstGeom>
            <a:gradFill>
              <a:gsLst>
                <a:gs pos="0">
                  <a:srgbClr val="8CC400">
                    <a:alpha val="32968"/>
                  </a:srgbClr>
                </a:gs>
                <a:gs pos="14286">
                  <a:srgbClr val="8CC400">
                    <a:alpha val="30764"/>
                  </a:srgbClr>
                </a:gs>
                <a:gs pos="28571">
                  <a:srgbClr val="8CC400">
                    <a:alpha val="24833"/>
                  </a:srgbClr>
                </a:gs>
                <a:gs pos="42857">
                  <a:srgbClr val="8CC400">
                    <a:alpha val="17075"/>
                  </a:srgbClr>
                </a:gs>
                <a:gs pos="57143">
                  <a:srgbClr val="8CC400">
                    <a:alpha val="9855"/>
                  </a:srgbClr>
                </a:gs>
                <a:gs pos="71429">
                  <a:srgbClr val="8CC400">
                    <a:alpha val="4740"/>
                  </a:srgbClr>
                </a:gs>
                <a:gs pos="85714">
                  <a:srgbClr val="8CC400">
                    <a:alpha val="1902"/>
                  </a:srgbClr>
                </a:gs>
                <a:gs pos="100000">
                  <a:srgbClr val="8C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7437663">
              <a:off x="-314356" y="550819"/>
              <a:ext cx="735944" cy="426536"/>
            </a:xfrm>
            <a:prstGeom prst="ellipse">
              <a:avLst/>
            </a:prstGeom>
            <a:gradFill>
              <a:gsLst>
                <a:gs pos="0">
                  <a:srgbClr val="FFFFFF">
                    <a:alpha val="31984"/>
                  </a:srgbClr>
                </a:gs>
                <a:gs pos="14286">
                  <a:srgbClr val="FFFFFF">
                    <a:alpha val="29830"/>
                  </a:srgbClr>
                </a:gs>
                <a:gs pos="28571">
                  <a:srgbClr val="FFFFFF">
                    <a:alpha val="24047"/>
                  </a:srgbClr>
                </a:gs>
                <a:gs pos="42857">
                  <a:srgbClr val="FFFFFF">
                    <a:alpha val="16508"/>
                  </a:srgbClr>
                </a:gs>
                <a:gs pos="57143">
                  <a:srgbClr val="FFFFFF">
                    <a:alpha val="9513"/>
                  </a:srgbClr>
                </a:gs>
                <a:gs pos="71429">
                  <a:srgbClr val="FFFFFF">
                    <a:alpha val="4572"/>
                  </a:srgbClr>
                </a:gs>
                <a:gs pos="85714">
                  <a:srgbClr val="FFFFFF">
                    <a:alpha val="1833"/>
                  </a:srgbClr>
                </a:gs>
                <a:gs pos="100000">
                  <a:srgbClr val="FFFFFF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3510562">
              <a:off x="3192145" y="337229"/>
              <a:ext cx="687631" cy="475500"/>
            </a:xfrm>
            <a:prstGeom prst="ellipse">
              <a:avLst/>
            </a:prstGeom>
            <a:gradFill>
              <a:gsLst>
                <a:gs pos="0">
                  <a:srgbClr val="FFFFFF">
                    <a:alpha val="15468"/>
                  </a:srgbClr>
                </a:gs>
                <a:gs pos="14286">
                  <a:srgbClr val="FFFFFF">
                    <a:alpha val="14312"/>
                  </a:srgbClr>
                </a:gs>
                <a:gs pos="28571">
                  <a:srgbClr val="FFFFFF">
                    <a:alpha val="11301"/>
                  </a:srgbClr>
                </a:gs>
                <a:gs pos="42857">
                  <a:srgbClr val="FFFFFF">
                    <a:alpha val="7565"/>
                  </a:srgbClr>
                </a:gs>
                <a:gs pos="57143">
                  <a:srgbClr val="FFFFFF">
                    <a:alpha val="4265"/>
                  </a:srgbClr>
                </a:gs>
                <a:gs pos="71429">
                  <a:srgbClr val="FFFFFF">
                    <a:alpha val="2020"/>
                  </a:srgbClr>
                </a:gs>
                <a:gs pos="85714">
                  <a:srgbClr val="FFFFFF">
                    <a:alpha val="804"/>
                  </a:srgbClr>
                </a:gs>
                <a:gs pos="100000">
                  <a:srgbClr val="FF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2713408">
              <a:off x="2997527" y="334343"/>
              <a:ext cx="668090" cy="348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-8521346">
              <a:off x="2264961" y="356916"/>
              <a:ext cx="926745" cy="376060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-10218080">
              <a:off x="2154235" y="229761"/>
              <a:ext cx="716248" cy="569072"/>
            </a:xfrm>
            <a:prstGeom prst="ellipse">
              <a:avLst/>
            </a:prstGeom>
            <a:gradFill>
              <a:gsLst>
                <a:gs pos="0">
                  <a:srgbClr val="88C300">
                    <a:alpha val="32968"/>
                  </a:srgbClr>
                </a:gs>
                <a:gs pos="14286">
                  <a:srgbClr val="88C300">
                    <a:alpha val="30764"/>
                  </a:srgbClr>
                </a:gs>
                <a:gs pos="28571">
                  <a:srgbClr val="88C300">
                    <a:alpha val="24833"/>
                  </a:srgbClr>
                </a:gs>
                <a:gs pos="42857">
                  <a:srgbClr val="88C300">
                    <a:alpha val="17075"/>
                  </a:srgbClr>
                </a:gs>
                <a:gs pos="57143">
                  <a:srgbClr val="88C300">
                    <a:alpha val="9855"/>
                  </a:srgbClr>
                </a:gs>
                <a:gs pos="71429">
                  <a:srgbClr val="88C300">
                    <a:alpha val="4740"/>
                  </a:srgbClr>
                </a:gs>
                <a:gs pos="85714">
                  <a:srgbClr val="88C300">
                    <a:alpha val="1902"/>
                  </a:srgbClr>
                </a:gs>
                <a:gs pos="100000">
                  <a:srgbClr val="88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-10159459">
              <a:off x="1961368" y="214288"/>
              <a:ext cx="866160" cy="629516"/>
            </a:xfrm>
            <a:prstGeom prst="ellipse">
              <a:avLst/>
            </a:prstGeom>
            <a:gradFill>
              <a:gsLst>
                <a:gs pos="0">
                  <a:srgbClr val="8EC702">
                    <a:alpha val="32968"/>
                  </a:srgbClr>
                </a:gs>
                <a:gs pos="14286">
                  <a:srgbClr val="8EC702">
                    <a:alpha val="30764"/>
                  </a:srgbClr>
                </a:gs>
                <a:gs pos="28571">
                  <a:srgbClr val="8EC702">
                    <a:alpha val="24833"/>
                  </a:srgbClr>
                </a:gs>
                <a:gs pos="42857">
                  <a:srgbClr val="8EC702">
                    <a:alpha val="17075"/>
                  </a:srgbClr>
                </a:gs>
                <a:gs pos="57143">
                  <a:srgbClr val="8EC702">
                    <a:alpha val="9855"/>
                  </a:srgbClr>
                </a:gs>
                <a:gs pos="71429">
                  <a:srgbClr val="8EC702">
                    <a:alpha val="4740"/>
                  </a:srgbClr>
                </a:gs>
                <a:gs pos="85714">
                  <a:srgbClr val="8EC702">
                    <a:alpha val="1902"/>
                  </a:srgbClr>
                </a:gs>
                <a:gs pos="100000">
                  <a:srgbClr val="8EC7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-9891107">
              <a:off x="1669272" y="230349"/>
              <a:ext cx="871177" cy="553638"/>
            </a:xfrm>
            <a:prstGeom prst="ellipse">
              <a:avLst/>
            </a:prstGeom>
            <a:gradFill>
              <a:gsLst>
                <a:gs pos="0">
                  <a:srgbClr val="84C500">
                    <a:alpha val="32968"/>
                  </a:srgbClr>
                </a:gs>
                <a:gs pos="14286">
                  <a:srgbClr val="84C500">
                    <a:alpha val="30764"/>
                  </a:srgbClr>
                </a:gs>
                <a:gs pos="28571">
                  <a:srgbClr val="84C500">
                    <a:alpha val="24833"/>
                  </a:srgbClr>
                </a:gs>
                <a:gs pos="42857">
                  <a:srgbClr val="84C500">
                    <a:alpha val="17075"/>
                  </a:srgbClr>
                </a:gs>
                <a:gs pos="57143">
                  <a:srgbClr val="84C500">
                    <a:alpha val="9855"/>
                  </a:srgbClr>
                </a:gs>
                <a:gs pos="71429">
                  <a:srgbClr val="84C500">
                    <a:alpha val="4740"/>
                  </a:srgbClr>
                </a:gs>
                <a:gs pos="85714">
                  <a:srgbClr val="84C500">
                    <a:alpha val="1902"/>
                  </a:srgbClr>
                </a:gs>
                <a:gs pos="100000">
                  <a:srgbClr val="84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-9275278">
              <a:off x="1530880" y="328104"/>
              <a:ext cx="872752" cy="399330"/>
            </a:xfrm>
            <a:prstGeom prst="ellipse">
              <a:avLst/>
            </a:prstGeom>
            <a:gradFill>
              <a:gsLst>
                <a:gs pos="0">
                  <a:srgbClr val="86C200">
                    <a:alpha val="32968"/>
                  </a:srgbClr>
                </a:gs>
                <a:gs pos="14286">
                  <a:srgbClr val="86C200">
                    <a:alpha val="30764"/>
                  </a:srgbClr>
                </a:gs>
                <a:gs pos="28571">
                  <a:srgbClr val="86C200">
                    <a:alpha val="24833"/>
                  </a:srgbClr>
                </a:gs>
                <a:gs pos="42857">
                  <a:srgbClr val="86C200">
                    <a:alpha val="17075"/>
                  </a:srgbClr>
                </a:gs>
                <a:gs pos="57143">
                  <a:srgbClr val="86C200">
                    <a:alpha val="9855"/>
                  </a:srgbClr>
                </a:gs>
                <a:gs pos="71429">
                  <a:srgbClr val="86C200">
                    <a:alpha val="4740"/>
                  </a:srgbClr>
                </a:gs>
                <a:gs pos="85714">
                  <a:srgbClr val="86C200">
                    <a:alpha val="1902"/>
                  </a:srgbClr>
                </a:gs>
                <a:gs pos="100000">
                  <a:srgbClr val="86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10154329">
              <a:off x="1236651" y="324533"/>
              <a:ext cx="913181" cy="393387"/>
            </a:xfrm>
            <a:prstGeom prst="ellipse">
              <a:avLst/>
            </a:prstGeom>
            <a:gradFill>
              <a:gsLst>
                <a:gs pos="0">
                  <a:srgbClr val="8EC700">
                    <a:alpha val="32968"/>
                  </a:srgbClr>
                </a:gs>
                <a:gs pos="14286">
                  <a:srgbClr val="8EC700">
                    <a:alpha val="30764"/>
                  </a:srgbClr>
                </a:gs>
                <a:gs pos="28571">
                  <a:srgbClr val="8EC700">
                    <a:alpha val="24833"/>
                  </a:srgbClr>
                </a:gs>
                <a:gs pos="42857">
                  <a:srgbClr val="8EC700">
                    <a:alpha val="17075"/>
                  </a:srgbClr>
                </a:gs>
                <a:gs pos="57143">
                  <a:srgbClr val="8EC700">
                    <a:alpha val="9855"/>
                  </a:srgbClr>
                </a:gs>
                <a:gs pos="71429">
                  <a:srgbClr val="8EC700">
                    <a:alpha val="4740"/>
                  </a:srgbClr>
                </a:gs>
                <a:gs pos="85714">
                  <a:srgbClr val="8EC700">
                    <a:alpha val="1902"/>
                  </a:srgbClr>
                </a:gs>
                <a:gs pos="100000">
                  <a:srgbClr val="8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9596458">
              <a:off x="1069826" y="273119"/>
              <a:ext cx="872925" cy="474844"/>
            </a:xfrm>
            <a:prstGeom prst="ellipse">
              <a:avLst/>
            </a:prstGeom>
            <a:gradFill>
              <a:gsLst>
                <a:gs pos="0">
                  <a:srgbClr val="8DC400">
                    <a:alpha val="32968"/>
                  </a:srgbClr>
                </a:gs>
                <a:gs pos="14286">
                  <a:srgbClr val="8DC400">
                    <a:alpha val="30764"/>
                  </a:srgbClr>
                </a:gs>
                <a:gs pos="28571">
                  <a:srgbClr val="8DC400">
                    <a:alpha val="24833"/>
                  </a:srgbClr>
                </a:gs>
                <a:gs pos="42857">
                  <a:srgbClr val="8DC400">
                    <a:alpha val="17075"/>
                  </a:srgbClr>
                </a:gs>
                <a:gs pos="57143">
                  <a:srgbClr val="8DC400">
                    <a:alpha val="9855"/>
                  </a:srgbClr>
                </a:gs>
                <a:gs pos="71429">
                  <a:srgbClr val="8DC400">
                    <a:alpha val="4740"/>
                  </a:srgbClr>
                </a:gs>
                <a:gs pos="85714">
                  <a:srgbClr val="8DC400">
                    <a:alpha val="1902"/>
                  </a:srgbClr>
                </a:gs>
                <a:gs pos="100000">
                  <a:srgbClr val="8D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9739469">
              <a:off x="896075" y="235939"/>
              <a:ext cx="893149" cy="566641"/>
            </a:xfrm>
            <a:prstGeom prst="ellipse">
              <a:avLst/>
            </a:prstGeom>
            <a:gradFill>
              <a:gsLst>
                <a:gs pos="0">
                  <a:srgbClr val="87C400">
                    <a:alpha val="32968"/>
                  </a:srgbClr>
                </a:gs>
                <a:gs pos="14286">
                  <a:srgbClr val="87C400">
                    <a:alpha val="30764"/>
                  </a:srgbClr>
                </a:gs>
                <a:gs pos="28571">
                  <a:srgbClr val="87C400">
                    <a:alpha val="24833"/>
                  </a:srgbClr>
                </a:gs>
                <a:gs pos="42857">
                  <a:srgbClr val="87C400">
                    <a:alpha val="17075"/>
                  </a:srgbClr>
                </a:gs>
                <a:gs pos="57143">
                  <a:srgbClr val="87C400">
                    <a:alpha val="9855"/>
                  </a:srgbClr>
                </a:gs>
                <a:gs pos="71429">
                  <a:srgbClr val="87C400">
                    <a:alpha val="4740"/>
                  </a:srgbClr>
                </a:gs>
                <a:gs pos="85714">
                  <a:srgbClr val="87C400">
                    <a:alpha val="1902"/>
                  </a:srgbClr>
                </a:gs>
                <a:gs pos="100000">
                  <a:srgbClr val="87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9469290">
              <a:off x="693014" y="228448"/>
              <a:ext cx="880018" cy="579179"/>
            </a:xfrm>
            <a:prstGeom prst="ellipse">
              <a:avLst/>
            </a:prstGeom>
            <a:gradFill>
              <a:gsLst>
                <a:gs pos="0">
                  <a:srgbClr val="8BC600">
                    <a:alpha val="32968"/>
                  </a:srgbClr>
                </a:gs>
                <a:gs pos="14286">
                  <a:srgbClr val="8BC600">
                    <a:alpha val="30764"/>
                  </a:srgbClr>
                </a:gs>
                <a:gs pos="28571">
                  <a:srgbClr val="8BC600">
                    <a:alpha val="24833"/>
                  </a:srgbClr>
                </a:gs>
                <a:gs pos="42857">
                  <a:srgbClr val="8BC600">
                    <a:alpha val="17075"/>
                  </a:srgbClr>
                </a:gs>
                <a:gs pos="57143">
                  <a:srgbClr val="8BC600">
                    <a:alpha val="9855"/>
                  </a:srgbClr>
                </a:gs>
                <a:gs pos="71429">
                  <a:srgbClr val="8BC600">
                    <a:alpha val="4740"/>
                  </a:srgbClr>
                </a:gs>
                <a:gs pos="85714">
                  <a:srgbClr val="8BC600">
                    <a:alpha val="1902"/>
                  </a:srgbClr>
                </a:gs>
                <a:gs pos="100000">
                  <a:srgbClr val="8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8768306">
              <a:off x="473463" y="336007"/>
              <a:ext cx="939676" cy="377603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8555796">
              <a:off x="340691" y="407153"/>
              <a:ext cx="956383" cy="247331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7084701">
              <a:off x="-32803" y="308706"/>
              <a:ext cx="699266" cy="3715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7829438">
              <a:off x="-244120" y="343326"/>
              <a:ext cx="701180" cy="487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9434921">
              <a:off x="3229637" y="46817"/>
              <a:ext cx="673719" cy="639950"/>
            </a:xfrm>
            <a:prstGeom prst="ellipse">
              <a:avLst/>
            </a:prstGeom>
            <a:gradFill>
              <a:gsLst>
                <a:gs pos="0">
                  <a:srgbClr val="FFFFFF">
                    <a:alpha val="32816"/>
                  </a:srgbClr>
                </a:gs>
                <a:gs pos="14286">
                  <a:srgbClr val="FFFFFF">
                    <a:alpha val="30619"/>
                  </a:srgbClr>
                </a:gs>
                <a:gs pos="28571">
                  <a:srgbClr val="FFFFFF">
                    <a:alpha val="24711"/>
                  </a:srgbClr>
                </a:gs>
                <a:gs pos="42857">
                  <a:srgbClr val="FFFFFF">
                    <a:alpha val="16987"/>
                  </a:srgbClr>
                </a:gs>
                <a:gs pos="57143">
                  <a:srgbClr val="FFFFFF">
                    <a:alpha val="9802"/>
                  </a:srgbClr>
                </a:gs>
                <a:gs pos="71429">
                  <a:srgbClr val="FFFFFF">
                    <a:alpha val="4714"/>
                  </a:srgbClr>
                </a:gs>
                <a:gs pos="85714">
                  <a:srgbClr val="FFFFFF">
                    <a:alpha val="1891"/>
                  </a:srgbClr>
                </a:gs>
                <a:gs pos="100000">
                  <a:srgbClr val="FFFFFF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-8494519">
              <a:off x="2913154" y="28199"/>
              <a:ext cx="777355" cy="487900"/>
            </a:xfrm>
            <a:prstGeom prst="ellipse">
              <a:avLst/>
            </a:prstGeom>
            <a:gradFill>
              <a:gsLst>
                <a:gs pos="0">
                  <a:srgbClr val="FFFFFF">
                    <a:alpha val="28563"/>
                  </a:srgbClr>
                </a:gs>
                <a:gs pos="14286">
                  <a:srgbClr val="FFFFFF">
                    <a:alpha val="26593"/>
                  </a:srgbClr>
                </a:gs>
                <a:gs pos="28571">
                  <a:srgbClr val="FFFFFF">
                    <a:alpha val="21340"/>
                  </a:srgbClr>
                </a:gs>
                <a:gs pos="42857">
                  <a:srgbClr val="FFFFFF">
                    <a:alpha val="14568"/>
                  </a:srgbClr>
                </a:gs>
                <a:gs pos="57143">
                  <a:srgbClr val="FFFFFF">
                    <a:alpha val="8354"/>
                  </a:srgbClr>
                </a:gs>
                <a:gs pos="71429">
                  <a:srgbClr val="FFFFFF">
                    <a:alpha val="4001"/>
                  </a:srgbClr>
                </a:gs>
                <a:gs pos="85714">
                  <a:srgbClr val="FFFFFF">
                    <a:alpha val="1602"/>
                  </a:srgbClr>
                </a:gs>
                <a:gs pos="100000">
                  <a:srgbClr val="FFFFFF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-8791041">
              <a:off x="2848832" y="162316"/>
              <a:ext cx="541975" cy="3345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-9137943">
              <a:off x="2103017" y="212478"/>
              <a:ext cx="815436" cy="257150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-9884108">
              <a:off x="1827608" y="121874"/>
              <a:ext cx="821520" cy="377646"/>
            </a:xfrm>
            <a:prstGeom prst="ellipse">
              <a:avLst/>
            </a:prstGeom>
            <a:gradFill>
              <a:gsLst>
                <a:gs pos="0">
                  <a:srgbClr val="8AC600">
                    <a:alpha val="32968"/>
                  </a:srgbClr>
                </a:gs>
                <a:gs pos="14286">
                  <a:srgbClr val="8AC600">
                    <a:alpha val="30764"/>
                  </a:srgbClr>
                </a:gs>
                <a:gs pos="28571">
                  <a:srgbClr val="8AC600">
                    <a:alpha val="24833"/>
                  </a:srgbClr>
                </a:gs>
                <a:gs pos="42857">
                  <a:srgbClr val="8AC600">
                    <a:alpha val="17075"/>
                  </a:srgbClr>
                </a:gs>
                <a:gs pos="57143">
                  <a:srgbClr val="8AC600">
                    <a:alpha val="9855"/>
                  </a:srgbClr>
                </a:gs>
                <a:gs pos="71429">
                  <a:srgbClr val="8AC600">
                    <a:alpha val="4740"/>
                  </a:srgbClr>
                </a:gs>
                <a:gs pos="85714">
                  <a:srgbClr val="8AC600">
                    <a:alpha val="1902"/>
                  </a:srgbClr>
                </a:gs>
                <a:gs pos="100000">
                  <a:srgbClr val="8A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10119797">
              <a:off x="1777003" y="132186"/>
              <a:ext cx="763292" cy="547530"/>
            </a:xfrm>
            <a:prstGeom prst="ellipse">
              <a:avLst/>
            </a:prstGeom>
            <a:gradFill>
              <a:gsLst>
                <a:gs pos="0">
                  <a:srgbClr val="8BC400">
                    <a:alpha val="32968"/>
                  </a:srgbClr>
                </a:gs>
                <a:gs pos="14286">
                  <a:srgbClr val="8BC400">
                    <a:alpha val="30764"/>
                  </a:srgbClr>
                </a:gs>
                <a:gs pos="28571">
                  <a:srgbClr val="8BC400">
                    <a:alpha val="24833"/>
                  </a:srgbClr>
                </a:gs>
                <a:gs pos="42857">
                  <a:srgbClr val="8BC400">
                    <a:alpha val="17075"/>
                  </a:srgbClr>
                </a:gs>
                <a:gs pos="57143">
                  <a:srgbClr val="8BC400">
                    <a:alpha val="9855"/>
                  </a:srgbClr>
                </a:gs>
                <a:gs pos="71429">
                  <a:srgbClr val="8BC400">
                    <a:alpha val="4740"/>
                  </a:srgbClr>
                </a:gs>
                <a:gs pos="85714">
                  <a:srgbClr val="8BC400">
                    <a:alpha val="1902"/>
                  </a:srgbClr>
                </a:gs>
                <a:gs pos="100000">
                  <a:srgbClr val="8B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-10742601">
              <a:off x="1474530" y="68043"/>
              <a:ext cx="839767" cy="489208"/>
            </a:xfrm>
            <a:prstGeom prst="ellipse">
              <a:avLst/>
            </a:prstGeom>
            <a:gradFill>
              <a:gsLst>
                <a:gs pos="0">
                  <a:srgbClr val="92CB00">
                    <a:alpha val="32953"/>
                  </a:srgbClr>
                </a:gs>
                <a:gs pos="14286">
                  <a:srgbClr val="92CB00">
                    <a:alpha val="30749"/>
                  </a:srgbClr>
                </a:gs>
                <a:gs pos="28571">
                  <a:srgbClr val="92CB00">
                    <a:alpha val="24821"/>
                  </a:srgbClr>
                </a:gs>
                <a:gs pos="42857">
                  <a:srgbClr val="92CB00">
                    <a:alpha val="17066"/>
                  </a:srgbClr>
                </a:gs>
                <a:gs pos="57143">
                  <a:srgbClr val="92CB00">
                    <a:alpha val="9850"/>
                  </a:srgbClr>
                </a:gs>
                <a:gs pos="71429">
                  <a:srgbClr val="92CB00">
                    <a:alpha val="4738"/>
                  </a:srgbClr>
                </a:gs>
                <a:gs pos="85714">
                  <a:srgbClr val="92CB00">
                    <a:alpha val="1901"/>
                  </a:srgbClr>
                </a:gs>
                <a:gs pos="100000">
                  <a:srgbClr val="92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10156655">
              <a:off x="1431931" y="69657"/>
              <a:ext cx="708233" cy="435308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10250237">
              <a:off x="1216287" y="86238"/>
              <a:ext cx="658844" cy="488685"/>
            </a:xfrm>
            <a:prstGeom prst="ellipse">
              <a:avLst/>
            </a:prstGeom>
            <a:gradFill>
              <a:gsLst>
                <a:gs pos="0">
                  <a:srgbClr val="89C200">
                    <a:alpha val="32968"/>
                  </a:srgbClr>
                </a:gs>
                <a:gs pos="14286">
                  <a:srgbClr val="89C200">
                    <a:alpha val="30764"/>
                  </a:srgbClr>
                </a:gs>
                <a:gs pos="28571">
                  <a:srgbClr val="89C200">
                    <a:alpha val="24833"/>
                  </a:srgbClr>
                </a:gs>
                <a:gs pos="42857">
                  <a:srgbClr val="89C200">
                    <a:alpha val="17075"/>
                  </a:srgbClr>
                </a:gs>
                <a:gs pos="57143">
                  <a:srgbClr val="89C200">
                    <a:alpha val="9855"/>
                  </a:srgbClr>
                </a:gs>
                <a:gs pos="71429">
                  <a:srgbClr val="89C200">
                    <a:alpha val="4740"/>
                  </a:srgbClr>
                </a:gs>
                <a:gs pos="85714">
                  <a:srgbClr val="89C200">
                    <a:alpha val="1902"/>
                  </a:srgbClr>
                </a:gs>
                <a:gs pos="100000">
                  <a:srgbClr val="89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10013667">
              <a:off x="830035" y="187775"/>
              <a:ext cx="835218" cy="423090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9321514">
              <a:off x="641456" y="236413"/>
              <a:ext cx="882256" cy="270901"/>
            </a:xfrm>
            <a:prstGeom prst="ellipse">
              <a:avLst/>
            </a:prstGeom>
            <a:gradFill>
              <a:gsLst>
                <a:gs pos="0">
                  <a:srgbClr val="8BC600">
                    <a:alpha val="32968"/>
                  </a:srgbClr>
                </a:gs>
                <a:gs pos="14286">
                  <a:srgbClr val="8BC600">
                    <a:alpha val="30764"/>
                  </a:srgbClr>
                </a:gs>
                <a:gs pos="28571">
                  <a:srgbClr val="8BC600">
                    <a:alpha val="24833"/>
                  </a:srgbClr>
                </a:gs>
                <a:gs pos="42857">
                  <a:srgbClr val="8BC600">
                    <a:alpha val="17075"/>
                  </a:srgbClr>
                </a:gs>
                <a:gs pos="57143">
                  <a:srgbClr val="8BC600">
                    <a:alpha val="9855"/>
                  </a:srgbClr>
                </a:gs>
                <a:gs pos="71429">
                  <a:srgbClr val="8BC600">
                    <a:alpha val="4740"/>
                  </a:srgbClr>
                </a:gs>
                <a:gs pos="85714">
                  <a:srgbClr val="8BC600">
                    <a:alpha val="1902"/>
                  </a:srgbClr>
                </a:gs>
                <a:gs pos="100000">
                  <a:srgbClr val="8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8114945">
              <a:off x="315709" y="99280"/>
              <a:ext cx="765935" cy="312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8779362">
              <a:off x="194892" y="94034"/>
              <a:ext cx="675075" cy="3983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9082220">
              <a:off x="22110" y="61181"/>
              <a:ext cx="724381" cy="475432"/>
            </a:xfrm>
            <a:prstGeom prst="ellipse">
              <a:avLst/>
            </a:prstGeom>
            <a:gradFill>
              <a:gsLst>
                <a:gs pos="0">
                  <a:srgbClr val="FFFFFF">
                    <a:alpha val="25403"/>
                  </a:srgbClr>
                </a:gs>
                <a:gs pos="14286">
                  <a:srgbClr val="FFFFFF">
                    <a:alpha val="23613"/>
                  </a:srgbClr>
                </a:gs>
                <a:gs pos="28571">
                  <a:srgbClr val="FFFFFF">
                    <a:alpha val="18872"/>
                  </a:srgbClr>
                </a:gs>
                <a:gs pos="42857">
                  <a:srgbClr val="FFFFFF">
                    <a:alpha val="12819"/>
                  </a:srgbClr>
                </a:gs>
                <a:gs pos="57143">
                  <a:srgbClr val="FFFFFF">
                    <a:alpha val="7320"/>
                  </a:srgbClr>
                </a:gs>
                <a:gs pos="71429">
                  <a:srgbClr val="FFFFFF">
                    <a:alpha val="3496"/>
                  </a:srgbClr>
                </a:gs>
                <a:gs pos="85714">
                  <a:srgbClr val="FFFFFF">
                    <a:alpha val="1397"/>
                  </a:srgbClr>
                </a:gs>
                <a:gs pos="100000">
                  <a:srgbClr val="FFFFFF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5427247">
              <a:off x="-215332" y="42036"/>
              <a:ext cx="639279" cy="6372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>
              <a:off x="3258032" y="-224738"/>
              <a:ext cx="602619" cy="602573"/>
            </a:xfrm>
            <a:prstGeom prst="ellipse">
              <a:avLst/>
            </a:prstGeom>
            <a:gradFill>
              <a:gsLst>
                <a:gs pos="0">
                  <a:srgbClr val="FFFFFF">
                    <a:alpha val="16735"/>
                  </a:srgbClr>
                </a:gs>
                <a:gs pos="14286">
                  <a:srgbClr val="FFFFFF">
                    <a:alpha val="15493"/>
                  </a:srgbClr>
                </a:gs>
                <a:gs pos="28571">
                  <a:srgbClr val="FFFFFF">
                    <a:alpha val="12252"/>
                  </a:srgbClr>
                </a:gs>
                <a:gs pos="42857">
                  <a:srgbClr val="FFFFFF">
                    <a:alpha val="8216"/>
                  </a:srgbClr>
                </a:gs>
                <a:gs pos="57143">
                  <a:srgbClr val="FFFFFF">
                    <a:alpha val="4639"/>
                  </a:srgbClr>
                </a:gs>
                <a:gs pos="71429">
                  <a:srgbClr val="FFFFFF">
                    <a:alpha val="2199"/>
                  </a:srgbClr>
                </a:gs>
                <a:gs pos="85714">
                  <a:srgbClr val="FFFFFF">
                    <a:alpha val="875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-9242631">
              <a:off x="2543473" y="-60553"/>
              <a:ext cx="795127" cy="386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-9313796">
              <a:off x="2355591" y="81036"/>
              <a:ext cx="817767" cy="232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-8879009">
              <a:off x="2181221" y="-69458"/>
              <a:ext cx="836128" cy="275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9239004">
              <a:off x="794698" y="-155515"/>
              <a:ext cx="660066" cy="3110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8880749">
              <a:off x="514218" y="-34968"/>
              <a:ext cx="733172" cy="3195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7654327">
              <a:off x="364595" y="-20991"/>
              <a:ext cx="758560" cy="3468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7841661">
              <a:off x="213064" y="-51286"/>
              <a:ext cx="708906" cy="4614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399312">
              <a:off x="-57813" y="-263938"/>
              <a:ext cx="604218" cy="603677"/>
            </a:xfrm>
            <a:prstGeom prst="ellipse">
              <a:avLst/>
            </a:prstGeom>
            <a:gradFill>
              <a:gsLst>
                <a:gs pos="0">
                  <a:srgbClr val="FFFFFF">
                    <a:alpha val="20702"/>
                  </a:srgbClr>
                </a:gs>
                <a:gs pos="14286">
                  <a:srgbClr val="FFFFFF">
                    <a:alpha val="19200"/>
                  </a:srgbClr>
                </a:gs>
                <a:gs pos="28571">
                  <a:srgbClr val="FFFFFF">
                    <a:alpha val="15256"/>
                  </a:srgbClr>
                </a:gs>
                <a:gs pos="42857">
                  <a:srgbClr val="FFFFFF">
                    <a:alpha val="10289"/>
                  </a:srgbClr>
                </a:gs>
                <a:gs pos="57143">
                  <a:srgbClr val="FFFFFF">
                    <a:alpha val="5839"/>
                  </a:srgbClr>
                </a:gs>
                <a:gs pos="71429">
                  <a:srgbClr val="FFFFFF">
                    <a:alpha val="2777"/>
                  </a:srgbClr>
                </a:gs>
                <a:gs pos="85714">
                  <a:srgbClr val="FFFFFF">
                    <a:alpha val="1107"/>
                  </a:srgbClr>
                </a:gs>
                <a:gs pos="100000">
                  <a:srgbClr val="FFFFF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5400000">
              <a:off x="-181656" y="-230090"/>
              <a:ext cx="602725" cy="602613"/>
            </a:xfrm>
            <a:prstGeom prst="ellipse">
              <a:avLst/>
            </a:prstGeom>
            <a:gradFill>
              <a:gsLst>
                <a:gs pos="0">
                  <a:srgbClr val="FFFFFF">
                    <a:alpha val="17049"/>
                  </a:srgbClr>
                </a:gs>
                <a:gs pos="14286">
                  <a:srgbClr val="FFFFFF">
                    <a:alpha val="15786"/>
                  </a:srgbClr>
                </a:gs>
                <a:gs pos="28571">
                  <a:srgbClr val="FFFFFF">
                    <a:alpha val="12488"/>
                  </a:srgbClr>
                </a:gs>
                <a:gs pos="42857">
                  <a:srgbClr val="FFFFFF">
                    <a:alpha val="8378"/>
                  </a:srgbClr>
                </a:gs>
                <a:gs pos="57143">
                  <a:srgbClr val="FFFFFF">
                    <a:alpha val="4733"/>
                  </a:srgbClr>
                </a:gs>
                <a:gs pos="71429">
                  <a:srgbClr val="FFFFFF">
                    <a:alpha val="2244"/>
                  </a:srgbClr>
                </a:gs>
                <a:gs pos="85714">
                  <a:srgbClr val="FFFFFF">
                    <a:alpha val="893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2026-08-02T15:03:11Z</dcterms:created>
  <dcterms:modified xsi:type="dcterms:W3CDTF">2026-08-02T15:03:11Z</dcterms:modified>
</cp:coreProperties>
</file>