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656565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4940918">
              <a:off x="971226" y="31888"/>
              <a:ext cx="736902" cy="202622"/>
            </a:xfrm>
            <a:prstGeom prst="ellipse">
              <a:avLst/>
            </a:prstGeom>
            <a:gradFill>
              <a:gsLst>
                <a:gs pos="0">
                  <a:srgbClr val="686765">
                    <a:alpha val="9291"/>
                  </a:srgbClr>
                </a:gs>
                <a:gs pos="14286">
                  <a:srgbClr val="686765">
                    <a:alpha val="8573"/>
                  </a:srgbClr>
                </a:gs>
                <a:gs pos="28571">
                  <a:srgbClr val="686765">
                    <a:alpha val="6723"/>
                  </a:srgbClr>
                </a:gs>
                <a:gs pos="42857">
                  <a:srgbClr val="686765">
                    <a:alpha val="4462"/>
                  </a:srgbClr>
                </a:gs>
                <a:gs pos="57143">
                  <a:srgbClr val="686765">
                    <a:alpha val="2498"/>
                  </a:srgbClr>
                </a:gs>
                <a:gs pos="71429">
                  <a:srgbClr val="686765">
                    <a:alpha val="1177"/>
                  </a:srgbClr>
                </a:gs>
                <a:gs pos="85714">
                  <a:srgbClr val="686765">
                    <a:alpha val="467"/>
                  </a:srgbClr>
                </a:gs>
                <a:gs pos="100000">
                  <a:srgbClr val="686765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170225">
              <a:off x="2373724" y="3277513"/>
              <a:ext cx="743432" cy="197905"/>
            </a:xfrm>
            <a:prstGeom prst="ellipse">
              <a:avLst/>
            </a:prstGeom>
            <a:gradFill>
              <a:gsLst>
                <a:gs pos="0">
                  <a:srgbClr val="797A7A">
                    <a:alpha val="11256"/>
                  </a:srgbClr>
                </a:gs>
                <a:gs pos="14286">
                  <a:srgbClr val="797A7A">
                    <a:alpha val="10395"/>
                  </a:srgbClr>
                </a:gs>
                <a:gs pos="28571">
                  <a:srgbClr val="797A7A">
                    <a:alpha val="8169"/>
                  </a:srgbClr>
                </a:gs>
                <a:gs pos="42857">
                  <a:srgbClr val="797A7A">
                    <a:alpha val="5437"/>
                  </a:srgbClr>
                </a:gs>
                <a:gs pos="57143">
                  <a:srgbClr val="797A7A">
                    <a:alpha val="3050"/>
                  </a:srgbClr>
                </a:gs>
                <a:gs pos="71429">
                  <a:srgbClr val="797A7A">
                    <a:alpha val="1439"/>
                  </a:srgbClr>
                </a:gs>
                <a:gs pos="85714">
                  <a:srgbClr val="797A7A">
                    <a:alpha val="572"/>
                  </a:srgbClr>
                </a:gs>
                <a:gs pos="100000">
                  <a:srgbClr val="797A7A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-10386665">
              <a:off x="816727" y="929405"/>
              <a:ext cx="533186" cy="529763"/>
            </a:xfrm>
            <a:prstGeom prst="ellipse">
              <a:avLst/>
            </a:prstGeom>
            <a:gradFill>
              <a:gsLst>
                <a:gs pos="0">
                  <a:srgbClr val="707070">
                    <a:alpha val="10712"/>
                  </a:srgbClr>
                </a:gs>
                <a:gs pos="14286">
                  <a:srgbClr val="707070">
                    <a:alpha val="9890"/>
                  </a:srgbClr>
                </a:gs>
                <a:gs pos="28571">
                  <a:srgbClr val="707070">
                    <a:alpha val="7768"/>
                  </a:srgbClr>
                </a:gs>
                <a:gs pos="42857">
                  <a:srgbClr val="707070">
                    <a:alpha val="5166"/>
                  </a:srgbClr>
                </a:gs>
                <a:gs pos="57143">
                  <a:srgbClr val="707070">
                    <a:alpha val="2896"/>
                  </a:srgbClr>
                </a:gs>
                <a:gs pos="71429">
                  <a:srgbClr val="707070">
                    <a:alpha val="1366"/>
                  </a:srgbClr>
                </a:gs>
                <a:gs pos="85714">
                  <a:srgbClr val="707070">
                    <a:alpha val="542"/>
                  </a:srgbClr>
                </a:gs>
                <a:gs pos="100000">
                  <a:srgbClr val="70707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5945797">
              <a:off x="484035" y="1127277"/>
              <a:ext cx="735641" cy="200721"/>
            </a:xfrm>
            <a:prstGeom prst="ellipse">
              <a:avLst/>
            </a:prstGeom>
            <a:gradFill>
              <a:gsLst>
                <a:gs pos="0">
                  <a:srgbClr val="7E7E7E">
                    <a:alpha val="5773"/>
                  </a:srgbClr>
                </a:gs>
                <a:gs pos="14286">
                  <a:srgbClr val="7E7E7E">
                    <a:alpha val="5319"/>
                  </a:srgbClr>
                </a:gs>
                <a:gs pos="28571">
                  <a:srgbClr val="7E7E7E">
                    <a:alpha val="4155"/>
                  </a:srgbClr>
                </a:gs>
                <a:gs pos="42857">
                  <a:srgbClr val="7E7E7E">
                    <a:alpha val="2745"/>
                  </a:srgbClr>
                </a:gs>
                <a:gs pos="57143">
                  <a:srgbClr val="7E7E7E">
                    <a:alpha val="1531"/>
                  </a:srgbClr>
                </a:gs>
                <a:gs pos="71429">
                  <a:srgbClr val="7E7E7E">
                    <a:alpha val="719"/>
                  </a:srgbClr>
                </a:gs>
                <a:gs pos="85714">
                  <a:srgbClr val="7E7E7E">
                    <a:alpha val="285"/>
                  </a:srgbClr>
                </a:gs>
                <a:gs pos="100000">
                  <a:srgbClr val="7E7E7E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5141309">
              <a:off x="1177584" y="634223"/>
              <a:ext cx="808534" cy="221722"/>
            </a:xfrm>
            <a:prstGeom prst="ellipse">
              <a:avLst/>
            </a:prstGeom>
            <a:gradFill>
              <a:gsLst>
                <a:gs pos="0">
                  <a:srgbClr val="494B4A">
                    <a:alpha val="7306"/>
                  </a:srgbClr>
                </a:gs>
                <a:gs pos="14286">
                  <a:srgbClr val="494B4A">
                    <a:alpha val="6735"/>
                  </a:srgbClr>
                </a:gs>
                <a:gs pos="28571">
                  <a:srgbClr val="494B4A">
                    <a:alpha val="5270"/>
                  </a:srgbClr>
                </a:gs>
                <a:gs pos="42857">
                  <a:srgbClr val="494B4A">
                    <a:alpha val="3489"/>
                  </a:srgbClr>
                </a:gs>
                <a:gs pos="57143">
                  <a:srgbClr val="494B4A">
                    <a:alpha val="1948"/>
                  </a:srgbClr>
                </a:gs>
                <a:gs pos="71429">
                  <a:srgbClr val="494B4A">
                    <a:alpha val="917"/>
                  </a:srgbClr>
                </a:gs>
                <a:gs pos="85714">
                  <a:srgbClr val="494B4A">
                    <a:alpha val="364"/>
                  </a:srgbClr>
                </a:gs>
                <a:gs pos="100000">
                  <a:srgbClr val="494B4A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3986005">
              <a:off x="3034828" y="2620485"/>
              <a:ext cx="879154" cy="242224"/>
            </a:xfrm>
            <a:prstGeom prst="ellipse">
              <a:avLst/>
            </a:prstGeom>
            <a:gradFill>
              <a:gsLst>
                <a:gs pos="0">
                  <a:srgbClr val="737372">
                    <a:alpha val="3605"/>
                  </a:srgbClr>
                </a:gs>
                <a:gs pos="14286">
                  <a:srgbClr val="737372">
                    <a:alpha val="3318"/>
                  </a:srgbClr>
                </a:gs>
                <a:gs pos="28571">
                  <a:srgbClr val="737372">
                    <a:alpha val="2586"/>
                  </a:srgbClr>
                </a:gs>
                <a:gs pos="42857">
                  <a:srgbClr val="737372">
                    <a:alpha val="1704"/>
                  </a:srgbClr>
                </a:gs>
                <a:gs pos="57143">
                  <a:srgbClr val="737372">
                    <a:alpha val="948"/>
                  </a:srgbClr>
                </a:gs>
                <a:gs pos="71429">
                  <a:srgbClr val="737372">
                    <a:alpha val="445"/>
                  </a:srgbClr>
                </a:gs>
                <a:gs pos="85714">
                  <a:srgbClr val="737372">
                    <a:alpha val="176"/>
                  </a:srgbClr>
                </a:gs>
                <a:gs pos="100000">
                  <a:srgbClr val="737372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5397007">
              <a:off x="-80219" y="3378212"/>
              <a:ext cx="839376" cy="229300"/>
            </a:xfrm>
            <a:prstGeom prst="ellipse">
              <a:avLst/>
            </a:prstGeom>
            <a:gradFill>
              <a:gsLst>
                <a:gs pos="0">
                  <a:srgbClr val="6C6C6C">
                    <a:alpha val="5210"/>
                  </a:srgbClr>
                </a:gs>
                <a:gs pos="14286">
                  <a:srgbClr val="6C6C6C">
                    <a:alpha val="4799"/>
                  </a:srgbClr>
                </a:gs>
                <a:gs pos="28571">
                  <a:srgbClr val="6C6C6C">
                    <a:alpha val="3746"/>
                  </a:srgbClr>
                </a:gs>
                <a:gs pos="42857">
                  <a:srgbClr val="6C6C6C">
                    <a:alpha val="2473"/>
                  </a:srgbClr>
                </a:gs>
                <a:gs pos="57143">
                  <a:srgbClr val="6C6C6C">
                    <a:alpha val="1378"/>
                  </a:srgbClr>
                </a:gs>
                <a:gs pos="71429">
                  <a:srgbClr val="6C6C6C">
                    <a:alpha val="647"/>
                  </a:srgbClr>
                </a:gs>
                <a:gs pos="85714">
                  <a:srgbClr val="6C6C6C">
                    <a:alpha val="257"/>
                  </a:srgbClr>
                </a:gs>
                <a:gs pos="100000">
                  <a:srgbClr val="6C6C6C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5713306">
              <a:off x="2811053" y="2270705"/>
              <a:ext cx="689094" cy="180255"/>
            </a:xfrm>
            <a:prstGeom prst="ellipse">
              <a:avLst/>
            </a:prstGeom>
            <a:gradFill>
              <a:gsLst>
                <a:gs pos="0">
                  <a:srgbClr val="767676">
                    <a:alpha val="1681"/>
                  </a:srgbClr>
                </a:gs>
                <a:gs pos="14286">
                  <a:srgbClr val="767676">
                    <a:alpha val="1546"/>
                  </a:srgbClr>
                </a:gs>
                <a:gs pos="28571">
                  <a:srgbClr val="767676">
                    <a:alpha val="1203"/>
                  </a:srgbClr>
                </a:gs>
                <a:gs pos="42857">
                  <a:srgbClr val="767676">
                    <a:alpha val="790"/>
                  </a:srgbClr>
                </a:gs>
                <a:gs pos="57143">
                  <a:srgbClr val="767676">
                    <a:alpha val="439"/>
                  </a:srgbClr>
                </a:gs>
                <a:gs pos="71429">
                  <a:srgbClr val="767676">
                    <a:alpha val="206"/>
                  </a:srgbClr>
                </a:gs>
                <a:gs pos="85714">
                  <a:srgbClr val="767676">
                    <a:alpha val="81"/>
                  </a:srgbClr>
                </a:gs>
                <a:gs pos="100000">
                  <a:srgbClr val="76767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5696035">
              <a:off x="1211313" y="1150994"/>
              <a:ext cx="716286" cy="198213"/>
            </a:xfrm>
            <a:prstGeom prst="ellipse">
              <a:avLst/>
            </a:prstGeom>
            <a:gradFill>
              <a:gsLst>
                <a:gs pos="0">
                  <a:srgbClr val="6E6E6E">
                    <a:alpha val="9743"/>
                  </a:srgbClr>
                </a:gs>
                <a:gs pos="14286">
                  <a:srgbClr val="6E6E6E">
                    <a:alpha val="8992"/>
                  </a:srgbClr>
                </a:gs>
                <a:gs pos="28571">
                  <a:srgbClr val="6E6E6E">
                    <a:alpha val="7054"/>
                  </a:srgbClr>
                </a:gs>
                <a:gs pos="42857">
                  <a:srgbClr val="6E6E6E">
                    <a:alpha val="4685"/>
                  </a:srgbClr>
                </a:gs>
                <a:gs pos="57143">
                  <a:srgbClr val="6E6E6E">
                    <a:alpha val="2624"/>
                  </a:srgbClr>
                </a:gs>
                <a:gs pos="71429">
                  <a:srgbClr val="6E6E6E">
                    <a:alpha val="1237"/>
                  </a:srgbClr>
                </a:gs>
                <a:gs pos="85714">
                  <a:srgbClr val="6E6E6E">
                    <a:alpha val="491"/>
                  </a:srgbClr>
                </a:gs>
                <a:gs pos="100000">
                  <a:srgbClr val="6E6E6E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6195626">
              <a:off x="942230" y="1709002"/>
              <a:ext cx="723197" cy="202897"/>
            </a:xfrm>
            <a:prstGeom prst="ellipse">
              <a:avLst/>
            </a:prstGeom>
            <a:gradFill>
              <a:gsLst>
                <a:gs pos="0">
                  <a:srgbClr val="868787">
                    <a:alpha val="12298"/>
                  </a:srgbClr>
                </a:gs>
                <a:gs pos="14286">
                  <a:srgbClr val="868787">
                    <a:alpha val="11362"/>
                  </a:srgbClr>
                </a:gs>
                <a:gs pos="28571">
                  <a:srgbClr val="868787">
                    <a:alpha val="8940"/>
                  </a:srgbClr>
                </a:gs>
                <a:gs pos="42857">
                  <a:srgbClr val="868787">
                    <a:alpha val="5958"/>
                  </a:srgbClr>
                </a:gs>
                <a:gs pos="57143">
                  <a:srgbClr val="868787">
                    <a:alpha val="3346"/>
                  </a:srgbClr>
                </a:gs>
                <a:gs pos="71429">
                  <a:srgbClr val="868787">
                    <a:alpha val="1581"/>
                  </a:srgbClr>
                </a:gs>
                <a:gs pos="85714">
                  <a:srgbClr val="868787">
                    <a:alpha val="628"/>
                  </a:srgbClr>
                </a:gs>
                <a:gs pos="100000">
                  <a:srgbClr val="868787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6363596">
              <a:off x="1814626" y="1953985"/>
              <a:ext cx="548948" cy="539893"/>
            </a:xfrm>
            <a:prstGeom prst="ellipse">
              <a:avLst/>
            </a:prstGeom>
            <a:gradFill>
              <a:gsLst>
                <a:gs pos="0">
                  <a:srgbClr val="777676">
                    <a:alpha val="8914"/>
                  </a:srgbClr>
                </a:gs>
                <a:gs pos="14286">
                  <a:srgbClr val="777676">
                    <a:alpha val="8224"/>
                  </a:srgbClr>
                </a:gs>
                <a:gs pos="28571">
                  <a:srgbClr val="777676">
                    <a:alpha val="6446"/>
                  </a:srgbClr>
                </a:gs>
                <a:gs pos="42857">
                  <a:srgbClr val="777676">
                    <a:alpha val="4276"/>
                  </a:srgbClr>
                </a:gs>
                <a:gs pos="57143">
                  <a:srgbClr val="777676">
                    <a:alpha val="2393"/>
                  </a:srgbClr>
                </a:gs>
                <a:gs pos="71429">
                  <a:srgbClr val="777676">
                    <a:alpha val="1127"/>
                  </a:srgbClr>
                </a:gs>
                <a:gs pos="85714">
                  <a:srgbClr val="777676">
                    <a:alpha val="447"/>
                  </a:srgbClr>
                </a:gs>
                <a:gs pos="100000">
                  <a:srgbClr val="777676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4700830">
              <a:off x="1727038" y="2611766"/>
              <a:ext cx="806490" cy="221946"/>
            </a:xfrm>
            <a:prstGeom prst="ellipse">
              <a:avLst/>
            </a:prstGeom>
            <a:gradFill>
              <a:gsLst>
                <a:gs pos="0">
                  <a:srgbClr val="4A4A4C">
                    <a:alpha val="4881"/>
                  </a:srgbClr>
                </a:gs>
                <a:gs pos="14286">
                  <a:srgbClr val="4A4A4C">
                    <a:alpha val="4495"/>
                  </a:srgbClr>
                </a:gs>
                <a:gs pos="28571">
                  <a:srgbClr val="4A4A4C">
                    <a:alpha val="3508"/>
                  </a:srgbClr>
                </a:gs>
                <a:gs pos="42857">
                  <a:srgbClr val="4A4A4C">
                    <a:alpha val="2315"/>
                  </a:srgbClr>
                </a:gs>
                <a:gs pos="57143">
                  <a:srgbClr val="4A4A4C">
                    <a:alpha val="1290"/>
                  </a:srgbClr>
                </a:gs>
                <a:gs pos="71429">
                  <a:srgbClr val="4A4A4C">
                    <a:alpha val="606"/>
                  </a:srgbClr>
                </a:gs>
                <a:gs pos="85714">
                  <a:srgbClr val="4A4A4C">
                    <a:alpha val="240"/>
                  </a:srgbClr>
                </a:gs>
                <a:gs pos="100000">
                  <a:srgbClr val="4A4A4C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6147158">
              <a:off x="716894" y="659692"/>
              <a:ext cx="757640" cy="209313"/>
            </a:xfrm>
            <a:prstGeom prst="ellipse">
              <a:avLst/>
            </a:prstGeom>
            <a:gradFill>
              <a:gsLst>
                <a:gs pos="0">
                  <a:srgbClr val="737271">
                    <a:alpha val="9802"/>
                  </a:srgbClr>
                </a:gs>
                <a:gs pos="14286">
                  <a:srgbClr val="737271">
                    <a:alpha val="9046"/>
                  </a:srgbClr>
                </a:gs>
                <a:gs pos="28571">
                  <a:srgbClr val="737271">
                    <a:alpha val="7098"/>
                  </a:srgbClr>
                </a:gs>
                <a:gs pos="42857">
                  <a:srgbClr val="737271">
                    <a:alpha val="4714"/>
                  </a:srgbClr>
                </a:gs>
                <a:gs pos="57143">
                  <a:srgbClr val="737271">
                    <a:alpha val="2640"/>
                  </a:srgbClr>
                </a:gs>
                <a:gs pos="71429">
                  <a:srgbClr val="737271">
                    <a:alpha val="1245"/>
                  </a:srgbClr>
                </a:gs>
                <a:gs pos="85714">
                  <a:srgbClr val="737271">
                    <a:alpha val="494"/>
                  </a:srgbClr>
                </a:gs>
                <a:gs pos="100000">
                  <a:srgbClr val="737271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6294805">
              <a:off x="974713" y="84251"/>
              <a:ext cx="732216" cy="200801"/>
            </a:xfrm>
            <a:prstGeom prst="ellipse">
              <a:avLst/>
            </a:prstGeom>
            <a:gradFill>
              <a:gsLst>
                <a:gs pos="0">
                  <a:srgbClr val="7C7C7A">
                    <a:alpha val="10839"/>
                  </a:srgbClr>
                </a:gs>
                <a:gs pos="14286">
                  <a:srgbClr val="7C7C7A">
                    <a:alpha val="10008"/>
                  </a:srgbClr>
                </a:gs>
                <a:gs pos="28571">
                  <a:srgbClr val="7C7C7A">
                    <a:alpha val="7861"/>
                  </a:srgbClr>
                </a:gs>
                <a:gs pos="42857">
                  <a:srgbClr val="7C7C7A">
                    <a:alpha val="5229"/>
                  </a:srgbClr>
                </a:gs>
                <a:gs pos="57143">
                  <a:srgbClr val="7C7C7A">
                    <a:alpha val="2932"/>
                  </a:srgbClr>
                </a:gs>
                <a:gs pos="71429">
                  <a:srgbClr val="7C7C7A">
                    <a:alpha val="1383"/>
                  </a:srgbClr>
                </a:gs>
                <a:gs pos="85714">
                  <a:srgbClr val="7C7C7A">
                    <a:alpha val="549"/>
                  </a:srgbClr>
                </a:gs>
                <a:gs pos="100000">
                  <a:srgbClr val="7C7C7A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4855588">
              <a:off x="116248" y="2031746"/>
              <a:ext cx="748217" cy="204107"/>
            </a:xfrm>
            <a:prstGeom prst="ellipse">
              <a:avLst/>
            </a:prstGeom>
            <a:gradFill>
              <a:gsLst>
                <a:gs pos="0">
                  <a:srgbClr val="6B6A6B">
                    <a:alpha val="12142"/>
                  </a:srgbClr>
                </a:gs>
                <a:gs pos="14286">
                  <a:srgbClr val="6B6A6B">
                    <a:alpha val="11218"/>
                  </a:srgbClr>
                </a:gs>
                <a:gs pos="28571">
                  <a:srgbClr val="6B6A6B">
                    <a:alpha val="8824"/>
                  </a:srgbClr>
                </a:gs>
                <a:gs pos="42857">
                  <a:srgbClr val="6B6A6B">
                    <a:alpha val="5880"/>
                  </a:srgbClr>
                </a:gs>
                <a:gs pos="57143">
                  <a:srgbClr val="6B6A6B">
                    <a:alpha val="3302"/>
                  </a:srgbClr>
                </a:gs>
                <a:gs pos="71429">
                  <a:srgbClr val="6B6A6B">
                    <a:alpha val="1559"/>
                  </a:srgbClr>
                </a:gs>
                <a:gs pos="85714">
                  <a:srgbClr val="6B6A6B">
                    <a:alpha val="620"/>
                  </a:srgbClr>
                </a:gs>
                <a:gs pos="100000">
                  <a:srgbClr val="6B6A6B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5579947">
              <a:off x="2869332" y="2132487"/>
              <a:ext cx="585667" cy="574412"/>
            </a:xfrm>
            <a:prstGeom prst="ellipse">
              <a:avLst/>
            </a:prstGeom>
            <a:gradFill>
              <a:gsLst>
                <a:gs pos="0">
                  <a:srgbClr val="858483">
                    <a:alpha val="12640"/>
                  </a:srgbClr>
                </a:gs>
                <a:gs pos="14286">
                  <a:srgbClr val="858483">
                    <a:alpha val="11680"/>
                  </a:srgbClr>
                </a:gs>
                <a:gs pos="28571">
                  <a:srgbClr val="858483">
                    <a:alpha val="9193"/>
                  </a:srgbClr>
                </a:gs>
                <a:gs pos="42857">
                  <a:srgbClr val="858483">
                    <a:alpha val="6129"/>
                  </a:srgbClr>
                </a:gs>
                <a:gs pos="57143">
                  <a:srgbClr val="858483">
                    <a:alpha val="3444"/>
                  </a:srgbClr>
                </a:gs>
                <a:gs pos="71429">
                  <a:srgbClr val="858483">
                    <a:alpha val="1627"/>
                  </a:srgbClr>
                </a:gs>
                <a:gs pos="85714">
                  <a:srgbClr val="858483">
                    <a:alpha val="647"/>
                  </a:srgbClr>
                </a:gs>
                <a:gs pos="100000">
                  <a:srgbClr val="858483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5182960">
              <a:off x="2367334" y="1112096"/>
              <a:ext cx="805661" cy="211029"/>
            </a:xfrm>
            <a:prstGeom prst="ellipse">
              <a:avLst/>
            </a:prstGeom>
            <a:gradFill>
              <a:gsLst>
                <a:gs pos="0">
                  <a:srgbClr val="4F5251">
                    <a:alpha val="7294"/>
                  </a:srgbClr>
                </a:gs>
                <a:gs pos="14286">
                  <a:srgbClr val="4F5251">
                    <a:alpha val="6725"/>
                  </a:srgbClr>
                </a:gs>
                <a:gs pos="28571">
                  <a:srgbClr val="4F5251">
                    <a:alpha val="5262"/>
                  </a:srgbClr>
                </a:gs>
                <a:gs pos="42857">
                  <a:srgbClr val="4F5251">
                    <a:alpha val="3483"/>
                  </a:srgbClr>
                </a:gs>
                <a:gs pos="57143">
                  <a:srgbClr val="4F5251">
                    <a:alpha val="1945"/>
                  </a:srgbClr>
                </a:gs>
                <a:gs pos="71429">
                  <a:srgbClr val="4F5251">
                    <a:alpha val="915"/>
                  </a:srgbClr>
                </a:gs>
                <a:gs pos="85714">
                  <a:srgbClr val="4F5251">
                    <a:alpha val="363"/>
                  </a:srgbClr>
                </a:gs>
                <a:gs pos="100000">
                  <a:srgbClr val="4F5251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5646787">
              <a:off x="720714" y="707628"/>
              <a:ext cx="739310" cy="202492"/>
            </a:xfrm>
            <a:prstGeom prst="ellipse">
              <a:avLst/>
            </a:prstGeom>
            <a:gradFill>
              <a:gsLst>
                <a:gs pos="0">
                  <a:srgbClr val="69686B">
                    <a:alpha val="9629"/>
                  </a:srgbClr>
                </a:gs>
                <a:gs pos="14286">
                  <a:srgbClr val="69686B">
                    <a:alpha val="8886"/>
                  </a:srgbClr>
                </a:gs>
                <a:gs pos="28571">
                  <a:srgbClr val="69686B">
                    <a:alpha val="6971"/>
                  </a:srgbClr>
                </a:gs>
                <a:gs pos="42857">
                  <a:srgbClr val="69686B">
                    <a:alpha val="4629"/>
                  </a:srgbClr>
                </a:gs>
                <a:gs pos="57143">
                  <a:srgbClr val="69686B">
                    <a:alpha val="2592"/>
                  </a:srgbClr>
                </a:gs>
                <a:gs pos="71429">
                  <a:srgbClr val="69686B">
                    <a:alpha val="1222"/>
                  </a:srgbClr>
                </a:gs>
                <a:gs pos="85714">
                  <a:srgbClr val="69686B">
                    <a:alpha val="485"/>
                  </a:srgbClr>
                </a:gs>
                <a:gs pos="100000">
                  <a:srgbClr val="69686B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4987447">
              <a:off x="2160127" y="1332829"/>
              <a:ext cx="774107" cy="193915"/>
            </a:xfrm>
            <a:prstGeom prst="ellipse">
              <a:avLst/>
            </a:prstGeom>
            <a:gradFill>
              <a:gsLst>
                <a:gs pos="0">
                  <a:srgbClr val="1D2023">
                    <a:alpha val="12150"/>
                  </a:srgbClr>
                </a:gs>
                <a:gs pos="14286">
                  <a:srgbClr val="1D2023">
                    <a:alpha val="11225"/>
                  </a:srgbClr>
                </a:gs>
                <a:gs pos="28571">
                  <a:srgbClr val="1D2023">
                    <a:alpha val="8830"/>
                  </a:srgbClr>
                </a:gs>
                <a:gs pos="42857">
                  <a:srgbClr val="1D2023">
                    <a:alpha val="5884"/>
                  </a:srgbClr>
                </a:gs>
                <a:gs pos="57143">
                  <a:srgbClr val="1D2023">
                    <a:alpha val="3304"/>
                  </a:srgbClr>
                </a:gs>
                <a:gs pos="71429">
                  <a:srgbClr val="1D2023">
                    <a:alpha val="1560"/>
                  </a:srgbClr>
                </a:gs>
                <a:gs pos="85714">
                  <a:srgbClr val="1D2023">
                    <a:alpha val="620"/>
                  </a:srgbClr>
                </a:gs>
                <a:gs pos="100000">
                  <a:srgbClr val="1D2023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495792">
              <a:off x="957650" y="1516265"/>
              <a:ext cx="735963" cy="192343"/>
            </a:xfrm>
            <a:prstGeom prst="ellipse">
              <a:avLst/>
            </a:prstGeom>
            <a:gradFill>
              <a:gsLst>
                <a:gs pos="0">
                  <a:srgbClr val="434345">
                    <a:alpha val="9557"/>
                  </a:srgbClr>
                </a:gs>
                <a:gs pos="14286">
                  <a:srgbClr val="434345">
                    <a:alpha val="8819"/>
                  </a:srgbClr>
                </a:gs>
                <a:gs pos="28571">
                  <a:srgbClr val="434345">
                    <a:alpha val="6918"/>
                  </a:srgbClr>
                </a:gs>
                <a:gs pos="42857">
                  <a:srgbClr val="434345">
                    <a:alpha val="4593"/>
                  </a:srgbClr>
                </a:gs>
                <a:gs pos="57143">
                  <a:srgbClr val="434345">
                    <a:alpha val="2572"/>
                  </a:srgbClr>
                </a:gs>
                <a:gs pos="71429">
                  <a:srgbClr val="434345">
                    <a:alpha val="1212"/>
                  </a:srgbClr>
                </a:gs>
                <a:gs pos="85714">
                  <a:srgbClr val="434345">
                    <a:alpha val="481"/>
                  </a:srgbClr>
                </a:gs>
                <a:gs pos="100000">
                  <a:srgbClr val="434345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-10332303">
              <a:off x="2023433" y="1129455"/>
              <a:ext cx="561844" cy="561807"/>
            </a:xfrm>
            <a:prstGeom prst="ellipse">
              <a:avLst/>
            </a:prstGeom>
            <a:gradFill>
              <a:gsLst>
                <a:gs pos="0">
                  <a:srgbClr val="6C6E6E">
                    <a:alpha val="12643"/>
                  </a:srgbClr>
                </a:gs>
                <a:gs pos="14286">
                  <a:srgbClr val="6C6E6E">
                    <a:alpha val="11683"/>
                  </a:srgbClr>
                </a:gs>
                <a:gs pos="28571">
                  <a:srgbClr val="6C6E6E">
                    <a:alpha val="9196"/>
                  </a:srgbClr>
                </a:gs>
                <a:gs pos="42857">
                  <a:srgbClr val="6C6E6E">
                    <a:alpha val="6131"/>
                  </a:srgbClr>
                </a:gs>
                <a:gs pos="57143">
                  <a:srgbClr val="6C6E6E">
                    <a:alpha val="3445"/>
                  </a:srgbClr>
                </a:gs>
                <a:gs pos="71429">
                  <a:srgbClr val="6C6E6E">
                    <a:alpha val="1628"/>
                  </a:srgbClr>
                </a:gs>
                <a:gs pos="85714">
                  <a:srgbClr val="6C6E6E">
                    <a:alpha val="647"/>
                  </a:srgbClr>
                </a:gs>
                <a:gs pos="100000">
                  <a:srgbClr val="6C6E6E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6514646">
              <a:off x="2775138" y="2648903"/>
              <a:ext cx="886668" cy="243805"/>
            </a:xfrm>
            <a:prstGeom prst="ellipse">
              <a:avLst/>
            </a:prstGeom>
            <a:gradFill>
              <a:gsLst>
                <a:gs pos="0">
                  <a:srgbClr val="4B4C4C">
                    <a:alpha val="4862"/>
                  </a:srgbClr>
                </a:gs>
                <a:gs pos="14286">
                  <a:srgbClr val="4B4C4C">
                    <a:alpha val="4477"/>
                  </a:srgbClr>
                </a:gs>
                <a:gs pos="28571">
                  <a:srgbClr val="4B4C4C">
                    <a:alpha val="3494"/>
                  </a:srgbClr>
                </a:gs>
                <a:gs pos="42857">
                  <a:srgbClr val="4B4C4C">
                    <a:alpha val="2306"/>
                  </a:srgbClr>
                </a:gs>
                <a:gs pos="57143">
                  <a:srgbClr val="4B4C4C">
                    <a:alpha val="1284"/>
                  </a:srgbClr>
                </a:gs>
                <a:gs pos="71429">
                  <a:srgbClr val="4B4C4C">
                    <a:alpha val="603"/>
                  </a:srgbClr>
                </a:gs>
                <a:gs pos="85714">
                  <a:srgbClr val="4B4C4C">
                    <a:alpha val="239"/>
                  </a:srgbClr>
                </a:gs>
                <a:gs pos="100000">
                  <a:srgbClr val="4B4C4C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69013">
              <a:off x="2363269" y="3021419"/>
              <a:ext cx="689044" cy="190447"/>
            </a:xfrm>
            <a:prstGeom prst="ellipse">
              <a:avLst/>
            </a:prstGeom>
            <a:gradFill>
              <a:gsLst>
                <a:gs pos="0">
                  <a:srgbClr val="7D7E7C">
                    <a:alpha val="10874"/>
                  </a:srgbClr>
                </a:gs>
                <a:gs pos="14286">
                  <a:srgbClr val="7D7E7C">
                    <a:alpha val="10040"/>
                  </a:srgbClr>
                </a:gs>
                <a:gs pos="28571">
                  <a:srgbClr val="7D7E7C">
                    <a:alpha val="7887"/>
                  </a:srgbClr>
                </a:gs>
                <a:gs pos="42857">
                  <a:srgbClr val="7D7E7C">
                    <a:alpha val="5246"/>
                  </a:srgbClr>
                </a:gs>
                <a:gs pos="57143">
                  <a:srgbClr val="7D7E7C">
                    <a:alpha val="2942"/>
                  </a:srgbClr>
                </a:gs>
                <a:gs pos="71429">
                  <a:srgbClr val="7D7E7C">
                    <a:alpha val="1388"/>
                  </a:srgbClr>
                </a:gs>
                <a:gs pos="85714">
                  <a:srgbClr val="7D7E7C">
                    <a:alpha val="551"/>
                  </a:srgbClr>
                </a:gs>
                <a:gs pos="100000">
                  <a:srgbClr val="7D7E7C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5150139">
              <a:off x="2371594" y="3042300"/>
              <a:ext cx="687833" cy="188909"/>
            </a:xfrm>
            <a:prstGeom prst="ellipse">
              <a:avLst/>
            </a:prstGeom>
            <a:gradFill>
              <a:gsLst>
                <a:gs pos="0">
                  <a:srgbClr val="6C6C6B">
                    <a:alpha val="11287"/>
                  </a:srgbClr>
                </a:gs>
                <a:gs pos="14286">
                  <a:srgbClr val="6C6C6B">
                    <a:alpha val="10424"/>
                  </a:srgbClr>
                </a:gs>
                <a:gs pos="28571">
                  <a:srgbClr val="6C6C6B">
                    <a:alpha val="8192"/>
                  </a:srgbClr>
                </a:gs>
                <a:gs pos="42857">
                  <a:srgbClr val="6C6C6B">
                    <a:alpha val="5452"/>
                  </a:srgbClr>
                </a:gs>
                <a:gs pos="57143">
                  <a:srgbClr val="6C6C6B">
                    <a:alpha val="3059"/>
                  </a:srgbClr>
                </a:gs>
                <a:gs pos="71429">
                  <a:srgbClr val="6C6C6B">
                    <a:alpha val="1444"/>
                  </a:srgbClr>
                </a:gs>
                <a:gs pos="85714">
                  <a:srgbClr val="6C6C6B">
                    <a:alpha val="573"/>
                  </a:srgbClr>
                </a:gs>
                <a:gs pos="100000">
                  <a:srgbClr val="6C6C6B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6047384">
              <a:off x="742384" y="724283"/>
              <a:ext cx="740425" cy="197440"/>
            </a:xfrm>
            <a:prstGeom prst="ellipse">
              <a:avLst/>
            </a:prstGeom>
            <a:gradFill>
              <a:gsLst>
                <a:gs pos="0">
                  <a:srgbClr val="7D7A7A">
                    <a:alpha val="10858"/>
                  </a:srgbClr>
                </a:gs>
                <a:gs pos="14286">
                  <a:srgbClr val="7D7A7A">
                    <a:alpha val="10026"/>
                  </a:srgbClr>
                </a:gs>
                <a:gs pos="28571">
                  <a:srgbClr val="7D7A7A">
                    <a:alpha val="7875"/>
                  </a:srgbClr>
                </a:gs>
                <a:gs pos="42857">
                  <a:srgbClr val="7D7A7A">
                    <a:alpha val="5238"/>
                  </a:srgbClr>
                </a:gs>
                <a:gs pos="57143">
                  <a:srgbClr val="7D7A7A">
                    <a:alpha val="2937"/>
                  </a:srgbClr>
                </a:gs>
                <a:gs pos="71429">
                  <a:srgbClr val="7D7A7A">
                    <a:alpha val="1386"/>
                  </a:srgbClr>
                </a:gs>
                <a:gs pos="85714">
                  <a:srgbClr val="7D7A7A">
                    <a:alpha val="550"/>
                  </a:srgbClr>
                </a:gs>
                <a:gs pos="100000">
                  <a:srgbClr val="7D7A7A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696656">
              <a:off x="430410" y="1758540"/>
              <a:ext cx="737445" cy="199701"/>
            </a:xfrm>
            <a:prstGeom prst="ellipse">
              <a:avLst/>
            </a:prstGeom>
            <a:gradFill>
              <a:gsLst>
                <a:gs pos="0">
                  <a:srgbClr val="707170">
                    <a:alpha val="8995"/>
                  </a:srgbClr>
                </a:gs>
                <a:gs pos="14286">
                  <a:srgbClr val="707170">
                    <a:alpha val="8298"/>
                  </a:srgbClr>
                </a:gs>
                <a:gs pos="28571">
                  <a:srgbClr val="707170">
                    <a:alpha val="6505"/>
                  </a:srgbClr>
                </a:gs>
                <a:gs pos="42857">
                  <a:srgbClr val="707170">
                    <a:alpha val="4316"/>
                  </a:srgbClr>
                </a:gs>
                <a:gs pos="57143">
                  <a:srgbClr val="707170">
                    <a:alpha val="2415"/>
                  </a:srgbClr>
                </a:gs>
                <a:gs pos="71429">
                  <a:srgbClr val="707170">
                    <a:alpha val="1138"/>
                  </a:srgbClr>
                </a:gs>
                <a:gs pos="85714">
                  <a:srgbClr val="707170">
                    <a:alpha val="451"/>
                  </a:srgbClr>
                </a:gs>
                <a:gs pos="100000">
                  <a:srgbClr val="70717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859845">
              <a:off x="1210628" y="1137627"/>
              <a:ext cx="709304" cy="196193"/>
            </a:xfrm>
            <a:prstGeom prst="ellipse">
              <a:avLst/>
            </a:prstGeom>
            <a:gradFill>
              <a:gsLst>
                <a:gs pos="0">
                  <a:srgbClr val="737373">
                    <a:alpha val="10868"/>
                  </a:srgbClr>
                </a:gs>
                <a:gs pos="14286">
                  <a:srgbClr val="737373">
                    <a:alpha val="10035"/>
                  </a:srgbClr>
                </a:gs>
                <a:gs pos="28571">
                  <a:srgbClr val="737373">
                    <a:alpha val="7882"/>
                  </a:srgbClr>
                </a:gs>
                <a:gs pos="42857">
                  <a:srgbClr val="737373">
                    <a:alpha val="5243"/>
                  </a:srgbClr>
                </a:gs>
                <a:gs pos="57143">
                  <a:srgbClr val="737373">
                    <a:alpha val="2940"/>
                  </a:srgbClr>
                </a:gs>
                <a:gs pos="71429">
                  <a:srgbClr val="737373">
                    <a:alpha val="1387"/>
                  </a:srgbClr>
                </a:gs>
                <a:gs pos="85714">
                  <a:srgbClr val="737373">
                    <a:alpha val="551"/>
                  </a:srgbClr>
                </a:gs>
                <a:gs pos="100000">
                  <a:srgbClr val="737373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4148428">
              <a:off x="2440154" y="1785319"/>
              <a:ext cx="805138" cy="231482"/>
            </a:xfrm>
            <a:prstGeom prst="ellipse">
              <a:avLst/>
            </a:prstGeom>
            <a:gradFill>
              <a:gsLst>
                <a:gs pos="0">
                  <a:srgbClr val="757575">
                    <a:alpha val="7838"/>
                  </a:srgbClr>
                </a:gs>
                <a:gs pos="14286">
                  <a:srgbClr val="757575">
                    <a:alpha val="7227"/>
                  </a:srgbClr>
                </a:gs>
                <a:gs pos="28571">
                  <a:srgbClr val="757575">
                    <a:alpha val="5658"/>
                  </a:srgbClr>
                </a:gs>
                <a:gs pos="42857">
                  <a:srgbClr val="757575">
                    <a:alpha val="3749"/>
                  </a:srgbClr>
                </a:gs>
                <a:gs pos="57143">
                  <a:srgbClr val="757575">
                    <a:alpha val="2095"/>
                  </a:srgbClr>
                </a:gs>
                <a:gs pos="71429">
                  <a:srgbClr val="757575">
                    <a:alpha val="986"/>
                  </a:srgbClr>
                </a:gs>
                <a:gs pos="85714">
                  <a:srgbClr val="757575">
                    <a:alpha val="391"/>
                  </a:srgbClr>
                </a:gs>
                <a:gs pos="100000">
                  <a:srgbClr val="757575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5896933">
              <a:off x="1881814" y="1279905"/>
              <a:ext cx="839462" cy="205759"/>
            </a:xfrm>
            <a:prstGeom prst="ellipse">
              <a:avLst/>
            </a:prstGeom>
            <a:gradFill>
              <a:gsLst>
                <a:gs pos="0">
                  <a:srgbClr val="8A8C8B">
                    <a:alpha val="11905"/>
                  </a:srgbClr>
                </a:gs>
                <a:gs pos="14286">
                  <a:srgbClr val="8A8C8B">
                    <a:alpha val="10997"/>
                  </a:srgbClr>
                </a:gs>
                <a:gs pos="28571">
                  <a:srgbClr val="8A8C8B">
                    <a:alpha val="8649"/>
                  </a:srgbClr>
                </a:gs>
                <a:gs pos="42857">
                  <a:srgbClr val="8A8C8B">
                    <a:alpha val="5761"/>
                  </a:srgbClr>
                </a:gs>
                <a:gs pos="57143">
                  <a:srgbClr val="8A8C8B">
                    <a:alpha val="3234"/>
                  </a:srgbClr>
                </a:gs>
                <a:gs pos="71429">
                  <a:srgbClr val="8A8C8B">
                    <a:alpha val="1527"/>
                  </a:srgbClr>
                </a:gs>
                <a:gs pos="85714">
                  <a:srgbClr val="8A8C8B">
                    <a:alpha val="607"/>
                  </a:srgbClr>
                </a:gs>
                <a:gs pos="100000">
                  <a:srgbClr val="8A8C8B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4059001">
              <a:off x="1574278" y="2792577"/>
              <a:ext cx="555253" cy="551672"/>
            </a:xfrm>
            <a:prstGeom prst="ellipse">
              <a:avLst/>
            </a:prstGeom>
            <a:gradFill>
              <a:gsLst>
                <a:gs pos="0">
                  <a:srgbClr val="525352">
                    <a:alpha val="11129"/>
                  </a:srgbClr>
                </a:gs>
                <a:gs pos="14286">
                  <a:srgbClr val="525352">
                    <a:alpha val="10277"/>
                  </a:srgbClr>
                </a:gs>
                <a:gs pos="28571">
                  <a:srgbClr val="525352">
                    <a:alpha val="8075"/>
                  </a:srgbClr>
                </a:gs>
                <a:gs pos="42857">
                  <a:srgbClr val="525352">
                    <a:alpha val="5373"/>
                  </a:srgbClr>
                </a:gs>
                <a:gs pos="57143">
                  <a:srgbClr val="525352">
                    <a:alpha val="3014"/>
                  </a:srgbClr>
                </a:gs>
                <a:gs pos="71429">
                  <a:srgbClr val="525352">
                    <a:alpha val="1422"/>
                  </a:srgbClr>
                </a:gs>
                <a:gs pos="85714">
                  <a:srgbClr val="525352">
                    <a:alpha val="565"/>
                  </a:srgbClr>
                </a:gs>
                <a:gs pos="100000">
                  <a:srgbClr val="525352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5810662">
              <a:off x="-35985" y="3334083"/>
              <a:ext cx="822619" cy="187329"/>
            </a:xfrm>
            <a:prstGeom prst="ellipse">
              <a:avLst/>
            </a:prstGeom>
            <a:gradFill>
              <a:gsLst>
                <a:gs pos="0">
                  <a:srgbClr val="000009">
                    <a:alpha val="16021"/>
                  </a:srgbClr>
                </a:gs>
                <a:gs pos="14286">
                  <a:srgbClr val="000009">
                    <a:alpha val="14826"/>
                  </a:srgbClr>
                </a:gs>
                <a:gs pos="28571">
                  <a:srgbClr val="000009">
                    <a:alpha val="11715"/>
                  </a:srgbClr>
                </a:gs>
                <a:gs pos="42857">
                  <a:srgbClr val="000009">
                    <a:alpha val="7848"/>
                  </a:srgbClr>
                </a:gs>
                <a:gs pos="57143">
                  <a:srgbClr val="000009">
                    <a:alpha val="4428"/>
                  </a:srgbClr>
                </a:gs>
                <a:gs pos="71429">
                  <a:srgbClr val="000009">
                    <a:alpha val="2098"/>
                  </a:srgbClr>
                </a:gs>
                <a:gs pos="85714">
                  <a:srgbClr val="000009">
                    <a:alpha val="835"/>
                  </a:srgbClr>
                </a:gs>
                <a:gs pos="100000">
                  <a:srgbClr val="000009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5990724">
              <a:off x="987226" y="263862"/>
              <a:ext cx="709339" cy="201347"/>
            </a:xfrm>
            <a:prstGeom prst="ellipse">
              <a:avLst/>
            </a:prstGeom>
            <a:gradFill>
              <a:gsLst>
                <a:gs pos="0">
                  <a:srgbClr val="777776">
                    <a:alpha val="10987"/>
                  </a:srgbClr>
                </a:gs>
                <a:gs pos="14286">
                  <a:srgbClr val="777776">
                    <a:alpha val="10145"/>
                  </a:srgbClr>
                </a:gs>
                <a:gs pos="28571">
                  <a:srgbClr val="777776">
                    <a:alpha val="7971"/>
                  </a:srgbClr>
                </a:gs>
                <a:gs pos="42857">
                  <a:srgbClr val="777776">
                    <a:alpha val="5302"/>
                  </a:srgbClr>
                </a:gs>
                <a:gs pos="57143">
                  <a:srgbClr val="777776">
                    <a:alpha val="2974"/>
                  </a:srgbClr>
                </a:gs>
                <a:gs pos="71429">
                  <a:srgbClr val="777776">
                    <a:alpha val="1403"/>
                  </a:srgbClr>
                </a:gs>
                <a:gs pos="85714">
                  <a:srgbClr val="777776">
                    <a:alpha val="557"/>
                  </a:srgbClr>
                </a:gs>
                <a:gs pos="100000">
                  <a:srgbClr val="777776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314523">
              <a:off x="2189958" y="2165435"/>
              <a:ext cx="894040" cy="180871"/>
            </a:xfrm>
            <a:prstGeom prst="ellipse">
              <a:avLst/>
            </a:prstGeom>
            <a:gradFill>
              <a:gsLst>
                <a:gs pos="0">
                  <a:srgbClr val="8F9190">
                    <a:alpha val="10476"/>
                  </a:srgbClr>
                </a:gs>
                <a:gs pos="14286">
                  <a:srgbClr val="8F9190">
                    <a:alpha val="9671"/>
                  </a:srgbClr>
                </a:gs>
                <a:gs pos="28571">
                  <a:srgbClr val="8F9190">
                    <a:alpha val="7593"/>
                  </a:srgbClr>
                </a:gs>
                <a:gs pos="42857">
                  <a:srgbClr val="8F9190">
                    <a:alpha val="5048"/>
                  </a:srgbClr>
                </a:gs>
                <a:gs pos="57143">
                  <a:srgbClr val="8F9190">
                    <a:alpha val="2829"/>
                  </a:srgbClr>
                </a:gs>
                <a:gs pos="71429">
                  <a:srgbClr val="8F9190">
                    <a:alpha val="1335"/>
                  </a:srgbClr>
                </a:gs>
                <a:gs pos="85714">
                  <a:srgbClr val="8F9190">
                    <a:alpha val="530"/>
                  </a:srgbClr>
                </a:gs>
                <a:gs pos="100000">
                  <a:srgbClr val="8F919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3369384">
              <a:off x="3352523" y="3398343"/>
              <a:ext cx="591104" cy="495316"/>
            </a:xfrm>
            <a:prstGeom prst="ellipse">
              <a:avLst/>
            </a:prstGeom>
            <a:gradFill>
              <a:gsLst>
                <a:gs pos="0">
                  <a:srgbClr val="999898">
                    <a:alpha val="3895"/>
                  </a:srgbClr>
                </a:gs>
                <a:gs pos="14286">
                  <a:srgbClr val="999898">
                    <a:alpha val="3586"/>
                  </a:srgbClr>
                </a:gs>
                <a:gs pos="28571">
                  <a:srgbClr val="999898">
                    <a:alpha val="2796"/>
                  </a:srgbClr>
                </a:gs>
                <a:gs pos="42857">
                  <a:srgbClr val="999898">
                    <a:alpha val="1843"/>
                  </a:srgbClr>
                </a:gs>
                <a:gs pos="57143">
                  <a:srgbClr val="999898">
                    <a:alpha val="1025"/>
                  </a:srgbClr>
                </a:gs>
                <a:gs pos="71429">
                  <a:srgbClr val="999898">
                    <a:alpha val="481"/>
                  </a:srgbClr>
                </a:gs>
                <a:gs pos="85714">
                  <a:srgbClr val="999898">
                    <a:alpha val="191"/>
                  </a:srgbClr>
                </a:gs>
                <a:gs pos="100000">
                  <a:srgbClr val="999898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4494496">
              <a:off x="667767" y="3364238"/>
              <a:ext cx="592234" cy="549184"/>
            </a:xfrm>
            <a:prstGeom prst="ellipse">
              <a:avLst/>
            </a:prstGeom>
            <a:gradFill>
              <a:gsLst>
                <a:gs pos="0">
                  <a:srgbClr val="A0A0A0">
                    <a:alpha val="12995"/>
                  </a:srgbClr>
                </a:gs>
                <a:gs pos="14286">
                  <a:srgbClr val="A0A0A0">
                    <a:alpha val="12010"/>
                  </a:srgbClr>
                </a:gs>
                <a:gs pos="28571">
                  <a:srgbClr val="A0A0A0">
                    <a:alpha val="9457"/>
                  </a:srgbClr>
                </a:gs>
                <a:gs pos="42857">
                  <a:srgbClr val="A0A0A0">
                    <a:alpha val="6308"/>
                  </a:srgbClr>
                </a:gs>
                <a:gs pos="57143">
                  <a:srgbClr val="A0A0A0">
                    <a:alpha val="3546"/>
                  </a:srgbClr>
                </a:gs>
                <a:gs pos="71429">
                  <a:srgbClr val="A0A0A0">
                    <a:alpha val="1676"/>
                  </a:srgbClr>
                </a:gs>
                <a:gs pos="85714">
                  <a:srgbClr val="A0A0A0">
                    <a:alpha val="666"/>
                  </a:srgbClr>
                </a:gs>
                <a:gs pos="100000">
                  <a:srgbClr val="A0A0A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3705463">
              <a:off x="115199" y="857783"/>
              <a:ext cx="480544" cy="470983"/>
            </a:xfrm>
            <a:prstGeom prst="ellipse">
              <a:avLst/>
            </a:prstGeom>
            <a:gradFill>
              <a:gsLst>
                <a:gs pos="0">
                  <a:srgbClr val="363437">
                    <a:alpha val="11557"/>
                  </a:srgbClr>
                </a:gs>
                <a:gs pos="14286">
                  <a:srgbClr val="363437">
                    <a:alpha val="10674"/>
                  </a:srgbClr>
                </a:gs>
                <a:gs pos="28571">
                  <a:srgbClr val="363437">
                    <a:alpha val="8391"/>
                  </a:srgbClr>
                </a:gs>
                <a:gs pos="42857">
                  <a:srgbClr val="363437">
                    <a:alpha val="5587"/>
                  </a:srgbClr>
                </a:gs>
                <a:gs pos="57143">
                  <a:srgbClr val="363437">
                    <a:alpha val="3135"/>
                  </a:srgbClr>
                </a:gs>
                <a:gs pos="71429">
                  <a:srgbClr val="363437">
                    <a:alpha val="1480"/>
                  </a:srgbClr>
                </a:gs>
                <a:gs pos="85714">
                  <a:srgbClr val="363437">
                    <a:alpha val="588"/>
                  </a:srgbClr>
                </a:gs>
                <a:gs pos="100000">
                  <a:srgbClr val="363437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7375373">
              <a:off x="3206596" y="3435535"/>
              <a:ext cx="873526" cy="247410"/>
            </a:xfrm>
            <a:prstGeom prst="ellipse">
              <a:avLst/>
            </a:prstGeom>
            <a:gradFill>
              <a:gsLst>
                <a:gs pos="0">
                  <a:srgbClr val="464744">
                    <a:alpha val="13470"/>
                  </a:srgbClr>
                </a:gs>
                <a:gs pos="14286">
                  <a:srgbClr val="464744">
                    <a:alpha val="12452"/>
                  </a:srgbClr>
                </a:gs>
                <a:gs pos="28571">
                  <a:srgbClr val="464744">
                    <a:alpha val="9810"/>
                  </a:srgbClr>
                </a:gs>
                <a:gs pos="42857">
                  <a:srgbClr val="464744">
                    <a:alpha val="6548"/>
                  </a:srgbClr>
                </a:gs>
                <a:gs pos="57143">
                  <a:srgbClr val="464744">
                    <a:alpha val="3683"/>
                  </a:srgbClr>
                </a:gs>
                <a:gs pos="71429">
                  <a:srgbClr val="464744">
                    <a:alpha val="1741"/>
                  </a:srgbClr>
                </a:gs>
                <a:gs pos="85714">
                  <a:srgbClr val="464744">
                    <a:alpha val="692"/>
                  </a:srgbClr>
                </a:gs>
                <a:gs pos="100000">
                  <a:srgbClr val="464744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5206183">
              <a:off x="2694407" y="3107853"/>
              <a:ext cx="55098" cy="13775"/>
            </a:xfrm>
            <a:prstGeom prst="ellipse">
              <a:avLst/>
            </a:prstGeom>
            <a:gradFill>
              <a:gsLst>
                <a:gs pos="0">
                  <a:srgbClr val="A2A2A3">
                    <a:alpha val="19282"/>
                  </a:srgbClr>
                </a:gs>
                <a:gs pos="14286">
                  <a:srgbClr val="A2A2A3">
                    <a:alpha val="17871"/>
                  </a:srgbClr>
                </a:gs>
                <a:gs pos="28571">
                  <a:srgbClr val="A2A2A3">
                    <a:alpha val="14175"/>
                  </a:srgbClr>
                </a:gs>
                <a:gs pos="42857">
                  <a:srgbClr val="A2A2A3">
                    <a:alpha val="9540"/>
                  </a:srgbClr>
                </a:gs>
                <a:gs pos="57143">
                  <a:srgbClr val="A2A2A3">
                    <a:alpha val="5404"/>
                  </a:srgbClr>
                </a:gs>
                <a:gs pos="71429">
                  <a:srgbClr val="A2A2A3">
                    <a:alpha val="2567"/>
                  </a:srgbClr>
                </a:gs>
                <a:gs pos="85714">
                  <a:srgbClr val="A2A2A3">
                    <a:alpha val="1023"/>
                  </a:srgbClr>
                </a:gs>
                <a:gs pos="100000">
                  <a:srgbClr val="A2A2A3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5128560">
              <a:off x="2704528" y="3238032"/>
              <a:ext cx="55193" cy="13798"/>
            </a:xfrm>
            <a:prstGeom prst="ellipse">
              <a:avLst/>
            </a:prstGeom>
            <a:gradFill>
              <a:gsLst>
                <a:gs pos="0">
                  <a:srgbClr val="A2A1A2">
                    <a:alpha val="19265"/>
                  </a:srgbClr>
                </a:gs>
                <a:gs pos="14286">
                  <a:srgbClr val="A2A1A2">
                    <a:alpha val="17855"/>
                  </a:srgbClr>
                </a:gs>
                <a:gs pos="28571">
                  <a:srgbClr val="A2A1A2">
                    <a:alpha val="14163"/>
                  </a:srgbClr>
                </a:gs>
                <a:gs pos="42857">
                  <a:srgbClr val="A2A1A2">
                    <a:alpha val="9531"/>
                  </a:srgbClr>
                </a:gs>
                <a:gs pos="57143">
                  <a:srgbClr val="A2A1A2">
                    <a:alpha val="5399"/>
                  </a:srgbClr>
                </a:gs>
                <a:gs pos="71429">
                  <a:srgbClr val="A2A1A2">
                    <a:alpha val="2565"/>
                  </a:srgbClr>
                </a:gs>
                <a:gs pos="85714">
                  <a:srgbClr val="A2A1A2">
                    <a:alpha val="1022"/>
                  </a:srgbClr>
                </a:gs>
                <a:gs pos="100000">
                  <a:srgbClr val="A2A1A2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5480297">
              <a:off x="1285587" y="1185138"/>
              <a:ext cx="55596" cy="13899"/>
            </a:xfrm>
            <a:prstGeom prst="ellipse">
              <a:avLst/>
            </a:prstGeom>
            <a:gradFill>
              <a:gsLst>
                <a:gs pos="0">
                  <a:srgbClr val="959595">
                    <a:alpha val="19192"/>
                  </a:srgbClr>
                </a:gs>
                <a:gs pos="14286">
                  <a:srgbClr val="959595">
                    <a:alpha val="17788"/>
                  </a:srgbClr>
                </a:gs>
                <a:gs pos="28571">
                  <a:srgbClr val="959595">
                    <a:alpha val="14108"/>
                  </a:srgbClr>
                </a:gs>
                <a:gs pos="42857">
                  <a:srgbClr val="959595">
                    <a:alpha val="9494"/>
                  </a:srgbClr>
                </a:gs>
                <a:gs pos="57143">
                  <a:srgbClr val="959595">
                    <a:alpha val="5377"/>
                  </a:srgbClr>
                </a:gs>
                <a:gs pos="71429">
                  <a:srgbClr val="959595">
                    <a:alpha val="2554"/>
                  </a:srgbClr>
                </a:gs>
                <a:gs pos="85714">
                  <a:srgbClr val="959595">
                    <a:alpha val="1018"/>
                  </a:srgbClr>
                </a:gs>
                <a:gs pos="100000">
                  <a:srgbClr val="959595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4397287">
              <a:off x="3084025" y="1318312"/>
              <a:ext cx="865768" cy="236031"/>
            </a:xfrm>
            <a:prstGeom prst="ellipse">
              <a:avLst/>
            </a:prstGeom>
            <a:gradFill>
              <a:gsLst>
                <a:gs pos="0">
                  <a:srgbClr val="787776">
                    <a:alpha val="9261"/>
                  </a:srgbClr>
                </a:gs>
                <a:gs pos="14286">
                  <a:srgbClr val="787776">
                    <a:alpha val="8545"/>
                  </a:srgbClr>
                </a:gs>
                <a:gs pos="28571">
                  <a:srgbClr val="787776">
                    <a:alpha val="6700"/>
                  </a:srgbClr>
                </a:gs>
                <a:gs pos="42857">
                  <a:srgbClr val="787776">
                    <a:alpha val="4447"/>
                  </a:srgbClr>
                </a:gs>
                <a:gs pos="57143">
                  <a:srgbClr val="787776">
                    <a:alpha val="2489"/>
                  </a:srgbClr>
                </a:gs>
                <a:gs pos="71429">
                  <a:srgbClr val="787776">
                    <a:alpha val="1173"/>
                  </a:srgbClr>
                </a:gs>
                <a:gs pos="85714">
                  <a:srgbClr val="787776">
                    <a:alpha val="465"/>
                  </a:srgbClr>
                </a:gs>
                <a:gs pos="100000">
                  <a:srgbClr val="787776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5548250">
              <a:off x="1269156" y="1899432"/>
              <a:ext cx="47300" cy="11825"/>
            </a:xfrm>
            <a:prstGeom prst="ellipse">
              <a:avLst/>
            </a:prstGeom>
            <a:gradFill>
              <a:gsLst>
                <a:gs pos="0">
                  <a:srgbClr val="7B7B7B">
                    <a:alpha val="20664"/>
                  </a:srgbClr>
                </a:gs>
                <a:gs pos="14286">
                  <a:srgbClr val="7B7B7B">
                    <a:alpha val="19165"/>
                  </a:srgbClr>
                </a:gs>
                <a:gs pos="28571">
                  <a:srgbClr val="7B7B7B">
                    <a:alpha val="15227"/>
                  </a:srgbClr>
                </a:gs>
                <a:gs pos="42857">
                  <a:srgbClr val="7B7B7B">
                    <a:alpha val="10269"/>
                  </a:srgbClr>
                </a:gs>
                <a:gs pos="57143">
                  <a:srgbClr val="7B7B7B">
                    <a:alpha val="5827"/>
                  </a:srgbClr>
                </a:gs>
                <a:gs pos="71429">
                  <a:srgbClr val="7B7B7B">
                    <a:alpha val="2771"/>
                  </a:srgbClr>
                </a:gs>
                <a:gs pos="85714">
                  <a:srgbClr val="7B7B7B">
                    <a:alpha val="1105"/>
                  </a:srgbClr>
                </a:gs>
                <a:gs pos="100000">
                  <a:srgbClr val="7B7B7B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425353">
              <a:off x="1284517" y="1085935"/>
              <a:ext cx="55849" cy="13962"/>
            </a:xfrm>
            <a:prstGeom prst="ellipse">
              <a:avLst/>
            </a:prstGeom>
            <a:gradFill>
              <a:gsLst>
                <a:gs pos="0">
                  <a:srgbClr val="919090">
                    <a:alpha val="19147"/>
                  </a:srgbClr>
                </a:gs>
                <a:gs pos="14286">
                  <a:srgbClr val="919090">
                    <a:alpha val="17745"/>
                  </a:srgbClr>
                </a:gs>
                <a:gs pos="28571">
                  <a:srgbClr val="919090">
                    <a:alpha val="14074"/>
                  </a:srgbClr>
                </a:gs>
                <a:gs pos="42857">
                  <a:srgbClr val="919090">
                    <a:alpha val="9470"/>
                  </a:srgbClr>
                </a:gs>
                <a:gs pos="57143">
                  <a:srgbClr val="919090">
                    <a:alpha val="5364"/>
                  </a:srgbClr>
                </a:gs>
                <a:gs pos="71429">
                  <a:srgbClr val="919090">
                    <a:alpha val="2547"/>
                  </a:srgbClr>
                </a:gs>
                <a:gs pos="85714">
                  <a:srgbClr val="919090">
                    <a:alpha val="1015"/>
                  </a:srgbClr>
                </a:gs>
                <a:gs pos="100000">
                  <a:srgbClr val="919090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5148653">
              <a:off x="2013017" y="2303379"/>
              <a:ext cx="738800" cy="195234"/>
            </a:xfrm>
            <a:prstGeom prst="ellipse">
              <a:avLst/>
            </a:prstGeom>
            <a:gradFill>
              <a:gsLst>
                <a:gs pos="0">
                  <a:srgbClr val="575758">
                    <a:alpha val="10127"/>
                  </a:srgbClr>
                </a:gs>
                <a:gs pos="14286">
                  <a:srgbClr val="575758">
                    <a:alpha val="9347"/>
                  </a:srgbClr>
                </a:gs>
                <a:gs pos="28571">
                  <a:srgbClr val="575758">
                    <a:alpha val="7337"/>
                  </a:srgbClr>
                </a:gs>
                <a:gs pos="42857">
                  <a:srgbClr val="575758">
                    <a:alpha val="4875"/>
                  </a:srgbClr>
                </a:gs>
                <a:gs pos="57143">
                  <a:srgbClr val="575758">
                    <a:alpha val="2731"/>
                  </a:srgbClr>
                </a:gs>
                <a:gs pos="71429">
                  <a:srgbClr val="575758">
                    <a:alpha val="1288"/>
                  </a:srgbClr>
                </a:gs>
                <a:gs pos="85714">
                  <a:srgbClr val="575758">
                    <a:alpha val="511"/>
                  </a:srgbClr>
                </a:gs>
                <a:gs pos="100000">
                  <a:srgbClr val="575758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5488687">
              <a:off x="938634" y="1792661"/>
              <a:ext cx="752844" cy="154688"/>
            </a:xfrm>
            <a:prstGeom prst="ellipse">
              <a:avLst/>
            </a:prstGeom>
            <a:gradFill>
              <a:gsLst>
                <a:gs pos="0">
                  <a:srgbClr val="000003">
                    <a:alpha val="19313"/>
                  </a:srgbClr>
                </a:gs>
                <a:gs pos="14286">
                  <a:srgbClr val="000003">
                    <a:alpha val="17900"/>
                  </a:srgbClr>
                </a:gs>
                <a:gs pos="28571">
                  <a:srgbClr val="000003">
                    <a:alpha val="14199"/>
                  </a:srgbClr>
                </a:gs>
                <a:gs pos="42857">
                  <a:srgbClr val="000003">
                    <a:alpha val="9557"/>
                  </a:srgbClr>
                </a:gs>
                <a:gs pos="57143">
                  <a:srgbClr val="000003">
                    <a:alpha val="5414"/>
                  </a:srgbClr>
                </a:gs>
                <a:gs pos="71429">
                  <a:srgbClr val="000003">
                    <a:alpha val="2572"/>
                  </a:srgbClr>
                </a:gs>
                <a:gs pos="85714">
                  <a:srgbClr val="000003">
                    <a:alpha val="1025"/>
                  </a:srgbClr>
                </a:gs>
                <a:gs pos="100000">
                  <a:srgbClr val="000003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5298757">
              <a:off x="898117" y="2841494"/>
              <a:ext cx="776836" cy="175888"/>
            </a:xfrm>
            <a:prstGeom prst="ellipse">
              <a:avLst/>
            </a:prstGeom>
            <a:gradFill>
              <a:gsLst>
                <a:gs pos="0">
                  <a:srgbClr val="000800">
                    <a:alpha val="6220"/>
                  </a:srgbClr>
                </a:gs>
                <a:gs pos="14286">
                  <a:srgbClr val="000800">
                    <a:alpha val="5732"/>
                  </a:srgbClr>
                </a:gs>
                <a:gs pos="28571">
                  <a:srgbClr val="000800">
                    <a:alpha val="4480"/>
                  </a:srgbClr>
                </a:gs>
                <a:gs pos="42857">
                  <a:srgbClr val="000800">
                    <a:alpha val="2961"/>
                  </a:srgbClr>
                </a:gs>
                <a:gs pos="57143">
                  <a:srgbClr val="000800">
                    <a:alpha val="1652"/>
                  </a:srgbClr>
                </a:gs>
                <a:gs pos="71429">
                  <a:srgbClr val="000800">
                    <a:alpha val="777"/>
                  </a:srgbClr>
                </a:gs>
                <a:gs pos="85714">
                  <a:srgbClr val="000800">
                    <a:alpha val="308"/>
                  </a:srgbClr>
                </a:gs>
                <a:gs pos="100000">
                  <a:srgbClr val="0008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430544">
              <a:off x="1091296" y="2888319"/>
              <a:ext cx="406356" cy="30242"/>
            </a:xfrm>
            <a:prstGeom prst="ellipse">
              <a:avLst/>
            </a:prstGeom>
            <a:gradFill>
              <a:gsLst>
                <a:gs pos="0">
                  <a:srgbClr val="FAF9F9">
                    <a:alpha val="32968"/>
                  </a:srgbClr>
                </a:gs>
                <a:gs pos="14286">
                  <a:srgbClr val="FAF9F9">
                    <a:alpha val="30764"/>
                  </a:srgbClr>
                </a:gs>
                <a:gs pos="28571">
                  <a:srgbClr val="FAF9F9">
                    <a:alpha val="24833"/>
                  </a:srgbClr>
                </a:gs>
                <a:gs pos="42857">
                  <a:srgbClr val="FAF9F9">
                    <a:alpha val="17075"/>
                  </a:srgbClr>
                </a:gs>
                <a:gs pos="57143">
                  <a:srgbClr val="FAF9F9">
                    <a:alpha val="9855"/>
                  </a:srgbClr>
                </a:gs>
                <a:gs pos="71429">
                  <a:srgbClr val="FAF9F9">
                    <a:alpha val="4740"/>
                  </a:srgbClr>
                </a:gs>
                <a:gs pos="85714">
                  <a:srgbClr val="FAF9F9">
                    <a:alpha val="1902"/>
                  </a:srgbClr>
                </a:gs>
                <a:gs pos="100000">
                  <a:srgbClr val="FA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6696713">
              <a:off x="46079" y="414097"/>
              <a:ext cx="783367" cy="198793"/>
            </a:xfrm>
            <a:prstGeom prst="ellipse">
              <a:avLst/>
            </a:prstGeom>
            <a:gradFill>
              <a:gsLst>
                <a:gs pos="0">
                  <a:srgbClr val="424546">
                    <a:alpha val="8376"/>
                  </a:srgbClr>
                </a:gs>
                <a:gs pos="14286">
                  <a:srgbClr val="424546">
                    <a:alpha val="7725"/>
                  </a:srgbClr>
                </a:gs>
                <a:gs pos="28571">
                  <a:srgbClr val="424546">
                    <a:alpha val="6052"/>
                  </a:srgbClr>
                </a:gs>
                <a:gs pos="42857">
                  <a:srgbClr val="424546">
                    <a:alpha val="4012"/>
                  </a:srgbClr>
                </a:gs>
                <a:gs pos="57143">
                  <a:srgbClr val="424546">
                    <a:alpha val="2243"/>
                  </a:srgbClr>
                </a:gs>
                <a:gs pos="71429">
                  <a:srgbClr val="424546">
                    <a:alpha val="1056"/>
                  </a:srgbClr>
                </a:gs>
                <a:gs pos="85714">
                  <a:srgbClr val="424546">
                    <a:alpha val="419"/>
                  </a:srgbClr>
                </a:gs>
                <a:gs pos="100000">
                  <a:srgbClr val="424546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4543401">
              <a:off x="3137652" y="1345147"/>
              <a:ext cx="726268" cy="194160"/>
            </a:xfrm>
            <a:prstGeom prst="ellipse">
              <a:avLst/>
            </a:prstGeom>
            <a:gradFill>
              <a:gsLst>
                <a:gs pos="0">
                  <a:srgbClr val="61625F">
                    <a:alpha val="7717"/>
                  </a:srgbClr>
                </a:gs>
                <a:gs pos="14286">
                  <a:srgbClr val="61625F">
                    <a:alpha val="7116"/>
                  </a:srgbClr>
                </a:gs>
                <a:gs pos="28571">
                  <a:srgbClr val="61625F">
                    <a:alpha val="5570"/>
                  </a:srgbClr>
                </a:gs>
                <a:gs pos="42857">
                  <a:srgbClr val="61625F">
                    <a:alpha val="3689"/>
                  </a:srgbClr>
                </a:gs>
                <a:gs pos="57143">
                  <a:srgbClr val="61625F">
                    <a:alpha val="2061"/>
                  </a:srgbClr>
                </a:gs>
                <a:gs pos="71429">
                  <a:srgbClr val="61625F">
                    <a:alpha val="970"/>
                  </a:srgbClr>
                </a:gs>
                <a:gs pos="85714">
                  <a:srgbClr val="61625F">
                    <a:alpha val="385"/>
                  </a:srgbClr>
                </a:gs>
                <a:gs pos="100000">
                  <a:srgbClr val="61625F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5091795">
              <a:off x="1605842" y="3240723"/>
              <a:ext cx="528618" cy="527339"/>
            </a:xfrm>
            <a:prstGeom prst="ellipse">
              <a:avLst/>
            </a:prstGeom>
            <a:gradFill>
              <a:gsLst>
                <a:gs pos="0">
                  <a:srgbClr val="605F5F">
                    <a:alpha val="11293"/>
                  </a:srgbClr>
                </a:gs>
                <a:gs pos="14286">
                  <a:srgbClr val="605F5F">
                    <a:alpha val="10429"/>
                  </a:srgbClr>
                </a:gs>
                <a:gs pos="28571">
                  <a:srgbClr val="605F5F">
                    <a:alpha val="8197"/>
                  </a:srgbClr>
                </a:gs>
                <a:gs pos="42857">
                  <a:srgbClr val="605F5F">
                    <a:alpha val="5455"/>
                  </a:srgbClr>
                </a:gs>
                <a:gs pos="57143">
                  <a:srgbClr val="605F5F">
                    <a:alpha val="3060"/>
                  </a:srgbClr>
                </a:gs>
                <a:gs pos="71429">
                  <a:srgbClr val="605F5F">
                    <a:alpha val="1444"/>
                  </a:srgbClr>
                </a:gs>
                <a:gs pos="85714">
                  <a:srgbClr val="605F5F">
                    <a:alpha val="574"/>
                  </a:srgbClr>
                </a:gs>
                <a:gs pos="100000">
                  <a:srgbClr val="605F5F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5401250">
              <a:off x="2582006" y="2497133"/>
              <a:ext cx="722728" cy="181393"/>
            </a:xfrm>
            <a:prstGeom prst="ellipse">
              <a:avLst/>
            </a:prstGeom>
            <a:gradFill>
              <a:gsLst>
                <a:gs pos="0">
                  <a:srgbClr val="868686">
                    <a:alpha val="7883"/>
                  </a:srgbClr>
                </a:gs>
                <a:gs pos="14286">
                  <a:srgbClr val="868686">
                    <a:alpha val="7269"/>
                  </a:srgbClr>
                </a:gs>
                <a:gs pos="28571">
                  <a:srgbClr val="868686">
                    <a:alpha val="5691"/>
                  </a:srgbClr>
                </a:gs>
                <a:gs pos="42857">
                  <a:srgbClr val="868686">
                    <a:alpha val="3771"/>
                  </a:srgbClr>
                </a:gs>
                <a:gs pos="57143">
                  <a:srgbClr val="868686">
                    <a:alpha val="2107"/>
                  </a:srgbClr>
                </a:gs>
                <a:gs pos="71429">
                  <a:srgbClr val="868686">
                    <a:alpha val="992"/>
                  </a:srgbClr>
                </a:gs>
                <a:gs pos="85714">
                  <a:srgbClr val="868686">
                    <a:alpha val="393"/>
                  </a:srgbClr>
                </a:gs>
                <a:gs pos="100000">
                  <a:srgbClr val="868686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5300918">
              <a:off x="2068993" y="586923"/>
              <a:ext cx="348216" cy="18124"/>
            </a:xfrm>
            <a:prstGeom prst="ellipse">
              <a:avLst/>
            </a:prstGeom>
            <a:gradFill>
              <a:gsLst>
                <a:gs pos="0">
                  <a:srgbClr val="FAFAFB">
                    <a:alpha val="32150"/>
                  </a:srgbClr>
                </a:gs>
                <a:gs pos="14286">
                  <a:srgbClr val="FAFAFB">
                    <a:alpha val="29987"/>
                  </a:srgbClr>
                </a:gs>
                <a:gs pos="28571">
                  <a:srgbClr val="FAFAFB">
                    <a:alpha val="24179"/>
                  </a:srgbClr>
                </a:gs>
                <a:gs pos="42857">
                  <a:srgbClr val="FAFAFB">
                    <a:alpha val="16603"/>
                  </a:srgbClr>
                </a:gs>
                <a:gs pos="57143">
                  <a:srgbClr val="FAFAFB">
                    <a:alpha val="9571"/>
                  </a:srgbClr>
                </a:gs>
                <a:gs pos="71429">
                  <a:srgbClr val="FAFAFB">
                    <a:alpha val="4600"/>
                  </a:srgbClr>
                </a:gs>
                <a:gs pos="85714">
                  <a:srgbClr val="FAFAFB">
                    <a:alpha val="1845"/>
                  </a:srgbClr>
                </a:gs>
                <a:gs pos="100000">
                  <a:srgbClr val="FAFAFB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5109569">
              <a:off x="2650344" y="2925530"/>
              <a:ext cx="58261" cy="14565"/>
            </a:xfrm>
            <a:prstGeom prst="ellipse">
              <a:avLst/>
            </a:prstGeom>
            <a:gradFill>
              <a:gsLst>
                <a:gs pos="0">
                  <a:srgbClr val="9A9A9A">
                    <a:alpha val="18714"/>
                  </a:srgbClr>
                </a:gs>
                <a:gs pos="14286">
                  <a:srgbClr val="9A9A9A">
                    <a:alpha val="17340"/>
                  </a:srgbClr>
                </a:gs>
                <a:gs pos="28571">
                  <a:srgbClr val="9A9A9A">
                    <a:alpha val="13745"/>
                  </a:srgbClr>
                </a:gs>
                <a:gs pos="42857">
                  <a:srgbClr val="9A9A9A">
                    <a:alpha val="9243"/>
                  </a:srgbClr>
                </a:gs>
                <a:gs pos="57143">
                  <a:srgbClr val="9A9A9A">
                    <a:alpha val="5232"/>
                  </a:srgbClr>
                </a:gs>
                <a:gs pos="71429">
                  <a:srgbClr val="9A9A9A">
                    <a:alpha val="2484"/>
                  </a:srgbClr>
                </a:gs>
                <a:gs pos="85714">
                  <a:srgbClr val="9A9A9A">
                    <a:alpha val="990"/>
                  </a:srgbClr>
                </a:gs>
                <a:gs pos="100000">
                  <a:srgbClr val="9A9A9A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10541777">
              <a:off x="1501092" y="68210"/>
              <a:ext cx="557333" cy="552108"/>
            </a:xfrm>
            <a:prstGeom prst="ellipse">
              <a:avLst/>
            </a:prstGeom>
            <a:gradFill>
              <a:gsLst>
                <a:gs pos="0">
                  <a:srgbClr val="575757">
                    <a:alpha val="7189"/>
                  </a:srgbClr>
                </a:gs>
                <a:gs pos="14286">
                  <a:srgbClr val="575757">
                    <a:alpha val="6627"/>
                  </a:srgbClr>
                </a:gs>
                <a:gs pos="28571">
                  <a:srgbClr val="575757">
                    <a:alpha val="5185"/>
                  </a:srgbClr>
                </a:gs>
                <a:gs pos="42857">
                  <a:srgbClr val="575757">
                    <a:alpha val="3432"/>
                  </a:srgbClr>
                </a:gs>
                <a:gs pos="57143">
                  <a:srgbClr val="575757">
                    <a:alpha val="1916"/>
                  </a:srgbClr>
                </a:gs>
                <a:gs pos="71429">
                  <a:srgbClr val="575757">
                    <a:alpha val="902"/>
                  </a:srgbClr>
                </a:gs>
                <a:gs pos="85714">
                  <a:srgbClr val="575757">
                    <a:alpha val="358"/>
                  </a:srgbClr>
                </a:gs>
                <a:gs pos="100000">
                  <a:srgbClr val="575757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5443868">
              <a:off x="1263381" y="1456139"/>
              <a:ext cx="125422" cy="44667"/>
            </a:xfrm>
            <a:prstGeom prst="ellipse">
              <a:avLst/>
            </a:prstGeom>
            <a:gradFill>
              <a:gsLst>
                <a:gs pos="0">
                  <a:srgbClr val="DEDEDF">
                    <a:alpha val="25866"/>
                  </a:srgbClr>
                </a:gs>
                <a:gs pos="14286">
                  <a:srgbClr val="DEDEDF">
                    <a:alpha val="24049"/>
                  </a:srgbClr>
                </a:gs>
                <a:gs pos="28571">
                  <a:srgbClr val="DEDEDF">
                    <a:alpha val="19232"/>
                  </a:srgbClr>
                </a:gs>
                <a:gs pos="42857">
                  <a:srgbClr val="DEDEDF">
                    <a:alpha val="13073"/>
                  </a:srgbClr>
                </a:gs>
                <a:gs pos="57143">
                  <a:srgbClr val="DEDEDF">
                    <a:alpha val="7469"/>
                  </a:srgbClr>
                </a:gs>
                <a:gs pos="71429">
                  <a:srgbClr val="DEDEDF">
                    <a:alpha val="3569"/>
                  </a:srgbClr>
                </a:gs>
                <a:gs pos="85714">
                  <a:srgbClr val="DEDEDF">
                    <a:alpha val="1427"/>
                  </a:srgbClr>
                </a:gs>
                <a:gs pos="100000">
                  <a:srgbClr val="DEDEDF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5400000">
              <a:off x="3619695" y="-6372"/>
              <a:ext cx="32254" cy="32254"/>
            </a:xfrm>
            <a:prstGeom prst="ellipse">
              <a:avLst/>
            </a:prstGeom>
            <a:gradFill>
              <a:gsLst>
                <a:gs pos="0">
                  <a:srgbClr val="BCBCBD">
                    <a:alpha val="20971"/>
                  </a:srgbClr>
                </a:gs>
                <a:gs pos="14286">
                  <a:srgbClr val="BCBCBD">
                    <a:alpha val="19452"/>
                  </a:srgbClr>
                </a:gs>
                <a:gs pos="28571">
                  <a:srgbClr val="BCBCBD">
                    <a:alpha val="15461"/>
                  </a:srgbClr>
                </a:gs>
                <a:gs pos="42857">
                  <a:srgbClr val="BCBCBD">
                    <a:alpha val="10431"/>
                  </a:srgbClr>
                </a:gs>
                <a:gs pos="57143">
                  <a:srgbClr val="BCBCBD">
                    <a:alpha val="5922"/>
                  </a:srgbClr>
                </a:gs>
                <a:gs pos="71429">
                  <a:srgbClr val="BCBCBD">
                    <a:alpha val="2817"/>
                  </a:srgbClr>
                </a:gs>
                <a:gs pos="85714">
                  <a:srgbClr val="BCBCBD">
                    <a:alpha val="1124"/>
                  </a:srgbClr>
                </a:gs>
                <a:gs pos="100000">
                  <a:srgbClr val="BCBCBD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562331">
              <a:off x="1073687" y="380917"/>
              <a:ext cx="58505" cy="14626"/>
            </a:xfrm>
            <a:prstGeom prst="ellipse">
              <a:avLst/>
            </a:prstGeom>
            <a:gradFill>
              <a:gsLst>
                <a:gs pos="0">
                  <a:srgbClr val="969696">
                    <a:alpha val="18670"/>
                  </a:srgbClr>
                </a:gs>
                <a:gs pos="14286">
                  <a:srgbClr val="969696">
                    <a:alpha val="17299"/>
                  </a:srgbClr>
                </a:gs>
                <a:gs pos="28571">
                  <a:srgbClr val="969696">
                    <a:alpha val="13712"/>
                  </a:srgbClr>
                </a:gs>
                <a:gs pos="42857">
                  <a:srgbClr val="969696">
                    <a:alpha val="9220"/>
                  </a:srgbClr>
                </a:gs>
                <a:gs pos="57143">
                  <a:srgbClr val="969696">
                    <a:alpha val="5219"/>
                  </a:srgbClr>
                </a:gs>
                <a:gs pos="71429">
                  <a:srgbClr val="969696">
                    <a:alpha val="2478"/>
                  </a:srgbClr>
                </a:gs>
                <a:gs pos="85714">
                  <a:srgbClr val="969696">
                    <a:alpha val="987"/>
                  </a:srgbClr>
                </a:gs>
                <a:gs pos="100000">
                  <a:srgbClr val="969696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4824682">
              <a:off x="1250058" y="1907308"/>
              <a:ext cx="654598" cy="179600"/>
            </a:xfrm>
            <a:prstGeom prst="ellipse">
              <a:avLst/>
            </a:prstGeom>
            <a:gradFill>
              <a:gsLst>
                <a:gs pos="0">
                  <a:srgbClr val="797A7A">
                    <a:alpha val="9622"/>
                  </a:srgbClr>
                </a:gs>
                <a:gs pos="14286">
                  <a:srgbClr val="797A7A">
                    <a:alpha val="8879"/>
                  </a:srgbClr>
                </a:gs>
                <a:gs pos="28571">
                  <a:srgbClr val="797A7A">
                    <a:alpha val="6965"/>
                  </a:srgbClr>
                </a:gs>
                <a:gs pos="42857">
                  <a:srgbClr val="797A7A">
                    <a:alpha val="4625"/>
                  </a:srgbClr>
                </a:gs>
                <a:gs pos="57143">
                  <a:srgbClr val="797A7A">
                    <a:alpha val="2590"/>
                  </a:srgbClr>
                </a:gs>
                <a:gs pos="71429">
                  <a:srgbClr val="797A7A">
                    <a:alpha val="1221"/>
                  </a:srgbClr>
                </a:gs>
                <a:gs pos="85714">
                  <a:srgbClr val="797A7A">
                    <a:alpha val="485"/>
                  </a:srgbClr>
                </a:gs>
                <a:gs pos="100000">
                  <a:srgbClr val="797A7A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5409029">
              <a:off x="2094146" y="2690449"/>
              <a:ext cx="569165" cy="162355"/>
            </a:xfrm>
            <a:prstGeom prst="ellipse">
              <a:avLst/>
            </a:prstGeom>
            <a:gradFill>
              <a:gsLst>
                <a:gs pos="0">
                  <a:srgbClr val="8E8C8C">
                    <a:alpha val="9935"/>
                  </a:srgbClr>
                </a:gs>
                <a:gs pos="14286">
                  <a:srgbClr val="8E8C8C">
                    <a:alpha val="9170"/>
                  </a:srgbClr>
                </a:gs>
                <a:gs pos="28571">
                  <a:srgbClr val="8E8C8C">
                    <a:alpha val="7196"/>
                  </a:srgbClr>
                </a:gs>
                <a:gs pos="42857">
                  <a:srgbClr val="8E8C8C">
                    <a:alpha val="4780"/>
                  </a:srgbClr>
                </a:gs>
                <a:gs pos="57143">
                  <a:srgbClr val="8E8C8C">
                    <a:alpha val="2678"/>
                  </a:srgbClr>
                </a:gs>
                <a:gs pos="71429">
                  <a:srgbClr val="8E8C8C">
                    <a:alpha val="1262"/>
                  </a:srgbClr>
                </a:gs>
                <a:gs pos="85714">
                  <a:srgbClr val="8E8C8C">
                    <a:alpha val="501"/>
                  </a:srgbClr>
                </a:gs>
                <a:gs pos="100000">
                  <a:srgbClr val="8E8C8C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508779">
              <a:off x="923539" y="3505077"/>
              <a:ext cx="59021" cy="14755"/>
            </a:xfrm>
            <a:prstGeom prst="ellipse">
              <a:avLst/>
            </a:prstGeom>
            <a:gradFill>
              <a:gsLst>
                <a:gs pos="0">
                  <a:srgbClr val="969796">
                    <a:alpha val="18577"/>
                  </a:srgbClr>
                </a:gs>
                <a:gs pos="14286">
                  <a:srgbClr val="969796">
                    <a:alpha val="17212"/>
                  </a:srgbClr>
                </a:gs>
                <a:gs pos="28571">
                  <a:srgbClr val="969796">
                    <a:alpha val="13641"/>
                  </a:srgbClr>
                </a:gs>
                <a:gs pos="42857">
                  <a:srgbClr val="969796">
                    <a:alpha val="9172"/>
                  </a:srgbClr>
                </a:gs>
                <a:gs pos="57143">
                  <a:srgbClr val="969796">
                    <a:alpha val="5191"/>
                  </a:srgbClr>
                </a:gs>
                <a:gs pos="71429">
                  <a:srgbClr val="969796">
                    <a:alpha val="2464"/>
                  </a:srgbClr>
                </a:gs>
                <a:gs pos="85714">
                  <a:srgbClr val="969796">
                    <a:alpha val="982"/>
                  </a:srgbClr>
                </a:gs>
                <a:gs pos="100000">
                  <a:srgbClr val="969796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123087">
              <a:off x="2400622" y="59221"/>
              <a:ext cx="58953" cy="14738"/>
            </a:xfrm>
            <a:prstGeom prst="ellipse">
              <a:avLst/>
            </a:prstGeom>
            <a:gradFill>
              <a:gsLst>
                <a:gs pos="0">
                  <a:srgbClr val="939393">
                    <a:alpha val="18589"/>
                  </a:srgbClr>
                </a:gs>
                <a:gs pos="14286">
                  <a:srgbClr val="939393">
                    <a:alpha val="17224"/>
                  </a:srgbClr>
                </a:gs>
                <a:gs pos="28571">
                  <a:srgbClr val="939393">
                    <a:alpha val="13651"/>
                  </a:srgbClr>
                </a:gs>
                <a:gs pos="42857">
                  <a:srgbClr val="939393">
                    <a:alpha val="9178"/>
                  </a:srgbClr>
                </a:gs>
                <a:gs pos="57143">
                  <a:srgbClr val="939393">
                    <a:alpha val="5195"/>
                  </a:srgbClr>
                </a:gs>
                <a:gs pos="71429">
                  <a:srgbClr val="939393">
                    <a:alpha val="2466"/>
                  </a:srgbClr>
                </a:gs>
                <a:gs pos="85714">
                  <a:srgbClr val="939393">
                    <a:alpha val="983"/>
                  </a:srgbClr>
                </a:gs>
                <a:gs pos="100000">
                  <a:srgbClr val="939393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420553">
              <a:off x="881084" y="2076352"/>
              <a:ext cx="844076" cy="175545"/>
            </a:xfrm>
            <a:prstGeom prst="ellipse">
              <a:avLst/>
            </a:prstGeom>
            <a:gradFill>
              <a:gsLst>
                <a:gs pos="0">
                  <a:srgbClr val="000002">
                    <a:alpha val="10129"/>
                  </a:srgbClr>
                </a:gs>
                <a:gs pos="14286">
                  <a:srgbClr val="000002">
                    <a:alpha val="9350"/>
                  </a:srgbClr>
                </a:gs>
                <a:gs pos="28571">
                  <a:srgbClr val="000002">
                    <a:alpha val="7339"/>
                  </a:srgbClr>
                </a:gs>
                <a:gs pos="42857">
                  <a:srgbClr val="000002">
                    <a:alpha val="4876"/>
                  </a:srgbClr>
                </a:gs>
                <a:gs pos="57143">
                  <a:srgbClr val="000002">
                    <a:alpha val="2732"/>
                  </a:srgbClr>
                </a:gs>
                <a:gs pos="71429">
                  <a:srgbClr val="000002">
                    <a:alpha val="1288"/>
                  </a:srgbClr>
                </a:gs>
                <a:gs pos="85714">
                  <a:srgbClr val="000002">
                    <a:alpha val="511"/>
                  </a:srgbClr>
                </a:gs>
                <a:gs pos="100000">
                  <a:srgbClr val="000002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5012442">
              <a:off x="2186150" y="2329255"/>
              <a:ext cx="929997" cy="139028"/>
            </a:xfrm>
            <a:prstGeom prst="ellipse">
              <a:avLst/>
            </a:prstGeom>
            <a:gradFill>
              <a:gsLst>
                <a:gs pos="0">
                  <a:srgbClr val="000500">
                    <a:alpha val="18601"/>
                  </a:srgbClr>
                </a:gs>
                <a:gs pos="14286">
                  <a:srgbClr val="000500">
                    <a:alpha val="17234"/>
                  </a:srgbClr>
                </a:gs>
                <a:gs pos="28571">
                  <a:srgbClr val="000500">
                    <a:alpha val="13659"/>
                  </a:srgbClr>
                </a:gs>
                <a:gs pos="42857">
                  <a:srgbClr val="000500">
                    <a:alpha val="9184"/>
                  </a:srgbClr>
                </a:gs>
                <a:gs pos="57143">
                  <a:srgbClr val="000500">
                    <a:alpha val="5198"/>
                  </a:srgbClr>
                </a:gs>
                <a:gs pos="71429">
                  <a:srgbClr val="000500">
                    <a:alpha val="2468"/>
                  </a:srgbClr>
                </a:gs>
                <a:gs pos="85714">
                  <a:srgbClr val="000500">
                    <a:alpha val="983"/>
                  </a:srgbClr>
                </a:gs>
                <a:gs pos="100000">
                  <a:srgbClr val="0005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105120">
              <a:off x="1234245" y="2228528"/>
              <a:ext cx="675812" cy="167613"/>
            </a:xfrm>
            <a:prstGeom prst="ellipse">
              <a:avLst/>
            </a:prstGeom>
            <a:gradFill>
              <a:gsLst>
                <a:gs pos="0">
                  <a:srgbClr val="2A2A2B">
                    <a:alpha val="9678"/>
                  </a:srgbClr>
                </a:gs>
                <a:gs pos="14286">
                  <a:srgbClr val="2A2A2B">
                    <a:alpha val="8931"/>
                  </a:srgbClr>
                </a:gs>
                <a:gs pos="28571">
                  <a:srgbClr val="2A2A2B">
                    <a:alpha val="7006"/>
                  </a:srgbClr>
                </a:gs>
                <a:gs pos="42857">
                  <a:srgbClr val="2A2A2B">
                    <a:alpha val="4653"/>
                  </a:srgbClr>
                </a:gs>
                <a:gs pos="57143">
                  <a:srgbClr val="2A2A2B">
                    <a:alpha val="2605"/>
                  </a:srgbClr>
                </a:gs>
                <a:gs pos="71429">
                  <a:srgbClr val="2A2A2B">
                    <a:alpha val="1228"/>
                  </a:srgbClr>
                </a:gs>
                <a:gs pos="85714">
                  <a:srgbClr val="2A2A2B">
                    <a:alpha val="487"/>
                  </a:srgbClr>
                </a:gs>
                <a:gs pos="100000">
                  <a:srgbClr val="2A2A2B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5186806">
              <a:off x="1430618" y="1311910"/>
              <a:ext cx="776578" cy="171628"/>
            </a:xfrm>
            <a:prstGeom prst="ellipse">
              <a:avLst/>
            </a:prstGeom>
            <a:gradFill>
              <a:gsLst>
                <a:gs pos="0">
                  <a:srgbClr val="050000">
                    <a:alpha val="17017"/>
                  </a:srgbClr>
                </a:gs>
                <a:gs pos="14286">
                  <a:srgbClr val="050000">
                    <a:alpha val="15755"/>
                  </a:srgbClr>
                </a:gs>
                <a:gs pos="28571">
                  <a:srgbClr val="050000">
                    <a:alpha val="12464"/>
                  </a:srgbClr>
                </a:gs>
                <a:gs pos="42857">
                  <a:srgbClr val="050000">
                    <a:alpha val="8361"/>
                  </a:srgbClr>
                </a:gs>
                <a:gs pos="57143">
                  <a:srgbClr val="050000">
                    <a:alpha val="4723"/>
                  </a:srgbClr>
                </a:gs>
                <a:gs pos="71429">
                  <a:srgbClr val="050000">
                    <a:alpha val="2239"/>
                  </a:srgbClr>
                </a:gs>
                <a:gs pos="85714">
                  <a:srgbClr val="050000">
                    <a:alpha val="892"/>
                  </a:srgbClr>
                </a:gs>
                <a:gs pos="100000">
                  <a:srgbClr val="050000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195722">
              <a:off x="2667308" y="2839088"/>
              <a:ext cx="58317" cy="14579"/>
            </a:xfrm>
            <a:prstGeom prst="ellipse">
              <a:avLst/>
            </a:prstGeom>
            <a:gradFill>
              <a:gsLst>
                <a:gs pos="0">
                  <a:srgbClr val="A6A6A6">
                    <a:alpha val="18704"/>
                  </a:srgbClr>
                </a:gs>
                <a:gs pos="14286">
                  <a:srgbClr val="A6A6A6">
                    <a:alpha val="17331"/>
                  </a:srgbClr>
                </a:gs>
                <a:gs pos="28571">
                  <a:srgbClr val="A6A6A6">
                    <a:alpha val="13738"/>
                  </a:srgbClr>
                </a:gs>
                <a:gs pos="42857">
                  <a:srgbClr val="A6A6A6">
                    <a:alpha val="9238"/>
                  </a:srgbClr>
                </a:gs>
                <a:gs pos="57143">
                  <a:srgbClr val="A6A6A6">
                    <a:alpha val="5229"/>
                  </a:srgbClr>
                </a:gs>
                <a:gs pos="71429">
                  <a:srgbClr val="A6A6A6">
                    <a:alpha val="2483"/>
                  </a:srgbClr>
                </a:gs>
                <a:gs pos="85714">
                  <a:srgbClr val="A6A6A6">
                    <a:alpha val="989"/>
                  </a:srgbClr>
                </a:gs>
                <a:gs pos="100000">
                  <a:srgbClr val="A6A6A6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5309481">
              <a:off x="2610196" y="2488254"/>
              <a:ext cx="59253" cy="14813"/>
            </a:xfrm>
            <a:prstGeom prst="ellipse">
              <a:avLst/>
            </a:prstGeom>
            <a:gradFill>
              <a:gsLst>
                <a:gs pos="0">
                  <a:srgbClr val="989899">
                    <a:alpha val="18535"/>
                  </a:srgbClr>
                </a:gs>
                <a:gs pos="14286">
                  <a:srgbClr val="989899">
                    <a:alpha val="17173"/>
                  </a:srgbClr>
                </a:gs>
                <a:gs pos="28571">
                  <a:srgbClr val="989899">
                    <a:alpha val="13610"/>
                  </a:srgbClr>
                </a:gs>
                <a:gs pos="42857">
                  <a:srgbClr val="989899">
                    <a:alpha val="9150"/>
                  </a:srgbClr>
                </a:gs>
                <a:gs pos="57143">
                  <a:srgbClr val="989899">
                    <a:alpha val="5178"/>
                  </a:srgbClr>
                </a:gs>
                <a:gs pos="71429">
                  <a:srgbClr val="989899">
                    <a:alpha val="2458"/>
                  </a:srgbClr>
                </a:gs>
                <a:gs pos="85714">
                  <a:srgbClr val="989899">
                    <a:alpha val="979"/>
                  </a:srgbClr>
                </a:gs>
                <a:gs pos="100000">
                  <a:srgbClr val="98989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5578258">
              <a:off x="1239587" y="2594863"/>
              <a:ext cx="58259" cy="14565"/>
            </a:xfrm>
            <a:prstGeom prst="ellipse">
              <a:avLst/>
            </a:prstGeom>
            <a:gradFill>
              <a:gsLst>
                <a:gs pos="0">
                  <a:srgbClr val="9B9B9B">
                    <a:alpha val="18714"/>
                  </a:srgbClr>
                </a:gs>
                <a:gs pos="14286">
                  <a:srgbClr val="9B9B9B">
                    <a:alpha val="17341"/>
                  </a:srgbClr>
                </a:gs>
                <a:gs pos="28571">
                  <a:srgbClr val="9B9B9B">
                    <a:alpha val="13745"/>
                  </a:srgbClr>
                </a:gs>
                <a:gs pos="42857">
                  <a:srgbClr val="9B9B9B">
                    <a:alpha val="9243"/>
                  </a:srgbClr>
                </a:gs>
                <a:gs pos="57143">
                  <a:srgbClr val="9B9B9B">
                    <a:alpha val="5232"/>
                  </a:srgbClr>
                </a:gs>
                <a:gs pos="71429">
                  <a:srgbClr val="9B9B9B">
                    <a:alpha val="2484"/>
                  </a:srgbClr>
                </a:gs>
                <a:gs pos="85714">
                  <a:srgbClr val="9B9B9B">
                    <a:alpha val="990"/>
                  </a:srgbClr>
                </a:gs>
                <a:gs pos="100000">
                  <a:srgbClr val="9B9B9B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295187">
              <a:off x="949205" y="1560783"/>
              <a:ext cx="287612" cy="22501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567475">
              <a:off x="1043729" y="1605421"/>
              <a:ext cx="59448" cy="14862"/>
            </a:xfrm>
            <a:prstGeom prst="ellipse">
              <a:avLst/>
            </a:prstGeom>
            <a:gradFill>
              <a:gsLst>
                <a:gs pos="0">
                  <a:srgbClr val="A4A4A4">
                    <a:alpha val="18500"/>
                  </a:srgbClr>
                </a:gs>
                <a:gs pos="14286">
                  <a:srgbClr val="A4A4A4">
                    <a:alpha val="17140"/>
                  </a:srgbClr>
                </a:gs>
                <a:gs pos="28571">
                  <a:srgbClr val="A4A4A4">
                    <a:alpha val="13583"/>
                  </a:srgbClr>
                </a:gs>
                <a:gs pos="42857">
                  <a:srgbClr val="A4A4A4">
                    <a:alpha val="9132"/>
                  </a:srgbClr>
                </a:gs>
                <a:gs pos="57143">
                  <a:srgbClr val="A4A4A4">
                    <a:alpha val="5168"/>
                  </a:srgbClr>
                </a:gs>
                <a:gs pos="71429">
                  <a:srgbClr val="A4A4A4">
                    <a:alpha val="2453"/>
                  </a:srgbClr>
                </a:gs>
                <a:gs pos="85714">
                  <a:srgbClr val="A4A4A4">
                    <a:alpha val="977"/>
                  </a:srgbClr>
                </a:gs>
                <a:gs pos="100000">
                  <a:srgbClr val="A4A4A4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5391420">
              <a:off x="1272547" y="2848783"/>
              <a:ext cx="60085" cy="15021"/>
            </a:xfrm>
            <a:prstGeom prst="ellipse">
              <a:avLst/>
            </a:prstGeom>
            <a:gradFill>
              <a:gsLst>
                <a:gs pos="0">
                  <a:srgbClr val="909091">
                    <a:alpha val="18385"/>
                  </a:srgbClr>
                </a:gs>
                <a:gs pos="14286">
                  <a:srgbClr val="909091">
                    <a:alpha val="17033"/>
                  </a:srgbClr>
                </a:gs>
                <a:gs pos="28571">
                  <a:srgbClr val="909091">
                    <a:alpha val="13496"/>
                  </a:srgbClr>
                </a:gs>
                <a:gs pos="42857">
                  <a:srgbClr val="909091">
                    <a:alpha val="9071"/>
                  </a:srgbClr>
                </a:gs>
                <a:gs pos="57143">
                  <a:srgbClr val="909091">
                    <a:alpha val="5133"/>
                  </a:srgbClr>
                </a:gs>
                <a:gs pos="71429">
                  <a:srgbClr val="909091">
                    <a:alpha val="2436"/>
                  </a:srgbClr>
                </a:gs>
                <a:gs pos="85714">
                  <a:srgbClr val="909091">
                    <a:alpha val="971"/>
                  </a:srgbClr>
                </a:gs>
                <a:gs pos="100000">
                  <a:srgbClr val="909091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6957709">
              <a:off x="2505187" y="1639916"/>
              <a:ext cx="96627" cy="61693"/>
            </a:xfrm>
            <a:prstGeom prst="ellipse">
              <a:avLst/>
            </a:prstGeom>
            <a:gradFill>
              <a:gsLst>
                <a:gs pos="0">
                  <a:srgbClr val="B3B3B3">
                    <a:alpha val="32968"/>
                  </a:srgbClr>
                </a:gs>
                <a:gs pos="14286">
                  <a:srgbClr val="B3B3B3">
                    <a:alpha val="30764"/>
                  </a:srgbClr>
                </a:gs>
                <a:gs pos="28571">
                  <a:srgbClr val="B3B3B3">
                    <a:alpha val="24833"/>
                  </a:srgbClr>
                </a:gs>
                <a:gs pos="42857">
                  <a:srgbClr val="B3B3B3">
                    <a:alpha val="17075"/>
                  </a:srgbClr>
                </a:gs>
                <a:gs pos="57143">
                  <a:srgbClr val="B3B3B3">
                    <a:alpha val="9855"/>
                  </a:srgbClr>
                </a:gs>
                <a:gs pos="71429">
                  <a:srgbClr val="B3B3B3">
                    <a:alpha val="4740"/>
                  </a:srgbClr>
                </a:gs>
                <a:gs pos="85714">
                  <a:srgbClr val="B3B3B3">
                    <a:alpha val="1902"/>
                  </a:srgbClr>
                </a:gs>
                <a:gs pos="100000">
                  <a:srgbClr val="B3B3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5434367">
              <a:off x="1550785" y="2472080"/>
              <a:ext cx="60258" cy="15064"/>
            </a:xfrm>
            <a:prstGeom prst="ellipse">
              <a:avLst/>
            </a:prstGeom>
            <a:gradFill>
              <a:gsLst>
                <a:gs pos="0">
                  <a:srgbClr val="9D9D9D">
                    <a:alpha val="18354"/>
                  </a:srgbClr>
                </a:gs>
                <a:gs pos="14286">
                  <a:srgbClr val="9D9D9D">
                    <a:alpha val="17004"/>
                  </a:srgbClr>
                </a:gs>
                <a:gs pos="28571">
                  <a:srgbClr val="9D9D9D">
                    <a:alpha val="13472"/>
                  </a:srgbClr>
                </a:gs>
                <a:gs pos="42857">
                  <a:srgbClr val="9D9D9D">
                    <a:alpha val="9055"/>
                  </a:srgbClr>
                </a:gs>
                <a:gs pos="57143">
                  <a:srgbClr val="9D9D9D">
                    <a:alpha val="5123"/>
                  </a:srgbClr>
                </a:gs>
                <a:gs pos="71429">
                  <a:srgbClr val="9D9D9D">
                    <a:alpha val="2432"/>
                  </a:srgbClr>
                </a:gs>
                <a:gs pos="85714">
                  <a:srgbClr val="9D9D9D">
                    <a:alpha val="969"/>
                  </a:srgbClr>
                </a:gs>
                <a:gs pos="100000">
                  <a:srgbClr val="9D9D9D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5371849">
              <a:off x="633911" y="1738986"/>
              <a:ext cx="864143" cy="233651"/>
            </a:xfrm>
            <a:prstGeom prst="ellipse">
              <a:avLst/>
            </a:prstGeom>
            <a:gradFill>
              <a:gsLst>
                <a:gs pos="0">
                  <a:srgbClr val="7E7E7E">
                    <a:alpha val="3246"/>
                  </a:srgbClr>
                </a:gs>
                <a:gs pos="14286">
                  <a:srgbClr val="7E7E7E">
                    <a:alpha val="2988"/>
                  </a:srgbClr>
                </a:gs>
                <a:gs pos="28571">
                  <a:srgbClr val="7E7E7E">
                    <a:alpha val="2328"/>
                  </a:srgbClr>
                </a:gs>
                <a:gs pos="42857">
                  <a:srgbClr val="7E7E7E">
                    <a:alpha val="1533"/>
                  </a:srgbClr>
                </a:gs>
                <a:gs pos="57143">
                  <a:srgbClr val="7E7E7E">
                    <a:alpha val="852"/>
                  </a:srgbClr>
                </a:gs>
                <a:gs pos="71429">
                  <a:srgbClr val="7E7E7E">
                    <a:alpha val="400"/>
                  </a:srgbClr>
                </a:gs>
                <a:gs pos="85714">
                  <a:srgbClr val="7E7E7E">
                    <a:alpha val="158"/>
                  </a:srgbClr>
                </a:gs>
                <a:gs pos="100000">
                  <a:srgbClr val="7E7E7E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297904">
              <a:off x="2020199" y="565210"/>
              <a:ext cx="60489" cy="15122"/>
            </a:xfrm>
            <a:prstGeom prst="ellipse">
              <a:avLst/>
            </a:prstGeom>
            <a:gradFill>
              <a:gsLst>
                <a:gs pos="0">
                  <a:srgbClr val="8E8E8E">
                    <a:alpha val="18312"/>
                  </a:srgbClr>
                </a:gs>
                <a:gs pos="14286">
                  <a:srgbClr val="8E8E8E">
                    <a:alpha val="16964"/>
                  </a:srgbClr>
                </a:gs>
                <a:gs pos="28571">
                  <a:srgbClr val="8E8E8E">
                    <a:alpha val="13441"/>
                  </a:srgbClr>
                </a:gs>
                <a:gs pos="42857">
                  <a:srgbClr val="8E8E8E">
                    <a:alpha val="9033"/>
                  </a:srgbClr>
                </a:gs>
                <a:gs pos="57143">
                  <a:srgbClr val="8E8E8E">
                    <a:alpha val="5111"/>
                  </a:srgbClr>
                </a:gs>
                <a:gs pos="71429">
                  <a:srgbClr val="8E8E8E">
                    <a:alpha val="2426"/>
                  </a:srgbClr>
                </a:gs>
                <a:gs pos="85714">
                  <a:srgbClr val="8E8E8E">
                    <a:alpha val="966"/>
                  </a:srgbClr>
                </a:gs>
                <a:gs pos="100000">
                  <a:srgbClr val="8E8E8E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5726748">
              <a:off x="486804" y="2105299"/>
              <a:ext cx="556161" cy="52057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4936397">
              <a:off x="1214773" y="239056"/>
              <a:ext cx="294353" cy="4140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5936101">
              <a:off x="239198" y="227587"/>
              <a:ext cx="60117" cy="15029"/>
            </a:xfrm>
            <a:prstGeom prst="ellipse">
              <a:avLst/>
            </a:prstGeom>
            <a:gradFill>
              <a:gsLst>
                <a:gs pos="0">
                  <a:srgbClr val="939393">
                    <a:alpha val="18379"/>
                  </a:srgbClr>
                </a:gs>
                <a:gs pos="14286">
                  <a:srgbClr val="939393">
                    <a:alpha val="17027"/>
                  </a:srgbClr>
                </a:gs>
                <a:gs pos="28571">
                  <a:srgbClr val="939393">
                    <a:alpha val="13492"/>
                  </a:srgbClr>
                </a:gs>
                <a:gs pos="42857">
                  <a:srgbClr val="939393">
                    <a:alpha val="9068"/>
                  </a:srgbClr>
                </a:gs>
                <a:gs pos="57143">
                  <a:srgbClr val="939393">
                    <a:alpha val="5131"/>
                  </a:srgbClr>
                </a:gs>
                <a:gs pos="71429">
                  <a:srgbClr val="939393">
                    <a:alpha val="2436"/>
                  </a:srgbClr>
                </a:gs>
                <a:gs pos="85714">
                  <a:srgbClr val="939393">
                    <a:alpha val="970"/>
                  </a:srgbClr>
                </a:gs>
                <a:gs pos="100000">
                  <a:srgbClr val="939393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5880701">
              <a:off x="92258" y="2877867"/>
              <a:ext cx="60318" cy="15080"/>
            </a:xfrm>
            <a:prstGeom prst="ellipse">
              <a:avLst/>
            </a:prstGeom>
            <a:gradFill>
              <a:gsLst>
                <a:gs pos="0">
                  <a:srgbClr val="979797">
                    <a:alpha val="18343"/>
                  </a:srgbClr>
                </a:gs>
                <a:gs pos="14286">
                  <a:srgbClr val="979797">
                    <a:alpha val="16993"/>
                  </a:srgbClr>
                </a:gs>
                <a:gs pos="28571">
                  <a:srgbClr val="979797">
                    <a:alpha val="13464"/>
                  </a:srgbClr>
                </a:gs>
                <a:gs pos="42857">
                  <a:srgbClr val="979797">
                    <a:alpha val="9049"/>
                  </a:srgbClr>
                </a:gs>
                <a:gs pos="57143">
                  <a:srgbClr val="979797">
                    <a:alpha val="5120"/>
                  </a:srgbClr>
                </a:gs>
                <a:gs pos="71429">
                  <a:srgbClr val="979797">
                    <a:alpha val="2430"/>
                  </a:srgbClr>
                </a:gs>
                <a:gs pos="85714">
                  <a:srgbClr val="979797">
                    <a:alpha val="968"/>
                  </a:srgbClr>
                </a:gs>
                <a:gs pos="100000">
                  <a:srgbClr val="979797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5620851">
              <a:off x="922645" y="3481048"/>
              <a:ext cx="60633" cy="15158"/>
            </a:xfrm>
            <a:prstGeom prst="ellipse">
              <a:avLst/>
            </a:prstGeom>
            <a:gradFill>
              <a:gsLst>
                <a:gs pos="0">
                  <a:srgbClr val="929393">
                    <a:alpha val="18286"/>
                  </a:srgbClr>
                </a:gs>
                <a:gs pos="14286">
                  <a:srgbClr val="929393">
                    <a:alpha val="16940"/>
                  </a:srgbClr>
                </a:gs>
                <a:gs pos="28571">
                  <a:srgbClr val="929393">
                    <a:alpha val="13421"/>
                  </a:srgbClr>
                </a:gs>
                <a:gs pos="42857">
                  <a:srgbClr val="929393">
                    <a:alpha val="9020"/>
                  </a:srgbClr>
                </a:gs>
                <a:gs pos="57143">
                  <a:srgbClr val="929393">
                    <a:alpha val="5103"/>
                  </a:srgbClr>
                </a:gs>
                <a:gs pos="71429">
                  <a:srgbClr val="929393">
                    <a:alpha val="2422"/>
                  </a:srgbClr>
                </a:gs>
                <a:gs pos="85714">
                  <a:srgbClr val="929393">
                    <a:alpha val="965"/>
                  </a:srgbClr>
                </a:gs>
                <a:gs pos="100000">
                  <a:srgbClr val="929393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5070917">
              <a:off x="2501477" y="1364819"/>
              <a:ext cx="60457" cy="15114"/>
            </a:xfrm>
            <a:prstGeom prst="ellipse">
              <a:avLst/>
            </a:prstGeom>
            <a:gradFill>
              <a:gsLst>
                <a:gs pos="0">
                  <a:srgbClr val="999999">
                    <a:alpha val="18318"/>
                  </a:srgbClr>
                </a:gs>
                <a:gs pos="14286">
                  <a:srgbClr val="999999">
                    <a:alpha val="16970"/>
                  </a:srgbClr>
                </a:gs>
                <a:gs pos="28571">
                  <a:srgbClr val="999999">
                    <a:alpha val="13445"/>
                  </a:srgbClr>
                </a:gs>
                <a:gs pos="42857">
                  <a:srgbClr val="999999">
                    <a:alpha val="9036"/>
                  </a:srgbClr>
                </a:gs>
                <a:gs pos="57143">
                  <a:srgbClr val="999999">
                    <a:alpha val="5113"/>
                  </a:srgbClr>
                </a:gs>
                <a:gs pos="71429">
                  <a:srgbClr val="999999">
                    <a:alpha val="2427"/>
                  </a:srgbClr>
                </a:gs>
                <a:gs pos="85714">
                  <a:srgbClr val="999999">
                    <a:alpha val="967"/>
                  </a:srgbClr>
                </a:gs>
                <a:gs pos="100000">
                  <a:srgbClr val="999999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5226211">
              <a:off x="1886799" y="753849"/>
              <a:ext cx="308616" cy="52104"/>
            </a:xfrm>
            <a:prstGeom prst="ellipse">
              <a:avLst/>
            </a:prstGeom>
            <a:gradFill>
              <a:gsLst>
                <a:gs pos="0">
                  <a:srgbClr val="E7E7E8">
                    <a:alpha val="31451"/>
                  </a:srgbClr>
                </a:gs>
                <a:gs pos="14286">
                  <a:srgbClr val="E7E7E8">
                    <a:alpha val="29325"/>
                  </a:srgbClr>
                </a:gs>
                <a:gs pos="28571">
                  <a:srgbClr val="E7E7E8">
                    <a:alpha val="23623"/>
                  </a:srgbClr>
                </a:gs>
                <a:gs pos="42857">
                  <a:srgbClr val="E7E7E8">
                    <a:alpha val="16202"/>
                  </a:srgbClr>
                </a:gs>
                <a:gs pos="57143">
                  <a:srgbClr val="E7E7E8">
                    <a:alpha val="9330"/>
                  </a:srgbClr>
                </a:gs>
                <a:gs pos="71429">
                  <a:srgbClr val="E7E7E8">
                    <a:alpha val="4481"/>
                  </a:srgbClr>
                </a:gs>
                <a:gs pos="85714">
                  <a:srgbClr val="E7E7E8">
                    <a:alpha val="1797"/>
                  </a:srgbClr>
                </a:gs>
                <a:gs pos="100000">
                  <a:srgbClr val="E7E7E8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5546162">
              <a:off x="684091" y="134937"/>
              <a:ext cx="60443" cy="15111"/>
            </a:xfrm>
            <a:prstGeom prst="ellipse">
              <a:avLst/>
            </a:prstGeom>
            <a:gradFill>
              <a:gsLst>
                <a:gs pos="0">
                  <a:srgbClr val="949494">
                    <a:alpha val="18320"/>
                  </a:srgbClr>
                </a:gs>
                <a:gs pos="14286">
                  <a:srgbClr val="949494">
                    <a:alpha val="16972"/>
                  </a:srgbClr>
                </a:gs>
                <a:gs pos="28571">
                  <a:srgbClr val="949494">
                    <a:alpha val="13447"/>
                  </a:srgbClr>
                </a:gs>
                <a:gs pos="42857">
                  <a:srgbClr val="949494">
                    <a:alpha val="9038"/>
                  </a:srgbClr>
                </a:gs>
                <a:gs pos="57143">
                  <a:srgbClr val="949494">
                    <a:alpha val="5113"/>
                  </a:srgbClr>
                </a:gs>
                <a:gs pos="71429">
                  <a:srgbClr val="949494">
                    <a:alpha val="2427"/>
                  </a:srgbClr>
                </a:gs>
                <a:gs pos="85714">
                  <a:srgbClr val="949494">
                    <a:alpha val="967"/>
                  </a:srgbClr>
                </a:gs>
                <a:gs pos="100000">
                  <a:srgbClr val="949494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691022">
              <a:off x="-111365" y="129917"/>
              <a:ext cx="761191" cy="115351"/>
            </a:xfrm>
            <a:prstGeom prst="ellipse">
              <a:avLst/>
            </a:prstGeom>
            <a:gradFill>
              <a:gsLst>
                <a:gs pos="0">
                  <a:srgbClr val="000005">
                    <a:alpha val="16963"/>
                  </a:srgbClr>
                </a:gs>
                <a:gs pos="14286">
                  <a:srgbClr val="000005">
                    <a:alpha val="15705"/>
                  </a:srgbClr>
                </a:gs>
                <a:gs pos="28571">
                  <a:srgbClr val="000005">
                    <a:alpha val="12423"/>
                  </a:srgbClr>
                </a:gs>
                <a:gs pos="42857">
                  <a:srgbClr val="000005">
                    <a:alpha val="8333"/>
                  </a:srgbClr>
                </a:gs>
                <a:gs pos="57143">
                  <a:srgbClr val="000005">
                    <a:alpha val="4707"/>
                  </a:srgbClr>
                </a:gs>
                <a:gs pos="71429">
                  <a:srgbClr val="000005">
                    <a:alpha val="2232"/>
                  </a:srgbClr>
                </a:gs>
                <a:gs pos="85714">
                  <a:srgbClr val="000005">
                    <a:alpha val="888"/>
                  </a:srgbClr>
                </a:gs>
                <a:gs pos="100000">
                  <a:srgbClr val="000005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4710151">
              <a:off x="2110413" y="3519510"/>
              <a:ext cx="96354" cy="212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4979060">
              <a:off x="933814" y="2873396"/>
              <a:ext cx="659244" cy="160958"/>
            </a:xfrm>
            <a:prstGeom prst="ellipse">
              <a:avLst/>
            </a:prstGeom>
            <a:gradFill>
              <a:gsLst>
                <a:gs pos="0">
                  <a:srgbClr val="7F8080">
                    <a:alpha val="4217"/>
                  </a:srgbClr>
                </a:gs>
                <a:gs pos="14286">
                  <a:srgbClr val="7F8080">
                    <a:alpha val="3882"/>
                  </a:srgbClr>
                </a:gs>
                <a:gs pos="28571">
                  <a:srgbClr val="7F8080">
                    <a:alpha val="3028"/>
                  </a:srgbClr>
                </a:gs>
                <a:gs pos="42857">
                  <a:srgbClr val="7F8080">
                    <a:alpha val="1996"/>
                  </a:srgbClr>
                </a:gs>
                <a:gs pos="57143">
                  <a:srgbClr val="7F8080">
                    <a:alpha val="1111"/>
                  </a:srgbClr>
                </a:gs>
                <a:gs pos="71429">
                  <a:srgbClr val="7F8080">
                    <a:alpha val="522"/>
                  </a:srgbClr>
                </a:gs>
                <a:gs pos="85714">
                  <a:srgbClr val="7F8080">
                    <a:alpha val="207"/>
                  </a:srgbClr>
                </a:gs>
                <a:gs pos="100000">
                  <a:srgbClr val="7F8080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5218120">
              <a:off x="1194200" y="71985"/>
              <a:ext cx="740924" cy="199593"/>
            </a:xfrm>
            <a:prstGeom prst="ellipse">
              <a:avLst/>
            </a:prstGeom>
            <a:gradFill>
              <a:gsLst>
                <a:gs pos="0">
                  <a:srgbClr val="1E1917">
                    <a:alpha val="8522"/>
                  </a:srgbClr>
                </a:gs>
                <a:gs pos="14286">
                  <a:srgbClr val="1E1917">
                    <a:alpha val="7860"/>
                  </a:srgbClr>
                </a:gs>
                <a:gs pos="28571">
                  <a:srgbClr val="1E1917">
                    <a:alpha val="6159"/>
                  </a:srgbClr>
                </a:gs>
                <a:gs pos="42857">
                  <a:srgbClr val="1E1917">
                    <a:alpha val="4084"/>
                  </a:srgbClr>
                </a:gs>
                <a:gs pos="57143">
                  <a:srgbClr val="1E1917">
                    <a:alpha val="2284"/>
                  </a:srgbClr>
                </a:gs>
                <a:gs pos="71429">
                  <a:srgbClr val="1E1917">
                    <a:alpha val="1076"/>
                  </a:srgbClr>
                </a:gs>
                <a:gs pos="85714">
                  <a:srgbClr val="1E1917">
                    <a:alpha val="427"/>
                  </a:srgbClr>
                </a:gs>
                <a:gs pos="100000">
                  <a:srgbClr val="1E1917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10594286">
              <a:off x="2946223" y="3061489"/>
              <a:ext cx="255984" cy="71314"/>
            </a:xfrm>
            <a:prstGeom prst="ellipse">
              <a:avLst/>
            </a:prstGeom>
            <a:gradFill>
              <a:gsLst>
                <a:gs pos="0">
                  <a:srgbClr val="FDFDFC">
                    <a:alpha val="32968"/>
                  </a:srgbClr>
                </a:gs>
                <a:gs pos="14286">
                  <a:srgbClr val="FDFDFC">
                    <a:alpha val="30764"/>
                  </a:srgbClr>
                </a:gs>
                <a:gs pos="28571">
                  <a:srgbClr val="FDFDFC">
                    <a:alpha val="24833"/>
                  </a:srgbClr>
                </a:gs>
                <a:gs pos="42857">
                  <a:srgbClr val="FDFDFC">
                    <a:alpha val="17075"/>
                  </a:srgbClr>
                </a:gs>
                <a:gs pos="57143">
                  <a:srgbClr val="FDFDFC">
                    <a:alpha val="9855"/>
                  </a:srgbClr>
                </a:gs>
                <a:gs pos="71429">
                  <a:srgbClr val="FDFDFC">
                    <a:alpha val="4740"/>
                  </a:srgbClr>
                </a:gs>
                <a:gs pos="85714">
                  <a:srgbClr val="FDFDFC">
                    <a:alpha val="1902"/>
                  </a:srgbClr>
                </a:gs>
                <a:gs pos="100000">
                  <a:srgbClr val="FD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5644071">
              <a:off x="1435394" y="510627"/>
              <a:ext cx="252616" cy="49514"/>
            </a:xfrm>
            <a:prstGeom prst="ellipse">
              <a:avLst/>
            </a:prstGeom>
            <a:gradFill>
              <a:gsLst>
                <a:gs pos="0">
                  <a:srgbClr val="F3F4F4">
                    <a:alpha val="30880"/>
                  </a:srgbClr>
                </a:gs>
                <a:gs pos="14286">
                  <a:srgbClr val="F3F4F4">
                    <a:alpha val="28784"/>
                  </a:srgbClr>
                </a:gs>
                <a:gs pos="28571">
                  <a:srgbClr val="F3F4F4">
                    <a:alpha val="23169"/>
                  </a:srgbClr>
                </a:gs>
                <a:gs pos="42857">
                  <a:srgbClr val="F3F4F4">
                    <a:alpha val="15876"/>
                  </a:srgbClr>
                </a:gs>
                <a:gs pos="57143">
                  <a:srgbClr val="F3F4F4">
                    <a:alpha val="9135"/>
                  </a:srgbClr>
                </a:gs>
                <a:gs pos="71429">
                  <a:srgbClr val="F3F4F4">
                    <a:alpha val="4385"/>
                  </a:srgbClr>
                </a:gs>
                <a:gs pos="85714">
                  <a:srgbClr val="F3F4F4">
                    <a:alpha val="1757"/>
                  </a:srgbClr>
                </a:gs>
                <a:gs pos="100000">
                  <a:srgbClr val="F3F4F4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4312269">
              <a:off x="2221496" y="1280458"/>
              <a:ext cx="677156" cy="186752"/>
            </a:xfrm>
            <a:prstGeom prst="ellipse">
              <a:avLst/>
            </a:prstGeom>
            <a:gradFill>
              <a:gsLst>
                <a:gs pos="0">
                  <a:srgbClr val="767777">
                    <a:alpha val="7671"/>
                  </a:srgbClr>
                </a:gs>
                <a:gs pos="14286">
                  <a:srgbClr val="767777">
                    <a:alpha val="7073"/>
                  </a:srgbClr>
                </a:gs>
                <a:gs pos="28571">
                  <a:srgbClr val="767777">
                    <a:alpha val="5536"/>
                  </a:srgbClr>
                </a:gs>
                <a:gs pos="42857">
                  <a:srgbClr val="767777">
                    <a:alpha val="3667"/>
                  </a:srgbClr>
                </a:gs>
                <a:gs pos="57143">
                  <a:srgbClr val="767777">
                    <a:alpha val="2049"/>
                  </a:srgbClr>
                </a:gs>
                <a:gs pos="71429">
                  <a:srgbClr val="767777">
                    <a:alpha val="964"/>
                  </a:srgbClr>
                </a:gs>
                <a:gs pos="85714">
                  <a:srgbClr val="767777">
                    <a:alpha val="382"/>
                  </a:srgbClr>
                </a:gs>
                <a:gs pos="100000">
                  <a:srgbClr val="767777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6486020">
              <a:off x="704628" y="496598"/>
              <a:ext cx="775195" cy="209754"/>
            </a:xfrm>
            <a:prstGeom prst="ellipse">
              <a:avLst/>
            </a:prstGeom>
            <a:gradFill>
              <a:gsLst>
                <a:gs pos="0">
                  <a:srgbClr val="757473">
                    <a:alpha val="12055"/>
                  </a:srgbClr>
                </a:gs>
                <a:gs pos="14286">
                  <a:srgbClr val="757473">
                    <a:alpha val="11136"/>
                  </a:srgbClr>
                </a:gs>
                <a:gs pos="28571">
                  <a:srgbClr val="757473">
                    <a:alpha val="8760"/>
                  </a:srgbClr>
                </a:gs>
                <a:gs pos="42857">
                  <a:srgbClr val="757473">
                    <a:alpha val="5836"/>
                  </a:srgbClr>
                </a:gs>
                <a:gs pos="57143">
                  <a:srgbClr val="757473">
                    <a:alpha val="3277"/>
                  </a:srgbClr>
                </a:gs>
                <a:gs pos="71429">
                  <a:srgbClr val="757473">
                    <a:alpha val="1548"/>
                  </a:srgbClr>
                </a:gs>
                <a:gs pos="85714">
                  <a:srgbClr val="757473">
                    <a:alpha val="615"/>
                  </a:srgbClr>
                </a:gs>
                <a:gs pos="100000">
                  <a:srgbClr val="757473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5707032">
              <a:off x="1084929" y="2531991"/>
              <a:ext cx="417472" cy="41808"/>
            </a:xfrm>
            <a:prstGeom prst="ellipse">
              <a:avLst/>
            </a:prstGeom>
            <a:gradFill>
              <a:gsLst>
                <a:gs pos="0">
                  <a:srgbClr val="FFFFFF">
                    <a:alpha val="32833"/>
                  </a:srgbClr>
                </a:gs>
                <a:gs pos="14286">
                  <a:srgbClr val="FFFFFF">
                    <a:alpha val="30636"/>
                  </a:srgbClr>
                </a:gs>
                <a:gs pos="28571">
                  <a:srgbClr val="FFFFFF">
                    <a:alpha val="24725"/>
                  </a:srgbClr>
                </a:gs>
                <a:gs pos="42857">
                  <a:srgbClr val="FFFFFF">
                    <a:alpha val="16997"/>
                  </a:srgbClr>
                </a:gs>
                <a:gs pos="57143">
                  <a:srgbClr val="FFFFFF">
                    <a:alpha val="9808"/>
                  </a:srgbClr>
                </a:gs>
                <a:gs pos="71429">
                  <a:srgbClr val="FFFFFF">
                    <a:alpha val="4717"/>
                  </a:srgbClr>
                </a:gs>
                <a:gs pos="85714">
                  <a:srgbClr val="FFFFFF">
                    <a:alpha val="1893"/>
                  </a:srgbClr>
                </a:gs>
                <a:gs pos="100000">
                  <a:srgbClr val="FFFFFF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5227693">
              <a:off x="1018008" y="2229613"/>
              <a:ext cx="61110" cy="15277"/>
            </a:xfrm>
            <a:prstGeom prst="ellipse">
              <a:avLst/>
            </a:prstGeom>
            <a:gradFill>
              <a:gsLst>
                <a:gs pos="0">
                  <a:srgbClr val="929292">
                    <a:alpha val="18199"/>
                  </a:srgbClr>
                </a:gs>
                <a:gs pos="14286">
                  <a:srgbClr val="929292">
                    <a:alpha val="16859"/>
                  </a:srgbClr>
                </a:gs>
                <a:gs pos="28571">
                  <a:srgbClr val="929292">
                    <a:alpha val="13356"/>
                  </a:srgbClr>
                </a:gs>
                <a:gs pos="42857">
                  <a:srgbClr val="929292">
                    <a:alpha val="8975"/>
                  </a:srgbClr>
                </a:gs>
                <a:gs pos="57143">
                  <a:srgbClr val="929292">
                    <a:alpha val="5077"/>
                  </a:srgbClr>
                </a:gs>
                <a:gs pos="71429">
                  <a:srgbClr val="929292">
                    <a:alpha val="2409"/>
                  </a:srgbClr>
                </a:gs>
                <a:gs pos="85714">
                  <a:srgbClr val="929292">
                    <a:alpha val="960"/>
                  </a:srgbClr>
                </a:gs>
                <a:gs pos="100000">
                  <a:srgbClr val="929292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4848006">
              <a:off x="1217046" y="386690"/>
              <a:ext cx="707052" cy="190556"/>
            </a:xfrm>
            <a:prstGeom prst="ellipse">
              <a:avLst/>
            </a:prstGeom>
            <a:gradFill>
              <a:gsLst>
                <a:gs pos="0">
                  <a:srgbClr val="3B3936">
                    <a:alpha val="5374"/>
                  </a:srgbClr>
                </a:gs>
                <a:gs pos="14286">
                  <a:srgbClr val="3B3936">
                    <a:alpha val="4951"/>
                  </a:srgbClr>
                </a:gs>
                <a:gs pos="28571">
                  <a:srgbClr val="3B3936">
                    <a:alpha val="3866"/>
                  </a:srgbClr>
                </a:gs>
                <a:gs pos="42857">
                  <a:srgbClr val="3B3936">
                    <a:alpha val="2553"/>
                  </a:srgbClr>
                </a:gs>
                <a:gs pos="57143">
                  <a:srgbClr val="3B3936">
                    <a:alpha val="1423"/>
                  </a:srgbClr>
                </a:gs>
                <a:gs pos="71429">
                  <a:srgbClr val="3B3936">
                    <a:alpha val="668"/>
                  </a:srgbClr>
                </a:gs>
                <a:gs pos="85714">
                  <a:srgbClr val="3B3936">
                    <a:alpha val="265"/>
                  </a:srgbClr>
                </a:gs>
                <a:gs pos="100000">
                  <a:srgbClr val="3B3936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5628901">
              <a:off x="425759" y="2405338"/>
              <a:ext cx="60993" cy="15248"/>
            </a:xfrm>
            <a:prstGeom prst="ellipse">
              <a:avLst/>
            </a:prstGeom>
            <a:gradFill>
              <a:gsLst>
                <a:gs pos="0">
                  <a:srgbClr val="969696">
                    <a:alpha val="18221"/>
                  </a:srgbClr>
                </a:gs>
                <a:gs pos="14286">
                  <a:srgbClr val="969696">
                    <a:alpha val="16879"/>
                  </a:srgbClr>
                </a:gs>
                <a:gs pos="28571">
                  <a:srgbClr val="969696">
                    <a:alpha val="13372"/>
                  </a:srgbClr>
                </a:gs>
                <a:gs pos="42857">
                  <a:srgbClr val="969696">
                    <a:alpha val="8986"/>
                  </a:srgbClr>
                </a:gs>
                <a:gs pos="57143">
                  <a:srgbClr val="969696">
                    <a:alpha val="5083"/>
                  </a:srgbClr>
                </a:gs>
                <a:gs pos="71429">
                  <a:srgbClr val="969696">
                    <a:alpha val="2413"/>
                  </a:srgbClr>
                </a:gs>
                <a:gs pos="85714">
                  <a:srgbClr val="969696">
                    <a:alpha val="961"/>
                  </a:srgbClr>
                </a:gs>
                <a:gs pos="100000">
                  <a:srgbClr val="969696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5577075">
              <a:off x="995252" y="2602979"/>
              <a:ext cx="61236" cy="15309"/>
            </a:xfrm>
            <a:prstGeom prst="ellipse">
              <a:avLst/>
            </a:prstGeom>
            <a:gradFill>
              <a:gsLst>
                <a:gs pos="0">
                  <a:srgbClr val="9B9A9A">
                    <a:alpha val="18176"/>
                  </a:srgbClr>
                </a:gs>
                <a:gs pos="14286">
                  <a:srgbClr val="9B9A9A">
                    <a:alpha val="16838"/>
                  </a:srgbClr>
                </a:gs>
                <a:gs pos="28571">
                  <a:srgbClr val="9B9A9A">
                    <a:alpha val="13339"/>
                  </a:srgbClr>
                </a:gs>
                <a:gs pos="42857">
                  <a:srgbClr val="9B9A9A">
                    <a:alpha val="8963"/>
                  </a:srgbClr>
                </a:gs>
                <a:gs pos="57143">
                  <a:srgbClr val="9B9A9A">
                    <a:alpha val="5070"/>
                  </a:srgbClr>
                </a:gs>
                <a:gs pos="71429">
                  <a:srgbClr val="9B9A9A">
                    <a:alpha val="2406"/>
                  </a:srgbClr>
                </a:gs>
                <a:gs pos="85714">
                  <a:srgbClr val="9B9A9A">
                    <a:alpha val="958"/>
                  </a:srgbClr>
                </a:gs>
                <a:gs pos="100000">
                  <a:srgbClr val="9B9A9A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323925">
              <a:off x="1998713" y="360996"/>
              <a:ext cx="60546" cy="15136"/>
            </a:xfrm>
            <a:prstGeom prst="ellipse">
              <a:avLst/>
            </a:prstGeom>
            <a:gradFill>
              <a:gsLst>
                <a:gs pos="0">
                  <a:srgbClr val="868786">
                    <a:alpha val="18302"/>
                  </a:srgbClr>
                </a:gs>
                <a:gs pos="14286">
                  <a:srgbClr val="868786">
                    <a:alpha val="16955"/>
                  </a:srgbClr>
                </a:gs>
                <a:gs pos="28571">
                  <a:srgbClr val="868786">
                    <a:alpha val="13433"/>
                  </a:srgbClr>
                </a:gs>
                <a:gs pos="42857">
                  <a:srgbClr val="868786">
                    <a:alpha val="9028"/>
                  </a:srgbClr>
                </a:gs>
                <a:gs pos="57143">
                  <a:srgbClr val="868786">
                    <a:alpha val="5108"/>
                  </a:srgbClr>
                </a:gs>
                <a:gs pos="71429">
                  <a:srgbClr val="868786">
                    <a:alpha val="2424"/>
                  </a:srgbClr>
                </a:gs>
                <a:gs pos="85714">
                  <a:srgbClr val="868786">
                    <a:alpha val="966"/>
                  </a:srgbClr>
                </a:gs>
                <a:gs pos="100000">
                  <a:srgbClr val="868786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5305889">
              <a:off x="758804" y="2040282"/>
              <a:ext cx="60630" cy="15157"/>
            </a:xfrm>
            <a:prstGeom prst="ellipse">
              <a:avLst/>
            </a:prstGeom>
            <a:gradFill>
              <a:gsLst>
                <a:gs pos="0">
                  <a:srgbClr val="959595">
                    <a:alpha val="18286"/>
                  </a:srgbClr>
                </a:gs>
                <a:gs pos="14286">
                  <a:srgbClr val="959595">
                    <a:alpha val="16941"/>
                  </a:srgbClr>
                </a:gs>
                <a:gs pos="28571">
                  <a:srgbClr val="959595">
                    <a:alpha val="13422"/>
                  </a:srgbClr>
                </a:gs>
                <a:gs pos="42857">
                  <a:srgbClr val="959595">
                    <a:alpha val="9020"/>
                  </a:srgbClr>
                </a:gs>
                <a:gs pos="57143">
                  <a:srgbClr val="959595">
                    <a:alpha val="5103"/>
                  </a:srgbClr>
                </a:gs>
                <a:gs pos="71429">
                  <a:srgbClr val="959595">
                    <a:alpha val="2422"/>
                  </a:srgbClr>
                </a:gs>
                <a:gs pos="85714">
                  <a:srgbClr val="959595">
                    <a:alpha val="965"/>
                  </a:srgbClr>
                </a:gs>
                <a:gs pos="100000">
                  <a:srgbClr val="959595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-10747769">
              <a:off x="654835" y="1843275"/>
              <a:ext cx="61021" cy="15255"/>
            </a:xfrm>
            <a:prstGeom prst="ellipse">
              <a:avLst/>
            </a:prstGeom>
            <a:gradFill>
              <a:gsLst>
                <a:gs pos="0">
                  <a:srgbClr val="A3A3A3">
                    <a:alpha val="18216"/>
                  </a:srgbClr>
                </a:gs>
                <a:gs pos="14286">
                  <a:srgbClr val="A3A3A3">
                    <a:alpha val="16875"/>
                  </a:srgbClr>
                </a:gs>
                <a:gs pos="28571">
                  <a:srgbClr val="A3A3A3">
                    <a:alpha val="13368"/>
                  </a:srgbClr>
                </a:gs>
                <a:gs pos="42857">
                  <a:srgbClr val="A3A3A3">
                    <a:alpha val="8983"/>
                  </a:srgbClr>
                </a:gs>
                <a:gs pos="57143">
                  <a:srgbClr val="A3A3A3">
                    <a:alpha val="5082"/>
                  </a:srgbClr>
                </a:gs>
                <a:gs pos="71429">
                  <a:srgbClr val="A3A3A3">
                    <a:alpha val="2412"/>
                  </a:srgbClr>
                </a:gs>
                <a:gs pos="85714">
                  <a:srgbClr val="A3A3A3">
                    <a:alpha val="961"/>
                  </a:srgbClr>
                </a:gs>
                <a:gs pos="100000">
                  <a:srgbClr val="A3A3A3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4895450">
              <a:off x="2850173" y="411919"/>
              <a:ext cx="483942" cy="364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616425">
              <a:off x="837031" y="2700118"/>
              <a:ext cx="345676" cy="569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567685">
              <a:off x="865935" y="173682"/>
              <a:ext cx="61161" cy="15290"/>
            </a:xfrm>
            <a:prstGeom prst="ellipse">
              <a:avLst/>
            </a:prstGeom>
            <a:gradFill>
              <a:gsLst>
                <a:gs pos="0">
                  <a:srgbClr val="929293">
                    <a:alpha val="18190"/>
                  </a:srgbClr>
                </a:gs>
                <a:gs pos="14286">
                  <a:srgbClr val="929293">
                    <a:alpha val="16851"/>
                  </a:srgbClr>
                </a:gs>
                <a:gs pos="28571">
                  <a:srgbClr val="929293">
                    <a:alpha val="13349"/>
                  </a:srgbClr>
                </a:gs>
                <a:gs pos="42857">
                  <a:srgbClr val="929293">
                    <a:alpha val="8970"/>
                  </a:srgbClr>
                </a:gs>
                <a:gs pos="57143">
                  <a:srgbClr val="929293">
                    <a:alpha val="5074"/>
                  </a:srgbClr>
                </a:gs>
                <a:gs pos="71429">
                  <a:srgbClr val="929293">
                    <a:alpha val="2408"/>
                  </a:srgbClr>
                </a:gs>
                <a:gs pos="85714">
                  <a:srgbClr val="929293">
                    <a:alpha val="959"/>
                  </a:srgbClr>
                </a:gs>
                <a:gs pos="100000">
                  <a:srgbClr val="929293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5377387">
              <a:off x="1120173" y="2691471"/>
              <a:ext cx="357403" cy="23213"/>
            </a:xfrm>
            <a:prstGeom prst="ellipse">
              <a:avLst/>
            </a:prstGeom>
            <a:gradFill>
              <a:gsLst>
                <a:gs pos="0">
                  <a:srgbClr val="EBEAEA">
                    <a:alpha val="32968"/>
                  </a:srgbClr>
                </a:gs>
                <a:gs pos="14286">
                  <a:srgbClr val="EBEAEA">
                    <a:alpha val="30764"/>
                  </a:srgbClr>
                </a:gs>
                <a:gs pos="28571">
                  <a:srgbClr val="EBEAEA">
                    <a:alpha val="24833"/>
                  </a:srgbClr>
                </a:gs>
                <a:gs pos="42857">
                  <a:srgbClr val="EBEAEA">
                    <a:alpha val="17075"/>
                  </a:srgbClr>
                </a:gs>
                <a:gs pos="57143">
                  <a:srgbClr val="EBEAEA">
                    <a:alpha val="9855"/>
                  </a:srgbClr>
                </a:gs>
                <a:gs pos="71429">
                  <a:srgbClr val="EBEAEA">
                    <a:alpha val="4740"/>
                  </a:srgbClr>
                </a:gs>
                <a:gs pos="85714">
                  <a:srgbClr val="EBEAEA">
                    <a:alpha val="1902"/>
                  </a:srgbClr>
                </a:gs>
                <a:gs pos="100000">
                  <a:srgbClr val="EBEA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543133">
              <a:off x="896525" y="194069"/>
              <a:ext cx="61436" cy="15359"/>
            </a:xfrm>
            <a:prstGeom prst="ellipse">
              <a:avLst/>
            </a:prstGeom>
            <a:gradFill>
              <a:gsLst>
                <a:gs pos="0">
                  <a:srgbClr val="8F8F8F">
                    <a:alpha val="18140"/>
                  </a:srgbClr>
                </a:gs>
                <a:gs pos="14286">
                  <a:srgbClr val="8F8F8F">
                    <a:alpha val="16804"/>
                  </a:srgbClr>
                </a:gs>
                <a:gs pos="28571">
                  <a:srgbClr val="8F8F8F">
                    <a:alpha val="13311"/>
                  </a:srgbClr>
                </a:gs>
                <a:gs pos="42857">
                  <a:srgbClr val="8F8F8F">
                    <a:alpha val="8944"/>
                  </a:srgbClr>
                </a:gs>
                <a:gs pos="57143">
                  <a:srgbClr val="8F8F8F">
                    <a:alpha val="5059"/>
                  </a:srgbClr>
                </a:gs>
                <a:gs pos="71429">
                  <a:srgbClr val="8F8F8F">
                    <a:alpha val="2401"/>
                  </a:srgbClr>
                </a:gs>
                <a:gs pos="85714">
                  <a:srgbClr val="8F8F8F">
                    <a:alpha val="956"/>
                  </a:srgbClr>
                </a:gs>
                <a:gs pos="100000">
                  <a:srgbClr val="8F8F8F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3917553">
              <a:off x="809011" y="1247260"/>
              <a:ext cx="79478" cy="70626"/>
            </a:xfrm>
            <a:prstGeom prst="ellipse">
              <a:avLst/>
            </a:prstGeom>
            <a:gradFill>
              <a:gsLst>
                <a:gs pos="0">
                  <a:srgbClr val="B6B6B5">
                    <a:alpha val="23681"/>
                  </a:srgbClr>
                </a:gs>
                <a:gs pos="14286">
                  <a:srgbClr val="B6B6B5">
                    <a:alpha val="21994"/>
                  </a:srgbClr>
                </a:gs>
                <a:gs pos="28571">
                  <a:srgbClr val="B6B6B5">
                    <a:alpha val="17540"/>
                  </a:srgbClr>
                </a:gs>
                <a:gs pos="42857">
                  <a:srgbClr val="B6B6B5">
                    <a:alpha val="11882"/>
                  </a:srgbClr>
                </a:gs>
                <a:gs pos="57143">
                  <a:srgbClr val="B6B6B5">
                    <a:alpha val="6769"/>
                  </a:srgbClr>
                </a:gs>
                <a:gs pos="71429">
                  <a:srgbClr val="B6B6B5">
                    <a:alpha val="3228"/>
                  </a:srgbClr>
                </a:gs>
                <a:gs pos="85714">
                  <a:srgbClr val="B6B6B5">
                    <a:alpha val="1289"/>
                  </a:srgbClr>
                </a:gs>
                <a:gs pos="100000">
                  <a:srgbClr val="B6B6B5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485657">
              <a:off x="1433256" y="3283474"/>
              <a:ext cx="255085" cy="48357"/>
            </a:xfrm>
            <a:prstGeom prst="ellipse">
              <a:avLst/>
            </a:prstGeom>
            <a:gradFill>
              <a:gsLst>
                <a:gs pos="0">
                  <a:srgbClr val="FFFFFF">
                    <a:alpha val="32794"/>
                  </a:srgbClr>
                </a:gs>
                <a:gs pos="14286">
                  <a:srgbClr val="FFFFFF">
                    <a:alpha val="30599"/>
                  </a:srgbClr>
                </a:gs>
                <a:gs pos="28571">
                  <a:srgbClr val="FFFFFF">
                    <a:alpha val="24694"/>
                  </a:srgbClr>
                </a:gs>
                <a:gs pos="42857">
                  <a:srgbClr val="FFFFFF">
                    <a:alpha val="16975"/>
                  </a:srgbClr>
                </a:gs>
                <a:gs pos="57143">
                  <a:srgbClr val="FFFFFF">
                    <a:alpha val="9794"/>
                  </a:srgbClr>
                </a:gs>
                <a:gs pos="71429">
                  <a:srgbClr val="FFFFFF">
                    <a:alpha val="4710"/>
                  </a:srgbClr>
                </a:gs>
                <a:gs pos="85714">
                  <a:srgbClr val="FFFFFF">
                    <a:alpha val="1890"/>
                  </a:srgbClr>
                </a:gs>
                <a:gs pos="100000">
                  <a:srgbClr val="FFFFFF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5226605">
              <a:off x="2082671" y="2288115"/>
              <a:ext cx="61472" cy="15368"/>
            </a:xfrm>
            <a:prstGeom prst="ellipse">
              <a:avLst/>
            </a:prstGeom>
            <a:gradFill>
              <a:gsLst>
                <a:gs pos="0">
                  <a:srgbClr val="8C8D8C">
                    <a:alpha val="18134"/>
                  </a:srgbClr>
                </a:gs>
                <a:gs pos="14286">
                  <a:srgbClr val="8C8D8C">
                    <a:alpha val="16798"/>
                  </a:srgbClr>
                </a:gs>
                <a:gs pos="28571">
                  <a:srgbClr val="8C8D8C">
                    <a:alpha val="13306"/>
                  </a:srgbClr>
                </a:gs>
                <a:gs pos="42857">
                  <a:srgbClr val="8C8D8C">
                    <a:alpha val="8941"/>
                  </a:srgbClr>
                </a:gs>
                <a:gs pos="57143">
                  <a:srgbClr val="8C8D8C">
                    <a:alpha val="5057"/>
                  </a:srgbClr>
                </a:gs>
                <a:gs pos="71429">
                  <a:srgbClr val="8C8D8C">
                    <a:alpha val="2400"/>
                  </a:srgbClr>
                </a:gs>
                <a:gs pos="85714">
                  <a:srgbClr val="8C8D8C">
                    <a:alpha val="956"/>
                  </a:srgbClr>
                </a:gs>
                <a:gs pos="100000">
                  <a:srgbClr val="8C8D8C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5405629">
              <a:off x="1377307" y="2851299"/>
              <a:ext cx="354481" cy="41563"/>
            </a:xfrm>
            <a:prstGeom prst="ellipse">
              <a:avLst/>
            </a:prstGeom>
            <a:gradFill>
              <a:gsLst>
                <a:gs pos="0">
                  <a:srgbClr val="FBFBFC">
                    <a:alpha val="32968"/>
                  </a:srgbClr>
                </a:gs>
                <a:gs pos="14286">
                  <a:srgbClr val="FBFBFC">
                    <a:alpha val="30764"/>
                  </a:srgbClr>
                </a:gs>
                <a:gs pos="28571">
                  <a:srgbClr val="FBFBFC">
                    <a:alpha val="24833"/>
                  </a:srgbClr>
                </a:gs>
                <a:gs pos="42857">
                  <a:srgbClr val="FBFBFC">
                    <a:alpha val="17075"/>
                  </a:srgbClr>
                </a:gs>
                <a:gs pos="57143">
                  <a:srgbClr val="FBFBFC">
                    <a:alpha val="9855"/>
                  </a:srgbClr>
                </a:gs>
                <a:gs pos="71429">
                  <a:srgbClr val="FBFBFC">
                    <a:alpha val="4740"/>
                  </a:srgbClr>
                </a:gs>
                <a:gs pos="85714">
                  <a:srgbClr val="FBFBFC">
                    <a:alpha val="1902"/>
                  </a:srgbClr>
                </a:gs>
                <a:gs pos="100000">
                  <a:srgbClr val="FB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2758208">
              <a:off x="613418" y="1454943"/>
              <a:ext cx="425537" cy="376176"/>
            </a:xfrm>
            <a:prstGeom prst="ellipse">
              <a:avLst/>
            </a:prstGeom>
            <a:gradFill>
              <a:gsLst>
                <a:gs pos="0">
                  <a:srgbClr val="23271F">
                    <a:alpha val="3026"/>
                  </a:srgbClr>
                </a:gs>
                <a:gs pos="14286">
                  <a:srgbClr val="23271F">
                    <a:alpha val="2785"/>
                  </a:srgbClr>
                </a:gs>
                <a:gs pos="28571">
                  <a:srgbClr val="23271F">
                    <a:alpha val="2169"/>
                  </a:srgbClr>
                </a:gs>
                <a:gs pos="42857">
                  <a:srgbClr val="23271F">
                    <a:alpha val="1428"/>
                  </a:srgbClr>
                </a:gs>
                <a:gs pos="57143">
                  <a:srgbClr val="23271F">
                    <a:alpha val="794"/>
                  </a:srgbClr>
                </a:gs>
                <a:gs pos="71429">
                  <a:srgbClr val="23271F">
                    <a:alpha val="372"/>
                  </a:srgbClr>
                </a:gs>
                <a:gs pos="85714">
                  <a:srgbClr val="23271F">
                    <a:alpha val="147"/>
                  </a:srgbClr>
                </a:gs>
                <a:gs pos="100000">
                  <a:srgbClr val="23271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5304707">
              <a:off x="2624119" y="2488035"/>
              <a:ext cx="60308" cy="15077"/>
            </a:xfrm>
            <a:prstGeom prst="ellipse">
              <a:avLst/>
            </a:prstGeom>
            <a:gradFill>
              <a:gsLst>
                <a:gs pos="0">
                  <a:srgbClr val="8A8A8B">
                    <a:alpha val="18345"/>
                  </a:srgbClr>
                </a:gs>
                <a:gs pos="14286">
                  <a:srgbClr val="8A8A8B">
                    <a:alpha val="16995"/>
                  </a:srgbClr>
                </a:gs>
                <a:gs pos="28571">
                  <a:srgbClr val="8A8A8B">
                    <a:alpha val="13466"/>
                  </a:srgbClr>
                </a:gs>
                <a:gs pos="42857">
                  <a:srgbClr val="8A8A8B">
                    <a:alpha val="9050"/>
                  </a:srgbClr>
                </a:gs>
                <a:gs pos="57143">
                  <a:srgbClr val="8A8A8B">
                    <a:alpha val="5121"/>
                  </a:srgbClr>
                </a:gs>
                <a:gs pos="71429">
                  <a:srgbClr val="8A8A8B">
                    <a:alpha val="2431"/>
                  </a:srgbClr>
                </a:gs>
                <a:gs pos="85714">
                  <a:srgbClr val="8A8A8B">
                    <a:alpha val="968"/>
                  </a:srgbClr>
                </a:gs>
                <a:gs pos="100000">
                  <a:srgbClr val="8A8A8B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4919798">
              <a:off x="1449812" y="2600343"/>
              <a:ext cx="770783" cy="210664"/>
            </a:xfrm>
            <a:prstGeom prst="ellipse">
              <a:avLst/>
            </a:prstGeom>
            <a:gradFill>
              <a:gsLst>
                <a:gs pos="0">
                  <a:srgbClr val="7D7D7C">
                    <a:alpha val="10109"/>
                  </a:srgbClr>
                </a:gs>
                <a:gs pos="14286">
                  <a:srgbClr val="7D7D7C">
                    <a:alpha val="9330"/>
                  </a:srgbClr>
                </a:gs>
                <a:gs pos="28571">
                  <a:srgbClr val="7D7D7C">
                    <a:alpha val="7323"/>
                  </a:srgbClr>
                </a:gs>
                <a:gs pos="42857">
                  <a:srgbClr val="7D7D7C">
                    <a:alpha val="4866"/>
                  </a:srgbClr>
                </a:gs>
                <a:gs pos="57143">
                  <a:srgbClr val="7D7D7C">
                    <a:alpha val="2726"/>
                  </a:srgbClr>
                </a:gs>
                <a:gs pos="71429">
                  <a:srgbClr val="7D7D7C">
                    <a:alpha val="1286"/>
                  </a:srgbClr>
                </a:gs>
                <a:gs pos="85714">
                  <a:srgbClr val="7D7D7C">
                    <a:alpha val="510"/>
                  </a:srgbClr>
                </a:gs>
                <a:gs pos="100000">
                  <a:srgbClr val="7D7D7C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4866113">
              <a:off x="2896977" y="794992"/>
              <a:ext cx="60450" cy="15113"/>
            </a:xfrm>
            <a:prstGeom prst="ellipse">
              <a:avLst/>
            </a:prstGeom>
            <a:gradFill>
              <a:gsLst>
                <a:gs pos="0">
                  <a:srgbClr val="848484">
                    <a:alpha val="18319"/>
                  </a:srgbClr>
                </a:gs>
                <a:gs pos="14286">
                  <a:srgbClr val="848484">
                    <a:alpha val="16971"/>
                  </a:srgbClr>
                </a:gs>
                <a:gs pos="28571">
                  <a:srgbClr val="848484">
                    <a:alpha val="13446"/>
                  </a:srgbClr>
                </a:gs>
                <a:gs pos="42857">
                  <a:srgbClr val="848484">
                    <a:alpha val="9037"/>
                  </a:srgbClr>
                </a:gs>
                <a:gs pos="57143">
                  <a:srgbClr val="848484">
                    <a:alpha val="5113"/>
                  </a:srgbClr>
                </a:gs>
                <a:gs pos="71429">
                  <a:srgbClr val="848484">
                    <a:alpha val="2427"/>
                  </a:srgbClr>
                </a:gs>
                <a:gs pos="85714">
                  <a:srgbClr val="848484">
                    <a:alpha val="967"/>
                  </a:srgbClr>
                </a:gs>
                <a:gs pos="100000">
                  <a:srgbClr val="848484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3823525">
              <a:off x="2814630" y="2103456"/>
              <a:ext cx="125713" cy="55458"/>
            </a:xfrm>
            <a:prstGeom prst="ellipse">
              <a:avLst/>
            </a:prstGeom>
            <a:gradFill>
              <a:gsLst>
                <a:gs pos="0">
                  <a:srgbClr val="FDFBFC">
                    <a:alpha val="32968"/>
                  </a:srgbClr>
                </a:gs>
                <a:gs pos="14286">
                  <a:srgbClr val="FDFBFC">
                    <a:alpha val="30764"/>
                  </a:srgbClr>
                </a:gs>
                <a:gs pos="28571">
                  <a:srgbClr val="FDFBFC">
                    <a:alpha val="24833"/>
                  </a:srgbClr>
                </a:gs>
                <a:gs pos="42857">
                  <a:srgbClr val="FDFBFC">
                    <a:alpha val="17075"/>
                  </a:srgbClr>
                </a:gs>
                <a:gs pos="57143">
                  <a:srgbClr val="FDFBFC">
                    <a:alpha val="9855"/>
                  </a:srgbClr>
                </a:gs>
                <a:gs pos="71429">
                  <a:srgbClr val="FDFBFC">
                    <a:alpha val="4740"/>
                  </a:srgbClr>
                </a:gs>
                <a:gs pos="85714">
                  <a:srgbClr val="FDFBFC">
                    <a:alpha val="1902"/>
                  </a:srgbClr>
                </a:gs>
                <a:gs pos="100000">
                  <a:srgbClr val="FD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5636191">
              <a:off x="759713" y="2008816"/>
              <a:ext cx="60984" cy="15246"/>
            </a:xfrm>
            <a:prstGeom prst="ellipse">
              <a:avLst/>
            </a:prstGeom>
            <a:gradFill>
              <a:gsLst>
                <a:gs pos="0">
                  <a:srgbClr val="929392">
                    <a:alpha val="18222"/>
                  </a:srgbClr>
                </a:gs>
                <a:gs pos="14286">
                  <a:srgbClr val="929392">
                    <a:alpha val="16881"/>
                  </a:srgbClr>
                </a:gs>
                <a:gs pos="28571">
                  <a:srgbClr val="929392">
                    <a:alpha val="13373"/>
                  </a:srgbClr>
                </a:gs>
                <a:gs pos="42857">
                  <a:srgbClr val="929392">
                    <a:alpha val="8987"/>
                  </a:srgbClr>
                </a:gs>
                <a:gs pos="57143">
                  <a:srgbClr val="929392">
                    <a:alpha val="5084"/>
                  </a:srgbClr>
                </a:gs>
                <a:gs pos="71429">
                  <a:srgbClr val="929392">
                    <a:alpha val="2413"/>
                  </a:srgbClr>
                </a:gs>
                <a:gs pos="85714">
                  <a:srgbClr val="929392">
                    <a:alpha val="961"/>
                  </a:srgbClr>
                </a:gs>
                <a:gs pos="100000">
                  <a:srgbClr val="929392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5502669">
              <a:off x="1096185" y="648679"/>
              <a:ext cx="61521" cy="15380"/>
            </a:xfrm>
            <a:prstGeom prst="ellipse">
              <a:avLst/>
            </a:prstGeom>
            <a:gradFill>
              <a:gsLst>
                <a:gs pos="0">
                  <a:srgbClr val="909191">
                    <a:alpha val="18125"/>
                  </a:srgbClr>
                </a:gs>
                <a:gs pos="14286">
                  <a:srgbClr val="909191">
                    <a:alpha val="16790"/>
                  </a:srgbClr>
                </a:gs>
                <a:gs pos="28571">
                  <a:srgbClr val="909191">
                    <a:alpha val="13300"/>
                  </a:srgbClr>
                </a:gs>
                <a:gs pos="42857">
                  <a:srgbClr val="909191">
                    <a:alpha val="8936"/>
                  </a:srgbClr>
                </a:gs>
                <a:gs pos="57143">
                  <a:srgbClr val="909191">
                    <a:alpha val="5055"/>
                  </a:srgbClr>
                </a:gs>
                <a:gs pos="71429">
                  <a:srgbClr val="909191">
                    <a:alpha val="2399"/>
                  </a:srgbClr>
                </a:gs>
                <a:gs pos="85714">
                  <a:srgbClr val="909191">
                    <a:alpha val="955"/>
                  </a:srgbClr>
                </a:gs>
                <a:gs pos="100000">
                  <a:srgbClr val="90919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071034">
              <a:off x="2891293" y="3083949"/>
              <a:ext cx="205454" cy="62439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031319">
              <a:off x="2949493" y="1009146"/>
              <a:ext cx="62182" cy="15546"/>
            </a:xfrm>
            <a:prstGeom prst="ellipse">
              <a:avLst/>
            </a:prstGeom>
            <a:gradFill>
              <a:gsLst>
                <a:gs pos="0">
                  <a:srgbClr val="888989">
                    <a:alpha val="18005"/>
                  </a:srgbClr>
                </a:gs>
                <a:gs pos="14286">
                  <a:srgbClr val="888989">
                    <a:alpha val="16678"/>
                  </a:srgbClr>
                </a:gs>
                <a:gs pos="28571">
                  <a:srgbClr val="888989">
                    <a:alpha val="13209"/>
                  </a:srgbClr>
                </a:gs>
                <a:gs pos="42857">
                  <a:srgbClr val="888989">
                    <a:alpha val="8873"/>
                  </a:srgbClr>
                </a:gs>
                <a:gs pos="57143">
                  <a:srgbClr val="888989">
                    <a:alpha val="5018"/>
                  </a:srgbClr>
                </a:gs>
                <a:gs pos="71429">
                  <a:srgbClr val="888989">
                    <a:alpha val="2381"/>
                  </a:srgbClr>
                </a:gs>
                <a:gs pos="85714">
                  <a:srgbClr val="888989">
                    <a:alpha val="949"/>
                  </a:srgbClr>
                </a:gs>
                <a:gs pos="100000">
                  <a:srgbClr val="888989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4930864">
              <a:off x="2499191" y="1960197"/>
              <a:ext cx="205849" cy="45260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4496863">
              <a:off x="2122653" y="742694"/>
              <a:ext cx="726124" cy="199252"/>
            </a:xfrm>
            <a:prstGeom prst="ellipse">
              <a:avLst/>
            </a:prstGeom>
            <a:gradFill>
              <a:gsLst>
                <a:gs pos="0">
                  <a:srgbClr val="757575">
                    <a:alpha val="8342"/>
                  </a:srgbClr>
                </a:gs>
                <a:gs pos="14286">
                  <a:srgbClr val="757575">
                    <a:alpha val="7694"/>
                  </a:srgbClr>
                </a:gs>
                <a:gs pos="28571">
                  <a:srgbClr val="757575">
                    <a:alpha val="6027"/>
                  </a:srgbClr>
                </a:gs>
                <a:gs pos="42857">
                  <a:srgbClr val="757575">
                    <a:alpha val="3996"/>
                  </a:srgbClr>
                </a:gs>
                <a:gs pos="57143">
                  <a:srgbClr val="757575">
                    <a:alpha val="2234"/>
                  </a:srgbClr>
                </a:gs>
                <a:gs pos="71429">
                  <a:srgbClr val="757575">
                    <a:alpha val="1052"/>
                  </a:srgbClr>
                </a:gs>
                <a:gs pos="85714">
                  <a:srgbClr val="757575">
                    <a:alpha val="417"/>
                  </a:srgbClr>
                </a:gs>
                <a:gs pos="100000">
                  <a:srgbClr val="757575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730277">
              <a:off x="461094" y="2001218"/>
              <a:ext cx="62144" cy="15536"/>
            </a:xfrm>
            <a:prstGeom prst="ellipse">
              <a:avLst/>
            </a:prstGeom>
            <a:gradFill>
              <a:gsLst>
                <a:gs pos="0">
                  <a:srgbClr val="868686">
                    <a:alpha val="18012"/>
                  </a:srgbClr>
                </a:gs>
                <a:gs pos="14286">
                  <a:srgbClr val="868686">
                    <a:alpha val="16684"/>
                  </a:srgbClr>
                </a:gs>
                <a:gs pos="28571">
                  <a:srgbClr val="868686">
                    <a:alpha val="13214"/>
                  </a:srgbClr>
                </a:gs>
                <a:gs pos="42857">
                  <a:srgbClr val="868686">
                    <a:alpha val="8877"/>
                  </a:srgbClr>
                </a:gs>
                <a:gs pos="57143">
                  <a:srgbClr val="868686">
                    <a:alpha val="5021"/>
                  </a:srgbClr>
                </a:gs>
                <a:gs pos="71429">
                  <a:srgbClr val="868686">
                    <a:alpha val="2382"/>
                  </a:srgbClr>
                </a:gs>
                <a:gs pos="85714">
                  <a:srgbClr val="868686">
                    <a:alpha val="949"/>
                  </a:srgbClr>
                </a:gs>
                <a:gs pos="100000">
                  <a:srgbClr val="868686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5612284">
              <a:off x="1265705" y="1863548"/>
              <a:ext cx="638795" cy="177525"/>
            </a:xfrm>
            <a:prstGeom prst="ellipse">
              <a:avLst/>
            </a:prstGeom>
            <a:gradFill>
              <a:gsLst>
                <a:gs pos="0">
                  <a:srgbClr val="7D7E7E">
                    <a:alpha val="10007"/>
                  </a:srgbClr>
                </a:gs>
                <a:gs pos="14286">
                  <a:srgbClr val="7D7E7E">
                    <a:alpha val="9236"/>
                  </a:srgbClr>
                </a:gs>
                <a:gs pos="28571">
                  <a:srgbClr val="7D7E7E">
                    <a:alpha val="7248"/>
                  </a:srgbClr>
                </a:gs>
                <a:gs pos="42857">
                  <a:srgbClr val="7D7E7E">
                    <a:alpha val="4815"/>
                  </a:srgbClr>
                </a:gs>
                <a:gs pos="57143">
                  <a:srgbClr val="7D7E7E">
                    <a:alpha val="2698"/>
                  </a:srgbClr>
                </a:gs>
                <a:gs pos="71429">
                  <a:srgbClr val="7D7E7E">
                    <a:alpha val="1272"/>
                  </a:srgbClr>
                </a:gs>
                <a:gs pos="85714">
                  <a:srgbClr val="7D7E7E">
                    <a:alpha val="505"/>
                  </a:srgbClr>
                </a:gs>
                <a:gs pos="100000">
                  <a:srgbClr val="7D7E7E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115542">
              <a:off x="2571477" y="3357666"/>
              <a:ext cx="373308" cy="16076"/>
            </a:xfrm>
            <a:prstGeom prst="ellipse">
              <a:avLst/>
            </a:prstGeom>
            <a:gradFill>
              <a:gsLst>
                <a:gs pos="0">
                  <a:srgbClr val="443F40">
                    <a:alpha val="32968"/>
                  </a:srgbClr>
                </a:gs>
                <a:gs pos="14286">
                  <a:srgbClr val="443F40">
                    <a:alpha val="30764"/>
                  </a:srgbClr>
                </a:gs>
                <a:gs pos="28571">
                  <a:srgbClr val="443F40">
                    <a:alpha val="24833"/>
                  </a:srgbClr>
                </a:gs>
                <a:gs pos="42857">
                  <a:srgbClr val="443F40">
                    <a:alpha val="17075"/>
                  </a:srgbClr>
                </a:gs>
                <a:gs pos="57143">
                  <a:srgbClr val="443F40">
                    <a:alpha val="9855"/>
                  </a:srgbClr>
                </a:gs>
                <a:gs pos="71429">
                  <a:srgbClr val="443F40">
                    <a:alpha val="4740"/>
                  </a:srgbClr>
                </a:gs>
                <a:gs pos="85714">
                  <a:srgbClr val="443F40">
                    <a:alpha val="1902"/>
                  </a:srgbClr>
                </a:gs>
                <a:gs pos="100000">
                  <a:srgbClr val="443F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4977717">
              <a:off x="2601539" y="2297920"/>
              <a:ext cx="58305" cy="14576"/>
            </a:xfrm>
            <a:prstGeom prst="ellipse">
              <a:avLst/>
            </a:prstGeom>
            <a:gradFill>
              <a:gsLst>
                <a:gs pos="0">
                  <a:srgbClr val="808080">
                    <a:alpha val="18706"/>
                  </a:srgbClr>
                </a:gs>
                <a:gs pos="14286">
                  <a:srgbClr val="808080">
                    <a:alpha val="17333"/>
                  </a:srgbClr>
                </a:gs>
                <a:gs pos="28571">
                  <a:srgbClr val="808080">
                    <a:alpha val="13739"/>
                  </a:srgbClr>
                </a:gs>
                <a:gs pos="42857">
                  <a:srgbClr val="808080">
                    <a:alpha val="9239"/>
                  </a:srgbClr>
                </a:gs>
                <a:gs pos="57143">
                  <a:srgbClr val="808080">
                    <a:alpha val="5230"/>
                  </a:srgbClr>
                </a:gs>
                <a:gs pos="71429">
                  <a:srgbClr val="808080">
                    <a:alpha val="2483"/>
                  </a:srgbClr>
                </a:gs>
                <a:gs pos="85714">
                  <a:srgbClr val="808080">
                    <a:alpha val="989"/>
                  </a:srgbClr>
                </a:gs>
                <a:gs pos="100000">
                  <a:srgbClr val="80808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5389568">
              <a:off x="957098" y="3461971"/>
              <a:ext cx="61893" cy="15473"/>
            </a:xfrm>
            <a:prstGeom prst="ellipse">
              <a:avLst/>
            </a:prstGeom>
            <a:gradFill>
              <a:gsLst>
                <a:gs pos="0">
                  <a:srgbClr val="949494">
                    <a:alpha val="18057"/>
                  </a:srgbClr>
                </a:gs>
                <a:gs pos="14286">
                  <a:srgbClr val="949494">
                    <a:alpha val="16727"/>
                  </a:srgbClr>
                </a:gs>
                <a:gs pos="28571">
                  <a:srgbClr val="949494">
                    <a:alpha val="13249"/>
                  </a:srgbClr>
                </a:gs>
                <a:gs pos="42857">
                  <a:srgbClr val="949494">
                    <a:alpha val="8901"/>
                  </a:srgbClr>
                </a:gs>
                <a:gs pos="57143">
                  <a:srgbClr val="949494">
                    <a:alpha val="5034"/>
                  </a:srgbClr>
                </a:gs>
                <a:gs pos="71429">
                  <a:srgbClr val="949494">
                    <a:alpha val="2389"/>
                  </a:srgbClr>
                </a:gs>
                <a:gs pos="85714">
                  <a:srgbClr val="949494">
                    <a:alpha val="952"/>
                  </a:srgbClr>
                </a:gs>
                <a:gs pos="100000">
                  <a:srgbClr val="949494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4963647">
              <a:off x="3038351" y="1814646"/>
              <a:ext cx="62487" cy="15622"/>
            </a:xfrm>
            <a:prstGeom prst="ellipse">
              <a:avLst/>
            </a:prstGeom>
            <a:gradFill>
              <a:gsLst>
                <a:gs pos="0">
                  <a:srgbClr val="959595">
                    <a:alpha val="17949"/>
                  </a:srgbClr>
                </a:gs>
                <a:gs pos="14286">
                  <a:srgbClr val="959595">
                    <a:alpha val="16626"/>
                  </a:srgbClr>
                </a:gs>
                <a:gs pos="28571">
                  <a:srgbClr val="959595">
                    <a:alpha val="13167"/>
                  </a:srgbClr>
                </a:gs>
                <a:gs pos="42857">
                  <a:srgbClr val="959595">
                    <a:alpha val="8845"/>
                  </a:srgbClr>
                </a:gs>
                <a:gs pos="57143">
                  <a:srgbClr val="959595">
                    <a:alpha val="5002"/>
                  </a:srgbClr>
                </a:gs>
                <a:gs pos="71429">
                  <a:srgbClr val="959595">
                    <a:alpha val="2373"/>
                  </a:srgbClr>
                </a:gs>
                <a:gs pos="85714">
                  <a:srgbClr val="959595">
                    <a:alpha val="945"/>
                  </a:srgbClr>
                </a:gs>
                <a:gs pos="100000">
                  <a:srgbClr val="959595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265079">
              <a:off x="2960427" y="3631997"/>
              <a:ext cx="149155" cy="16708"/>
            </a:xfrm>
            <a:prstGeom prst="ellipse">
              <a:avLst/>
            </a:prstGeom>
            <a:gradFill>
              <a:gsLst>
                <a:gs pos="0">
                  <a:srgbClr val="FAF8FA">
                    <a:alpha val="27704"/>
                  </a:srgbClr>
                </a:gs>
                <a:gs pos="14286">
                  <a:srgbClr val="FAF8FA">
                    <a:alpha val="25781"/>
                  </a:srgbClr>
                </a:gs>
                <a:gs pos="28571">
                  <a:srgbClr val="FAF8FA">
                    <a:alpha val="20666"/>
                  </a:srgbClr>
                </a:gs>
                <a:gs pos="42857">
                  <a:srgbClr val="FAF8FA">
                    <a:alpha val="14088"/>
                  </a:srgbClr>
                </a:gs>
                <a:gs pos="57143">
                  <a:srgbClr val="FAF8FA">
                    <a:alpha val="8070"/>
                  </a:srgbClr>
                </a:gs>
                <a:gs pos="71429">
                  <a:srgbClr val="FAF8FA">
                    <a:alpha val="3862"/>
                  </a:srgbClr>
                </a:gs>
                <a:gs pos="85714">
                  <a:srgbClr val="FAF8FA">
                    <a:alpha val="1545"/>
                  </a:srgbClr>
                </a:gs>
                <a:gs pos="100000">
                  <a:srgbClr val="FAF8FA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6336898">
              <a:off x="365777" y="108025"/>
              <a:ext cx="650608" cy="165501"/>
            </a:xfrm>
            <a:prstGeom prst="ellipse">
              <a:avLst/>
            </a:prstGeom>
            <a:gradFill>
              <a:gsLst>
                <a:gs pos="0">
                  <a:srgbClr val="706E6E">
                    <a:alpha val="5695"/>
                  </a:srgbClr>
                </a:gs>
                <a:gs pos="14286">
                  <a:srgbClr val="706E6E">
                    <a:alpha val="5246"/>
                  </a:srgbClr>
                </a:gs>
                <a:gs pos="28571">
                  <a:srgbClr val="706E6E">
                    <a:alpha val="4098"/>
                  </a:srgbClr>
                </a:gs>
                <a:gs pos="42857">
                  <a:srgbClr val="706E6E">
                    <a:alpha val="2707"/>
                  </a:srgbClr>
                </a:gs>
                <a:gs pos="57143">
                  <a:srgbClr val="706E6E">
                    <a:alpha val="1509"/>
                  </a:srgbClr>
                </a:gs>
                <a:gs pos="71429">
                  <a:srgbClr val="706E6E">
                    <a:alpha val="709"/>
                  </a:srgbClr>
                </a:gs>
                <a:gs pos="85714">
                  <a:srgbClr val="706E6E">
                    <a:alpha val="281"/>
                  </a:srgbClr>
                </a:gs>
                <a:gs pos="100000">
                  <a:srgbClr val="706E6E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453548">
              <a:off x="2975797" y="3126405"/>
              <a:ext cx="62496" cy="15624"/>
            </a:xfrm>
            <a:prstGeom prst="ellipse">
              <a:avLst/>
            </a:prstGeom>
            <a:gradFill>
              <a:gsLst>
                <a:gs pos="0">
                  <a:srgbClr val="929292">
                    <a:alpha val="17948"/>
                  </a:srgbClr>
                </a:gs>
                <a:gs pos="14286">
                  <a:srgbClr val="929292">
                    <a:alpha val="16624"/>
                  </a:srgbClr>
                </a:gs>
                <a:gs pos="28571">
                  <a:srgbClr val="929292">
                    <a:alpha val="13166"/>
                  </a:srgbClr>
                </a:gs>
                <a:gs pos="42857">
                  <a:srgbClr val="929292">
                    <a:alpha val="8844"/>
                  </a:srgbClr>
                </a:gs>
                <a:gs pos="57143">
                  <a:srgbClr val="929292">
                    <a:alpha val="5001"/>
                  </a:srgbClr>
                </a:gs>
                <a:gs pos="71429">
                  <a:srgbClr val="929292">
                    <a:alpha val="2373"/>
                  </a:srgbClr>
                </a:gs>
                <a:gs pos="85714">
                  <a:srgbClr val="929292">
                    <a:alpha val="945"/>
                  </a:srgbClr>
                </a:gs>
                <a:gs pos="100000">
                  <a:srgbClr val="929292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4310828">
              <a:off x="2680251" y="1362498"/>
              <a:ext cx="678569" cy="183498"/>
            </a:xfrm>
            <a:prstGeom prst="ellipse">
              <a:avLst/>
            </a:prstGeom>
            <a:gradFill>
              <a:gsLst>
                <a:gs pos="0">
                  <a:srgbClr val="71706F">
                    <a:alpha val="7282"/>
                  </a:srgbClr>
                </a:gs>
                <a:gs pos="14286">
                  <a:srgbClr val="71706F">
                    <a:alpha val="6713"/>
                  </a:srgbClr>
                </a:gs>
                <a:gs pos="28571">
                  <a:srgbClr val="71706F">
                    <a:alpha val="5253"/>
                  </a:srgbClr>
                </a:gs>
                <a:gs pos="42857">
                  <a:srgbClr val="71706F">
                    <a:alpha val="3477"/>
                  </a:srgbClr>
                </a:gs>
                <a:gs pos="57143">
                  <a:srgbClr val="71706F">
                    <a:alpha val="1942"/>
                  </a:srgbClr>
                </a:gs>
                <a:gs pos="71429">
                  <a:srgbClr val="71706F">
                    <a:alpha val="914"/>
                  </a:srgbClr>
                </a:gs>
                <a:gs pos="85714">
                  <a:srgbClr val="71706F">
                    <a:alpha val="362"/>
                  </a:srgbClr>
                </a:gs>
                <a:gs pos="100000">
                  <a:srgbClr val="71706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5665519">
              <a:off x="949544" y="1332117"/>
              <a:ext cx="305254" cy="372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5144078">
              <a:off x="718815" y="305354"/>
              <a:ext cx="777888" cy="210943"/>
            </a:xfrm>
            <a:prstGeom prst="ellipse">
              <a:avLst/>
            </a:prstGeom>
            <a:gradFill>
              <a:gsLst>
                <a:gs pos="0">
                  <a:srgbClr val="706F6F">
                    <a:alpha val="9780"/>
                  </a:srgbClr>
                </a:gs>
                <a:gs pos="14286">
                  <a:srgbClr val="706F6F">
                    <a:alpha val="9025"/>
                  </a:srgbClr>
                </a:gs>
                <a:gs pos="28571">
                  <a:srgbClr val="706F6F">
                    <a:alpha val="7081"/>
                  </a:srgbClr>
                </a:gs>
                <a:gs pos="42857">
                  <a:srgbClr val="706F6F">
                    <a:alpha val="4703"/>
                  </a:srgbClr>
                </a:gs>
                <a:gs pos="57143">
                  <a:srgbClr val="706F6F">
                    <a:alpha val="2634"/>
                  </a:srgbClr>
                </a:gs>
                <a:gs pos="71429">
                  <a:srgbClr val="706F6F">
                    <a:alpha val="1242"/>
                  </a:srgbClr>
                </a:gs>
                <a:gs pos="85714">
                  <a:srgbClr val="706F6F">
                    <a:alpha val="493"/>
                  </a:srgbClr>
                </a:gs>
                <a:gs pos="100000">
                  <a:srgbClr val="706F6F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5103043">
              <a:off x="2016573" y="3188396"/>
              <a:ext cx="258586" cy="54917"/>
            </a:xfrm>
            <a:prstGeom prst="ellipse">
              <a:avLst/>
            </a:prstGeom>
            <a:gradFill>
              <a:gsLst>
                <a:gs pos="0">
                  <a:srgbClr val="FBFDFC">
                    <a:alpha val="32968"/>
                  </a:srgbClr>
                </a:gs>
                <a:gs pos="14286">
                  <a:srgbClr val="FBFDFC">
                    <a:alpha val="30764"/>
                  </a:srgbClr>
                </a:gs>
                <a:gs pos="28571">
                  <a:srgbClr val="FBFDFC">
                    <a:alpha val="24833"/>
                  </a:srgbClr>
                </a:gs>
                <a:gs pos="42857">
                  <a:srgbClr val="FBFDFC">
                    <a:alpha val="17075"/>
                  </a:srgbClr>
                </a:gs>
                <a:gs pos="57143">
                  <a:srgbClr val="FBFDFC">
                    <a:alpha val="9855"/>
                  </a:srgbClr>
                </a:gs>
                <a:gs pos="71429">
                  <a:srgbClr val="FBFDFC">
                    <a:alpha val="4740"/>
                  </a:srgbClr>
                </a:gs>
                <a:gs pos="85714">
                  <a:srgbClr val="FBFDFC">
                    <a:alpha val="1902"/>
                  </a:srgbClr>
                </a:gs>
                <a:gs pos="100000">
                  <a:srgbClr val="FB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6392723">
              <a:off x="1545836" y="2424141"/>
              <a:ext cx="546731" cy="533065"/>
            </a:xfrm>
            <a:prstGeom prst="ellipse">
              <a:avLst/>
            </a:prstGeom>
            <a:gradFill>
              <a:gsLst>
                <a:gs pos="0">
                  <a:srgbClr val="707070">
                    <a:alpha val="3953"/>
                  </a:srgbClr>
                </a:gs>
                <a:gs pos="14286">
                  <a:srgbClr val="707070">
                    <a:alpha val="3639"/>
                  </a:srgbClr>
                </a:gs>
                <a:gs pos="28571">
                  <a:srgbClr val="707070">
                    <a:alpha val="2837"/>
                  </a:srgbClr>
                </a:gs>
                <a:gs pos="42857">
                  <a:srgbClr val="707070">
                    <a:alpha val="1870"/>
                  </a:srgbClr>
                </a:gs>
                <a:gs pos="57143">
                  <a:srgbClr val="707070">
                    <a:alpha val="1041"/>
                  </a:srgbClr>
                </a:gs>
                <a:gs pos="71429">
                  <a:srgbClr val="707070">
                    <a:alpha val="488"/>
                  </a:srgbClr>
                </a:gs>
                <a:gs pos="85714">
                  <a:srgbClr val="707070">
                    <a:alpha val="193"/>
                  </a:srgbClr>
                </a:gs>
                <a:gs pos="100000">
                  <a:srgbClr val="70707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6270520">
              <a:off x="1250670" y="1636843"/>
              <a:ext cx="148213" cy="54469"/>
            </a:xfrm>
            <a:prstGeom prst="ellipse">
              <a:avLst/>
            </a:prstGeom>
            <a:gradFill>
              <a:gsLst>
                <a:gs pos="0">
                  <a:srgbClr val="F5F5F4">
                    <a:alpha val="17927"/>
                  </a:srgbClr>
                </a:gs>
                <a:gs pos="14286">
                  <a:srgbClr val="F5F5F4">
                    <a:alpha val="16605"/>
                  </a:srgbClr>
                </a:gs>
                <a:gs pos="28571">
                  <a:srgbClr val="F5F5F4">
                    <a:alpha val="13150"/>
                  </a:srgbClr>
                </a:gs>
                <a:gs pos="42857">
                  <a:srgbClr val="F5F5F4">
                    <a:alpha val="8833"/>
                  </a:srgbClr>
                </a:gs>
                <a:gs pos="57143">
                  <a:srgbClr val="F5F5F4">
                    <a:alpha val="4995"/>
                  </a:srgbClr>
                </a:gs>
                <a:gs pos="71429">
                  <a:srgbClr val="F5F5F4">
                    <a:alpha val="2370"/>
                  </a:srgbClr>
                </a:gs>
                <a:gs pos="85714">
                  <a:srgbClr val="F5F5F4">
                    <a:alpha val="944"/>
                  </a:srgbClr>
                </a:gs>
                <a:gs pos="100000">
                  <a:srgbClr val="F5F5F4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6688129">
              <a:off x="264245" y="592351"/>
              <a:ext cx="771765" cy="194691"/>
            </a:xfrm>
            <a:prstGeom prst="ellipse">
              <a:avLst/>
            </a:prstGeom>
            <a:gradFill>
              <a:gsLst>
                <a:gs pos="0">
                  <a:srgbClr val="949394">
                    <a:alpha val="3372"/>
                  </a:srgbClr>
                </a:gs>
                <a:gs pos="14286">
                  <a:srgbClr val="949394">
                    <a:alpha val="3104"/>
                  </a:srgbClr>
                </a:gs>
                <a:gs pos="28571">
                  <a:srgbClr val="949394">
                    <a:alpha val="2418"/>
                  </a:srgbClr>
                </a:gs>
                <a:gs pos="42857">
                  <a:srgbClr val="949394">
                    <a:alpha val="1593"/>
                  </a:srgbClr>
                </a:gs>
                <a:gs pos="57143">
                  <a:srgbClr val="949394">
                    <a:alpha val="886"/>
                  </a:srgbClr>
                </a:gs>
                <a:gs pos="71429">
                  <a:srgbClr val="949394">
                    <a:alpha val="416"/>
                  </a:srgbClr>
                </a:gs>
                <a:gs pos="85714">
                  <a:srgbClr val="949394">
                    <a:alpha val="165"/>
                  </a:srgbClr>
                </a:gs>
                <a:gs pos="100000">
                  <a:srgbClr val="949394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5423353">
              <a:off x="2090113" y="2649484"/>
              <a:ext cx="624640" cy="180674"/>
            </a:xfrm>
            <a:prstGeom prst="ellipse">
              <a:avLst/>
            </a:prstGeom>
            <a:gradFill>
              <a:gsLst>
                <a:gs pos="0">
                  <a:srgbClr val="00000B">
                    <a:alpha val="19714"/>
                  </a:srgbClr>
                </a:gs>
                <a:gs pos="14286">
                  <a:srgbClr val="00000B">
                    <a:alpha val="18275"/>
                  </a:srgbClr>
                </a:gs>
                <a:gs pos="28571">
                  <a:srgbClr val="00000B">
                    <a:alpha val="14504"/>
                  </a:srgbClr>
                </a:gs>
                <a:gs pos="42857">
                  <a:srgbClr val="00000B">
                    <a:alpha val="9767"/>
                  </a:srgbClr>
                </a:gs>
                <a:gs pos="57143">
                  <a:srgbClr val="00000B">
                    <a:alpha val="5536"/>
                  </a:srgbClr>
                </a:gs>
                <a:gs pos="71429">
                  <a:srgbClr val="00000B">
                    <a:alpha val="2631"/>
                  </a:srgbClr>
                </a:gs>
                <a:gs pos="85714">
                  <a:srgbClr val="00000B">
                    <a:alpha val="1049"/>
                  </a:srgbClr>
                </a:gs>
                <a:gs pos="100000">
                  <a:srgbClr val="00000B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5167764">
              <a:off x="1008068" y="1287212"/>
              <a:ext cx="109838" cy="405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10678121">
              <a:off x="-99298" y="2264283"/>
              <a:ext cx="210909" cy="47642"/>
            </a:xfrm>
            <a:prstGeom prst="ellipse">
              <a:avLst/>
            </a:prstGeom>
            <a:gradFill>
              <a:gsLst>
                <a:gs pos="0">
                  <a:srgbClr val="F2F1F1">
                    <a:alpha val="32968"/>
                  </a:srgbClr>
                </a:gs>
                <a:gs pos="14286">
                  <a:srgbClr val="F2F1F1">
                    <a:alpha val="30764"/>
                  </a:srgbClr>
                </a:gs>
                <a:gs pos="28571">
                  <a:srgbClr val="F2F1F1">
                    <a:alpha val="24833"/>
                  </a:srgbClr>
                </a:gs>
                <a:gs pos="42857">
                  <a:srgbClr val="F2F1F1">
                    <a:alpha val="17075"/>
                  </a:srgbClr>
                </a:gs>
                <a:gs pos="57143">
                  <a:srgbClr val="F2F1F1">
                    <a:alpha val="9855"/>
                  </a:srgbClr>
                </a:gs>
                <a:gs pos="71429">
                  <a:srgbClr val="F2F1F1">
                    <a:alpha val="4740"/>
                  </a:srgbClr>
                </a:gs>
                <a:gs pos="85714">
                  <a:srgbClr val="F2F1F1">
                    <a:alpha val="1902"/>
                  </a:srgbClr>
                </a:gs>
                <a:gs pos="100000">
                  <a:srgbClr val="F2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5270847">
              <a:off x="2061636" y="1697544"/>
              <a:ext cx="63038" cy="15760"/>
            </a:xfrm>
            <a:prstGeom prst="ellipse">
              <a:avLst/>
            </a:prstGeom>
            <a:gradFill>
              <a:gsLst>
                <a:gs pos="0">
                  <a:srgbClr val="8B8B8B">
                    <a:alpha val="17849"/>
                  </a:srgbClr>
                </a:gs>
                <a:gs pos="14286">
                  <a:srgbClr val="8B8B8B">
                    <a:alpha val="16532"/>
                  </a:srgbClr>
                </a:gs>
                <a:gs pos="28571">
                  <a:srgbClr val="8B8B8B">
                    <a:alpha val="13091"/>
                  </a:srgbClr>
                </a:gs>
                <a:gs pos="42857">
                  <a:srgbClr val="8B8B8B">
                    <a:alpha val="8793"/>
                  </a:srgbClr>
                </a:gs>
                <a:gs pos="57143">
                  <a:srgbClr val="8B8B8B">
                    <a:alpha val="4972"/>
                  </a:srgbClr>
                </a:gs>
                <a:gs pos="71429">
                  <a:srgbClr val="8B8B8B">
                    <a:alpha val="2359"/>
                  </a:srgbClr>
                </a:gs>
                <a:gs pos="85714">
                  <a:srgbClr val="8B8B8B">
                    <a:alpha val="939"/>
                  </a:srgbClr>
                </a:gs>
                <a:gs pos="100000">
                  <a:srgbClr val="8B8B8B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047097">
              <a:off x="227605" y="1286402"/>
              <a:ext cx="220502" cy="94976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5605573">
              <a:off x="766363" y="2009470"/>
              <a:ext cx="62510" cy="15627"/>
            </a:xfrm>
            <a:prstGeom prst="ellipse">
              <a:avLst/>
            </a:prstGeom>
            <a:gradFill>
              <a:gsLst>
                <a:gs pos="0">
                  <a:srgbClr val="818281">
                    <a:alpha val="17945"/>
                  </a:srgbClr>
                </a:gs>
                <a:gs pos="14286">
                  <a:srgbClr val="818281">
                    <a:alpha val="16622"/>
                  </a:srgbClr>
                </a:gs>
                <a:gs pos="28571">
                  <a:srgbClr val="818281">
                    <a:alpha val="13164"/>
                  </a:srgbClr>
                </a:gs>
                <a:gs pos="42857">
                  <a:srgbClr val="818281">
                    <a:alpha val="8842"/>
                  </a:srgbClr>
                </a:gs>
                <a:gs pos="57143">
                  <a:srgbClr val="818281">
                    <a:alpha val="5001"/>
                  </a:srgbClr>
                </a:gs>
                <a:gs pos="71429">
                  <a:srgbClr val="818281">
                    <a:alpha val="2373"/>
                  </a:srgbClr>
                </a:gs>
                <a:gs pos="85714">
                  <a:srgbClr val="818281">
                    <a:alpha val="945"/>
                  </a:srgbClr>
                </a:gs>
                <a:gs pos="100000">
                  <a:srgbClr val="818281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6376038">
              <a:off x="287903" y="2767177"/>
              <a:ext cx="890706" cy="208687"/>
            </a:xfrm>
            <a:prstGeom prst="ellipse">
              <a:avLst/>
            </a:prstGeom>
            <a:gradFill>
              <a:gsLst>
                <a:gs pos="0">
                  <a:srgbClr val="01040C">
                    <a:alpha val="5650"/>
                  </a:srgbClr>
                </a:gs>
                <a:gs pos="14286">
                  <a:srgbClr val="01040C">
                    <a:alpha val="5205"/>
                  </a:srgbClr>
                </a:gs>
                <a:gs pos="28571">
                  <a:srgbClr val="01040C">
                    <a:alpha val="4065"/>
                  </a:srgbClr>
                </a:gs>
                <a:gs pos="42857">
                  <a:srgbClr val="01040C">
                    <a:alpha val="2686"/>
                  </a:srgbClr>
                </a:gs>
                <a:gs pos="57143">
                  <a:srgbClr val="01040C">
                    <a:alpha val="1497"/>
                  </a:srgbClr>
                </a:gs>
                <a:gs pos="71429">
                  <a:srgbClr val="01040C">
                    <a:alpha val="704"/>
                  </a:srgbClr>
                </a:gs>
                <a:gs pos="85714">
                  <a:srgbClr val="01040C">
                    <a:alpha val="279"/>
                  </a:srgbClr>
                </a:gs>
                <a:gs pos="100000">
                  <a:srgbClr val="01040C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5608624">
              <a:off x="975061" y="478538"/>
              <a:ext cx="276550" cy="43838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10733426">
              <a:off x="2778954" y="618354"/>
              <a:ext cx="62453" cy="15613"/>
            </a:xfrm>
            <a:prstGeom prst="ellipse">
              <a:avLst/>
            </a:prstGeom>
            <a:gradFill>
              <a:gsLst>
                <a:gs pos="0">
                  <a:srgbClr val="8A8A8A">
                    <a:alpha val="17956"/>
                  </a:srgbClr>
                </a:gs>
                <a:gs pos="14286">
                  <a:srgbClr val="8A8A8A">
                    <a:alpha val="16632"/>
                  </a:srgbClr>
                </a:gs>
                <a:gs pos="28571">
                  <a:srgbClr val="8A8A8A">
                    <a:alpha val="13172"/>
                  </a:srgbClr>
                </a:gs>
                <a:gs pos="42857">
                  <a:srgbClr val="8A8A8A">
                    <a:alpha val="8848"/>
                  </a:srgbClr>
                </a:gs>
                <a:gs pos="57143">
                  <a:srgbClr val="8A8A8A">
                    <a:alpha val="5004"/>
                  </a:srgbClr>
                </a:gs>
                <a:gs pos="71429">
                  <a:srgbClr val="8A8A8A">
                    <a:alpha val="2374"/>
                  </a:srgbClr>
                </a:gs>
                <a:gs pos="85714">
                  <a:srgbClr val="8A8A8A">
                    <a:alpha val="946"/>
                  </a:srgbClr>
                </a:gs>
                <a:gs pos="100000">
                  <a:srgbClr val="8A8A8A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9911622">
              <a:off x="660656" y="-130130"/>
              <a:ext cx="504758" cy="500807"/>
            </a:xfrm>
            <a:prstGeom prst="ellipse">
              <a:avLst/>
            </a:prstGeom>
            <a:gradFill>
              <a:gsLst>
                <a:gs pos="0">
                  <a:srgbClr val="606365">
                    <a:alpha val="8179"/>
                  </a:srgbClr>
                </a:gs>
                <a:gs pos="14286">
                  <a:srgbClr val="606365">
                    <a:alpha val="7543"/>
                  </a:srgbClr>
                </a:gs>
                <a:gs pos="28571">
                  <a:srgbClr val="606365">
                    <a:alpha val="5908"/>
                  </a:srgbClr>
                </a:gs>
                <a:gs pos="42857">
                  <a:srgbClr val="606365">
                    <a:alpha val="3915"/>
                  </a:srgbClr>
                </a:gs>
                <a:gs pos="57143">
                  <a:srgbClr val="606365">
                    <a:alpha val="2189"/>
                  </a:srgbClr>
                </a:gs>
                <a:gs pos="71429">
                  <a:srgbClr val="606365">
                    <a:alpha val="1031"/>
                  </a:srgbClr>
                </a:gs>
                <a:gs pos="85714">
                  <a:srgbClr val="606365">
                    <a:alpha val="409"/>
                  </a:srgbClr>
                </a:gs>
                <a:gs pos="100000">
                  <a:srgbClr val="606365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5143759">
              <a:off x="1642714" y="2447565"/>
              <a:ext cx="390615" cy="121105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5925259">
              <a:off x="35996" y="87830"/>
              <a:ext cx="59579" cy="14895"/>
            </a:xfrm>
            <a:prstGeom prst="ellipse">
              <a:avLst/>
            </a:prstGeom>
            <a:gradFill>
              <a:gsLst>
                <a:gs pos="0">
                  <a:srgbClr val="A1A1A1">
                    <a:alpha val="18476"/>
                  </a:srgbClr>
                </a:gs>
                <a:gs pos="14286">
                  <a:srgbClr val="A1A1A1">
                    <a:alpha val="17118"/>
                  </a:srgbClr>
                </a:gs>
                <a:gs pos="28571">
                  <a:srgbClr val="A1A1A1">
                    <a:alpha val="13565"/>
                  </a:srgbClr>
                </a:gs>
                <a:gs pos="42857">
                  <a:srgbClr val="A1A1A1">
                    <a:alpha val="9119"/>
                  </a:srgbClr>
                </a:gs>
                <a:gs pos="57143">
                  <a:srgbClr val="A1A1A1">
                    <a:alpha val="5160"/>
                  </a:srgbClr>
                </a:gs>
                <a:gs pos="71429">
                  <a:srgbClr val="A1A1A1">
                    <a:alpha val="2450"/>
                  </a:srgbClr>
                </a:gs>
                <a:gs pos="85714">
                  <a:srgbClr val="A1A1A1">
                    <a:alpha val="976"/>
                  </a:srgbClr>
                </a:gs>
                <a:gs pos="100000">
                  <a:srgbClr val="A1A1A1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5525468">
              <a:off x="1052612" y="1433593"/>
              <a:ext cx="59990" cy="14997"/>
            </a:xfrm>
            <a:prstGeom prst="ellipse">
              <a:avLst/>
            </a:prstGeom>
            <a:gradFill>
              <a:gsLst>
                <a:gs pos="0">
                  <a:srgbClr val="9A9A9A">
                    <a:alpha val="18402"/>
                  </a:srgbClr>
                </a:gs>
                <a:gs pos="14286">
                  <a:srgbClr val="9A9A9A">
                    <a:alpha val="17049"/>
                  </a:srgbClr>
                </a:gs>
                <a:gs pos="28571">
                  <a:srgbClr val="9A9A9A">
                    <a:alpha val="13509"/>
                  </a:srgbClr>
                </a:gs>
                <a:gs pos="42857">
                  <a:srgbClr val="9A9A9A">
                    <a:alpha val="9080"/>
                  </a:srgbClr>
                </a:gs>
                <a:gs pos="57143">
                  <a:srgbClr val="9A9A9A">
                    <a:alpha val="5138"/>
                  </a:srgbClr>
                </a:gs>
                <a:gs pos="71429">
                  <a:srgbClr val="9A9A9A">
                    <a:alpha val="2439"/>
                  </a:srgbClr>
                </a:gs>
                <a:gs pos="85714">
                  <a:srgbClr val="9A9A9A">
                    <a:alpha val="972"/>
                  </a:srgbClr>
                </a:gs>
                <a:gs pos="100000">
                  <a:srgbClr val="9A9A9A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-9811656">
              <a:off x="1989104" y="1633694"/>
              <a:ext cx="655239" cy="474191"/>
            </a:xfrm>
            <a:prstGeom prst="ellipse">
              <a:avLst/>
            </a:prstGeom>
            <a:gradFill>
              <a:gsLst>
                <a:gs pos="0">
                  <a:srgbClr val="757679">
                    <a:alpha val="9359"/>
                  </a:srgbClr>
                </a:gs>
                <a:gs pos="14286">
                  <a:srgbClr val="757679">
                    <a:alpha val="8636"/>
                  </a:srgbClr>
                </a:gs>
                <a:gs pos="28571">
                  <a:srgbClr val="757679">
                    <a:alpha val="6772"/>
                  </a:srgbClr>
                </a:gs>
                <a:gs pos="42857">
                  <a:srgbClr val="757679">
                    <a:alpha val="4496"/>
                  </a:srgbClr>
                </a:gs>
                <a:gs pos="57143">
                  <a:srgbClr val="757679">
                    <a:alpha val="2517"/>
                  </a:srgbClr>
                </a:gs>
                <a:gs pos="71429">
                  <a:srgbClr val="757679">
                    <a:alpha val="1186"/>
                  </a:srgbClr>
                </a:gs>
                <a:gs pos="85714">
                  <a:srgbClr val="757679">
                    <a:alpha val="471"/>
                  </a:srgbClr>
                </a:gs>
                <a:gs pos="100000">
                  <a:srgbClr val="757679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5422282">
              <a:off x="1649489" y="1025679"/>
              <a:ext cx="286180" cy="32295"/>
            </a:xfrm>
            <a:prstGeom prst="ellipse">
              <a:avLst/>
            </a:prstGeom>
            <a:gradFill>
              <a:gsLst>
                <a:gs pos="0">
                  <a:srgbClr val="ECECEC">
                    <a:alpha val="31910"/>
                  </a:srgbClr>
                </a:gs>
                <a:gs pos="14286">
                  <a:srgbClr val="ECECEC">
                    <a:alpha val="29760"/>
                  </a:srgbClr>
                </a:gs>
                <a:gs pos="28571">
                  <a:srgbClr val="ECECEC">
                    <a:alpha val="23989"/>
                  </a:srgbClr>
                </a:gs>
                <a:gs pos="42857">
                  <a:srgbClr val="ECECEC">
                    <a:alpha val="16465"/>
                  </a:srgbClr>
                </a:gs>
                <a:gs pos="57143">
                  <a:srgbClr val="ECECEC">
                    <a:alpha val="9488"/>
                  </a:srgbClr>
                </a:gs>
                <a:gs pos="71429">
                  <a:srgbClr val="ECECEC">
                    <a:alpha val="4559"/>
                  </a:srgbClr>
                </a:gs>
                <a:gs pos="85714">
                  <a:srgbClr val="ECECEC">
                    <a:alpha val="1828"/>
                  </a:srgbClr>
                </a:gs>
                <a:gs pos="100000">
                  <a:srgbClr val="ECECEC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10747130">
              <a:off x="3076064" y="-3640"/>
              <a:ext cx="45608" cy="11402"/>
            </a:xfrm>
            <a:prstGeom prst="ellipse">
              <a:avLst/>
            </a:prstGeom>
            <a:gradFill>
              <a:gsLst>
                <a:gs pos="0">
                  <a:srgbClr val="AEADAE">
                    <a:alpha val="20961"/>
                  </a:srgbClr>
                </a:gs>
                <a:gs pos="14286">
                  <a:srgbClr val="AEADAE">
                    <a:alpha val="19443"/>
                  </a:srgbClr>
                </a:gs>
                <a:gs pos="28571">
                  <a:srgbClr val="AEADAE">
                    <a:alpha val="15453"/>
                  </a:srgbClr>
                </a:gs>
                <a:gs pos="42857">
                  <a:srgbClr val="AEADAE">
                    <a:alpha val="10426"/>
                  </a:srgbClr>
                </a:gs>
                <a:gs pos="57143">
                  <a:srgbClr val="AEADAE">
                    <a:alpha val="5919"/>
                  </a:srgbClr>
                </a:gs>
                <a:gs pos="71429">
                  <a:srgbClr val="AEADAE">
                    <a:alpha val="2816"/>
                  </a:srgbClr>
                </a:gs>
                <a:gs pos="85714">
                  <a:srgbClr val="AEADAE">
                    <a:alpha val="1123"/>
                  </a:srgbClr>
                </a:gs>
                <a:gs pos="100000">
                  <a:srgbClr val="AEADAE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5960991">
              <a:off x="-18642" y="519059"/>
              <a:ext cx="461035" cy="46737"/>
            </a:xfrm>
            <a:prstGeom prst="ellipse">
              <a:avLst/>
            </a:prstGeom>
            <a:gradFill>
              <a:gsLst>
                <a:gs pos="0">
                  <a:srgbClr val="F9F9F9">
                    <a:alpha val="32966"/>
                  </a:srgbClr>
                </a:gs>
                <a:gs pos="14286">
                  <a:srgbClr val="F9F9F9">
                    <a:alpha val="30762"/>
                  </a:srgbClr>
                </a:gs>
                <a:gs pos="28571">
                  <a:srgbClr val="F9F9F9">
                    <a:alpha val="24831"/>
                  </a:srgbClr>
                </a:gs>
                <a:gs pos="42857">
                  <a:srgbClr val="F9F9F9">
                    <a:alpha val="17074"/>
                  </a:srgbClr>
                </a:gs>
                <a:gs pos="57143">
                  <a:srgbClr val="F9F9F9">
                    <a:alpha val="9854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377395">
              <a:off x="1255761" y="2476240"/>
              <a:ext cx="60085" cy="15021"/>
            </a:xfrm>
            <a:prstGeom prst="ellipse">
              <a:avLst/>
            </a:prstGeom>
            <a:gradFill>
              <a:gsLst>
                <a:gs pos="0">
                  <a:srgbClr val="949495">
                    <a:alpha val="18385"/>
                  </a:srgbClr>
                </a:gs>
                <a:gs pos="14286">
                  <a:srgbClr val="949495">
                    <a:alpha val="17033"/>
                  </a:srgbClr>
                </a:gs>
                <a:gs pos="28571">
                  <a:srgbClr val="949495">
                    <a:alpha val="13496"/>
                  </a:srgbClr>
                </a:gs>
                <a:gs pos="42857">
                  <a:srgbClr val="949495">
                    <a:alpha val="9071"/>
                  </a:srgbClr>
                </a:gs>
                <a:gs pos="57143">
                  <a:srgbClr val="949495">
                    <a:alpha val="5133"/>
                  </a:srgbClr>
                </a:gs>
                <a:gs pos="71429">
                  <a:srgbClr val="949495">
                    <a:alpha val="2436"/>
                  </a:srgbClr>
                </a:gs>
                <a:gs pos="85714">
                  <a:srgbClr val="949495">
                    <a:alpha val="971"/>
                  </a:srgbClr>
                </a:gs>
                <a:gs pos="100000">
                  <a:srgbClr val="949495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10705368">
              <a:off x="786828" y="3003827"/>
              <a:ext cx="63503" cy="15876"/>
            </a:xfrm>
            <a:prstGeom prst="ellipse">
              <a:avLst/>
            </a:prstGeom>
            <a:gradFill>
              <a:gsLst>
                <a:gs pos="0">
                  <a:srgbClr val="949494">
                    <a:alpha val="17764"/>
                  </a:srgbClr>
                </a:gs>
                <a:gs pos="14286">
                  <a:srgbClr val="949494">
                    <a:alpha val="16453"/>
                  </a:srgbClr>
                </a:gs>
                <a:gs pos="28571">
                  <a:srgbClr val="949494">
                    <a:alpha val="13027"/>
                  </a:srgbClr>
                </a:gs>
                <a:gs pos="42857">
                  <a:srgbClr val="949494">
                    <a:alpha val="8749"/>
                  </a:srgbClr>
                </a:gs>
                <a:gs pos="57143">
                  <a:srgbClr val="949494">
                    <a:alpha val="4946"/>
                  </a:srgbClr>
                </a:gs>
                <a:gs pos="71429">
                  <a:srgbClr val="949494">
                    <a:alpha val="2347"/>
                  </a:srgbClr>
                </a:gs>
                <a:gs pos="85714">
                  <a:srgbClr val="949494">
                    <a:alpha val="935"/>
                  </a:srgbClr>
                </a:gs>
                <a:gs pos="100000">
                  <a:srgbClr val="949494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5734311">
              <a:off x="264566" y="1509738"/>
              <a:ext cx="63425" cy="15856"/>
            </a:xfrm>
            <a:prstGeom prst="ellipse">
              <a:avLst/>
            </a:prstGeom>
            <a:gradFill>
              <a:gsLst>
                <a:gs pos="0">
                  <a:srgbClr val="898989">
                    <a:alpha val="17779"/>
                  </a:srgbClr>
                </a:gs>
                <a:gs pos="14286">
                  <a:srgbClr val="898989">
                    <a:alpha val="16467"/>
                  </a:srgbClr>
                </a:gs>
                <a:gs pos="28571">
                  <a:srgbClr val="898989">
                    <a:alpha val="13038"/>
                  </a:srgbClr>
                </a:gs>
                <a:gs pos="42857">
                  <a:srgbClr val="898989">
                    <a:alpha val="8756"/>
                  </a:srgbClr>
                </a:gs>
                <a:gs pos="57143">
                  <a:srgbClr val="898989">
                    <a:alpha val="4951"/>
                  </a:srgbClr>
                </a:gs>
                <a:gs pos="71429">
                  <a:srgbClr val="898989">
                    <a:alpha val="2349"/>
                  </a:srgbClr>
                </a:gs>
                <a:gs pos="85714">
                  <a:srgbClr val="898989">
                    <a:alpha val="935"/>
                  </a:srgbClr>
                </a:gs>
                <a:gs pos="100000">
                  <a:srgbClr val="898989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5662137">
              <a:off x="671043" y="3399772"/>
              <a:ext cx="63231" cy="15808"/>
            </a:xfrm>
            <a:prstGeom prst="ellipse">
              <a:avLst/>
            </a:prstGeom>
            <a:gradFill>
              <a:gsLst>
                <a:gs pos="0">
                  <a:srgbClr val="8A8A8A">
                    <a:alpha val="17814"/>
                  </a:srgbClr>
                </a:gs>
                <a:gs pos="14286">
                  <a:srgbClr val="8A8A8A">
                    <a:alpha val="16500"/>
                  </a:srgbClr>
                </a:gs>
                <a:gs pos="28571">
                  <a:srgbClr val="8A8A8A">
                    <a:alpha val="13065"/>
                  </a:srgbClr>
                </a:gs>
                <a:gs pos="42857">
                  <a:srgbClr val="8A8A8A">
                    <a:alpha val="8774"/>
                  </a:srgbClr>
                </a:gs>
                <a:gs pos="57143">
                  <a:srgbClr val="8A8A8A">
                    <a:alpha val="4961"/>
                  </a:srgbClr>
                </a:gs>
                <a:gs pos="71429">
                  <a:srgbClr val="8A8A8A">
                    <a:alpha val="2354"/>
                  </a:srgbClr>
                </a:gs>
                <a:gs pos="85714">
                  <a:srgbClr val="8A8A8A">
                    <a:alpha val="937"/>
                  </a:srgbClr>
                </a:gs>
                <a:gs pos="100000">
                  <a:srgbClr val="8A8A8A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479176">
              <a:off x="711178" y="2338582"/>
              <a:ext cx="62433" cy="15608"/>
            </a:xfrm>
            <a:prstGeom prst="ellipse">
              <a:avLst/>
            </a:prstGeom>
            <a:gradFill>
              <a:gsLst>
                <a:gs pos="0">
                  <a:srgbClr val="A1A1A1">
                    <a:alpha val="17959"/>
                  </a:srgbClr>
                </a:gs>
                <a:gs pos="14286">
                  <a:srgbClr val="A1A1A1">
                    <a:alpha val="16635"/>
                  </a:srgbClr>
                </a:gs>
                <a:gs pos="28571">
                  <a:srgbClr val="A1A1A1">
                    <a:alpha val="13174"/>
                  </a:srgbClr>
                </a:gs>
                <a:gs pos="42857">
                  <a:srgbClr val="A1A1A1">
                    <a:alpha val="8850"/>
                  </a:srgbClr>
                </a:gs>
                <a:gs pos="57143">
                  <a:srgbClr val="A1A1A1">
                    <a:alpha val="5005"/>
                  </a:srgbClr>
                </a:gs>
                <a:gs pos="71429">
                  <a:srgbClr val="A1A1A1">
                    <a:alpha val="2375"/>
                  </a:srgbClr>
                </a:gs>
                <a:gs pos="85714">
                  <a:srgbClr val="A1A1A1">
                    <a:alpha val="946"/>
                  </a:srgbClr>
                </a:gs>
                <a:gs pos="100000">
                  <a:srgbClr val="A1A1A1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174481">
              <a:off x="1845188" y="99134"/>
              <a:ext cx="319852" cy="336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5664237">
              <a:off x="1188725" y="3617629"/>
              <a:ext cx="183754" cy="7156"/>
            </a:xfrm>
            <a:prstGeom prst="ellipse">
              <a:avLst/>
            </a:prstGeom>
            <a:gradFill>
              <a:gsLst>
                <a:gs pos="0">
                  <a:srgbClr val="CBCBC9">
                    <a:alpha val="27738"/>
                  </a:srgbClr>
                </a:gs>
                <a:gs pos="14286">
                  <a:srgbClr val="CBCBC9">
                    <a:alpha val="25814"/>
                  </a:srgbClr>
                </a:gs>
                <a:gs pos="28571">
                  <a:srgbClr val="CBCBC9">
                    <a:alpha val="20693"/>
                  </a:srgbClr>
                </a:gs>
                <a:gs pos="42857">
                  <a:srgbClr val="CBCBC9">
                    <a:alpha val="14107"/>
                  </a:srgbClr>
                </a:gs>
                <a:gs pos="57143">
                  <a:srgbClr val="CBCBC9">
                    <a:alpha val="8081"/>
                  </a:srgbClr>
                </a:gs>
                <a:gs pos="71429">
                  <a:srgbClr val="CBCBC9">
                    <a:alpha val="3868"/>
                  </a:srgbClr>
                </a:gs>
                <a:gs pos="85714">
                  <a:srgbClr val="CBCBC9">
                    <a:alpha val="1548"/>
                  </a:srgbClr>
                </a:gs>
                <a:gs pos="100000">
                  <a:srgbClr val="CBCBC9">
                    <a:alpha val="5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5008882">
              <a:off x="2739891" y="1192602"/>
              <a:ext cx="62442" cy="15610"/>
            </a:xfrm>
            <a:prstGeom prst="ellipse">
              <a:avLst/>
            </a:prstGeom>
            <a:gradFill>
              <a:gsLst>
                <a:gs pos="0">
                  <a:srgbClr val="949494">
                    <a:alpha val="17958"/>
                  </a:srgbClr>
                </a:gs>
                <a:gs pos="14286">
                  <a:srgbClr val="949494">
                    <a:alpha val="16634"/>
                  </a:srgbClr>
                </a:gs>
                <a:gs pos="28571">
                  <a:srgbClr val="949494">
                    <a:alpha val="13173"/>
                  </a:srgbClr>
                </a:gs>
                <a:gs pos="42857">
                  <a:srgbClr val="949494">
                    <a:alpha val="8849"/>
                  </a:srgbClr>
                </a:gs>
                <a:gs pos="57143">
                  <a:srgbClr val="949494">
                    <a:alpha val="5004"/>
                  </a:srgbClr>
                </a:gs>
                <a:gs pos="71429">
                  <a:srgbClr val="949494">
                    <a:alpha val="2374"/>
                  </a:srgbClr>
                </a:gs>
                <a:gs pos="85714">
                  <a:srgbClr val="949494">
                    <a:alpha val="946"/>
                  </a:srgbClr>
                </a:gs>
                <a:gs pos="100000">
                  <a:srgbClr val="949494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5266707">
              <a:off x="424836" y="1265362"/>
              <a:ext cx="821528" cy="222713"/>
            </a:xfrm>
            <a:prstGeom prst="ellipse">
              <a:avLst/>
            </a:prstGeom>
            <a:gradFill>
              <a:gsLst>
                <a:gs pos="0">
                  <a:srgbClr val="262928">
                    <a:alpha val="1510"/>
                  </a:srgbClr>
                </a:gs>
                <a:gs pos="14286">
                  <a:srgbClr val="262928">
                    <a:alpha val="1389"/>
                  </a:srgbClr>
                </a:gs>
                <a:gs pos="28571">
                  <a:srgbClr val="262928">
                    <a:alpha val="1080"/>
                  </a:srgbClr>
                </a:gs>
                <a:gs pos="42857">
                  <a:srgbClr val="262928">
                    <a:alpha val="710"/>
                  </a:srgbClr>
                </a:gs>
                <a:gs pos="57143">
                  <a:srgbClr val="262928">
                    <a:alpha val="394"/>
                  </a:srgbClr>
                </a:gs>
                <a:gs pos="71429">
                  <a:srgbClr val="262928">
                    <a:alpha val="185"/>
                  </a:srgbClr>
                </a:gs>
                <a:gs pos="85714">
                  <a:srgbClr val="262928">
                    <a:alpha val="73"/>
                  </a:srgbClr>
                </a:gs>
                <a:gs pos="100000">
                  <a:srgbClr val="262928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4841560">
              <a:off x="1391353" y="320704"/>
              <a:ext cx="799556" cy="235903"/>
            </a:xfrm>
            <a:prstGeom prst="ellipse">
              <a:avLst/>
            </a:prstGeom>
            <a:gradFill>
              <a:gsLst>
                <a:gs pos="0">
                  <a:srgbClr val="7B7B7B">
                    <a:alpha val="6643"/>
                  </a:srgbClr>
                </a:gs>
                <a:gs pos="14286">
                  <a:srgbClr val="7B7B7B">
                    <a:alpha val="6123"/>
                  </a:srgbClr>
                </a:gs>
                <a:gs pos="28571">
                  <a:srgbClr val="7B7B7B">
                    <a:alpha val="4787"/>
                  </a:srgbClr>
                </a:gs>
                <a:gs pos="42857">
                  <a:srgbClr val="7B7B7B">
                    <a:alpha val="3166"/>
                  </a:srgbClr>
                </a:gs>
                <a:gs pos="57143">
                  <a:srgbClr val="7B7B7B">
                    <a:alpha val="1767"/>
                  </a:srgbClr>
                </a:gs>
                <a:gs pos="71429">
                  <a:srgbClr val="7B7B7B">
                    <a:alpha val="831"/>
                  </a:srgbClr>
                </a:gs>
                <a:gs pos="85714">
                  <a:srgbClr val="7B7B7B">
                    <a:alpha val="329"/>
                  </a:srgbClr>
                </a:gs>
                <a:gs pos="100000">
                  <a:srgbClr val="7B7B7B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197534">
              <a:off x="2395207" y="3423833"/>
              <a:ext cx="63601" cy="15900"/>
            </a:xfrm>
            <a:prstGeom prst="ellipse">
              <a:avLst/>
            </a:prstGeom>
            <a:gradFill>
              <a:gsLst>
                <a:gs pos="0">
                  <a:srgbClr val="858584">
                    <a:alpha val="17747"/>
                  </a:srgbClr>
                </a:gs>
                <a:gs pos="14286">
                  <a:srgbClr val="858584">
                    <a:alpha val="16437"/>
                  </a:srgbClr>
                </a:gs>
                <a:gs pos="28571">
                  <a:srgbClr val="858584">
                    <a:alpha val="13014"/>
                  </a:srgbClr>
                </a:gs>
                <a:gs pos="42857">
                  <a:srgbClr val="858584">
                    <a:alpha val="8739"/>
                  </a:srgbClr>
                </a:gs>
                <a:gs pos="57143">
                  <a:srgbClr val="858584">
                    <a:alpha val="4941"/>
                  </a:srgbClr>
                </a:gs>
                <a:gs pos="71429">
                  <a:srgbClr val="858584">
                    <a:alpha val="2344"/>
                  </a:srgbClr>
                </a:gs>
                <a:gs pos="85714">
                  <a:srgbClr val="858584">
                    <a:alpha val="934"/>
                  </a:srgbClr>
                </a:gs>
                <a:gs pos="100000">
                  <a:srgbClr val="858584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4998193">
              <a:off x="1199157" y="311156"/>
              <a:ext cx="709898" cy="196229"/>
            </a:xfrm>
            <a:prstGeom prst="ellipse">
              <a:avLst/>
            </a:prstGeom>
            <a:gradFill>
              <a:gsLst>
                <a:gs pos="0">
                  <a:srgbClr val="555A5B">
                    <a:alpha val="5193"/>
                  </a:srgbClr>
                </a:gs>
                <a:gs pos="14286">
                  <a:srgbClr val="555A5B">
                    <a:alpha val="4783"/>
                  </a:srgbClr>
                </a:gs>
                <a:gs pos="28571">
                  <a:srgbClr val="555A5B">
                    <a:alpha val="3734"/>
                  </a:srgbClr>
                </a:gs>
                <a:gs pos="42857">
                  <a:srgbClr val="555A5B">
                    <a:alpha val="2465"/>
                  </a:srgbClr>
                </a:gs>
                <a:gs pos="57143">
                  <a:srgbClr val="555A5B">
                    <a:alpha val="1374"/>
                  </a:srgbClr>
                </a:gs>
                <a:gs pos="71429">
                  <a:srgbClr val="555A5B">
                    <a:alpha val="645"/>
                  </a:srgbClr>
                </a:gs>
                <a:gs pos="85714">
                  <a:srgbClr val="555A5B">
                    <a:alpha val="256"/>
                  </a:srgbClr>
                </a:gs>
                <a:gs pos="100000">
                  <a:srgbClr val="555A5B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5125892">
              <a:off x="2056384" y="1857972"/>
              <a:ext cx="63316" cy="15829"/>
            </a:xfrm>
            <a:prstGeom prst="ellipse">
              <a:avLst/>
            </a:prstGeom>
            <a:gradFill>
              <a:gsLst>
                <a:gs pos="0">
                  <a:srgbClr val="919191">
                    <a:alpha val="17799"/>
                  </a:srgbClr>
                </a:gs>
                <a:gs pos="14286">
                  <a:srgbClr val="919191">
                    <a:alpha val="16485"/>
                  </a:srgbClr>
                </a:gs>
                <a:gs pos="28571">
                  <a:srgbClr val="919191">
                    <a:alpha val="13053"/>
                  </a:srgbClr>
                </a:gs>
                <a:gs pos="42857">
                  <a:srgbClr val="919191">
                    <a:alpha val="8766"/>
                  </a:srgbClr>
                </a:gs>
                <a:gs pos="57143">
                  <a:srgbClr val="919191">
                    <a:alpha val="4957"/>
                  </a:srgbClr>
                </a:gs>
                <a:gs pos="71429">
                  <a:srgbClr val="919191">
                    <a:alpha val="2352"/>
                  </a:srgbClr>
                </a:gs>
                <a:gs pos="85714">
                  <a:srgbClr val="919191">
                    <a:alpha val="937"/>
                  </a:srgbClr>
                </a:gs>
                <a:gs pos="100000">
                  <a:srgbClr val="919191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5066109">
              <a:off x="1538357" y="573854"/>
              <a:ext cx="62640" cy="15660"/>
            </a:xfrm>
            <a:prstGeom prst="ellipse">
              <a:avLst/>
            </a:prstGeom>
            <a:gradFill>
              <a:gsLst>
                <a:gs pos="0">
                  <a:srgbClr val="919191">
                    <a:alpha val="17922"/>
                  </a:srgbClr>
                </a:gs>
                <a:gs pos="14286">
                  <a:srgbClr val="919191">
                    <a:alpha val="16600"/>
                  </a:srgbClr>
                </a:gs>
                <a:gs pos="28571">
                  <a:srgbClr val="919191">
                    <a:alpha val="13146"/>
                  </a:srgbClr>
                </a:gs>
                <a:gs pos="42857">
                  <a:srgbClr val="919191">
                    <a:alpha val="8830"/>
                  </a:srgbClr>
                </a:gs>
                <a:gs pos="57143">
                  <a:srgbClr val="919191">
                    <a:alpha val="4993"/>
                  </a:srgbClr>
                </a:gs>
                <a:gs pos="71429">
                  <a:srgbClr val="919191">
                    <a:alpha val="2369"/>
                  </a:srgbClr>
                </a:gs>
                <a:gs pos="85714">
                  <a:srgbClr val="919191">
                    <a:alpha val="944"/>
                  </a:srgbClr>
                </a:gs>
                <a:gs pos="100000">
                  <a:srgbClr val="919191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4966081">
              <a:off x="3226228" y="2125588"/>
              <a:ext cx="830394" cy="222187"/>
            </a:xfrm>
            <a:prstGeom prst="ellipse">
              <a:avLst/>
            </a:prstGeom>
            <a:gradFill>
              <a:gsLst>
                <a:gs pos="0">
                  <a:srgbClr val="535253">
                    <a:alpha val="11823"/>
                  </a:srgbClr>
                </a:gs>
                <a:gs pos="14286">
                  <a:srgbClr val="535253">
                    <a:alpha val="10921"/>
                  </a:srgbClr>
                </a:gs>
                <a:gs pos="28571">
                  <a:srgbClr val="535253">
                    <a:alpha val="8588"/>
                  </a:srgbClr>
                </a:gs>
                <a:gs pos="42857">
                  <a:srgbClr val="535253">
                    <a:alpha val="5720"/>
                  </a:srgbClr>
                </a:gs>
                <a:gs pos="57143">
                  <a:srgbClr val="535253">
                    <a:alpha val="3211"/>
                  </a:srgbClr>
                </a:gs>
                <a:gs pos="71429">
                  <a:srgbClr val="535253">
                    <a:alpha val="1516"/>
                  </a:srgbClr>
                </a:gs>
                <a:gs pos="85714">
                  <a:srgbClr val="535253">
                    <a:alpha val="602"/>
                  </a:srgbClr>
                </a:gs>
                <a:gs pos="100000">
                  <a:srgbClr val="535253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5513015">
              <a:off x="301052" y="2668633"/>
              <a:ext cx="830815" cy="180700"/>
            </a:xfrm>
            <a:prstGeom prst="ellipse">
              <a:avLst/>
            </a:prstGeom>
            <a:gradFill>
              <a:gsLst>
                <a:gs pos="0">
                  <a:srgbClr val="36383A">
                    <a:alpha val="2680"/>
                  </a:srgbClr>
                </a:gs>
                <a:gs pos="14286">
                  <a:srgbClr val="36383A">
                    <a:alpha val="2466"/>
                  </a:srgbClr>
                </a:gs>
                <a:gs pos="28571">
                  <a:srgbClr val="36383A">
                    <a:alpha val="1920"/>
                  </a:srgbClr>
                </a:gs>
                <a:gs pos="42857">
                  <a:srgbClr val="36383A">
                    <a:alpha val="1264"/>
                  </a:srgbClr>
                </a:gs>
                <a:gs pos="57143">
                  <a:srgbClr val="36383A">
                    <a:alpha val="702"/>
                  </a:srgbClr>
                </a:gs>
                <a:gs pos="71429">
                  <a:srgbClr val="36383A">
                    <a:alpha val="329"/>
                  </a:srgbClr>
                </a:gs>
                <a:gs pos="85714">
                  <a:srgbClr val="36383A">
                    <a:alpha val="130"/>
                  </a:srgbClr>
                </a:gs>
                <a:gs pos="100000">
                  <a:srgbClr val="36383A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5548968">
              <a:off x="960084" y="2897148"/>
              <a:ext cx="59309" cy="14827"/>
            </a:xfrm>
            <a:prstGeom prst="ellipse">
              <a:avLst/>
            </a:prstGeom>
            <a:gradFill>
              <a:gsLst>
                <a:gs pos="0">
                  <a:srgbClr val="A7A7A7">
                    <a:alpha val="18525"/>
                  </a:srgbClr>
                </a:gs>
                <a:gs pos="14286">
                  <a:srgbClr val="A7A7A7">
                    <a:alpha val="17164"/>
                  </a:srgbClr>
                </a:gs>
                <a:gs pos="28571">
                  <a:srgbClr val="A7A7A7">
                    <a:alpha val="13602"/>
                  </a:srgbClr>
                </a:gs>
                <a:gs pos="42857">
                  <a:srgbClr val="A7A7A7">
                    <a:alpha val="9145"/>
                  </a:srgbClr>
                </a:gs>
                <a:gs pos="57143">
                  <a:srgbClr val="A7A7A7">
                    <a:alpha val="5175"/>
                  </a:srgbClr>
                </a:gs>
                <a:gs pos="71429">
                  <a:srgbClr val="A7A7A7">
                    <a:alpha val="2457"/>
                  </a:srgbClr>
                </a:gs>
                <a:gs pos="85714">
                  <a:srgbClr val="A7A7A7">
                    <a:alpha val="979"/>
                  </a:srgbClr>
                </a:gs>
                <a:gs pos="100000">
                  <a:srgbClr val="A7A7A7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4966907">
              <a:off x="2411439" y="1627129"/>
              <a:ext cx="319960" cy="37839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048690">
              <a:off x="3539718" y="3179928"/>
              <a:ext cx="63561" cy="15890"/>
            </a:xfrm>
            <a:prstGeom prst="ellipse">
              <a:avLst/>
            </a:prstGeom>
            <a:gradFill>
              <a:gsLst>
                <a:gs pos="0">
                  <a:srgbClr val="9A9A9A">
                    <a:alpha val="17754"/>
                  </a:srgbClr>
                </a:gs>
                <a:gs pos="14286">
                  <a:srgbClr val="9A9A9A">
                    <a:alpha val="16443"/>
                  </a:srgbClr>
                </a:gs>
                <a:gs pos="28571">
                  <a:srgbClr val="9A9A9A">
                    <a:alpha val="13019"/>
                  </a:srgbClr>
                </a:gs>
                <a:gs pos="42857">
                  <a:srgbClr val="9A9A9A">
                    <a:alpha val="8743"/>
                  </a:srgbClr>
                </a:gs>
                <a:gs pos="57143">
                  <a:srgbClr val="9A9A9A">
                    <a:alpha val="4943"/>
                  </a:srgbClr>
                </a:gs>
                <a:gs pos="71429">
                  <a:srgbClr val="9A9A9A">
                    <a:alpha val="2345"/>
                  </a:srgbClr>
                </a:gs>
                <a:gs pos="85714">
                  <a:srgbClr val="9A9A9A">
                    <a:alpha val="934"/>
                  </a:srgbClr>
                </a:gs>
                <a:gs pos="100000">
                  <a:srgbClr val="9A9A9A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4966188">
              <a:off x="2848237" y="252453"/>
              <a:ext cx="890445" cy="116719"/>
            </a:xfrm>
            <a:prstGeom prst="ellipse">
              <a:avLst/>
            </a:prstGeom>
            <a:gradFill>
              <a:gsLst>
                <a:gs pos="0">
                  <a:srgbClr val="000901">
                    <a:alpha val="23598"/>
                  </a:srgbClr>
                </a:gs>
                <a:gs pos="14286">
                  <a:srgbClr val="000901">
                    <a:alpha val="21917"/>
                  </a:srgbClr>
                </a:gs>
                <a:gs pos="28571">
                  <a:srgbClr val="000901">
                    <a:alpha val="17477"/>
                  </a:srgbClr>
                </a:gs>
                <a:gs pos="42857">
                  <a:srgbClr val="000901">
                    <a:alpha val="11838"/>
                  </a:srgbClr>
                </a:gs>
                <a:gs pos="57143">
                  <a:srgbClr val="000901">
                    <a:alpha val="6743"/>
                  </a:srgbClr>
                </a:gs>
                <a:gs pos="71429">
                  <a:srgbClr val="000901">
                    <a:alpha val="3215"/>
                  </a:srgbClr>
                </a:gs>
                <a:gs pos="85714">
                  <a:srgbClr val="000901">
                    <a:alpha val="1284"/>
                  </a:srgbClr>
                </a:gs>
                <a:gs pos="100000">
                  <a:srgbClr val="000901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10286717">
              <a:off x="365733" y="2061441"/>
              <a:ext cx="199860" cy="73412"/>
            </a:xfrm>
            <a:prstGeom prst="ellipse">
              <a:avLst/>
            </a:prstGeom>
            <a:gradFill>
              <a:gsLst>
                <a:gs pos="0">
                  <a:srgbClr val="FAFAFA">
                    <a:alpha val="32555"/>
                  </a:srgbClr>
                </a:gs>
                <a:gs pos="14286">
                  <a:srgbClr val="FAFAFA">
                    <a:alpha val="30372"/>
                  </a:srgbClr>
                </a:gs>
                <a:gs pos="28571">
                  <a:srgbClr val="FAFAFA">
                    <a:alpha val="24503"/>
                  </a:srgbClr>
                </a:gs>
                <a:gs pos="42857">
                  <a:srgbClr val="FAFAFA">
                    <a:alpha val="16836"/>
                  </a:srgbClr>
                </a:gs>
                <a:gs pos="57143">
                  <a:srgbClr val="FAFAFA">
                    <a:alpha val="9711"/>
                  </a:srgbClr>
                </a:gs>
                <a:gs pos="71429">
                  <a:srgbClr val="FAFAFA">
                    <a:alpha val="4669"/>
                  </a:srgbClr>
                </a:gs>
                <a:gs pos="85714">
                  <a:srgbClr val="FAFAFA">
                    <a:alpha val="1873"/>
                  </a:srgbClr>
                </a:gs>
                <a:gs pos="100000">
                  <a:srgbClr val="FAFAFA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4863430">
              <a:off x="3403990" y="2393665"/>
              <a:ext cx="63649" cy="15912"/>
            </a:xfrm>
            <a:prstGeom prst="ellipse">
              <a:avLst/>
            </a:prstGeom>
            <a:gradFill>
              <a:gsLst>
                <a:gs pos="0">
                  <a:srgbClr val="8E8E8E">
                    <a:alpha val="17738"/>
                  </a:srgbClr>
                </a:gs>
                <a:gs pos="14286">
                  <a:srgbClr val="8E8E8E">
                    <a:alpha val="16429"/>
                  </a:srgbClr>
                </a:gs>
                <a:gs pos="28571">
                  <a:srgbClr val="8E8E8E">
                    <a:alpha val="13007"/>
                  </a:srgbClr>
                </a:gs>
                <a:gs pos="42857">
                  <a:srgbClr val="8E8E8E">
                    <a:alpha val="8735"/>
                  </a:srgbClr>
                </a:gs>
                <a:gs pos="57143">
                  <a:srgbClr val="8E8E8E">
                    <a:alpha val="4938"/>
                  </a:srgbClr>
                </a:gs>
                <a:gs pos="71429">
                  <a:srgbClr val="8E8E8E">
                    <a:alpha val="2343"/>
                  </a:srgbClr>
                </a:gs>
                <a:gs pos="85714">
                  <a:srgbClr val="8E8E8E">
                    <a:alpha val="933"/>
                  </a:srgbClr>
                </a:gs>
                <a:gs pos="100000">
                  <a:srgbClr val="8E8E8E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938261">
              <a:off x="946210" y="1693798"/>
              <a:ext cx="257459" cy="79152"/>
            </a:xfrm>
            <a:prstGeom prst="ellipse">
              <a:avLst/>
            </a:prstGeom>
            <a:gradFill>
              <a:gsLst>
                <a:gs pos="0">
                  <a:srgbClr val="F8F8F8">
                    <a:alpha val="30535"/>
                  </a:srgbClr>
                </a:gs>
                <a:gs pos="14286">
                  <a:srgbClr val="F8F8F8">
                    <a:alpha val="28457"/>
                  </a:srgbClr>
                </a:gs>
                <a:gs pos="28571">
                  <a:srgbClr val="F8F8F8">
                    <a:alpha val="22896"/>
                  </a:srgbClr>
                </a:gs>
                <a:gs pos="42857">
                  <a:srgbClr val="F8F8F8">
                    <a:alpha val="15680"/>
                  </a:srgbClr>
                </a:gs>
                <a:gs pos="57143">
                  <a:srgbClr val="F8F8F8">
                    <a:alpha val="9017"/>
                  </a:srgbClr>
                </a:gs>
                <a:gs pos="71429">
                  <a:srgbClr val="F8F8F8">
                    <a:alpha val="4327"/>
                  </a:srgbClr>
                </a:gs>
                <a:gs pos="85714">
                  <a:srgbClr val="F8F8F8">
                    <a:alpha val="1734"/>
                  </a:srgbClr>
                </a:gs>
                <a:gs pos="100000">
                  <a:srgbClr val="F8F8F8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5292081">
              <a:off x="2058093" y="344548"/>
              <a:ext cx="332960" cy="134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5614064">
              <a:off x="1119862" y="2578313"/>
              <a:ext cx="338066" cy="568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5586251">
              <a:off x="313589" y="3421043"/>
              <a:ext cx="64153" cy="16038"/>
            </a:xfrm>
            <a:prstGeom prst="ellipse">
              <a:avLst/>
            </a:prstGeom>
            <a:gradFill>
              <a:gsLst>
                <a:gs pos="0">
                  <a:srgbClr val="878787">
                    <a:alpha val="17646"/>
                  </a:srgbClr>
                </a:gs>
                <a:gs pos="14286">
                  <a:srgbClr val="878787">
                    <a:alpha val="16343"/>
                  </a:srgbClr>
                </a:gs>
                <a:gs pos="28571">
                  <a:srgbClr val="878787">
                    <a:alpha val="12938"/>
                  </a:srgbClr>
                </a:gs>
                <a:gs pos="42857">
                  <a:srgbClr val="878787">
                    <a:alpha val="8687"/>
                  </a:srgbClr>
                </a:gs>
                <a:gs pos="57143">
                  <a:srgbClr val="878787">
                    <a:alpha val="4911"/>
                  </a:srgbClr>
                </a:gs>
                <a:gs pos="71429">
                  <a:srgbClr val="878787">
                    <a:alpha val="2330"/>
                  </a:srgbClr>
                </a:gs>
                <a:gs pos="85714">
                  <a:srgbClr val="878787">
                    <a:alpha val="928"/>
                  </a:srgbClr>
                </a:gs>
                <a:gs pos="100000">
                  <a:srgbClr val="87878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5336244">
              <a:off x="1765233" y="1765304"/>
              <a:ext cx="64353" cy="16088"/>
            </a:xfrm>
            <a:prstGeom prst="ellipse">
              <a:avLst/>
            </a:prstGeom>
            <a:gradFill>
              <a:gsLst>
                <a:gs pos="0">
                  <a:srgbClr val="838383">
                    <a:alpha val="17609"/>
                  </a:srgbClr>
                </a:gs>
                <a:gs pos="14286">
                  <a:srgbClr val="838383">
                    <a:alpha val="16308"/>
                  </a:srgbClr>
                </a:gs>
                <a:gs pos="28571">
                  <a:srgbClr val="838383">
                    <a:alpha val="12910"/>
                  </a:srgbClr>
                </a:gs>
                <a:gs pos="42857">
                  <a:srgbClr val="838383">
                    <a:alpha val="8668"/>
                  </a:srgbClr>
                </a:gs>
                <a:gs pos="57143">
                  <a:srgbClr val="838383">
                    <a:alpha val="4900"/>
                  </a:srgbClr>
                </a:gs>
                <a:gs pos="71429">
                  <a:srgbClr val="838383">
                    <a:alpha val="2324"/>
                  </a:srgbClr>
                </a:gs>
                <a:gs pos="85714">
                  <a:srgbClr val="838383">
                    <a:alpha val="926"/>
                  </a:srgbClr>
                </a:gs>
                <a:gs pos="100000">
                  <a:srgbClr val="838383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5443881">
              <a:off x="2137297" y="616724"/>
              <a:ext cx="251878" cy="14838"/>
            </a:xfrm>
            <a:prstGeom prst="ellipse">
              <a:avLst/>
            </a:prstGeom>
            <a:gradFill>
              <a:gsLst>
                <a:gs pos="0">
                  <a:srgbClr val="BBBABC">
                    <a:alpha val="27808"/>
                  </a:srgbClr>
                </a:gs>
                <a:gs pos="14286">
                  <a:srgbClr val="BBBABC">
                    <a:alpha val="25880"/>
                  </a:srgbClr>
                </a:gs>
                <a:gs pos="28571">
                  <a:srgbClr val="BBBABC">
                    <a:alpha val="20748"/>
                  </a:srgbClr>
                </a:gs>
                <a:gs pos="42857">
                  <a:srgbClr val="BBBABC">
                    <a:alpha val="14146"/>
                  </a:srgbClr>
                </a:gs>
                <a:gs pos="57143">
                  <a:srgbClr val="BBBABC">
                    <a:alpha val="8104"/>
                  </a:srgbClr>
                </a:gs>
                <a:gs pos="71429">
                  <a:srgbClr val="BBBABC">
                    <a:alpha val="3879"/>
                  </a:srgbClr>
                </a:gs>
                <a:gs pos="85714">
                  <a:srgbClr val="BBBABC">
                    <a:alpha val="1552"/>
                  </a:srgbClr>
                </a:gs>
                <a:gs pos="100000">
                  <a:srgbClr val="BBBABC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4967539">
              <a:off x="1329627" y="563245"/>
              <a:ext cx="60246" cy="15061"/>
            </a:xfrm>
            <a:prstGeom prst="ellipse">
              <a:avLst/>
            </a:prstGeom>
            <a:gradFill>
              <a:gsLst>
                <a:gs pos="0">
                  <a:srgbClr val="B2B2B2">
                    <a:alpha val="18356"/>
                  </a:srgbClr>
                </a:gs>
                <a:gs pos="14286">
                  <a:srgbClr val="B2B2B2">
                    <a:alpha val="17006"/>
                  </a:srgbClr>
                </a:gs>
                <a:gs pos="28571">
                  <a:srgbClr val="B2B2B2">
                    <a:alpha val="13474"/>
                  </a:srgbClr>
                </a:gs>
                <a:gs pos="42857">
                  <a:srgbClr val="B2B2B2">
                    <a:alpha val="9056"/>
                  </a:srgbClr>
                </a:gs>
                <a:gs pos="57143">
                  <a:srgbClr val="B2B2B2">
                    <a:alpha val="5124"/>
                  </a:srgbClr>
                </a:gs>
                <a:gs pos="71429">
                  <a:srgbClr val="B2B2B2">
                    <a:alpha val="2432"/>
                  </a:srgbClr>
                </a:gs>
                <a:gs pos="85714">
                  <a:srgbClr val="B2B2B2">
                    <a:alpha val="969"/>
                  </a:srgbClr>
                </a:gs>
                <a:gs pos="100000">
                  <a:srgbClr val="B2B2B2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5404369">
              <a:off x="1304368" y="1279137"/>
              <a:ext cx="63192" cy="15798"/>
            </a:xfrm>
            <a:prstGeom prst="ellipse">
              <a:avLst/>
            </a:prstGeom>
            <a:gradFill>
              <a:gsLst>
                <a:gs pos="0">
                  <a:srgbClr val="959595">
                    <a:alpha val="17821"/>
                  </a:srgbClr>
                </a:gs>
                <a:gs pos="14286">
                  <a:srgbClr val="959595">
                    <a:alpha val="16506"/>
                  </a:srgbClr>
                </a:gs>
                <a:gs pos="28571">
                  <a:srgbClr val="959595">
                    <a:alpha val="13070"/>
                  </a:srgbClr>
                </a:gs>
                <a:gs pos="42857">
                  <a:srgbClr val="959595">
                    <a:alpha val="8778"/>
                  </a:srgbClr>
                </a:gs>
                <a:gs pos="57143">
                  <a:srgbClr val="959595">
                    <a:alpha val="4963"/>
                  </a:srgbClr>
                </a:gs>
                <a:gs pos="71429">
                  <a:srgbClr val="959595">
                    <a:alpha val="2355"/>
                  </a:srgbClr>
                </a:gs>
                <a:gs pos="85714">
                  <a:srgbClr val="959595">
                    <a:alpha val="938"/>
                  </a:srgbClr>
                </a:gs>
                <a:gs pos="100000">
                  <a:srgbClr val="959595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4989429">
              <a:off x="2589061" y="2230590"/>
              <a:ext cx="58439" cy="14610"/>
            </a:xfrm>
            <a:prstGeom prst="ellipse">
              <a:avLst/>
            </a:prstGeom>
            <a:gradFill>
              <a:gsLst>
                <a:gs pos="0">
                  <a:srgbClr val="B0B0B0">
                    <a:alpha val="18682"/>
                  </a:srgbClr>
                </a:gs>
                <a:gs pos="14286">
                  <a:srgbClr val="B0B0B0">
                    <a:alpha val="17310"/>
                  </a:srgbClr>
                </a:gs>
                <a:gs pos="28571">
                  <a:srgbClr val="B0B0B0">
                    <a:alpha val="13721"/>
                  </a:srgbClr>
                </a:gs>
                <a:gs pos="42857">
                  <a:srgbClr val="B0B0B0">
                    <a:alpha val="9227"/>
                  </a:srgbClr>
                </a:gs>
                <a:gs pos="57143">
                  <a:srgbClr val="B0B0B0">
                    <a:alpha val="5223"/>
                  </a:srgbClr>
                </a:gs>
                <a:gs pos="71429">
                  <a:srgbClr val="B0B0B0">
                    <a:alpha val="2480"/>
                  </a:srgbClr>
                </a:gs>
                <a:gs pos="85714">
                  <a:srgbClr val="B0B0B0">
                    <a:alpha val="988"/>
                  </a:srgbClr>
                </a:gs>
                <a:gs pos="100000">
                  <a:srgbClr val="B0B0B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5568525">
              <a:off x="1241626" y="2239045"/>
              <a:ext cx="621731" cy="176784"/>
            </a:xfrm>
            <a:prstGeom prst="ellipse">
              <a:avLst/>
            </a:prstGeom>
            <a:gradFill>
              <a:gsLst>
                <a:gs pos="0">
                  <a:srgbClr val="7F7F7F">
                    <a:alpha val="9086"/>
                  </a:srgbClr>
                </a:gs>
                <a:gs pos="14286">
                  <a:srgbClr val="7F7F7F">
                    <a:alpha val="8383"/>
                  </a:srgbClr>
                </a:gs>
                <a:gs pos="28571">
                  <a:srgbClr val="7F7F7F">
                    <a:alpha val="6572"/>
                  </a:srgbClr>
                </a:gs>
                <a:gs pos="42857">
                  <a:srgbClr val="7F7F7F">
                    <a:alpha val="4361"/>
                  </a:srgbClr>
                </a:gs>
                <a:gs pos="57143">
                  <a:srgbClr val="7F7F7F">
                    <a:alpha val="2440"/>
                  </a:srgbClr>
                </a:gs>
                <a:gs pos="71429">
                  <a:srgbClr val="7F7F7F">
                    <a:alpha val="1150"/>
                  </a:srgbClr>
                </a:gs>
                <a:gs pos="85714">
                  <a:srgbClr val="7F7F7F">
                    <a:alpha val="456"/>
                  </a:srgbClr>
                </a:gs>
                <a:gs pos="100000">
                  <a:srgbClr val="7F7F7F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5931304">
              <a:off x="-133456" y="3564520"/>
              <a:ext cx="378683" cy="59498"/>
            </a:xfrm>
            <a:prstGeom prst="ellipse">
              <a:avLst/>
            </a:prstGeom>
            <a:gradFill>
              <a:gsLst>
                <a:gs pos="0">
                  <a:srgbClr val="EEEFEF">
                    <a:alpha val="32968"/>
                  </a:srgbClr>
                </a:gs>
                <a:gs pos="14286">
                  <a:srgbClr val="EEEFEF">
                    <a:alpha val="30764"/>
                  </a:srgbClr>
                </a:gs>
                <a:gs pos="28571">
                  <a:srgbClr val="EEEFEF">
                    <a:alpha val="24833"/>
                  </a:srgbClr>
                </a:gs>
                <a:gs pos="42857">
                  <a:srgbClr val="EEEFEF">
                    <a:alpha val="17075"/>
                  </a:srgbClr>
                </a:gs>
                <a:gs pos="57143">
                  <a:srgbClr val="EEEFEF">
                    <a:alpha val="9855"/>
                  </a:srgbClr>
                </a:gs>
                <a:gs pos="71429">
                  <a:srgbClr val="EEEFEF">
                    <a:alpha val="4740"/>
                  </a:srgbClr>
                </a:gs>
                <a:gs pos="85714">
                  <a:srgbClr val="EEEFEF">
                    <a:alpha val="1902"/>
                  </a:srgbClr>
                </a:gs>
                <a:gs pos="100000">
                  <a:srgbClr val="EE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4996745">
              <a:off x="3296276" y="2538004"/>
              <a:ext cx="326934" cy="570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5042379">
              <a:off x="2985563" y="1362959"/>
              <a:ext cx="64076" cy="16019"/>
            </a:xfrm>
            <a:prstGeom prst="ellipse">
              <a:avLst/>
            </a:prstGeom>
            <a:gradFill>
              <a:gsLst>
                <a:gs pos="0">
                  <a:srgbClr val="858686">
                    <a:alpha val="17660"/>
                  </a:srgbClr>
                </a:gs>
                <a:gs pos="14286">
                  <a:srgbClr val="858686">
                    <a:alpha val="16356"/>
                  </a:srgbClr>
                </a:gs>
                <a:gs pos="28571">
                  <a:srgbClr val="858686">
                    <a:alpha val="12949"/>
                  </a:srgbClr>
                </a:gs>
                <a:gs pos="42857">
                  <a:srgbClr val="858686">
                    <a:alpha val="8694"/>
                  </a:srgbClr>
                </a:gs>
                <a:gs pos="57143">
                  <a:srgbClr val="858686">
                    <a:alpha val="4915"/>
                  </a:srgbClr>
                </a:gs>
                <a:gs pos="71429">
                  <a:srgbClr val="858686">
                    <a:alpha val="2332"/>
                  </a:srgbClr>
                </a:gs>
                <a:gs pos="85714">
                  <a:srgbClr val="858686">
                    <a:alpha val="929"/>
                  </a:srgbClr>
                </a:gs>
                <a:gs pos="100000">
                  <a:srgbClr val="858686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5691574">
              <a:off x="1526233" y="1646638"/>
              <a:ext cx="68461" cy="17953"/>
            </a:xfrm>
            <a:prstGeom prst="ellipse">
              <a:avLst/>
            </a:prstGeom>
            <a:gradFill>
              <a:gsLst>
                <a:gs pos="0">
                  <a:srgbClr val="A9A9A9">
                    <a:alpha val="16237"/>
                  </a:srgbClr>
                </a:gs>
                <a:gs pos="14286">
                  <a:srgbClr val="A9A9A9">
                    <a:alpha val="15028"/>
                  </a:srgbClr>
                </a:gs>
                <a:gs pos="28571">
                  <a:srgbClr val="A9A9A9">
                    <a:alpha val="11877"/>
                  </a:srgbClr>
                </a:gs>
                <a:gs pos="42857">
                  <a:srgbClr val="A9A9A9">
                    <a:alpha val="7959"/>
                  </a:srgbClr>
                </a:gs>
                <a:gs pos="57143">
                  <a:srgbClr val="A9A9A9">
                    <a:alpha val="4491"/>
                  </a:srgbClr>
                </a:gs>
                <a:gs pos="71429">
                  <a:srgbClr val="A9A9A9">
                    <a:alpha val="2128"/>
                  </a:srgbClr>
                </a:gs>
                <a:gs pos="85714">
                  <a:srgbClr val="A9A9A9">
                    <a:alpha val="847"/>
                  </a:srgbClr>
                </a:gs>
                <a:gs pos="100000">
                  <a:srgbClr val="A9A9A9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5373282">
              <a:off x="1860093" y="514522"/>
              <a:ext cx="355233" cy="347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5247587">
              <a:off x="1362376" y="3168343"/>
              <a:ext cx="406407" cy="546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6225949">
              <a:off x="2363635" y="2757031"/>
              <a:ext cx="51732" cy="12933"/>
            </a:xfrm>
            <a:prstGeom prst="ellipse">
              <a:avLst/>
            </a:prstGeom>
            <a:gradFill>
              <a:gsLst>
                <a:gs pos="0">
                  <a:srgbClr val="BEBEBE">
                    <a:alpha val="19881"/>
                  </a:srgbClr>
                </a:gs>
                <a:gs pos="14286">
                  <a:srgbClr val="BEBEBE">
                    <a:alpha val="18432"/>
                  </a:srgbClr>
                </a:gs>
                <a:gs pos="28571">
                  <a:srgbClr val="BEBEBE">
                    <a:alpha val="14631"/>
                  </a:srgbClr>
                </a:gs>
                <a:gs pos="42857">
                  <a:srgbClr val="BEBEBE">
                    <a:alpha val="9856"/>
                  </a:srgbClr>
                </a:gs>
                <a:gs pos="57143">
                  <a:srgbClr val="BEBEBE">
                    <a:alpha val="5587"/>
                  </a:srgbClr>
                </a:gs>
                <a:gs pos="71429">
                  <a:srgbClr val="BEBEBE">
                    <a:alpha val="2655"/>
                  </a:srgbClr>
                </a:gs>
                <a:gs pos="85714">
                  <a:srgbClr val="BEBEBE">
                    <a:alpha val="1059"/>
                  </a:srgbClr>
                </a:gs>
                <a:gs pos="100000">
                  <a:srgbClr val="BEBEBE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4951864">
              <a:off x="2651690" y="560947"/>
              <a:ext cx="501185" cy="427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5705639">
              <a:off x="413562" y="958567"/>
              <a:ext cx="387204" cy="33124"/>
            </a:xfrm>
            <a:prstGeom prst="ellipse">
              <a:avLst/>
            </a:prstGeom>
            <a:gradFill>
              <a:gsLst>
                <a:gs pos="0">
                  <a:srgbClr val="F7F7F7">
                    <a:alpha val="32968"/>
                  </a:srgbClr>
                </a:gs>
                <a:gs pos="14286">
                  <a:srgbClr val="F7F7F7">
                    <a:alpha val="30764"/>
                  </a:srgbClr>
                </a:gs>
                <a:gs pos="28571">
                  <a:srgbClr val="F7F7F7">
                    <a:alpha val="24833"/>
                  </a:srgbClr>
                </a:gs>
                <a:gs pos="42857">
                  <a:srgbClr val="F7F7F7">
                    <a:alpha val="17075"/>
                  </a:srgbClr>
                </a:gs>
                <a:gs pos="57143">
                  <a:srgbClr val="F7F7F7">
                    <a:alpha val="9855"/>
                  </a:srgbClr>
                </a:gs>
                <a:gs pos="71429">
                  <a:srgbClr val="F7F7F7">
                    <a:alpha val="4740"/>
                  </a:srgbClr>
                </a:gs>
                <a:gs pos="85714">
                  <a:srgbClr val="F7F7F7">
                    <a:alpha val="1902"/>
                  </a:srgbClr>
                </a:gs>
                <a:gs pos="100000">
                  <a:srgbClr val="F7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5539382">
              <a:off x="1045264" y="1214483"/>
              <a:ext cx="60251" cy="15063"/>
            </a:xfrm>
            <a:prstGeom prst="ellipse">
              <a:avLst/>
            </a:prstGeom>
            <a:gradFill>
              <a:gsLst>
                <a:gs pos="0">
                  <a:srgbClr val="ADADAD">
                    <a:alpha val="18355"/>
                  </a:srgbClr>
                </a:gs>
                <a:gs pos="14286">
                  <a:srgbClr val="ADADAD">
                    <a:alpha val="17005"/>
                  </a:srgbClr>
                </a:gs>
                <a:gs pos="28571">
                  <a:srgbClr val="ADADAD">
                    <a:alpha val="13473"/>
                  </a:srgbClr>
                </a:gs>
                <a:gs pos="42857">
                  <a:srgbClr val="ADADAD">
                    <a:alpha val="9056"/>
                  </a:srgbClr>
                </a:gs>
                <a:gs pos="57143">
                  <a:srgbClr val="ADADAD">
                    <a:alpha val="5124"/>
                  </a:srgbClr>
                </a:gs>
                <a:gs pos="71429">
                  <a:srgbClr val="ADADAD">
                    <a:alpha val="2432"/>
                  </a:srgbClr>
                </a:gs>
                <a:gs pos="85714">
                  <a:srgbClr val="ADADAD">
                    <a:alpha val="969"/>
                  </a:srgbClr>
                </a:gs>
                <a:gs pos="100000">
                  <a:srgbClr val="ADADAD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5513656">
              <a:off x="576414" y="1804688"/>
              <a:ext cx="496322" cy="17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9844273">
              <a:off x="2296326" y="1634042"/>
              <a:ext cx="184042" cy="79041"/>
            </a:xfrm>
            <a:prstGeom prst="ellipse">
              <a:avLst/>
            </a:prstGeom>
            <a:gradFill>
              <a:gsLst>
                <a:gs pos="0">
                  <a:srgbClr val="FCFDFD">
                    <a:alpha val="30467"/>
                  </a:srgbClr>
                </a:gs>
                <a:gs pos="14286">
                  <a:srgbClr val="FCFDFD">
                    <a:alpha val="28393"/>
                  </a:srgbClr>
                </a:gs>
                <a:gs pos="28571">
                  <a:srgbClr val="FCFDFD">
                    <a:alpha val="22842"/>
                  </a:srgbClr>
                </a:gs>
                <a:gs pos="42857">
                  <a:srgbClr val="FCFDFD">
                    <a:alpha val="15641"/>
                  </a:srgbClr>
                </a:gs>
                <a:gs pos="57143">
                  <a:srgbClr val="FCFDFD">
                    <a:alpha val="8994"/>
                  </a:srgbClr>
                </a:gs>
                <a:gs pos="71429">
                  <a:srgbClr val="FCFDFD">
                    <a:alpha val="4316"/>
                  </a:srgbClr>
                </a:gs>
                <a:gs pos="85714">
                  <a:srgbClr val="FCFDFD">
                    <a:alpha val="1729"/>
                  </a:srgbClr>
                </a:gs>
                <a:gs pos="100000">
                  <a:srgbClr val="FCFDFD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5058079">
              <a:off x="1917616" y="3365469"/>
              <a:ext cx="432668" cy="34735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5347003">
              <a:off x="878866" y="2569369"/>
              <a:ext cx="267976" cy="60558"/>
            </a:xfrm>
            <a:prstGeom prst="ellipse">
              <a:avLst/>
            </a:prstGeom>
            <a:gradFill>
              <a:gsLst>
                <a:gs pos="0">
                  <a:srgbClr val="EEEEEE">
                    <a:alpha val="29916"/>
                  </a:srgbClr>
                </a:gs>
                <a:gs pos="14286">
                  <a:srgbClr val="EEEEEE">
                    <a:alpha val="27871"/>
                  </a:srgbClr>
                </a:gs>
                <a:gs pos="28571">
                  <a:srgbClr val="EEEEEE">
                    <a:alpha val="22406"/>
                  </a:srgbClr>
                </a:gs>
                <a:gs pos="42857">
                  <a:srgbClr val="EEEEEE">
                    <a:alpha val="15329"/>
                  </a:srgbClr>
                </a:gs>
                <a:gs pos="57143">
                  <a:srgbClr val="EEEEEE">
                    <a:alpha val="8808"/>
                  </a:srgbClr>
                </a:gs>
                <a:gs pos="71429">
                  <a:srgbClr val="EEEEEE">
                    <a:alpha val="4224"/>
                  </a:srgbClr>
                </a:gs>
                <a:gs pos="85714">
                  <a:srgbClr val="EEEEEE">
                    <a:alpha val="1692"/>
                  </a:srgbClr>
                </a:gs>
                <a:gs pos="100000">
                  <a:srgbClr val="EEEEEE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5400000">
              <a:off x="854077" y="416696"/>
              <a:ext cx="63605" cy="63605"/>
            </a:xfrm>
            <a:prstGeom prst="ellipse">
              <a:avLst/>
            </a:prstGeom>
            <a:gradFill>
              <a:gsLst>
                <a:gs pos="0">
                  <a:srgbClr val="B0B0B0">
                    <a:alpha val="12872"/>
                  </a:srgbClr>
                </a:gs>
                <a:gs pos="14286">
                  <a:srgbClr val="B0B0B0">
                    <a:alpha val="11895"/>
                  </a:srgbClr>
                </a:gs>
                <a:gs pos="28571">
                  <a:srgbClr val="B0B0B0">
                    <a:alpha val="9365"/>
                  </a:srgbClr>
                </a:gs>
                <a:gs pos="42857">
                  <a:srgbClr val="B0B0B0">
                    <a:alpha val="6246"/>
                  </a:srgbClr>
                </a:gs>
                <a:gs pos="57143">
                  <a:srgbClr val="B0B0B0">
                    <a:alpha val="3511"/>
                  </a:srgbClr>
                </a:gs>
                <a:gs pos="71429">
                  <a:srgbClr val="B0B0B0">
                    <a:alpha val="1659"/>
                  </a:srgbClr>
                </a:gs>
                <a:gs pos="85714">
                  <a:srgbClr val="B0B0B0">
                    <a:alpha val="659"/>
                  </a:srgbClr>
                </a:gs>
                <a:gs pos="100000">
                  <a:srgbClr val="B0B0B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6520905">
              <a:off x="652942" y="3002011"/>
              <a:ext cx="123058" cy="39574"/>
            </a:xfrm>
            <a:prstGeom prst="ellipse">
              <a:avLst/>
            </a:prstGeom>
            <a:gradFill>
              <a:gsLst>
                <a:gs pos="0">
                  <a:srgbClr val="F5F6F6">
                    <a:alpha val="28470"/>
                  </a:srgbClr>
                </a:gs>
                <a:gs pos="14286">
                  <a:srgbClr val="F5F6F6">
                    <a:alpha val="26505"/>
                  </a:srgbClr>
                </a:gs>
                <a:gs pos="28571">
                  <a:srgbClr val="F5F6F6">
                    <a:alpha val="21267"/>
                  </a:srgbClr>
                </a:gs>
                <a:gs pos="42857">
                  <a:srgbClr val="F5F6F6">
                    <a:alpha val="14516"/>
                  </a:srgbClr>
                </a:gs>
                <a:gs pos="57143">
                  <a:srgbClr val="F5F6F6">
                    <a:alpha val="8323"/>
                  </a:srgbClr>
                </a:gs>
                <a:gs pos="71429">
                  <a:srgbClr val="F5F6F6">
                    <a:alpha val="3986"/>
                  </a:srgbClr>
                </a:gs>
                <a:gs pos="85714">
                  <a:srgbClr val="F5F6F6">
                    <a:alpha val="1596"/>
                  </a:srgbClr>
                </a:gs>
                <a:gs pos="100000">
                  <a:srgbClr val="F5F6F6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5807908">
              <a:off x="2387847" y="3251824"/>
              <a:ext cx="62288" cy="15572"/>
            </a:xfrm>
            <a:prstGeom prst="ellipse">
              <a:avLst/>
            </a:prstGeom>
            <a:gradFill>
              <a:gsLst>
                <a:gs pos="0">
                  <a:srgbClr val="808180">
                    <a:alpha val="17986"/>
                  </a:srgbClr>
                </a:gs>
                <a:gs pos="14286">
                  <a:srgbClr val="808180">
                    <a:alpha val="16660"/>
                  </a:srgbClr>
                </a:gs>
                <a:gs pos="28571">
                  <a:srgbClr val="808180">
                    <a:alpha val="13194"/>
                  </a:srgbClr>
                </a:gs>
                <a:gs pos="42857">
                  <a:srgbClr val="808180">
                    <a:alpha val="8863"/>
                  </a:srgbClr>
                </a:gs>
                <a:gs pos="57143">
                  <a:srgbClr val="808180">
                    <a:alpha val="5013"/>
                  </a:srgbClr>
                </a:gs>
                <a:gs pos="71429">
                  <a:srgbClr val="808180">
                    <a:alpha val="2379"/>
                  </a:srgbClr>
                </a:gs>
                <a:gs pos="85714">
                  <a:srgbClr val="808180">
                    <a:alpha val="947"/>
                  </a:srgbClr>
                </a:gs>
                <a:gs pos="100000">
                  <a:srgbClr val="808180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5550793">
              <a:off x="619643" y="788764"/>
              <a:ext cx="511040" cy="39775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10047743">
              <a:off x="897625" y="3164232"/>
              <a:ext cx="642973" cy="171138"/>
            </a:xfrm>
            <a:prstGeom prst="ellipse">
              <a:avLst/>
            </a:prstGeom>
            <a:gradFill>
              <a:gsLst>
                <a:gs pos="0">
                  <a:srgbClr val="38393A">
                    <a:alpha val="11268"/>
                  </a:srgbClr>
                </a:gs>
                <a:gs pos="14286">
                  <a:srgbClr val="38393A">
                    <a:alpha val="10406"/>
                  </a:srgbClr>
                </a:gs>
                <a:gs pos="28571">
                  <a:srgbClr val="38393A">
                    <a:alpha val="8178"/>
                  </a:srgbClr>
                </a:gs>
                <a:gs pos="42857">
                  <a:srgbClr val="38393A">
                    <a:alpha val="5442"/>
                  </a:srgbClr>
                </a:gs>
                <a:gs pos="57143">
                  <a:srgbClr val="38393A">
                    <a:alpha val="3053"/>
                  </a:srgbClr>
                </a:gs>
                <a:gs pos="71429">
                  <a:srgbClr val="38393A">
                    <a:alpha val="1441"/>
                  </a:srgbClr>
                </a:gs>
                <a:gs pos="85714">
                  <a:srgbClr val="38393A">
                    <a:alpha val="572"/>
                  </a:srgbClr>
                </a:gs>
                <a:gs pos="100000">
                  <a:srgbClr val="38393A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5397184">
              <a:off x="3566970" y="647918"/>
              <a:ext cx="62673" cy="15668"/>
            </a:xfrm>
            <a:prstGeom prst="ellipse">
              <a:avLst/>
            </a:prstGeom>
            <a:gradFill>
              <a:gsLst>
                <a:gs pos="0">
                  <a:srgbClr val="706F70">
                    <a:alpha val="17916"/>
                  </a:srgbClr>
                </a:gs>
                <a:gs pos="14286">
                  <a:srgbClr val="706F70">
                    <a:alpha val="16594"/>
                  </a:srgbClr>
                </a:gs>
                <a:gs pos="28571">
                  <a:srgbClr val="706F70">
                    <a:alpha val="13141"/>
                  </a:srgbClr>
                </a:gs>
                <a:gs pos="42857">
                  <a:srgbClr val="706F70">
                    <a:alpha val="8827"/>
                  </a:srgbClr>
                </a:gs>
                <a:gs pos="57143">
                  <a:srgbClr val="706F70">
                    <a:alpha val="4992"/>
                  </a:srgbClr>
                </a:gs>
                <a:gs pos="71429">
                  <a:srgbClr val="706F70">
                    <a:alpha val="2368"/>
                  </a:srgbClr>
                </a:gs>
                <a:gs pos="85714">
                  <a:srgbClr val="706F70">
                    <a:alpha val="943"/>
                  </a:srgbClr>
                </a:gs>
                <a:gs pos="100000">
                  <a:srgbClr val="706F70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307531">
              <a:off x="1998363" y="563117"/>
              <a:ext cx="65198" cy="16300"/>
            </a:xfrm>
            <a:prstGeom prst="ellipse">
              <a:avLst/>
            </a:prstGeom>
            <a:gradFill>
              <a:gsLst>
                <a:gs pos="0">
                  <a:srgbClr val="8F8F8F">
                    <a:alpha val="17455"/>
                  </a:srgbClr>
                </a:gs>
                <a:gs pos="14286">
                  <a:srgbClr val="8F8F8F">
                    <a:alpha val="16164"/>
                  </a:srgbClr>
                </a:gs>
                <a:gs pos="28571">
                  <a:srgbClr val="8F8F8F">
                    <a:alpha val="12794"/>
                  </a:srgbClr>
                </a:gs>
                <a:gs pos="42857">
                  <a:srgbClr val="8F8F8F">
                    <a:alpha val="8588"/>
                  </a:srgbClr>
                </a:gs>
                <a:gs pos="57143">
                  <a:srgbClr val="8F8F8F">
                    <a:alpha val="4854"/>
                  </a:srgbClr>
                </a:gs>
                <a:gs pos="71429">
                  <a:srgbClr val="8F8F8F">
                    <a:alpha val="2302"/>
                  </a:srgbClr>
                </a:gs>
                <a:gs pos="85714">
                  <a:srgbClr val="8F8F8F">
                    <a:alpha val="917"/>
                  </a:srgbClr>
                </a:gs>
                <a:gs pos="100000">
                  <a:srgbClr val="8F8F8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300095">
              <a:off x="2267585" y="3104011"/>
              <a:ext cx="874032" cy="219205"/>
            </a:xfrm>
            <a:prstGeom prst="ellipse">
              <a:avLst/>
            </a:prstGeom>
            <a:gradFill>
              <a:gsLst>
                <a:gs pos="0">
                  <a:srgbClr val="2D2D2B">
                    <a:alpha val="8131"/>
                  </a:srgbClr>
                </a:gs>
                <a:gs pos="14286">
                  <a:srgbClr val="2D2D2B">
                    <a:alpha val="7498"/>
                  </a:srgbClr>
                </a:gs>
                <a:gs pos="28571">
                  <a:srgbClr val="2D2D2B">
                    <a:alpha val="5873"/>
                  </a:srgbClr>
                </a:gs>
                <a:gs pos="42857">
                  <a:srgbClr val="2D2D2B">
                    <a:alpha val="3892"/>
                  </a:srgbClr>
                </a:gs>
                <a:gs pos="57143">
                  <a:srgbClr val="2D2D2B">
                    <a:alpha val="2176"/>
                  </a:srgbClr>
                </a:gs>
                <a:gs pos="71429">
                  <a:srgbClr val="2D2D2B">
                    <a:alpha val="1024"/>
                  </a:srgbClr>
                </a:gs>
                <a:gs pos="85714">
                  <a:srgbClr val="2D2D2B">
                    <a:alpha val="406"/>
                  </a:srgbClr>
                </a:gs>
                <a:gs pos="100000">
                  <a:srgbClr val="2D2D2B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464891">
              <a:off x="1768392" y="1355533"/>
              <a:ext cx="63728" cy="15932"/>
            </a:xfrm>
            <a:prstGeom prst="ellipse">
              <a:avLst/>
            </a:prstGeom>
            <a:gradFill>
              <a:gsLst>
                <a:gs pos="0">
                  <a:srgbClr val="9FA0A0">
                    <a:alpha val="17724"/>
                  </a:srgbClr>
                </a:gs>
                <a:gs pos="14286">
                  <a:srgbClr val="9FA0A0">
                    <a:alpha val="16415"/>
                  </a:srgbClr>
                </a:gs>
                <a:gs pos="28571">
                  <a:srgbClr val="9FA0A0">
                    <a:alpha val="12996"/>
                  </a:srgbClr>
                </a:gs>
                <a:gs pos="42857">
                  <a:srgbClr val="9FA0A0">
                    <a:alpha val="8727"/>
                  </a:srgbClr>
                </a:gs>
                <a:gs pos="57143">
                  <a:srgbClr val="9FA0A0">
                    <a:alpha val="4934"/>
                  </a:srgbClr>
                </a:gs>
                <a:gs pos="71429">
                  <a:srgbClr val="9FA0A0">
                    <a:alpha val="2341"/>
                  </a:srgbClr>
                </a:gs>
                <a:gs pos="85714">
                  <a:srgbClr val="9FA0A0">
                    <a:alpha val="932"/>
                  </a:srgbClr>
                </a:gs>
                <a:gs pos="100000">
                  <a:srgbClr val="9FA0A0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10763521">
              <a:off x="427471" y="1299223"/>
              <a:ext cx="65425" cy="16356"/>
            </a:xfrm>
            <a:prstGeom prst="ellipse">
              <a:avLst/>
            </a:prstGeom>
            <a:gradFill>
              <a:gsLst>
                <a:gs pos="0">
                  <a:srgbClr val="909190">
                    <a:alpha val="17414"/>
                  </a:srgbClr>
                </a:gs>
                <a:gs pos="14286">
                  <a:srgbClr val="909190">
                    <a:alpha val="16126"/>
                  </a:srgbClr>
                </a:gs>
                <a:gs pos="28571">
                  <a:srgbClr val="909190">
                    <a:alpha val="12763"/>
                  </a:srgbClr>
                </a:gs>
                <a:gs pos="42857">
                  <a:srgbClr val="909190">
                    <a:alpha val="8567"/>
                  </a:srgbClr>
                </a:gs>
                <a:gs pos="57143">
                  <a:srgbClr val="909190">
                    <a:alpha val="4841"/>
                  </a:srgbClr>
                </a:gs>
                <a:gs pos="71429">
                  <a:srgbClr val="909190">
                    <a:alpha val="2296"/>
                  </a:srgbClr>
                </a:gs>
                <a:gs pos="85714">
                  <a:srgbClr val="909190">
                    <a:alpha val="914"/>
                  </a:srgbClr>
                </a:gs>
                <a:gs pos="100000">
                  <a:srgbClr val="909190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478772">
              <a:off x="1241584" y="2193241"/>
              <a:ext cx="64406" cy="16102"/>
            </a:xfrm>
            <a:prstGeom prst="ellipse">
              <a:avLst/>
            </a:prstGeom>
            <a:gradFill>
              <a:gsLst>
                <a:gs pos="0">
                  <a:srgbClr val="949494">
                    <a:alpha val="17600"/>
                  </a:srgbClr>
                </a:gs>
                <a:gs pos="14286">
                  <a:srgbClr val="949494">
                    <a:alpha val="16299"/>
                  </a:srgbClr>
                </a:gs>
                <a:gs pos="28571">
                  <a:srgbClr val="949494">
                    <a:alpha val="12903"/>
                  </a:srgbClr>
                </a:gs>
                <a:gs pos="42857">
                  <a:srgbClr val="949494">
                    <a:alpha val="8663"/>
                  </a:srgbClr>
                </a:gs>
                <a:gs pos="57143">
                  <a:srgbClr val="949494">
                    <a:alpha val="4897"/>
                  </a:srgbClr>
                </a:gs>
                <a:gs pos="71429">
                  <a:srgbClr val="949494">
                    <a:alpha val="2323"/>
                  </a:srgbClr>
                </a:gs>
                <a:gs pos="85714">
                  <a:srgbClr val="949494">
                    <a:alpha val="925"/>
                  </a:srgbClr>
                </a:gs>
                <a:gs pos="100000">
                  <a:srgbClr val="949494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5682041">
              <a:off x="292469" y="1466315"/>
              <a:ext cx="64477" cy="16119"/>
            </a:xfrm>
            <a:prstGeom prst="ellipse">
              <a:avLst/>
            </a:prstGeom>
            <a:gradFill>
              <a:gsLst>
                <a:gs pos="0">
                  <a:srgbClr val="8B8B8B">
                    <a:alpha val="17587"/>
                  </a:srgbClr>
                </a:gs>
                <a:gs pos="14286">
                  <a:srgbClr val="8B8B8B">
                    <a:alpha val="16287"/>
                  </a:srgbClr>
                </a:gs>
                <a:gs pos="28571">
                  <a:srgbClr val="8B8B8B">
                    <a:alpha val="12893"/>
                  </a:srgbClr>
                </a:gs>
                <a:gs pos="42857">
                  <a:srgbClr val="8B8B8B">
                    <a:alpha val="8656"/>
                  </a:srgbClr>
                </a:gs>
                <a:gs pos="57143">
                  <a:srgbClr val="8B8B8B">
                    <a:alpha val="4893"/>
                  </a:srgbClr>
                </a:gs>
                <a:gs pos="71429">
                  <a:srgbClr val="8B8B8B">
                    <a:alpha val="2321"/>
                  </a:srgbClr>
                </a:gs>
                <a:gs pos="85714">
                  <a:srgbClr val="8B8B8B">
                    <a:alpha val="924"/>
                  </a:srgbClr>
                </a:gs>
                <a:gs pos="100000">
                  <a:srgbClr val="8B8B8B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4145057">
              <a:off x="3437376" y="165246"/>
              <a:ext cx="59207" cy="14802"/>
            </a:xfrm>
            <a:prstGeom prst="ellipse">
              <a:avLst/>
            </a:prstGeom>
            <a:gradFill>
              <a:gsLst>
                <a:gs pos="0">
                  <a:srgbClr val="787878">
                    <a:alpha val="18543"/>
                  </a:srgbClr>
                </a:gs>
                <a:gs pos="14286">
                  <a:srgbClr val="787878">
                    <a:alpha val="17181"/>
                  </a:srgbClr>
                </a:gs>
                <a:gs pos="28571">
                  <a:srgbClr val="787878">
                    <a:alpha val="13616"/>
                  </a:srgbClr>
                </a:gs>
                <a:gs pos="42857">
                  <a:srgbClr val="787878">
                    <a:alpha val="9154"/>
                  </a:srgbClr>
                </a:gs>
                <a:gs pos="57143">
                  <a:srgbClr val="787878">
                    <a:alpha val="5181"/>
                  </a:srgbClr>
                </a:gs>
                <a:gs pos="71429">
                  <a:srgbClr val="787878">
                    <a:alpha val="2459"/>
                  </a:srgbClr>
                </a:gs>
                <a:gs pos="85714">
                  <a:srgbClr val="787878">
                    <a:alpha val="980"/>
                  </a:srgbClr>
                </a:gs>
                <a:gs pos="100000">
                  <a:srgbClr val="787878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10484580">
              <a:off x="2167612" y="1077454"/>
              <a:ext cx="163024" cy="55059"/>
            </a:xfrm>
            <a:prstGeom prst="ellipse">
              <a:avLst/>
            </a:prstGeom>
            <a:gradFill>
              <a:gsLst>
                <a:gs pos="0">
                  <a:srgbClr val="F4F4F5">
                    <a:alpha val="30914"/>
                  </a:srgbClr>
                </a:gs>
                <a:gs pos="14286">
                  <a:srgbClr val="F4F4F5">
                    <a:alpha val="28817"/>
                  </a:srgbClr>
                </a:gs>
                <a:gs pos="28571">
                  <a:srgbClr val="F4F4F5">
                    <a:alpha val="23197"/>
                  </a:srgbClr>
                </a:gs>
                <a:gs pos="42857">
                  <a:srgbClr val="F4F4F5">
                    <a:alpha val="15896"/>
                  </a:srgbClr>
                </a:gs>
                <a:gs pos="57143">
                  <a:srgbClr val="F4F4F5">
                    <a:alpha val="9147"/>
                  </a:srgbClr>
                </a:gs>
                <a:gs pos="71429">
                  <a:srgbClr val="F4F4F5">
                    <a:alpha val="4391"/>
                  </a:srgbClr>
                </a:gs>
                <a:gs pos="85714">
                  <a:srgbClr val="F4F4F5">
                    <a:alpha val="1760"/>
                  </a:srgbClr>
                </a:gs>
                <a:gs pos="100000">
                  <a:srgbClr val="F4F4F5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5039339">
              <a:off x="2929583" y="1042651"/>
              <a:ext cx="65162" cy="16291"/>
            </a:xfrm>
            <a:prstGeom prst="ellipse">
              <a:avLst/>
            </a:prstGeom>
            <a:gradFill>
              <a:gsLst>
                <a:gs pos="0">
                  <a:srgbClr val="989898">
                    <a:alpha val="17462"/>
                  </a:srgbClr>
                </a:gs>
                <a:gs pos="14286">
                  <a:srgbClr val="989898">
                    <a:alpha val="16171"/>
                  </a:srgbClr>
                </a:gs>
                <a:gs pos="28571">
                  <a:srgbClr val="989898">
                    <a:alpha val="12799"/>
                  </a:srgbClr>
                </a:gs>
                <a:gs pos="42857">
                  <a:srgbClr val="989898">
                    <a:alpha val="8591"/>
                  </a:srgbClr>
                </a:gs>
                <a:gs pos="57143">
                  <a:srgbClr val="989898">
                    <a:alpha val="4856"/>
                  </a:srgbClr>
                </a:gs>
                <a:gs pos="71429">
                  <a:srgbClr val="989898">
                    <a:alpha val="2303"/>
                  </a:srgbClr>
                </a:gs>
                <a:gs pos="85714">
                  <a:srgbClr val="989898">
                    <a:alpha val="917"/>
                  </a:srgbClr>
                </a:gs>
                <a:gs pos="100000">
                  <a:srgbClr val="989898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10709993">
              <a:off x="173022" y="397557"/>
              <a:ext cx="330963" cy="509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5724825">
              <a:off x="426927" y="2705112"/>
              <a:ext cx="64371" cy="16093"/>
            </a:xfrm>
            <a:prstGeom prst="ellipse">
              <a:avLst/>
            </a:prstGeom>
            <a:gradFill>
              <a:gsLst>
                <a:gs pos="0">
                  <a:srgbClr val="989999">
                    <a:alpha val="17606"/>
                  </a:srgbClr>
                </a:gs>
                <a:gs pos="14286">
                  <a:srgbClr val="989999">
                    <a:alpha val="16306"/>
                  </a:srgbClr>
                </a:gs>
                <a:gs pos="28571">
                  <a:srgbClr val="989999">
                    <a:alpha val="12908"/>
                  </a:srgbClr>
                </a:gs>
                <a:gs pos="42857">
                  <a:srgbClr val="989999">
                    <a:alpha val="8666"/>
                  </a:srgbClr>
                </a:gs>
                <a:gs pos="57143">
                  <a:srgbClr val="989999">
                    <a:alpha val="4899"/>
                  </a:srgbClr>
                </a:gs>
                <a:gs pos="71429">
                  <a:srgbClr val="989999">
                    <a:alpha val="2324"/>
                  </a:srgbClr>
                </a:gs>
                <a:gs pos="85714">
                  <a:srgbClr val="989999">
                    <a:alpha val="925"/>
                  </a:srgbClr>
                </a:gs>
                <a:gs pos="100000">
                  <a:srgbClr val="989999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5453972">
              <a:off x="1413880" y="1511459"/>
              <a:ext cx="310967" cy="462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5100804">
              <a:off x="1759264" y="875532"/>
              <a:ext cx="64614" cy="16154"/>
            </a:xfrm>
            <a:prstGeom prst="ellipse">
              <a:avLst/>
            </a:prstGeom>
            <a:gradFill>
              <a:gsLst>
                <a:gs pos="0">
                  <a:srgbClr val="9C9C9C">
                    <a:alpha val="17562"/>
                  </a:srgbClr>
                </a:gs>
                <a:gs pos="14286">
                  <a:srgbClr val="9C9C9C">
                    <a:alpha val="16264"/>
                  </a:srgbClr>
                </a:gs>
                <a:gs pos="28571">
                  <a:srgbClr val="9C9C9C">
                    <a:alpha val="12874"/>
                  </a:srgbClr>
                </a:gs>
                <a:gs pos="42857">
                  <a:srgbClr val="9C9C9C">
                    <a:alpha val="8643"/>
                  </a:srgbClr>
                </a:gs>
                <a:gs pos="57143">
                  <a:srgbClr val="9C9C9C">
                    <a:alpha val="4886"/>
                  </a:srgbClr>
                </a:gs>
                <a:gs pos="71429">
                  <a:srgbClr val="9C9C9C">
                    <a:alpha val="2317"/>
                  </a:srgbClr>
                </a:gs>
                <a:gs pos="85714">
                  <a:srgbClr val="9C9C9C">
                    <a:alpha val="923"/>
                  </a:srgbClr>
                </a:gs>
                <a:gs pos="100000">
                  <a:srgbClr val="9C9C9C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5020506">
              <a:off x="2214777" y="439261"/>
              <a:ext cx="64809" cy="16202"/>
            </a:xfrm>
            <a:prstGeom prst="ellipse">
              <a:avLst/>
            </a:prstGeom>
            <a:gradFill>
              <a:gsLst>
                <a:gs pos="0">
                  <a:srgbClr val="959695">
                    <a:alpha val="17526"/>
                  </a:srgbClr>
                </a:gs>
                <a:gs pos="14286">
                  <a:srgbClr val="959695">
                    <a:alpha val="16231"/>
                  </a:srgbClr>
                </a:gs>
                <a:gs pos="28571">
                  <a:srgbClr val="959695">
                    <a:alpha val="12848"/>
                  </a:srgbClr>
                </a:gs>
                <a:gs pos="42857">
                  <a:srgbClr val="959695">
                    <a:alpha val="8625"/>
                  </a:srgbClr>
                </a:gs>
                <a:gs pos="57143">
                  <a:srgbClr val="959695">
                    <a:alpha val="4875"/>
                  </a:srgbClr>
                </a:gs>
                <a:gs pos="71429">
                  <a:srgbClr val="959695">
                    <a:alpha val="2312"/>
                  </a:srgbClr>
                </a:gs>
                <a:gs pos="85714">
                  <a:srgbClr val="959695">
                    <a:alpha val="921"/>
                  </a:srgbClr>
                </a:gs>
                <a:gs pos="100000">
                  <a:srgbClr val="959695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-10777866">
              <a:off x="1902114" y="3152659"/>
              <a:ext cx="500965" cy="500847"/>
            </a:xfrm>
            <a:prstGeom prst="ellipse">
              <a:avLst/>
            </a:prstGeom>
            <a:gradFill>
              <a:gsLst>
                <a:gs pos="0">
                  <a:srgbClr val="666566">
                    <a:alpha val="8795"/>
                  </a:srgbClr>
                </a:gs>
                <a:gs pos="14286">
                  <a:srgbClr val="666566">
                    <a:alpha val="8113"/>
                  </a:srgbClr>
                </a:gs>
                <a:gs pos="28571">
                  <a:srgbClr val="666566">
                    <a:alpha val="6359"/>
                  </a:srgbClr>
                </a:gs>
                <a:gs pos="42857">
                  <a:srgbClr val="666566">
                    <a:alpha val="4218"/>
                  </a:srgbClr>
                </a:gs>
                <a:gs pos="57143">
                  <a:srgbClr val="666566">
                    <a:alpha val="2360"/>
                  </a:srgbClr>
                </a:gs>
                <a:gs pos="71429">
                  <a:srgbClr val="666566">
                    <a:alpha val="1111"/>
                  </a:srgbClr>
                </a:gs>
                <a:gs pos="85714">
                  <a:srgbClr val="666566">
                    <a:alpha val="441"/>
                  </a:srgbClr>
                </a:gs>
                <a:gs pos="100000">
                  <a:srgbClr val="666566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10798554">
              <a:off x="872604" y="1279386"/>
              <a:ext cx="171452" cy="12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4242863">
              <a:off x="776103" y="1607880"/>
              <a:ext cx="566569" cy="159302"/>
            </a:xfrm>
            <a:prstGeom prst="ellipse">
              <a:avLst/>
            </a:prstGeom>
            <a:gradFill>
              <a:gsLst>
                <a:gs pos="0">
                  <a:srgbClr val="838382">
                    <a:alpha val="7365"/>
                  </a:srgbClr>
                </a:gs>
                <a:gs pos="14286">
                  <a:srgbClr val="838382">
                    <a:alpha val="6790"/>
                  </a:srgbClr>
                </a:gs>
                <a:gs pos="28571">
                  <a:srgbClr val="838382">
                    <a:alpha val="5313"/>
                  </a:srgbClr>
                </a:gs>
                <a:gs pos="42857">
                  <a:srgbClr val="838382">
                    <a:alpha val="3518"/>
                  </a:srgbClr>
                </a:gs>
                <a:gs pos="57143">
                  <a:srgbClr val="838382">
                    <a:alpha val="1965"/>
                  </a:srgbClr>
                </a:gs>
                <a:gs pos="71429">
                  <a:srgbClr val="838382">
                    <a:alpha val="925"/>
                  </a:srgbClr>
                </a:gs>
                <a:gs pos="85714">
                  <a:srgbClr val="838382">
                    <a:alpha val="367"/>
                  </a:srgbClr>
                </a:gs>
                <a:gs pos="100000">
                  <a:srgbClr val="838382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4950581">
              <a:off x="2211842" y="549781"/>
              <a:ext cx="520029" cy="39406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7006542">
              <a:off x="1152302" y="680848"/>
              <a:ext cx="495688" cy="463179"/>
            </a:xfrm>
            <a:prstGeom prst="ellipse">
              <a:avLst/>
            </a:prstGeom>
            <a:gradFill>
              <a:gsLst>
                <a:gs pos="0">
                  <a:srgbClr val="000C01">
                    <a:alpha val="3901"/>
                  </a:srgbClr>
                </a:gs>
                <a:gs pos="14286">
                  <a:srgbClr val="000C01">
                    <a:alpha val="3591"/>
                  </a:srgbClr>
                </a:gs>
                <a:gs pos="28571">
                  <a:srgbClr val="000C01">
                    <a:alpha val="2800"/>
                  </a:srgbClr>
                </a:gs>
                <a:gs pos="42857">
                  <a:srgbClr val="000C01">
                    <a:alpha val="1845"/>
                  </a:srgbClr>
                </a:gs>
                <a:gs pos="57143">
                  <a:srgbClr val="000C01">
                    <a:alpha val="1027"/>
                  </a:srgbClr>
                </a:gs>
                <a:gs pos="71429">
                  <a:srgbClr val="000C01">
                    <a:alpha val="482"/>
                  </a:srgbClr>
                </a:gs>
                <a:gs pos="85714">
                  <a:srgbClr val="000C01">
                    <a:alpha val="191"/>
                  </a:srgbClr>
                </a:gs>
                <a:gs pos="100000">
                  <a:srgbClr val="000C01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584463">
              <a:off x="941431" y="83281"/>
              <a:ext cx="801452" cy="204260"/>
            </a:xfrm>
            <a:prstGeom prst="ellipse">
              <a:avLst/>
            </a:prstGeom>
            <a:gradFill>
              <a:gsLst>
                <a:gs pos="0">
                  <a:srgbClr val="0B0E20">
                    <a:alpha val="9290"/>
                  </a:srgbClr>
                </a:gs>
                <a:gs pos="14286">
                  <a:srgbClr val="0B0E20">
                    <a:alpha val="8572"/>
                  </a:srgbClr>
                </a:gs>
                <a:gs pos="28571">
                  <a:srgbClr val="0B0E20">
                    <a:alpha val="6722"/>
                  </a:srgbClr>
                </a:gs>
                <a:gs pos="42857">
                  <a:srgbClr val="0B0E20">
                    <a:alpha val="4462"/>
                  </a:srgbClr>
                </a:gs>
                <a:gs pos="57143">
                  <a:srgbClr val="0B0E20">
                    <a:alpha val="2497"/>
                  </a:srgbClr>
                </a:gs>
                <a:gs pos="71429">
                  <a:srgbClr val="0B0E20">
                    <a:alpha val="1177"/>
                  </a:srgbClr>
                </a:gs>
                <a:gs pos="85714">
                  <a:srgbClr val="0B0E20">
                    <a:alpha val="467"/>
                  </a:srgbClr>
                </a:gs>
                <a:gs pos="100000">
                  <a:srgbClr val="0B0E20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5836948">
              <a:off x="3265900" y="1874952"/>
              <a:ext cx="672411" cy="184920"/>
            </a:xfrm>
            <a:prstGeom prst="ellipse">
              <a:avLst/>
            </a:prstGeom>
            <a:gradFill>
              <a:gsLst>
                <a:gs pos="0">
                  <a:srgbClr val="6F6F6F">
                    <a:alpha val="8578"/>
                  </a:srgbClr>
                </a:gs>
                <a:gs pos="14286">
                  <a:srgbClr val="6F6F6F">
                    <a:alpha val="7913"/>
                  </a:srgbClr>
                </a:gs>
                <a:gs pos="28571">
                  <a:srgbClr val="6F6F6F">
                    <a:alpha val="6200"/>
                  </a:srgbClr>
                </a:gs>
                <a:gs pos="42857">
                  <a:srgbClr val="6F6F6F">
                    <a:alpha val="4111"/>
                  </a:srgbClr>
                </a:gs>
                <a:gs pos="57143">
                  <a:srgbClr val="6F6F6F">
                    <a:alpha val="2299"/>
                  </a:srgbClr>
                </a:gs>
                <a:gs pos="71429">
                  <a:srgbClr val="6F6F6F">
                    <a:alpha val="1083"/>
                  </a:srgbClr>
                </a:gs>
                <a:gs pos="85714">
                  <a:srgbClr val="6F6F6F">
                    <a:alpha val="430"/>
                  </a:srgbClr>
                </a:gs>
                <a:gs pos="100000">
                  <a:srgbClr val="6F6F6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4973850">
              <a:off x="2376625" y="2331289"/>
              <a:ext cx="1093145" cy="28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5482903">
              <a:off x="1555135" y="3364641"/>
              <a:ext cx="66104" cy="16526"/>
            </a:xfrm>
            <a:prstGeom prst="ellipse">
              <a:avLst/>
            </a:prstGeom>
            <a:gradFill>
              <a:gsLst>
                <a:gs pos="0">
                  <a:srgbClr val="8B8B8B">
                    <a:alpha val="17289"/>
                  </a:srgbClr>
                </a:gs>
                <a:gs pos="14286">
                  <a:srgbClr val="8B8B8B">
                    <a:alpha val="16010"/>
                  </a:srgbClr>
                </a:gs>
                <a:gs pos="28571">
                  <a:srgbClr val="8B8B8B">
                    <a:alpha val="12669"/>
                  </a:srgbClr>
                </a:gs>
                <a:gs pos="42857">
                  <a:srgbClr val="8B8B8B">
                    <a:alpha val="8502"/>
                  </a:srgbClr>
                </a:gs>
                <a:gs pos="57143">
                  <a:srgbClr val="8B8B8B">
                    <a:alpha val="4804"/>
                  </a:srgbClr>
                </a:gs>
                <a:gs pos="71429">
                  <a:srgbClr val="8B8B8B">
                    <a:alpha val="2278"/>
                  </a:srgbClr>
                </a:gs>
                <a:gs pos="85714">
                  <a:srgbClr val="8B8B8B">
                    <a:alpha val="907"/>
                  </a:srgbClr>
                </a:gs>
                <a:gs pos="100000">
                  <a:srgbClr val="8B8B8B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4933508">
              <a:off x="3510517" y="1619610"/>
              <a:ext cx="64796" cy="16199"/>
            </a:xfrm>
            <a:prstGeom prst="ellipse">
              <a:avLst/>
            </a:prstGeom>
            <a:gradFill>
              <a:gsLst>
                <a:gs pos="0">
                  <a:srgbClr val="868585">
                    <a:alpha val="17529"/>
                  </a:srgbClr>
                </a:gs>
                <a:gs pos="14286">
                  <a:srgbClr val="868585">
                    <a:alpha val="16233"/>
                  </a:srgbClr>
                </a:gs>
                <a:gs pos="28571">
                  <a:srgbClr val="868585">
                    <a:alpha val="12849"/>
                  </a:srgbClr>
                </a:gs>
                <a:gs pos="42857">
                  <a:srgbClr val="868585">
                    <a:alpha val="8626"/>
                  </a:srgbClr>
                </a:gs>
                <a:gs pos="57143">
                  <a:srgbClr val="868585">
                    <a:alpha val="4876"/>
                  </a:srgbClr>
                </a:gs>
                <a:gs pos="71429">
                  <a:srgbClr val="868585">
                    <a:alpha val="2313"/>
                  </a:srgbClr>
                </a:gs>
                <a:gs pos="85714">
                  <a:srgbClr val="868585">
                    <a:alpha val="921"/>
                  </a:srgbClr>
                </a:gs>
                <a:gs pos="100000">
                  <a:srgbClr val="868585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5664455">
              <a:off x="1015089" y="1832415"/>
              <a:ext cx="64771" cy="16193"/>
            </a:xfrm>
            <a:prstGeom prst="ellipse">
              <a:avLst/>
            </a:prstGeom>
            <a:gradFill>
              <a:gsLst>
                <a:gs pos="0">
                  <a:srgbClr val="A4A4A4">
                    <a:alpha val="17533"/>
                  </a:srgbClr>
                </a:gs>
                <a:gs pos="14286">
                  <a:srgbClr val="A4A4A4">
                    <a:alpha val="16237"/>
                  </a:srgbClr>
                </a:gs>
                <a:gs pos="28571">
                  <a:srgbClr val="A4A4A4">
                    <a:alpha val="12853"/>
                  </a:srgbClr>
                </a:gs>
                <a:gs pos="42857">
                  <a:srgbClr val="A4A4A4">
                    <a:alpha val="8629"/>
                  </a:srgbClr>
                </a:gs>
                <a:gs pos="57143">
                  <a:srgbClr val="A4A4A4">
                    <a:alpha val="4877"/>
                  </a:srgbClr>
                </a:gs>
                <a:gs pos="71429">
                  <a:srgbClr val="A4A4A4">
                    <a:alpha val="2313"/>
                  </a:srgbClr>
                </a:gs>
                <a:gs pos="85714">
                  <a:srgbClr val="A4A4A4">
                    <a:alpha val="921"/>
                  </a:srgbClr>
                </a:gs>
                <a:gs pos="100000">
                  <a:srgbClr val="A4A4A4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10535262">
              <a:off x="681903" y="2987507"/>
              <a:ext cx="216728" cy="911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10403328">
              <a:off x="2722504" y="2783417"/>
              <a:ext cx="65384" cy="16346"/>
            </a:xfrm>
            <a:prstGeom prst="ellipse">
              <a:avLst/>
            </a:prstGeom>
            <a:gradFill>
              <a:gsLst>
                <a:gs pos="0">
                  <a:srgbClr val="797979">
                    <a:alpha val="17421"/>
                  </a:srgbClr>
                </a:gs>
                <a:gs pos="14286">
                  <a:srgbClr val="797979">
                    <a:alpha val="16133"/>
                  </a:srgbClr>
                </a:gs>
                <a:gs pos="28571">
                  <a:srgbClr val="797979">
                    <a:alpha val="12768"/>
                  </a:srgbClr>
                </a:gs>
                <a:gs pos="42857">
                  <a:srgbClr val="797979">
                    <a:alpha val="8570"/>
                  </a:srgbClr>
                </a:gs>
                <a:gs pos="57143">
                  <a:srgbClr val="797979">
                    <a:alpha val="4844"/>
                  </a:srgbClr>
                </a:gs>
                <a:gs pos="71429">
                  <a:srgbClr val="797979">
                    <a:alpha val="2297"/>
                  </a:srgbClr>
                </a:gs>
                <a:gs pos="85714">
                  <a:srgbClr val="797979">
                    <a:alpha val="915"/>
                  </a:srgbClr>
                </a:gs>
                <a:gs pos="100000">
                  <a:srgbClr val="797979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-10626791">
              <a:off x="1912043" y="3042270"/>
              <a:ext cx="66295" cy="16574"/>
            </a:xfrm>
            <a:prstGeom prst="ellipse">
              <a:avLst/>
            </a:prstGeom>
            <a:gradFill>
              <a:gsLst>
                <a:gs pos="0">
                  <a:srgbClr val="989898">
                    <a:alpha val="17254"/>
                  </a:srgbClr>
                </a:gs>
                <a:gs pos="14286">
                  <a:srgbClr val="989898">
                    <a:alpha val="15977"/>
                  </a:srgbClr>
                </a:gs>
                <a:gs pos="28571">
                  <a:srgbClr val="989898">
                    <a:alpha val="12643"/>
                  </a:srgbClr>
                </a:gs>
                <a:gs pos="42857">
                  <a:srgbClr val="989898">
                    <a:alpha val="8484"/>
                  </a:srgbClr>
                </a:gs>
                <a:gs pos="57143">
                  <a:srgbClr val="989898">
                    <a:alpha val="4794"/>
                  </a:srgbClr>
                </a:gs>
                <a:gs pos="71429">
                  <a:srgbClr val="989898">
                    <a:alpha val="2273"/>
                  </a:srgbClr>
                </a:gs>
                <a:gs pos="85714">
                  <a:srgbClr val="989898">
                    <a:alpha val="905"/>
                  </a:srgbClr>
                </a:gs>
                <a:gs pos="100000">
                  <a:srgbClr val="989898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5332280">
              <a:off x="1881351" y="2098553"/>
              <a:ext cx="419763" cy="46525"/>
            </a:xfrm>
            <a:prstGeom prst="ellipse">
              <a:avLst/>
            </a:prstGeom>
            <a:gradFill>
              <a:gsLst>
                <a:gs pos="0">
                  <a:srgbClr val="F0F0EF">
                    <a:alpha val="32968"/>
                  </a:srgbClr>
                </a:gs>
                <a:gs pos="14286">
                  <a:srgbClr val="F0F0EF">
                    <a:alpha val="30764"/>
                  </a:srgbClr>
                </a:gs>
                <a:gs pos="28571">
                  <a:srgbClr val="F0F0EF">
                    <a:alpha val="24833"/>
                  </a:srgbClr>
                </a:gs>
                <a:gs pos="42857">
                  <a:srgbClr val="F0F0EF">
                    <a:alpha val="17075"/>
                  </a:srgbClr>
                </a:gs>
                <a:gs pos="57143">
                  <a:srgbClr val="F0F0EF">
                    <a:alpha val="9855"/>
                  </a:srgbClr>
                </a:gs>
                <a:gs pos="71429">
                  <a:srgbClr val="F0F0EF">
                    <a:alpha val="4740"/>
                  </a:srgbClr>
                </a:gs>
                <a:gs pos="85714">
                  <a:srgbClr val="F0F0EF">
                    <a:alpha val="1902"/>
                  </a:srgbClr>
                </a:gs>
                <a:gs pos="100000">
                  <a:srgbClr val="F0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10675000">
              <a:off x="1692857" y="1880150"/>
              <a:ext cx="65043" cy="16261"/>
            </a:xfrm>
            <a:prstGeom prst="ellipse">
              <a:avLst/>
            </a:prstGeom>
            <a:gradFill>
              <a:gsLst>
                <a:gs pos="0">
                  <a:srgbClr val="969696">
                    <a:alpha val="17484"/>
                  </a:srgbClr>
                </a:gs>
                <a:gs pos="14286">
                  <a:srgbClr val="969696">
                    <a:alpha val="16191"/>
                  </a:srgbClr>
                </a:gs>
                <a:gs pos="28571">
                  <a:srgbClr val="969696">
                    <a:alpha val="12815"/>
                  </a:srgbClr>
                </a:gs>
                <a:gs pos="42857">
                  <a:srgbClr val="969696">
                    <a:alpha val="8603"/>
                  </a:srgbClr>
                </a:gs>
                <a:gs pos="57143">
                  <a:srgbClr val="969696">
                    <a:alpha val="4862"/>
                  </a:srgbClr>
                </a:gs>
                <a:gs pos="71429">
                  <a:srgbClr val="969696">
                    <a:alpha val="2306"/>
                  </a:srgbClr>
                </a:gs>
                <a:gs pos="85714">
                  <a:srgbClr val="969696">
                    <a:alpha val="918"/>
                  </a:srgbClr>
                </a:gs>
                <a:gs pos="100000">
                  <a:srgbClr val="969696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6220169">
              <a:off x="979722" y="667557"/>
              <a:ext cx="271501" cy="58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5777043">
              <a:off x="244823" y="1715594"/>
              <a:ext cx="64941" cy="16235"/>
            </a:xfrm>
            <a:prstGeom prst="ellipse">
              <a:avLst/>
            </a:prstGeom>
            <a:gradFill>
              <a:gsLst>
                <a:gs pos="0">
                  <a:srgbClr val="9F9F9F">
                    <a:alpha val="17502"/>
                  </a:srgbClr>
                </a:gs>
                <a:gs pos="14286">
                  <a:srgbClr val="9F9F9F">
                    <a:alpha val="16208"/>
                  </a:srgbClr>
                </a:gs>
                <a:gs pos="28571">
                  <a:srgbClr val="9F9F9F">
                    <a:alpha val="12829"/>
                  </a:srgbClr>
                </a:gs>
                <a:gs pos="42857">
                  <a:srgbClr val="9F9F9F">
                    <a:alpha val="8612"/>
                  </a:srgbClr>
                </a:gs>
                <a:gs pos="57143">
                  <a:srgbClr val="9F9F9F">
                    <a:alpha val="4868"/>
                  </a:srgbClr>
                </a:gs>
                <a:gs pos="71429">
                  <a:srgbClr val="9F9F9F">
                    <a:alpha val="2309"/>
                  </a:srgbClr>
                </a:gs>
                <a:gs pos="85714">
                  <a:srgbClr val="9F9F9F">
                    <a:alpha val="919"/>
                  </a:srgbClr>
                </a:gs>
                <a:gs pos="100000">
                  <a:srgbClr val="9F9F9F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10693812">
              <a:off x="244932" y="409706"/>
              <a:ext cx="62518" cy="15629"/>
            </a:xfrm>
            <a:prstGeom prst="ellipse">
              <a:avLst/>
            </a:prstGeom>
            <a:gradFill>
              <a:gsLst>
                <a:gs pos="0">
                  <a:srgbClr val="A2A2A2">
                    <a:alpha val="17944"/>
                  </a:srgbClr>
                </a:gs>
                <a:gs pos="14286">
                  <a:srgbClr val="A2A2A2">
                    <a:alpha val="16621"/>
                  </a:srgbClr>
                </a:gs>
                <a:gs pos="28571">
                  <a:srgbClr val="A2A2A2">
                    <a:alpha val="13163"/>
                  </a:srgbClr>
                </a:gs>
                <a:gs pos="42857">
                  <a:srgbClr val="A2A2A2">
                    <a:alpha val="8842"/>
                  </a:srgbClr>
                </a:gs>
                <a:gs pos="57143">
                  <a:srgbClr val="A2A2A2">
                    <a:alpha val="5000"/>
                  </a:srgbClr>
                </a:gs>
                <a:gs pos="71429">
                  <a:srgbClr val="A2A2A2">
                    <a:alpha val="2372"/>
                  </a:srgbClr>
                </a:gs>
                <a:gs pos="85714">
                  <a:srgbClr val="A2A2A2">
                    <a:alpha val="945"/>
                  </a:srgbClr>
                </a:gs>
                <a:gs pos="100000">
                  <a:srgbClr val="A2A2A2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5416622">
              <a:off x="1784427" y="2236413"/>
              <a:ext cx="66086" cy="16521"/>
            </a:xfrm>
            <a:prstGeom prst="ellipse">
              <a:avLst/>
            </a:prstGeom>
            <a:gradFill>
              <a:gsLst>
                <a:gs pos="0">
                  <a:srgbClr val="989998">
                    <a:alpha val="17293"/>
                  </a:srgbClr>
                </a:gs>
                <a:gs pos="14286">
                  <a:srgbClr val="989998">
                    <a:alpha val="16013"/>
                  </a:srgbClr>
                </a:gs>
                <a:gs pos="28571">
                  <a:srgbClr val="989998">
                    <a:alpha val="12671"/>
                  </a:srgbClr>
                </a:gs>
                <a:gs pos="42857">
                  <a:srgbClr val="989998">
                    <a:alpha val="8504"/>
                  </a:srgbClr>
                </a:gs>
                <a:gs pos="57143">
                  <a:srgbClr val="989998">
                    <a:alpha val="4805"/>
                  </a:srgbClr>
                </a:gs>
                <a:gs pos="71429">
                  <a:srgbClr val="989998">
                    <a:alpha val="2279"/>
                  </a:srgbClr>
                </a:gs>
                <a:gs pos="85714">
                  <a:srgbClr val="989998">
                    <a:alpha val="907"/>
                  </a:srgbClr>
                </a:gs>
                <a:gs pos="100000">
                  <a:srgbClr val="989998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10558125">
              <a:off x="1832255" y="2088724"/>
              <a:ext cx="195567" cy="41052"/>
            </a:xfrm>
            <a:prstGeom prst="ellipse">
              <a:avLst/>
            </a:prstGeom>
            <a:gradFill>
              <a:gsLst>
                <a:gs pos="0">
                  <a:srgbClr val="E4E4E5">
                    <a:alpha val="26186"/>
                  </a:srgbClr>
                </a:gs>
                <a:gs pos="14286">
                  <a:srgbClr val="E4E4E5">
                    <a:alpha val="24351"/>
                  </a:srgbClr>
                </a:gs>
                <a:gs pos="28571">
                  <a:srgbClr val="E4E4E5">
                    <a:alpha val="19481"/>
                  </a:srgbClr>
                </a:gs>
                <a:gs pos="42857">
                  <a:srgbClr val="E4E4E5">
                    <a:alpha val="13249"/>
                  </a:srgbClr>
                </a:gs>
                <a:gs pos="57143">
                  <a:srgbClr val="E4E4E5">
                    <a:alpha val="7573"/>
                  </a:srgbClr>
                </a:gs>
                <a:gs pos="71429">
                  <a:srgbClr val="E4E4E5">
                    <a:alpha val="3619"/>
                  </a:srgbClr>
                </a:gs>
                <a:gs pos="85714">
                  <a:srgbClr val="E4E4E5">
                    <a:alpha val="1447"/>
                  </a:srgbClr>
                </a:gs>
                <a:gs pos="100000">
                  <a:srgbClr val="E4E4E5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5831297">
              <a:off x="-46741" y="3041862"/>
              <a:ext cx="358194" cy="40241"/>
            </a:xfrm>
            <a:prstGeom prst="ellipse">
              <a:avLst/>
            </a:prstGeom>
            <a:gradFill>
              <a:gsLst>
                <a:gs pos="0">
                  <a:srgbClr val="E1E1E1">
                    <a:alpha val="32968"/>
                  </a:srgbClr>
                </a:gs>
                <a:gs pos="14286">
                  <a:srgbClr val="E1E1E1">
                    <a:alpha val="30764"/>
                  </a:srgbClr>
                </a:gs>
                <a:gs pos="28571">
                  <a:srgbClr val="E1E1E1">
                    <a:alpha val="24833"/>
                  </a:srgbClr>
                </a:gs>
                <a:gs pos="42857">
                  <a:srgbClr val="E1E1E1">
                    <a:alpha val="17075"/>
                  </a:srgbClr>
                </a:gs>
                <a:gs pos="57143">
                  <a:srgbClr val="E1E1E1">
                    <a:alpha val="9855"/>
                  </a:srgbClr>
                </a:gs>
                <a:gs pos="71429">
                  <a:srgbClr val="E1E1E1">
                    <a:alpha val="4740"/>
                  </a:srgbClr>
                </a:gs>
                <a:gs pos="85714">
                  <a:srgbClr val="E1E1E1">
                    <a:alpha val="1902"/>
                  </a:srgbClr>
                </a:gs>
                <a:gs pos="100000">
                  <a:srgbClr val="E1E1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5435460">
              <a:off x="1433129" y="2583429"/>
              <a:ext cx="281835" cy="473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10005079">
              <a:off x="1212646" y="901457"/>
              <a:ext cx="299329" cy="83197"/>
            </a:xfrm>
            <a:prstGeom prst="ellipse">
              <a:avLst/>
            </a:prstGeom>
            <a:gradFill>
              <a:gsLst>
                <a:gs pos="0">
                  <a:srgbClr val="C7C7C7">
                    <a:alpha val="8156"/>
                  </a:srgbClr>
                </a:gs>
                <a:gs pos="14286">
                  <a:srgbClr val="C7C7C7">
                    <a:alpha val="7522"/>
                  </a:srgbClr>
                </a:gs>
                <a:gs pos="28571">
                  <a:srgbClr val="C7C7C7">
                    <a:alpha val="5891"/>
                  </a:srgbClr>
                </a:gs>
                <a:gs pos="42857">
                  <a:srgbClr val="C7C7C7">
                    <a:alpha val="3904"/>
                  </a:srgbClr>
                </a:gs>
                <a:gs pos="57143">
                  <a:srgbClr val="C7C7C7">
                    <a:alpha val="2183"/>
                  </a:srgbClr>
                </a:gs>
                <a:gs pos="71429">
                  <a:srgbClr val="C7C7C7">
                    <a:alpha val="1028"/>
                  </a:srgbClr>
                </a:gs>
                <a:gs pos="85714">
                  <a:srgbClr val="C7C7C7">
                    <a:alpha val="408"/>
                  </a:srgbClr>
                </a:gs>
                <a:gs pos="100000">
                  <a:srgbClr val="C7C7C7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192664">
              <a:off x="2329716" y="2093901"/>
              <a:ext cx="63239" cy="15810"/>
            </a:xfrm>
            <a:prstGeom prst="ellipse">
              <a:avLst/>
            </a:prstGeom>
            <a:gradFill>
              <a:gsLst>
                <a:gs pos="0">
                  <a:srgbClr val="8B8B8B">
                    <a:alpha val="17813"/>
                  </a:srgbClr>
                </a:gs>
                <a:gs pos="14286">
                  <a:srgbClr val="8B8B8B">
                    <a:alpha val="16498"/>
                  </a:srgbClr>
                </a:gs>
                <a:gs pos="28571">
                  <a:srgbClr val="8B8B8B">
                    <a:alpha val="13064"/>
                  </a:srgbClr>
                </a:gs>
                <a:gs pos="42857">
                  <a:srgbClr val="8B8B8B">
                    <a:alpha val="8774"/>
                  </a:srgbClr>
                </a:gs>
                <a:gs pos="57143">
                  <a:srgbClr val="8B8B8B">
                    <a:alpha val="4961"/>
                  </a:srgbClr>
                </a:gs>
                <a:gs pos="71429">
                  <a:srgbClr val="8B8B8B">
                    <a:alpha val="2354"/>
                  </a:srgbClr>
                </a:gs>
                <a:gs pos="85714">
                  <a:srgbClr val="8B8B8B">
                    <a:alpha val="937"/>
                  </a:srgbClr>
                </a:gs>
                <a:gs pos="100000">
                  <a:srgbClr val="8B8B8B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542814">
              <a:off x="1526355" y="143625"/>
              <a:ext cx="65970" cy="16493"/>
            </a:xfrm>
            <a:prstGeom prst="ellipse">
              <a:avLst/>
            </a:prstGeom>
            <a:gradFill>
              <a:gsLst>
                <a:gs pos="0">
                  <a:srgbClr val="A0A0A0">
                    <a:alpha val="17314"/>
                  </a:srgbClr>
                </a:gs>
                <a:gs pos="14286">
                  <a:srgbClr val="A0A0A0">
                    <a:alpha val="16033"/>
                  </a:srgbClr>
                </a:gs>
                <a:gs pos="28571">
                  <a:srgbClr val="A0A0A0">
                    <a:alpha val="12688"/>
                  </a:srgbClr>
                </a:gs>
                <a:gs pos="42857">
                  <a:srgbClr val="A0A0A0">
                    <a:alpha val="8515"/>
                  </a:srgbClr>
                </a:gs>
                <a:gs pos="57143">
                  <a:srgbClr val="A0A0A0">
                    <a:alpha val="4812"/>
                  </a:srgbClr>
                </a:gs>
                <a:gs pos="71429">
                  <a:srgbClr val="A0A0A0">
                    <a:alpha val="2282"/>
                  </a:srgbClr>
                </a:gs>
                <a:gs pos="85714">
                  <a:srgbClr val="A0A0A0">
                    <a:alpha val="909"/>
                  </a:srgbClr>
                </a:gs>
                <a:gs pos="100000">
                  <a:srgbClr val="A0A0A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5093077">
              <a:off x="2394741" y="169917"/>
              <a:ext cx="66216" cy="16554"/>
            </a:xfrm>
            <a:prstGeom prst="ellipse">
              <a:avLst/>
            </a:prstGeom>
            <a:gradFill>
              <a:gsLst>
                <a:gs pos="0">
                  <a:srgbClr val="878686">
                    <a:alpha val="17269"/>
                  </a:srgbClr>
                </a:gs>
                <a:gs pos="14286">
                  <a:srgbClr val="878686">
                    <a:alpha val="15990"/>
                  </a:srgbClr>
                </a:gs>
                <a:gs pos="28571">
                  <a:srgbClr val="878686">
                    <a:alpha val="12653"/>
                  </a:srgbClr>
                </a:gs>
                <a:gs pos="42857">
                  <a:srgbClr val="878686">
                    <a:alpha val="8491"/>
                  </a:srgbClr>
                </a:gs>
                <a:gs pos="57143">
                  <a:srgbClr val="878686">
                    <a:alpha val="4798"/>
                  </a:srgbClr>
                </a:gs>
                <a:gs pos="71429">
                  <a:srgbClr val="878686">
                    <a:alpha val="2275"/>
                  </a:srgbClr>
                </a:gs>
                <a:gs pos="85714">
                  <a:srgbClr val="878686">
                    <a:alpha val="906"/>
                  </a:srgbClr>
                </a:gs>
                <a:gs pos="100000">
                  <a:srgbClr val="878686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5773233">
              <a:off x="439748" y="230006"/>
              <a:ext cx="66921" cy="16730"/>
            </a:xfrm>
            <a:prstGeom prst="ellipse">
              <a:avLst/>
            </a:prstGeom>
            <a:gradFill>
              <a:gsLst>
                <a:gs pos="0">
                  <a:srgbClr val="8F8E8F">
                    <a:alpha val="17140"/>
                  </a:srgbClr>
                </a:gs>
                <a:gs pos="14286">
                  <a:srgbClr val="8F8E8F">
                    <a:alpha val="15870"/>
                  </a:srgbClr>
                </a:gs>
                <a:gs pos="28571">
                  <a:srgbClr val="8F8E8F">
                    <a:alpha val="12556"/>
                  </a:srgbClr>
                </a:gs>
                <a:gs pos="42857">
                  <a:srgbClr val="8F8E8F">
                    <a:alpha val="8425"/>
                  </a:srgbClr>
                </a:gs>
                <a:gs pos="57143">
                  <a:srgbClr val="8F8E8F">
                    <a:alpha val="4760"/>
                  </a:srgbClr>
                </a:gs>
                <a:gs pos="71429">
                  <a:srgbClr val="8F8E8F">
                    <a:alpha val="2257"/>
                  </a:srgbClr>
                </a:gs>
                <a:gs pos="85714">
                  <a:srgbClr val="8F8E8F">
                    <a:alpha val="899"/>
                  </a:srgbClr>
                </a:gs>
                <a:gs pos="100000">
                  <a:srgbClr val="8F8E8F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4936659">
              <a:off x="3021440" y="2684474"/>
              <a:ext cx="381904" cy="585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5473642">
              <a:off x="761943" y="13887"/>
              <a:ext cx="325648" cy="57070"/>
            </a:xfrm>
            <a:prstGeom prst="ellipse">
              <a:avLst/>
            </a:prstGeom>
            <a:gradFill>
              <a:gsLst>
                <a:gs pos="0">
                  <a:srgbClr val="F8F7F7">
                    <a:alpha val="32968"/>
                  </a:srgbClr>
                </a:gs>
                <a:gs pos="14286">
                  <a:srgbClr val="F8F7F7">
                    <a:alpha val="30764"/>
                  </a:srgbClr>
                </a:gs>
                <a:gs pos="28571">
                  <a:srgbClr val="F8F7F7">
                    <a:alpha val="24833"/>
                  </a:srgbClr>
                </a:gs>
                <a:gs pos="42857">
                  <a:srgbClr val="F8F7F7">
                    <a:alpha val="17075"/>
                  </a:srgbClr>
                </a:gs>
                <a:gs pos="57143">
                  <a:srgbClr val="F8F7F7">
                    <a:alpha val="9855"/>
                  </a:srgbClr>
                </a:gs>
                <a:gs pos="71429">
                  <a:srgbClr val="F8F7F7">
                    <a:alpha val="4740"/>
                  </a:srgbClr>
                </a:gs>
                <a:gs pos="85714">
                  <a:srgbClr val="F8F7F7">
                    <a:alpha val="1902"/>
                  </a:srgbClr>
                </a:gs>
                <a:gs pos="100000">
                  <a:srgbClr val="F8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5686048">
              <a:off x="-53678" y="3245999"/>
              <a:ext cx="300590" cy="529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4179482">
              <a:off x="337530" y="2085541"/>
              <a:ext cx="790524" cy="239256"/>
            </a:xfrm>
            <a:prstGeom prst="ellipse">
              <a:avLst/>
            </a:prstGeom>
            <a:gradFill>
              <a:gsLst>
                <a:gs pos="0">
                  <a:srgbClr val="11000F">
                    <a:alpha val="4740"/>
                  </a:srgbClr>
                </a:gs>
                <a:gs pos="14286">
                  <a:srgbClr val="11000F">
                    <a:alpha val="4365"/>
                  </a:srgbClr>
                </a:gs>
                <a:gs pos="28571">
                  <a:srgbClr val="11000F">
                    <a:alpha val="3406"/>
                  </a:srgbClr>
                </a:gs>
                <a:gs pos="42857">
                  <a:srgbClr val="11000F">
                    <a:alpha val="2248"/>
                  </a:srgbClr>
                </a:gs>
                <a:gs pos="57143">
                  <a:srgbClr val="11000F">
                    <a:alpha val="1252"/>
                  </a:srgbClr>
                </a:gs>
                <a:gs pos="71429">
                  <a:srgbClr val="11000F">
                    <a:alpha val="588"/>
                  </a:srgbClr>
                </a:gs>
                <a:gs pos="85714">
                  <a:srgbClr val="11000F">
                    <a:alpha val="233"/>
                  </a:srgbClr>
                </a:gs>
                <a:gs pos="100000">
                  <a:srgbClr val="11000F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5341309">
              <a:off x="1613563" y="454893"/>
              <a:ext cx="368794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5578222">
              <a:off x="1373223" y="1017226"/>
              <a:ext cx="375837" cy="32562"/>
            </a:xfrm>
            <a:prstGeom prst="ellipse">
              <a:avLst/>
            </a:prstGeom>
            <a:gradFill>
              <a:gsLst>
                <a:gs pos="0">
                  <a:srgbClr val="FAFBFB">
                    <a:alpha val="32838"/>
                  </a:srgbClr>
                </a:gs>
                <a:gs pos="14286">
                  <a:srgbClr val="FAFBFB">
                    <a:alpha val="30641"/>
                  </a:srgbClr>
                </a:gs>
                <a:gs pos="28571">
                  <a:srgbClr val="FAFBFB">
                    <a:alpha val="24729"/>
                  </a:srgbClr>
                </a:gs>
                <a:gs pos="42857">
                  <a:srgbClr val="FAFBFB">
                    <a:alpha val="17000"/>
                  </a:srgbClr>
                </a:gs>
                <a:gs pos="57143">
                  <a:srgbClr val="FAFBFB">
                    <a:alpha val="9810"/>
                  </a:srgbClr>
                </a:gs>
                <a:gs pos="71429">
                  <a:srgbClr val="FAFBFB">
                    <a:alpha val="4718"/>
                  </a:srgbClr>
                </a:gs>
                <a:gs pos="85714">
                  <a:srgbClr val="FAFBFB">
                    <a:alpha val="1893"/>
                  </a:srgbClr>
                </a:gs>
                <a:gs pos="100000">
                  <a:srgbClr val="FAFBFB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5423537">
              <a:off x="1315760" y="1287556"/>
              <a:ext cx="553322" cy="238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4645276">
              <a:off x="1713880" y="967481"/>
              <a:ext cx="698997" cy="177839"/>
            </a:xfrm>
            <a:prstGeom prst="ellipse">
              <a:avLst/>
            </a:prstGeom>
            <a:gradFill>
              <a:gsLst>
                <a:gs pos="0">
                  <a:srgbClr val="747575">
                    <a:alpha val="5070"/>
                  </a:srgbClr>
                </a:gs>
                <a:gs pos="14286">
                  <a:srgbClr val="747575">
                    <a:alpha val="4670"/>
                  </a:srgbClr>
                </a:gs>
                <a:gs pos="28571">
                  <a:srgbClr val="747575">
                    <a:alpha val="3645"/>
                  </a:srgbClr>
                </a:gs>
                <a:gs pos="42857">
                  <a:srgbClr val="747575">
                    <a:alpha val="2406"/>
                  </a:srgbClr>
                </a:gs>
                <a:gs pos="57143">
                  <a:srgbClr val="747575">
                    <a:alpha val="1341"/>
                  </a:srgbClr>
                </a:gs>
                <a:gs pos="71429">
                  <a:srgbClr val="747575">
                    <a:alpha val="630"/>
                  </a:srgbClr>
                </a:gs>
                <a:gs pos="85714">
                  <a:srgbClr val="747575">
                    <a:alpha val="250"/>
                  </a:srgbClr>
                </a:gs>
                <a:gs pos="100000">
                  <a:srgbClr val="747575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10456623">
              <a:off x="2366927" y="98022"/>
              <a:ext cx="246404" cy="45244"/>
            </a:xfrm>
            <a:prstGeom prst="ellipse">
              <a:avLst/>
            </a:prstGeom>
            <a:gradFill>
              <a:gsLst>
                <a:gs pos="0">
                  <a:srgbClr val="F5F5F4">
                    <a:alpha val="32968"/>
                  </a:srgbClr>
                </a:gs>
                <a:gs pos="14286">
                  <a:srgbClr val="F5F5F4">
                    <a:alpha val="30764"/>
                  </a:srgbClr>
                </a:gs>
                <a:gs pos="28571">
                  <a:srgbClr val="F5F5F4">
                    <a:alpha val="24833"/>
                  </a:srgbClr>
                </a:gs>
                <a:gs pos="42857">
                  <a:srgbClr val="F5F5F4">
                    <a:alpha val="17075"/>
                  </a:srgbClr>
                </a:gs>
                <a:gs pos="57143">
                  <a:srgbClr val="F5F5F4">
                    <a:alpha val="9855"/>
                  </a:srgbClr>
                </a:gs>
                <a:gs pos="71429">
                  <a:srgbClr val="F5F5F4">
                    <a:alpha val="4740"/>
                  </a:srgbClr>
                </a:gs>
                <a:gs pos="85714">
                  <a:srgbClr val="F5F5F4">
                    <a:alpha val="1902"/>
                  </a:srgbClr>
                </a:gs>
                <a:gs pos="100000">
                  <a:srgbClr val="F5F5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5150122">
              <a:off x="2224543" y="773367"/>
              <a:ext cx="66751" cy="16688"/>
            </a:xfrm>
            <a:prstGeom prst="ellipse">
              <a:avLst/>
            </a:prstGeom>
            <a:gradFill>
              <a:gsLst>
                <a:gs pos="0">
                  <a:srgbClr val="A3A4A3">
                    <a:alpha val="17171"/>
                  </a:srgbClr>
                </a:gs>
                <a:gs pos="14286">
                  <a:srgbClr val="A3A4A3">
                    <a:alpha val="15899"/>
                  </a:srgbClr>
                </a:gs>
                <a:gs pos="28571">
                  <a:srgbClr val="A3A4A3">
                    <a:alpha val="12580"/>
                  </a:srgbClr>
                </a:gs>
                <a:gs pos="42857">
                  <a:srgbClr val="A3A4A3">
                    <a:alpha val="8441"/>
                  </a:srgbClr>
                </a:gs>
                <a:gs pos="57143">
                  <a:srgbClr val="A3A4A3">
                    <a:alpha val="4769"/>
                  </a:srgbClr>
                </a:gs>
                <a:gs pos="71429">
                  <a:srgbClr val="A3A4A3">
                    <a:alpha val="2261"/>
                  </a:srgbClr>
                </a:gs>
                <a:gs pos="85714">
                  <a:srgbClr val="A3A4A3">
                    <a:alpha val="900"/>
                  </a:srgbClr>
                </a:gs>
                <a:gs pos="100000">
                  <a:srgbClr val="A3A4A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9336291">
              <a:off x="382221" y="3009561"/>
              <a:ext cx="113927" cy="82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8658221">
              <a:off x="1745092" y="2717816"/>
              <a:ext cx="139751" cy="65440"/>
            </a:xfrm>
            <a:prstGeom prst="ellipse">
              <a:avLst/>
            </a:prstGeom>
            <a:gradFill>
              <a:gsLst>
                <a:gs pos="0">
                  <a:srgbClr val="EEEEEE">
                    <a:alpha val="19180"/>
                  </a:srgbClr>
                </a:gs>
                <a:gs pos="14286">
                  <a:srgbClr val="EEEEEE">
                    <a:alpha val="17776"/>
                  </a:srgbClr>
                </a:gs>
                <a:gs pos="28571">
                  <a:srgbClr val="EEEEEE">
                    <a:alpha val="14098"/>
                  </a:srgbClr>
                </a:gs>
                <a:gs pos="42857">
                  <a:srgbClr val="EEEEEE">
                    <a:alpha val="9487"/>
                  </a:srgbClr>
                </a:gs>
                <a:gs pos="57143">
                  <a:srgbClr val="EEEEEE">
                    <a:alpha val="5373"/>
                  </a:srgbClr>
                </a:gs>
                <a:gs pos="71429">
                  <a:srgbClr val="EEEEEE">
                    <a:alpha val="2552"/>
                  </a:srgbClr>
                </a:gs>
                <a:gs pos="85714">
                  <a:srgbClr val="EEEEEE">
                    <a:alpha val="1017"/>
                  </a:srgbClr>
                </a:gs>
                <a:gs pos="100000">
                  <a:srgbClr val="EEEEEE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10488199">
              <a:off x="2370830" y="2517944"/>
              <a:ext cx="197648" cy="921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4992521">
              <a:off x="2577804" y="593290"/>
              <a:ext cx="688014" cy="129080"/>
            </a:xfrm>
            <a:prstGeom prst="ellipse">
              <a:avLst/>
            </a:prstGeom>
            <a:gradFill>
              <a:gsLst>
                <a:gs pos="0">
                  <a:srgbClr val="000004">
                    <a:alpha val="11348"/>
                  </a:srgbClr>
                </a:gs>
                <a:gs pos="14286">
                  <a:srgbClr val="000004">
                    <a:alpha val="10480"/>
                  </a:srgbClr>
                </a:gs>
                <a:gs pos="28571">
                  <a:srgbClr val="000004">
                    <a:alpha val="8237"/>
                  </a:srgbClr>
                </a:gs>
                <a:gs pos="42857">
                  <a:srgbClr val="000004">
                    <a:alpha val="5482"/>
                  </a:srgbClr>
                </a:gs>
                <a:gs pos="57143">
                  <a:srgbClr val="000004">
                    <a:alpha val="3076"/>
                  </a:srgbClr>
                </a:gs>
                <a:gs pos="71429">
                  <a:srgbClr val="000004">
                    <a:alpha val="1452"/>
                  </a:srgbClr>
                </a:gs>
                <a:gs pos="85714">
                  <a:srgbClr val="000004">
                    <a:alpha val="577"/>
                  </a:srgbClr>
                </a:gs>
                <a:gs pos="100000">
                  <a:srgbClr val="000004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143930">
              <a:off x="2046188" y="2189505"/>
              <a:ext cx="66950" cy="16738"/>
            </a:xfrm>
            <a:prstGeom prst="ellipse">
              <a:avLst/>
            </a:prstGeom>
            <a:gradFill>
              <a:gsLst>
                <a:gs pos="0">
                  <a:srgbClr val="7E7E7E">
                    <a:alpha val="17134"/>
                  </a:srgbClr>
                </a:gs>
                <a:gs pos="14286">
                  <a:srgbClr val="7E7E7E">
                    <a:alpha val="15865"/>
                  </a:srgbClr>
                </a:gs>
                <a:gs pos="28571">
                  <a:srgbClr val="7E7E7E">
                    <a:alpha val="12552"/>
                  </a:srgbClr>
                </a:gs>
                <a:gs pos="42857">
                  <a:srgbClr val="7E7E7E">
                    <a:alpha val="8422"/>
                  </a:srgbClr>
                </a:gs>
                <a:gs pos="57143">
                  <a:srgbClr val="7E7E7E">
                    <a:alpha val="4758"/>
                  </a:srgbClr>
                </a:gs>
                <a:gs pos="71429">
                  <a:srgbClr val="7E7E7E">
                    <a:alpha val="2256"/>
                  </a:srgbClr>
                </a:gs>
                <a:gs pos="85714">
                  <a:srgbClr val="7E7E7E">
                    <a:alpha val="898"/>
                  </a:srgbClr>
                </a:gs>
                <a:gs pos="100000">
                  <a:srgbClr val="7E7E7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3389942">
              <a:off x="2392502" y="3306846"/>
              <a:ext cx="53910" cy="13477"/>
            </a:xfrm>
            <a:prstGeom prst="ellipse">
              <a:avLst/>
            </a:prstGeom>
            <a:gradFill>
              <a:gsLst>
                <a:gs pos="0">
                  <a:srgbClr val="BFBFBE">
                    <a:alpha val="19494"/>
                  </a:srgbClr>
                </a:gs>
                <a:gs pos="14286">
                  <a:srgbClr val="BFBFBE">
                    <a:alpha val="18069"/>
                  </a:srgbClr>
                </a:gs>
                <a:gs pos="28571">
                  <a:srgbClr val="BFBFBE">
                    <a:alpha val="14336"/>
                  </a:srgbClr>
                </a:gs>
                <a:gs pos="42857">
                  <a:srgbClr val="BFBFBE">
                    <a:alpha val="9652"/>
                  </a:srgbClr>
                </a:gs>
                <a:gs pos="57143">
                  <a:srgbClr val="BFBFBE">
                    <a:alpha val="5469"/>
                  </a:srgbClr>
                </a:gs>
                <a:gs pos="71429">
                  <a:srgbClr val="BFBFBE">
                    <a:alpha val="2598"/>
                  </a:srgbClr>
                </a:gs>
                <a:gs pos="85714">
                  <a:srgbClr val="BFBFBE">
                    <a:alpha val="1036"/>
                  </a:srgbClr>
                </a:gs>
                <a:gs pos="100000">
                  <a:srgbClr val="BFBFBE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5733869">
              <a:off x="44795" y="3317515"/>
              <a:ext cx="67468" cy="16867"/>
            </a:xfrm>
            <a:prstGeom prst="ellipse">
              <a:avLst/>
            </a:prstGeom>
            <a:gradFill>
              <a:gsLst>
                <a:gs pos="0">
                  <a:srgbClr val="969696">
                    <a:alpha val="17039"/>
                  </a:srgbClr>
                </a:gs>
                <a:gs pos="14286">
                  <a:srgbClr val="969696">
                    <a:alpha val="15776"/>
                  </a:srgbClr>
                </a:gs>
                <a:gs pos="28571">
                  <a:srgbClr val="969696">
                    <a:alpha val="12480"/>
                  </a:srgbClr>
                </a:gs>
                <a:gs pos="42857">
                  <a:srgbClr val="969696">
                    <a:alpha val="8373"/>
                  </a:srgbClr>
                </a:gs>
                <a:gs pos="57143">
                  <a:srgbClr val="969696">
                    <a:alpha val="4730"/>
                  </a:srgbClr>
                </a:gs>
                <a:gs pos="71429">
                  <a:srgbClr val="969696">
                    <a:alpha val="2242"/>
                  </a:srgbClr>
                </a:gs>
                <a:gs pos="85714">
                  <a:srgbClr val="969696">
                    <a:alpha val="893"/>
                  </a:srgbClr>
                </a:gs>
                <a:gs pos="100000">
                  <a:srgbClr val="969696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4814760">
              <a:off x="627605" y="3276165"/>
              <a:ext cx="64998" cy="16249"/>
            </a:xfrm>
            <a:prstGeom prst="ellipse">
              <a:avLst/>
            </a:prstGeom>
            <a:gradFill>
              <a:gsLst>
                <a:gs pos="0">
                  <a:srgbClr val="9C9C9C">
                    <a:alpha val="17492"/>
                  </a:srgbClr>
                </a:gs>
                <a:gs pos="14286">
                  <a:srgbClr val="9C9C9C">
                    <a:alpha val="16199"/>
                  </a:srgbClr>
                </a:gs>
                <a:gs pos="28571">
                  <a:srgbClr val="9C9C9C">
                    <a:alpha val="12822"/>
                  </a:srgbClr>
                </a:gs>
                <a:gs pos="42857">
                  <a:srgbClr val="9C9C9C">
                    <a:alpha val="8607"/>
                  </a:srgbClr>
                </a:gs>
                <a:gs pos="57143">
                  <a:srgbClr val="9C9C9C">
                    <a:alpha val="4865"/>
                  </a:srgbClr>
                </a:gs>
                <a:gs pos="71429">
                  <a:srgbClr val="9C9C9C">
                    <a:alpha val="2307"/>
                  </a:srgbClr>
                </a:gs>
                <a:gs pos="85714">
                  <a:srgbClr val="9C9C9C">
                    <a:alpha val="919"/>
                  </a:srgbClr>
                </a:gs>
                <a:gs pos="100000">
                  <a:srgbClr val="9C9C9C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10723559">
              <a:off x="671362" y="7504"/>
              <a:ext cx="182068" cy="48342"/>
            </a:xfrm>
            <a:prstGeom prst="ellipse">
              <a:avLst/>
            </a:prstGeom>
            <a:gradFill>
              <a:gsLst>
                <a:gs pos="0">
                  <a:srgbClr val="F8F7F7">
                    <a:alpha val="31411"/>
                  </a:srgbClr>
                </a:gs>
                <a:gs pos="14286">
                  <a:srgbClr val="F8F7F7">
                    <a:alpha val="29287"/>
                  </a:srgbClr>
                </a:gs>
                <a:gs pos="28571">
                  <a:srgbClr val="F8F7F7">
                    <a:alpha val="23591"/>
                  </a:srgbClr>
                </a:gs>
                <a:gs pos="42857">
                  <a:srgbClr val="F8F7F7">
                    <a:alpha val="16179"/>
                  </a:srgbClr>
                </a:gs>
                <a:gs pos="57143">
                  <a:srgbClr val="F8F7F7">
                    <a:alpha val="9316"/>
                  </a:srgbClr>
                </a:gs>
                <a:gs pos="71429">
                  <a:srgbClr val="F8F7F7">
                    <a:alpha val="4474"/>
                  </a:srgbClr>
                </a:gs>
                <a:gs pos="85714">
                  <a:srgbClr val="F8F7F7">
                    <a:alpha val="1794"/>
                  </a:srgbClr>
                </a:gs>
                <a:gs pos="100000">
                  <a:srgbClr val="F8F7F7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5197736">
              <a:off x="2221430" y="2930110"/>
              <a:ext cx="454151" cy="19360"/>
            </a:xfrm>
            <a:prstGeom prst="ellipse">
              <a:avLst/>
            </a:prstGeom>
            <a:gradFill>
              <a:gsLst>
                <a:gs pos="0">
                  <a:srgbClr val="020208">
                    <a:alpha val="32968"/>
                  </a:srgbClr>
                </a:gs>
                <a:gs pos="14286">
                  <a:srgbClr val="020208">
                    <a:alpha val="30764"/>
                  </a:srgbClr>
                </a:gs>
                <a:gs pos="28571">
                  <a:srgbClr val="020208">
                    <a:alpha val="24833"/>
                  </a:srgbClr>
                </a:gs>
                <a:gs pos="42857">
                  <a:srgbClr val="020208">
                    <a:alpha val="17075"/>
                  </a:srgbClr>
                </a:gs>
                <a:gs pos="57143">
                  <a:srgbClr val="020208">
                    <a:alpha val="9855"/>
                  </a:srgbClr>
                </a:gs>
                <a:gs pos="71429">
                  <a:srgbClr val="020208">
                    <a:alpha val="4740"/>
                  </a:srgbClr>
                </a:gs>
                <a:gs pos="85714">
                  <a:srgbClr val="020208">
                    <a:alpha val="1902"/>
                  </a:srgbClr>
                </a:gs>
                <a:gs pos="100000">
                  <a:srgbClr val="0202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5432821">
              <a:off x="1559093" y="732049"/>
              <a:ext cx="67642" cy="16911"/>
            </a:xfrm>
            <a:prstGeom prst="ellipse">
              <a:avLst/>
            </a:prstGeom>
            <a:gradFill>
              <a:gsLst>
                <a:gs pos="0">
                  <a:srgbClr val="848484">
                    <a:alpha val="17007"/>
                  </a:srgbClr>
                </a:gs>
                <a:gs pos="14286">
                  <a:srgbClr val="848484">
                    <a:alpha val="15746"/>
                  </a:srgbClr>
                </a:gs>
                <a:gs pos="28571">
                  <a:srgbClr val="848484">
                    <a:alpha val="12456"/>
                  </a:srgbClr>
                </a:gs>
                <a:gs pos="42857">
                  <a:srgbClr val="848484">
                    <a:alpha val="8356"/>
                  </a:srgbClr>
                </a:gs>
                <a:gs pos="57143">
                  <a:srgbClr val="848484">
                    <a:alpha val="4720"/>
                  </a:srgbClr>
                </a:gs>
                <a:gs pos="71429">
                  <a:srgbClr val="848484">
                    <a:alpha val="2238"/>
                  </a:srgbClr>
                </a:gs>
                <a:gs pos="85714">
                  <a:srgbClr val="848484">
                    <a:alpha val="891"/>
                  </a:srgbClr>
                </a:gs>
                <a:gs pos="100000">
                  <a:srgbClr val="848484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6002090">
              <a:off x="-9217" y="2831123"/>
              <a:ext cx="304062" cy="33638"/>
            </a:xfrm>
            <a:prstGeom prst="ellipse">
              <a:avLst/>
            </a:prstGeom>
            <a:gradFill>
              <a:gsLst>
                <a:gs pos="0">
                  <a:srgbClr val="EBEAEB">
                    <a:alpha val="32968"/>
                  </a:srgbClr>
                </a:gs>
                <a:gs pos="14286">
                  <a:srgbClr val="EBEAEB">
                    <a:alpha val="30764"/>
                  </a:srgbClr>
                </a:gs>
                <a:gs pos="28571">
                  <a:srgbClr val="EBEAEB">
                    <a:alpha val="24833"/>
                  </a:srgbClr>
                </a:gs>
                <a:gs pos="42857">
                  <a:srgbClr val="EBEAEB">
                    <a:alpha val="17075"/>
                  </a:srgbClr>
                </a:gs>
                <a:gs pos="57143">
                  <a:srgbClr val="EBEAEB">
                    <a:alpha val="9855"/>
                  </a:srgbClr>
                </a:gs>
                <a:gs pos="71429">
                  <a:srgbClr val="EBEAEB">
                    <a:alpha val="4740"/>
                  </a:srgbClr>
                </a:gs>
                <a:gs pos="85714">
                  <a:srgbClr val="EBEAEB">
                    <a:alpha val="1902"/>
                  </a:srgbClr>
                </a:gs>
                <a:gs pos="100000">
                  <a:srgbClr val="EBEA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5406247">
              <a:off x="1347037" y="662519"/>
              <a:ext cx="437618" cy="56607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10628671">
              <a:off x="1392926" y="553629"/>
              <a:ext cx="217560" cy="54624"/>
            </a:xfrm>
            <a:prstGeom prst="ellipse">
              <a:avLst/>
            </a:prstGeom>
            <a:gradFill>
              <a:gsLst>
                <a:gs pos="0">
                  <a:srgbClr val="FAFAFA">
                    <a:alpha val="32531"/>
                  </a:srgbClr>
                </a:gs>
                <a:gs pos="14286">
                  <a:srgbClr val="FAFAFA">
                    <a:alpha val="30349"/>
                  </a:srgbClr>
                </a:gs>
                <a:gs pos="28571">
                  <a:srgbClr val="FAFAFA">
                    <a:alpha val="24483"/>
                  </a:srgbClr>
                </a:gs>
                <a:gs pos="42857">
                  <a:srgbClr val="FAFAFA">
                    <a:alpha val="16823"/>
                  </a:srgbClr>
                </a:gs>
                <a:gs pos="57143">
                  <a:srgbClr val="FAFAFA">
                    <a:alpha val="9703"/>
                  </a:srgbClr>
                </a:gs>
                <a:gs pos="71429">
                  <a:srgbClr val="FAFAFA">
                    <a:alpha val="4665"/>
                  </a:srgbClr>
                </a:gs>
                <a:gs pos="85714">
                  <a:srgbClr val="FAFAFA">
                    <a:alpha val="1871"/>
                  </a:srgbClr>
                </a:gs>
                <a:gs pos="100000">
                  <a:srgbClr val="FAFAFA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5907949">
              <a:off x="1473362" y="1404293"/>
              <a:ext cx="687837" cy="170309"/>
            </a:xfrm>
            <a:prstGeom prst="ellipse">
              <a:avLst/>
            </a:prstGeom>
            <a:gradFill>
              <a:gsLst>
                <a:gs pos="0">
                  <a:srgbClr val="747474">
                    <a:alpha val="10082"/>
                  </a:srgbClr>
                </a:gs>
                <a:gs pos="14286">
                  <a:srgbClr val="747474">
                    <a:alpha val="9306"/>
                  </a:srgbClr>
                </a:gs>
                <a:gs pos="28571">
                  <a:srgbClr val="747474">
                    <a:alpha val="7304"/>
                  </a:srgbClr>
                </a:gs>
                <a:gs pos="42857">
                  <a:srgbClr val="747474">
                    <a:alpha val="4853"/>
                  </a:srgbClr>
                </a:gs>
                <a:gs pos="57143">
                  <a:srgbClr val="747474">
                    <a:alpha val="2719"/>
                  </a:srgbClr>
                </a:gs>
                <a:gs pos="71429">
                  <a:srgbClr val="747474">
                    <a:alpha val="1282"/>
                  </a:srgbClr>
                </a:gs>
                <a:gs pos="85714">
                  <a:srgbClr val="747474">
                    <a:alpha val="509"/>
                  </a:srgbClr>
                </a:gs>
                <a:gs pos="100000">
                  <a:srgbClr val="747474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111587">
              <a:off x="1954144" y="223119"/>
              <a:ext cx="67693" cy="16923"/>
            </a:xfrm>
            <a:prstGeom prst="ellipse">
              <a:avLst/>
            </a:prstGeom>
            <a:gradFill>
              <a:gsLst>
                <a:gs pos="0">
                  <a:srgbClr val="838382">
                    <a:alpha val="16998"/>
                  </a:srgbClr>
                </a:gs>
                <a:gs pos="14286">
                  <a:srgbClr val="838382">
                    <a:alpha val="15737"/>
                  </a:srgbClr>
                </a:gs>
                <a:gs pos="28571">
                  <a:srgbClr val="838382">
                    <a:alpha val="12449"/>
                  </a:srgbClr>
                </a:gs>
                <a:gs pos="42857">
                  <a:srgbClr val="838382">
                    <a:alpha val="8351"/>
                  </a:srgbClr>
                </a:gs>
                <a:gs pos="57143">
                  <a:srgbClr val="838382">
                    <a:alpha val="4717"/>
                  </a:srgbClr>
                </a:gs>
                <a:gs pos="71429">
                  <a:srgbClr val="838382">
                    <a:alpha val="2237"/>
                  </a:srgbClr>
                </a:gs>
                <a:gs pos="85714">
                  <a:srgbClr val="838382">
                    <a:alpha val="890"/>
                  </a:srgbClr>
                </a:gs>
                <a:gs pos="100000">
                  <a:srgbClr val="838382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10652457">
              <a:off x="310785" y="1261536"/>
              <a:ext cx="162216" cy="64096"/>
            </a:xfrm>
            <a:prstGeom prst="ellipse">
              <a:avLst/>
            </a:prstGeom>
            <a:gradFill>
              <a:gsLst>
                <a:gs pos="0">
                  <a:srgbClr val="FAF9F9">
                    <a:alpha val="26615"/>
                  </a:srgbClr>
                </a:gs>
                <a:gs pos="14286">
                  <a:srgbClr val="FAF9F9">
                    <a:alpha val="24755"/>
                  </a:srgbClr>
                </a:gs>
                <a:gs pos="28571">
                  <a:srgbClr val="FAF9F9">
                    <a:alpha val="19816"/>
                  </a:srgbClr>
                </a:gs>
                <a:gs pos="42857">
                  <a:srgbClr val="FAF9F9">
                    <a:alpha val="13485"/>
                  </a:srgbClr>
                </a:gs>
                <a:gs pos="57143">
                  <a:srgbClr val="FAF9F9">
                    <a:alpha val="7713"/>
                  </a:srgbClr>
                </a:gs>
                <a:gs pos="71429">
                  <a:srgbClr val="FAF9F9">
                    <a:alpha val="3687"/>
                  </a:srgbClr>
                </a:gs>
                <a:gs pos="85714">
                  <a:srgbClr val="FAF9F9">
                    <a:alpha val="1475"/>
                  </a:srgbClr>
                </a:gs>
                <a:gs pos="100000">
                  <a:srgbClr val="FAF9F9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5454257">
              <a:off x="2857043" y="3302779"/>
              <a:ext cx="912912" cy="185256"/>
            </a:xfrm>
            <a:prstGeom prst="ellipse">
              <a:avLst/>
            </a:prstGeom>
            <a:gradFill>
              <a:gsLst>
                <a:gs pos="0">
                  <a:srgbClr val="000901">
                    <a:alpha val="8566"/>
                  </a:srgbClr>
                </a:gs>
                <a:gs pos="14286">
                  <a:srgbClr val="000901">
                    <a:alpha val="7901"/>
                  </a:srgbClr>
                </a:gs>
                <a:gs pos="28571">
                  <a:srgbClr val="000901">
                    <a:alpha val="6191"/>
                  </a:srgbClr>
                </a:gs>
                <a:gs pos="42857">
                  <a:srgbClr val="000901">
                    <a:alpha val="4105"/>
                  </a:srgbClr>
                </a:gs>
                <a:gs pos="57143">
                  <a:srgbClr val="000901">
                    <a:alpha val="2296"/>
                  </a:srgbClr>
                </a:gs>
                <a:gs pos="71429">
                  <a:srgbClr val="000901">
                    <a:alpha val="1081"/>
                  </a:srgbClr>
                </a:gs>
                <a:gs pos="85714">
                  <a:srgbClr val="000901">
                    <a:alpha val="429"/>
                  </a:srgbClr>
                </a:gs>
                <a:gs pos="100000">
                  <a:srgbClr val="000901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-10784364">
              <a:off x="-131321" y="888822"/>
              <a:ext cx="354242" cy="64661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5228817">
              <a:off x="2157489" y="1979682"/>
              <a:ext cx="385669" cy="622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072108">
              <a:off x="3089305" y="2093621"/>
              <a:ext cx="67180" cy="16795"/>
            </a:xfrm>
            <a:prstGeom prst="ellipse">
              <a:avLst/>
            </a:prstGeom>
            <a:gradFill>
              <a:gsLst>
                <a:gs pos="0">
                  <a:srgbClr val="8D8D8D">
                    <a:alpha val="17092"/>
                  </a:srgbClr>
                </a:gs>
                <a:gs pos="14286">
                  <a:srgbClr val="8D8D8D">
                    <a:alpha val="15825"/>
                  </a:srgbClr>
                </a:gs>
                <a:gs pos="28571">
                  <a:srgbClr val="8D8D8D">
                    <a:alpha val="12520"/>
                  </a:srgbClr>
                </a:gs>
                <a:gs pos="42857">
                  <a:srgbClr val="8D8D8D">
                    <a:alpha val="8400"/>
                  </a:srgbClr>
                </a:gs>
                <a:gs pos="57143">
                  <a:srgbClr val="8D8D8D">
                    <a:alpha val="4745"/>
                  </a:srgbClr>
                </a:gs>
                <a:gs pos="71429">
                  <a:srgbClr val="8D8D8D">
                    <a:alpha val="2250"/>
                  </a:srgbClr>
                </a:gs>
                <a:gs pos="85714">
                  <a:srgbClr val="8D8D8D">
                    <a:alpha val="896"/>
                  </a:srgbClr>
                </a:gs>
                <a:gs pos="100000">
                  <a:srgbClr val="8D8D8D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5580818">
              <a:off x="1471415" y="1439629"/>
              <a:ext cx="709380" cy="138265"/>
            </a:xfrm>
            <a:prstGeom prst="ellipse">
              <a:avLst/>
            </a:prstGeom>
            <a:gradFill>
              <a:gsLst>
                <a:gs pos="0">
                  <a:srgbClr val="8A8A8A">
                    <a:alpha val="19829"/>
                  </a:srgbClr>
                </a:gs>
                <a:gs pos="14286">
                  <a:srgbClr val="8A8A8A">
                    <a:alpha val="18383"/>
                  </a:srgbClr>
                </a:gs>
                <a:gs pos="28571">
                  <a:srgbClr val="8A8A8A">
                    <a:alpha val="14591"/>
                  </a:srgbClr>
                </a:gs>
                <a:gs pos="42857">
                  <a:srgbClr val="8A8A8A">
                    <a:alpha val="9828"/>
                  </a:srgbClr>
                </a:gs>
                <a:gs pos="57143">
                  <a:srgbClr val="8A8A8A">
                    <a:alpha val="5571"/>
                  </a:srgbClr>
                </a:gs>
                <a:gs pos="71429">
                  <a:srgbClr val="8A8A8A">
                    <a:alpha val="2648"/>
                  </a:srgbClr>
                </a:gs>
                <a:gs pos="85714">
                  <a:srgbClr val="8A8A8A">
                    <a:alpha val="1055"/>
                  </a:srgbClr>
                </a:gs>
                <a:gs pos="100000">
                  <a:srgbClr val="8A8A8A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4592462">
              <a:off x="2988376" y="894645"/>
              <a:ext cx="850832" cy="198699"/>
            </a:xfrm>
            <a:prstGeom prst="ellipse">
              <a:avLst/>
            </a:prstGeom>
            <a:gradFill>
              <a:gsLst>
                <a:gs pos="0">
                  <a:srgbClr val="1D1C1E">
                    <a:alpha val="13584"/>
                  </a:srgbClr>
                </a:gs>
                <a:gs pos="14286">
                  <a:srgbClr val="1D1C1E">
                    <a:alpha val="12557"/>
                  </a:srgbClr>
                </a:gs>
                <a:gs pos="28571">
                  <a:srgbClr val="1D1C1E">
                    <a:alpha val="9894"/>
                  </a:srgbClr>
                </a:gs>
                <a:gs pos="42857">
                  <a:srgbClr val="1D1C1E">
                    <a:alpha val="6606"/>
                  </a:srgbClr>
                </a:gs>
                <a:gs pos="57143">
                  <a:srgbClr val="1D1C1E">
                    <a:alpha val="3716"/>
                  </a:srgbClr>
                </a:gs>
                <a:gs pos="71429">
                  <a:srgbClr val="1D1C1E">
                    <a:alpha val="1757"/>
                  </a:srgbClr>
                </a:gs>
                <a:gs pos="85714">
                  <a:srgbClr val="1D1C1E">
                    <a:alpha val="698"/>
                  </a:srgbClr>
                </a:gs>
                <a:gs pos="100000">
                  <a:srgbClr val="1D1C1E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5215975">
              <a:off x="1031697" y="514950"/>
              <a:ext cx="637920" cy="156816"/>
            </a:xfrm>
            <a:prstGeom prst="ellipse">
              <a:avLst/>
            </a:prstGeom>
            <a:gradFill>
              <a:gsLst>
                <a:gs pos="0">
                  <a:srgbClr val="4D4D4E">
                    <a:alpha val="4907"/>
                  </a:srgbClr>
                </a:gs>
                <a:gs pos="14286">
                  <a:srgbClr val="4D4D4E">
                    <a:alpha val="4519"/>
                  </a:srgbClr>
                </a:gs>
                <a:gs pos="28571">
                  <a:srgbClr val="4D4D4E">
                    <a:alpha val="3527"/>
                  </a:srgbClr>
                </a:gs>
                <a:gs pos="42857">
                  <a:srgbClr val="4D4D4E">
                    <a:alpha val="2328"/>
                  </a:srgbClr>
                </a:gs>
                <a:gs pos="57143">
                  <a:srgbClr val="4D4D4E">
                    <a:alpha val="1297"/>
                  </a:srgbClr>
                </a:gs>
                <a:gs pos="71429">
                  <a:srgbClr val="4D4D4E">
                    <a:alpha val="609"/>
                  </a:srgbClr>
                </a:gs>
                <a:gs pos="85714">
                  <a:srgbClr val="4D4D4E">
                    <a:alpha val="241"/>
                  </a:srgbClr>
                </a:gs>
                <a:gs pos="100000">
                  <a:srgbClr val="4D4D4E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627286">
              <a:off x="1344714" y="2222963"/>
              <a:ext cx="955484" cy="93250"/>
            </a:xfrm>
            <a:prstGeom prst="ellipse">
              <a:avLst/>
            </a:prstGeom>
            <a:gradFill>
              <a:gsLst>
                <a:gs pos="0">
                  <a:srgbClr val="040004">
                    <a:alpha val="12925"/>
                  </a:srgbClr>
                </a:gs>
                <a:gs pos="14286">
                  <a:srgbClr val="040004">
                    <a:alpha val="11945"/>
                  </a:srgbClr>
                </a:gs>
                <a:gs pos="28571">
                  <a:srgbClr val="040004">
                    <a:alpha val="9405"/>
                  </a:srgbClr>
                </a:gs>
                <a:gs pos="42857">
                  <a:srgbClr val="040004">
                    <a:alpha val="6273"/>
                  </a:srgbClr>
                </a:gs>
                <a:gs pos="57143">
                  <a:srgbClr val="040004">
                    <a:alpha val="3526"/>
                  </a:srgbClr>
                </a:gs>
                <a:gs pos="71429">
                  <a:srgbClr val="040004">
                    <a:alpha val="1666"/>
                  </a:srgbClr>
                </a:gs>
                <a:gs pos="85714">
                  <a:srgbClr val="040004">
                    <a:alpha val="662"/>
                  </a:srgbClr>
                </a:gs>
                <a:gs pos="100000">
                  <a:srgbClr val="040004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6610075">
              <a:off x="2785154" y="2316121"/>
              <a:ext cx="809848" cy="208351"/>
            </a:xfrm>
            <a:prstGeom prst="ellipse">
              <a:avLst/>
            </a:prstGeom>
            <a:gradFill>
              <a:gsLst>
                <a:gs pos="0">
                  <a:srgbClr val="585A58">
                    <a:alpha val="5202"/>
                  </a:srgbClr>
                </a:gs>
                <a:gs pos="14286">
                  <a:srgbClr val="585A58">
                    <a:alpha val="4791"/>
                  </a:srgbClr>
                </a:gs>
                <a:gs pos="28571">
                  <a:srgbClr val="585A58">
                    <a:alpha val="3741"/>
                  </a:srgbClr>
                </a:gs>
                <a:gs pos="42857">
                  <a:srgbClr val="585A58">
                    <a:alpha val="2470"/>
                  </a:srgbClr>
                </a:gs>
                <a:gs pos="57143">
                  <a:srgbClr val="585A58">
                    <a:alpha val="1376"/>
                  </a:srgbClr>
                </a:gs>
                <a:gs pos="71429">
                  <a:srgbClr val="585A58">
                    <a:alpha val="646"/>
                  </a:srgbClr>
                </a:gs>
                <a:gs pos="85714">
                  <a:srgbClr val="585A58">
                    <a:alpha val="256"/>
                  </a:srgbClr>
                </a:gs>
                <a:gs pos="100000">
                  <a:srgbClr val="585A58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6336050">
              <a:off x="-79509" y="1350903"/>
              <a:ext cx="796062" cy="145461"/>
            </a:xfrm>
            <a:prstGeom prst="ellipse">
              <a:avLst/>
            </a:prstGeom>
            <a:gradFill>
              <a:gsLst>
                <a:gs pos="0">
                  <a:srgbClr val="BCBDBD">
                    <a:alpha val="2763"/>
                  </a:srgbClr>
                </a:gs>
                <a:gs pos="14286">
                  <a:srgbClr val="BCBDBD">
                    <a:alpha val="2543"/>
                  </a:srgbClr>
                </a:gs>
                <a:gs pos="28571">
                  <a:srgbClr val="BCBDBD">
                    <a:alpha val="1980"/>
                  </a:srgbClr>
                </a:gs>
                <a:gs pos="42857">
                  <a:srgbClr val="BCBDBD">
                    <a:alpha val="1303"/>
                  </a:srgbClr>
                </a:gs>
                <a:gs pos="57143">
                  <a:srgbClr val="BCBDBD">
                    <a:alpha val="724"/>
                  </a:srgbClr>
                </a:gs>
                <a:gs pos="71429">
                  <a:srgbClr val="BCBDBD">
                    <a:alpha val="340"/>
                  </a:srgbClr>
                </a:gs>
                <a:gs pos="85714">
                  <a:srgbClr val="BCBDBD">
                    <a:alpha val="134"/>
                  </a:srgbClr>
                </a:gs>
                <a:gs pos="100000">
                  <a:srgbClr val="BCBDBD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4988929">
              <a:off x="2076628" y="1223822"/>
              <a:ext cx="938346" cy="81329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6933634">
              <a:off x="2642626" y="718033"/>
              <a:ext cx="65862" cy="16466"/>
            </a:xfrm>
            <a:prstGeom prst="ellipse">
              <a:avLst/>
            </a:prstGeom>
            <a:gradFill>
              <a:gsLst>
                <a:gs pos="0">
                  <a:srgbClr val="A4A4A4">
                    <a:alpha val="17334"/>
                  </a:srgbClr>
                </a:gs>
                <a:gs pos="14286">
                  <a:srgbClr val="A4A4A4">
                    <a:alpha val="16051"/>
                  </a:srgbClr>
                </a:gs>
                <a:gs pos="28571">
                  <a:srgbClr val="A4A4A4">
                    <a:alpha val="12702"/>
                  </a:srgbClr>
                </a:gs>
                <a:gs pos="42857">
                  <a:srgbClr val="A4A4A4">
                    <a:alpha val="8525"/>
                  </a:srgbClr>
                </a:gs>
                <a:gs pos="57143">
                  <a:srgbClr val="A4A4A4">
                    <a:alpha val="4817"/>
                  </a:srgbClr>
                </a:gs>
                <a:gs pos="71429">
                  <a:srgbClr val="A4A4A4">
                    <a:alpha val="2285"/>
                  </a:srgbClr>
                </a:gs>
                <a:gs pos="85714">
                  <a:srgbClr val="A4A4A4">
                    <a:alpha val="910"/>
                  </a:srgbClr>
                </a:gs>
                <a:gs pos="100000">
                  <a:srgbClr val="A4A4A4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10673072">
              <a:off x="575139" y="2308204"/>
              <a:ext cx="67950" cy="16987"/>
            </a:xfrm>
            <a:prstGeom prst="ellipse">
              <a:avLst/>
            </a:prstGeom>
            <a:gradFill>
              <a:gsLst>
                <a:gs pos="0">
                  <a:srgbClr val="838383">
                    <a:alpha val="16950"/>
                  </a:srgbClr>
                </a:gs>
                <a:gs pos="14286">
                  <a:srgbClr val="838383">
                    <a:alpha val="15693"/>
                  </a:srgbClr>
                </a:gs>
                <a:gs pos="28571">
                  <a:srgbClr val="838383">
                    <a:alpha val="12414"/>
                  </a:srgbClr>
                </a:gs>
                <a:gs pos="42857">
                  <a:srgbClr val="838383">
                    <a:alpha val="8327"/>
                  </a:srgbClr>
                </a:gs>
                <a:gs pos="57143">
                  <a:srgbClr val="838383">
                    <a:alpha val="4703"/>
                  </a:srgbClr>
                </a:gs>
                <a:gs pos="71429">
                  <a:srgbClr val="838383">
                    <a:alpha val="2230"/>
                  </a:srgbClr>
                </a:gs>
                <a:gs pos="85714">
                  <a:srgbClr val="838383">
                    <a:alpha val="888"/>
                  </a:srgbClr>
                </a:gs>
                <a:gs pos="100000">
                  <a:srgbClr val="838383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762770">
              <a:off x="49426" y="1327933"/>
              <a:ext cx="67893" cy="16973"/>
            </a:xfrm>
            <a:prstGeom prst="ellipse">
              <a:avLst/>
            </a:prstGeom>
            <a:gradFill>
              <a:gsLst>
                <a:gs pos="0">
                  <a:srgbClr val="909090">
                    <a:alpha val="16961"/>
                  </a:srgbClr>
                </a:gs>
                <a:gs pos="14286">
                  <a:srgbClr val="909090">
                    <a:alpha val="15703"/>
                  </a:srgbClr>
                </a:gs>
                <a:gs pos="28571">
                  <a:srgbClr val="909090">
                    <a:alpha val="12422"/>
                  </a:srgbClr>
                </a:gs>
                <a:gs pos="42857">
                  <a:srgbClr val="909090">
                    <a:alpha val="8332"/>
                  </a:srgbClr>
                </a:gs>
                <a:gs pos="57143">
                  <a:srgbClr val="909090">
                    <a:alpha val="4706"/>
                  </a:srgbClr>
                </a:gs>
                <a:gs pos="71429">
                  <a:srgbClr val="909090">
                    <a:alpha val="2231"/>
                  </a:srgbClr>
                </a:gs>
                <a:gs pos="85714">
                  <a:srgbClr val="909090">
                    <a:alpha val="888"/>
                  </a:srgbClr>
                </a:gs>
                <a:gs pos="100000">
                  <a:srgbClr val="90909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10641600">
              <a:off x="3205244" y="2361456"/>
              <a:ext cx="65830" cy="16457"/>
            </a:xfrm>
            <a:prstGeom prst="ellipse">
              <a:avLst/>
            </a:prstGeom>
            <a:gradFill>
              <a:gsLst>
                <a:gs pos="0">
                  <a:srgbClr val="858686">
                    <a:alpha val="17340"/>
                  </a:srgbClr>
                </a:gs>
                <a:gs pos="14286">
                  <a:srgbClr val="858686">
                    <a:alpha val="16056"/>
                  </a:srgbClr>
                </a:gs>
                <a:gs pos="28571">
                  <a:srgbClr val="858686">
                    <a:alpha val="12707"/>
                  </a:srgbClr>
                </a:gs>
                <a:gs pos="42857">
                  <a:srgbClr val="858686">
                    <a:alpha val="8528"/>
                  </a:srgbClr>
                </a:gs>
                <a:gs pos="57143">
                  <a:srgbClr val="858686">
                    <a:alpha val="4819"/>
                  </a:srgbClr>
                </a:gs>
                <a:gs pos="71429">
                  <a:srgbClr val="858686">
                    <a:alpha val="2285"/>
                  </a:srgbClr>
                </a:gs>
                <a:gs pos="85714">
                  <a:srgbClr val="858686">
                    <a:alpha val="910"/>
                  </a:srgbClr>
                </a:gs>
                <a:gs pos="100000">
                  <a:srgbClr val="858686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8226424">
              <a:off x="1257682" y="1397082"/>
              <a:ext cx="85273" cy="730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603185">
              <a:off x="473728" y="2103732"/>
              <a:ext cx="64380" cy="16095"/>
            </a:xfrm>
            <a:prstGeom prst="ellipse">
              <a:avLst/>
            </a:prstGeom>
            <a:gradFill>
              <a:gsLst>
                <a:gs pos="0">
                  <a:srgbClr val="8E8E8E">
                    <a:alpha val="17605"/>
                  </a:srgbClr>
                </a:gs>
                <a:gs pos="14286">
                  <a:srgbClr val="8E8E8E">
                    <a:alpha val="16304"/>
                  </a:srgbClr>
                </a:gs>
                <a:gs pos="28571">
                  <a:srgbClr val="8E8E8E">
                    <a:alpha val="12907"/>
                  </a:srgbClr>
                </a:gs>
                <a:gs pos="42857">
                  <a:srgbClr val="8E8E8E">
                    <a:alpha val="8665"/>
                  </a:srgbClr>
                </a:gs>
                <a:gs pos="57143">
                  <a:srgbClr val="8E8E8E">
                    <a:alpha val="4898"/>
                  </a:srgbClr>
                </a:gs>
                <a:gs pos="71429">
                  <a:srgbClr val="8E8E8E">
                    <a:alpha val="2324"/>
                  </a:srgbClr>
                </a:gs>
                <a:gs pos="85714">
                  <a:srgbClr val="8E8E8E">
                    <a:alpha val="925"/>
                  </a:srgbClr>
                </a:gs>
                <a:gs pos="100000">
                  <a:srgbClr val="8E8E8E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9920709">
              <a:off x="2274899" y="1856594"/>
              <a:ext cx="65838" cy="16459"/>
            </a:xfrm>
            <a:prstGeom prst="ellipse">
              <a:avLst/>
            </a:prstGeom>
            <a:gradFill>
              <a:gsLst>
                <a:gs pos="0">
                  <a:srgbClr val="A4A4A4">
                    <a:alpha val="17338"/>
                  </a:srgbClr>
                </a:gs>
                <a:gs pos="14286">
                  <a:srgbClr val="A4A4A4">
                    <a:alpha val="16055"/>
                  </a:srgbClr>
                </a:gs>
                <a:gs pos="28571">
                  <a:srgbClr val="A4A4A4">
                    <a:alpha val="12706"/>
                  </a:srgbClr>
                </a:gs>
                <a:gs pos="42857">
                  <a:srgbClr val="A4A4A4">
                    <a:alpha val="8527"/>
                  </a:srgbClr>
                </a:gs>
                <a:gs pos="57143">
                  <a:srgbClr val="A4A4A4">
                    <a:alpha val="4819"/>
                  </a:srgbClr>
                </a:gs>
                <a:gs pos="71429">
                  <a:srgbClr val="A4A4A4">
                    <a:alpha val="2285"/>
                  </a:srgbClr>
                </a:gs>
                <a:gs pos="85714">
                  <a:srgbClr val="A4A4A4">
                    <a:alpha val="910"/>
                  </a:srgbClr>
                </a:gs>
                <a:gs pos="100000">
                  <a:srgbClr val="A4A4A4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10721043">
              <a:off x="1311344" y="2506107"/>
              <a:ext cx="256005" cy="710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5310123">
              <a:off x="1965585" y="3492950"/>
              <a:ext cx="326395" cy="8402"/>
            </a:xfrm>
            <a:prstGeom prst="ellipse">
              <a:avLst/>
            </a:prstGeom>
            <a:gradFill>
              <a:gsLst>
                <a:gs pos="0">
                  <a:srgbClr val="00000C">
                    <a:alpha val="32654"/>
                  </a:srgbClr>
                </a:gs>
                <a:gs pos="14286">
                  <a:srgbClr val="00000C">
                    <a:alpha val="30465"/>
                  </a:srgbClr>
                </a:gs>
                <a:gs pos="28571">
                  <a:srgbClr val="00000C">
                    <a:alpha val="24582"/>
                  </a:srgbClr>
                </a:gs>
                <a:gs pos="42857">
                  <a:srgbClr val="00000C">
                    <a:alpha val="16894"/>
                  </a:srgbClr>
                </a:gs>
                <a:gs pos="57143">
                  <a:srgbClr val="00000C">
                    <a:alpha val="9745"/>
                  </a:srgbClr>
                </a:gs>
                <a:gs pos="71429">
                  <a:srgbClr val="00000C">
                    <a:alpha val="4686"/>
                  </a:srgbClr>
                </a:gs>
                <a:gs pos="85714">
                  <a:srgbClr val="00000C">
                    <a:alpha val="1880"/>
                  </a:srgbClr>
                </a:gs>
                <a:gs pos="100000">
                  <a:srgbClr val="00000C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-8285705">
              <a:off x="2878600" y="2770676"/>
              <a:ext cx="65947" cy="16487"/>
            </a:xfrm>
            <a:prstGeom prst="ellipse">
              <a:avLst/>
            </a:prstGeom>
            <a:gradFill>
              <a:gsLst>
                <a:gs pos="0">
                  <a:srgbClr val="9E9E9E">
                    <a:alpha val="17318"/>
                  </a:srgbClr>
                </a:gs>
                <a:gs pos="14286">
                  <a:srgbClr val="9E9E9E">
                    <a:alpha val="16036"/>
                  </a:srgbClr>
                </a:gs>
                <a:gs pos="28571">
                  <a:srgbClr val="9E9E9E">
                    <a:alpha val="12691"/>
                  </a:srgbClr>
                </a:gs>
                <a:gs pos="42857">
                  <a:srgbClr val="9E9E9E">
                    <a:alpha val="8517"/>
                  </a:srgbClr>
                </a:gs>
                <a:gs pos="57143">
                  <a:srgbClr val="9E9E9E">
                    <a:alpha val="4813"/>
                  </a:srgbClr>
                </a:gs>
                <a:gs pos="71429">
                  <a:srgbClr val="9E9E9E">
                    <a:alpha val="2282"/>
                  </a:srgbClr>
                </a:gs>
                <a:gs pos="85714">
                  <a:srgbClr val="9E9E9E">
                    <a:alpha val="909"/>
                  </a:srgbClr>
                </a:gs>
                <a:gs pos="100000">
                  <a:srgbClr val="9E9E9E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5088891">
              <a:off x="-361839" y="1328921"/>
              <a:ext cx="880540" cy="184304"/>
            </a:xfrm>
            <a:prstGeom prst="ellipse">
              <a:avLst/>
            </a:prstGeom>
            <a:gradFill>
              <a:gsLst>
                <a:gs pos="0">
                  <a:srgbClr val="8F908E">
                    <a:alpha val="13621"/>
                  </a:srgbClr>
                </a:gs>
                <a:gs pos="14286">
                  <a:srgbClr val="8F908E">
                    <a:alpha val="12592"/>
                  </a:srgbClr>
                </a:gs>
                <a:gs pos="28571">
                  <a:srgbClr val="8F908E">
                    <a:alpha val="9922"/>
                  </a:srgbClr>
                </a:gs>
                <a:gs pos="42857">
                  <a:srgbClr val="8F908E">
                    <a:alpha val="6625"/>
                  </a:srgbClr>
                </a:gs>
                <a:gs pos="57143">
                  <a:srgbClr val="8F908E">
                    <a:alpha val="3727"/>
                  </a:srgbClr>
                </a:gs>
                <a:gs pos="71429">
                  <a:srgbClr val="8F908E">
                    <a:alpha val="1762"/>
                  </a:srgbClr>
                </a:gs>
                <a:gs pos="85714">
                  <a:srgbClr val="8F908E">
                    <a:alpha val="701"/>
                  </a:srgbClr>
                </a:gs>
                <a:gs pos="100000">
                  <a:srgbClr val="8F908E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5052481">
              <a:off x="2388158" y="1475380"/>
              <a:ext cx="344392" cy="50015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187724">
              <a:off x="927285" y="1020440"/>
              <a:ext cx="808508" cy="84672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10755890">
              <a:off x="61067" y="3022479"/>
              <a:ext cx="365484" cy="21706"/>
            </a:xfrm>
            <a:prstGeom prst="ellipse">
              <a:avLst/>
            </a:prstGeom>
            <a:gradFill>
              <a:gsLst>
                <a:gs pos="0">
                  <a:srgbClr val="B1B2B1">
                    <a:alpha val="32968"/>
                  </a:srgbClr>
                </a:gs>
                <a:gs pos="14286">
                  <a:srgbClr val="B1B2B1">
                    <a:alpha val="30764"/>
                  </a:srgbClr>
                </a:gs>
                <a:gs pos="28571">
                  <a:srgbClr val="B1B2B1">
                    <a:alpha val="24833"/>
                  </a:srgbClr>
                </a:gs>
                <a:gs pos="42857">
                  <a:srgbClr val="B1B2B1">
                    <a:alpha val="17075"/>
                  </a:srgbClr>
                </a:gs>
                <a:gs pos="57143">
                  <a:srgbClr val="B1B2B1">
                    <a:alpha val="9855"/>
                  </a:srgbClr>
                </a:gs>
                <a:gs pos="71429">
                  <a:srgbClr val="B1B2B1">
                    <a:alpha val="4740"/>
                  </a:srgbClr>
                </a:gs>
                <a:gs pos="85714">
                  <a:srgbClr val="B1B2B1">
                    <a:alpha val="1902"/>
                  </a:srgbClr>
                </a:gs>
                <a:gs pos="100000">
                  <a:srgbClr val="B1B2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5425861">
              <a:off x="2117268" y="2871212"/>
              <a:ext cx="68278" cy="17070"/>
            </a:xfrm>
            <a:prstGeom prst="ellipse">
              <a:avLst/>
            </a:prstGeom>
            <a:gradFill>
              <a:gsLst>
                <a:gs pos="0">
                  <a:srgbClr val="7B7B7B">
                    <a:alpha val="16890"/>
                  </a:srgbClr>
                </a:gs>
                <a:gs pos="14286">
                  <a:srgbClr val="7B7B7B">
                    <a:alpha val="15637"/>
                  </a:srgbClr>
                </a:gs>
                <a:gs pos="28571">
                  <a:srgbClr val="7B7B7B">
                    <a:alpha val="12368"/>
                  </a:srgbClr>
                </a:gs>
                <a:gs pos="42857">
                  <a:srgbClr val="7B7B7B">
                    <a:alpha val="8296"/>
                  </a:srgbClr>
                </a:gs>
                <a:gs pos="57143">
                  <a:srgbClr val="7B7B7B">
                    <a:alpha val="4685"/>
                  </a:srgbClr>
                </a:gs>
                <a:gs pos="71429">
                  <a:srgbClr val="7B7B7B">
                    <a:alpha val="2221"/>
                  </a:srgbClr>
                </a:gs>
                <a:gs pos="85714">
                  <a:srgbClr val="7B7B7B">
                    <a:alpha val="884"/>
                  </a:srgbClr>
                </a:gs>
                <a:gs pos="100000">
                  <a:srgbClr val="7B7B7B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724600">
              <a:off x="635451" y="3602450"/>
              <a:ext cx="68342" cy="17085"/>
            </a:xfrm>
            <a:prstGeom prst="ellipse">
              <a:avLst/>
            </a:prstGeom>
            <a:gradFill>
              <a:gsLst>
                <a:gs pos="0">
                  <a:srgbClr val="A6A6A6">
                    <a:alpha val="16878"/>
                  </a:srgbClr>
                </a:gs>
                <a:gs pos="14286">
                  <a:srgbClr val="A6A6A6">
                    <a:alpha val="15626"/>
                  </a:srgbClr>
                </a:gs>
                <a:gs pos="28571">
                  <a:srgbClr val="A6A6A6">
                    <a:alpha val="12360"/>
                  </a:srgbClr>
                </a:gs>
                <a:gs pos="42857">
                  <a:srgbClr val="A6A6A6">
                    <a:alpha val="8290"/>
                  </a:srgbClr>
                </a:gs>
                <a:gs pos="57143">
                  <a:srgbClr val="A6A6A6">
                    <a:alpha val="4682"/>
                  </a:srgbClr>
                </a:gs>
                <a:gs pos="71429">
                  <a:srgbClr val="A6A6A6">
                    <a:alpha val="2219"/>
                  </a:srgbClr>
                </a:gs>
                <a:gs pos="85714">
                  <a:srgbClr val="A6A6A6">
                    <a:alpha val="884"/>
                  </a:srgbClr>
                </a:gs>
                <a:gs pos="100000">
                  <a:srgbClr val="A6A6A6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10640290">
              <a:off x="3098784" y="-6155"/>
              <a:ext cx="49237" cy="12309"/>
            </a:xfrm>
            <a:prstGeom prst="ellipse">
              <a:avLst/>
            </a:prstGeom>
            <a:gradFill>
              <a:gsLst>
                <a:gs pos="0">
                  <a:srgbClr val="AAAAAA">
                    <a:alpha val="20323"/>
                  </a:srgbClr>
                </a:gs>
                <a:gs pos="14286">
                  <a:srgbClr val="AAAAAA">
                    <a:alpha val="18845"/>
                  </a:srgbClr>
                </a:gs>
                <a:gs pos="28571">
                  <a:srgbClr val="AAAAAA">
                    <a:alpha val="14967"/>
                  </a:srgbClr>
                </a:gs>
                <a:gs pos="42857">
                  <a:srgbClr val="AAAAAA">
                    <a:alpha val="10089"/>
                  </a:srgbClr>
                </a:gs>
                <a:gs pos="57143">
                  <a:srgbClr val="AAAAAA">
                    <a:alpha val="5722"/>
                  </a:srgbClr>
                </a:gs>
                <a:gs pos="71429">
                  <a:srgbClr val="AAAAAA">
                    <a:alpha val="2721"/>
                  </a:srgbClr>
                </a:gs>
                <a:gs pos="85714">
                  <a:srgbClr val="AAAAAA">
                    <a:alpha val="1085"/>
                  </a:srgbClr>
                </a:gs>
                <a:gs pos="100000">
                  <a:srgbClr val="AAAAAA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5688068">
              <a:off x="652461" y="3412241"/>
              <a:ext cx="67810" cy="16952"/>
            </a:xfrm>
            <a:prstGeom prst="ellipse">
              <a:avLst/>
            </a:prstGeom>
            <a:gradFill>
              <a:gsLst>
                <a:gs pos="0">
                  <a:srgbClr val="A0A0A0">
                    <a:alpha val="16976"/>
                  </a:srgbClr>
                </a:gs>
                <a:gs pos="14286">
                  <a:srgbClr val="A0A0A0">
                    <a:alpha val="15717"/>
                  </a:srgbClr>
                </a:gs>
                <a:gs pos="28571">
                  <a:srgbClr val="A0A0A0">
                    <a:alpha val="12433"/>
                  </a:srgbClr>
                </a:gs>
                <a:gs pos="42857">
                  <a:srgbClr val="A0A0A0">
                    <a:alpha val="8340"/>
                  </a:srgbClr>
                </a:gs>
                <a:gs pos="57143">
                  <a:srgbClr val="A0A0A0">
                    <a:alpha val="4711"/>
                  </a:srgbClr>
                </a:gs>
                <a:gs pos="71429">
                  <a:srgbClr val="A0A0A0">
                    <a:alpha val="2233"/>
                  </a:srgbClr>
                </a:gs>
                <a:gs pos="85714">
                  <a:srgbClr val="A0A0A0">
                    <a:alpha val="889"/>
                  </a:srgbClr>
                </a:gs>
                <a:gs pos="100000">
                  <a:srgbClr val="A0A0A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5432267">
              <a:off x="1667346" y="3287273"/>
              <a:ext cx="412960" cy="9036"/>
            </a:xfrm>
            <a:prstGeom prst="ellipse">
              <a:avLst/>
            </a:prstGeom>
            <a:gradFill>
              <a:gsLst>
                <a:gs pos="0">
                  <a:srgbClr val="FAFBFB">
                    <a:alpha val="32968"/>
                  </a:srgbClr>
                </a:gs>
                <a:gs pos="14286">
                  <a:srgbClr val="FAFBFB">
                    <a:alpha val="30764"/>
                  </a:srgbClr>
                </a:gs>
                <a:gs pos="28571">
                  <a:srgbClr val="FAFBFB">
                    <a:alpha val="24833"/>
                  </a:srgbClr>
                </a:gs>
                <a:gs pos="42857">
                  <a:srgbClr val="FAFBFB">
                    <a:alpha val="17075"/>
                  </a:srgbClr>
                </a:gs>
                <a:gs pos="57143">
                  <a:srgbClr val="FAFBFB">
                    <a:alpha val="9855"/>
                  </a:srgbClr>
                </a:gs>
                <a:gs pos="71429">
                  <a:srgbClr val="FAFBFB">
                    <a:alpha val="4740"/>
                  </a:srgbClr>
                </a:gs>
                <a:gs pos="85714">
                  <a:srgbClr val="FAFBFB">
                    <a:alpha val="1902"/>
                  </a:srgbClr>
                </a:gs>
                <a:gs pos="100000">
                  <a:srgbClr val="FA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4903088">
              <a:off x="3002700" y="1111881"/>
              <a:ext cx="364299" cy="56329"/>
            </a:xfrm>
            <a:prstGeom prst="ellipse">
              <a:avLst/>
            </a:prstGeom>
            <a:gradFill>
              <a:gsLst>
                <a:gs pos="0">
                  <a:srgbClr val="A1A1A1">
                    <a:alpha val="13406"/>
                  </a:srgbClr>
                </a:gs>
                <a:gs pos="14286">
                  <a:srgbClr val="A1A1A1">
                    <a:alpha val="12392"/>
                  </a:srgbClr>
                </a:gs>
                <a:gs pos="28571">
                  <a:srgbClr val="A1A1A1">
                    <a:alpha val="9762"/>
                  </a:srgbClr>
                </a:gs>
                <a:gs pos="42857">
                  <a:srgbClr val="A1A1A1">
                    <a:alpha val="6516"/>
                  </a:srgbClr>
                </a:gs>
                <a:gs pos="57143">
                  <a:srgbClr val="A1A1A1">
                    <a:alpha val="3665"/>
                  </a:srgbClr>
                </a:gs>
                <a:gs pos="71429">
                  <a:srgbClr val="A1A1A1">
                    <a:alpha val="1732"/>
                  </a:srgbClr>
                </a:gs>
                <a:gs pos="85714">
                  <a:srgbClr val="A1A1A1">
                    <a:alpha val="689"/>
                  </a:srgbClr>
                </a:gs>
                <a:gs pos="100000">
                  <a:srgbClr val="A1A1A1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658737">
              <a:off x="2420717" y="220654"/>
              <a:ext cx="493604" cy="484939"/>
            </a:xfrm>
            <a:prstGeom prst="ellipse">
              <a:avLst/>
            </a:prstGeom>
            <a:gradFill>
              <a:gsLst>
                <a:gs pos="0">
                  <a:srgbClr val="616263">
                    <a:alpha val="8549"/>
                  </a:srgbClr>
                </a:gs>
                <a:gs pos="14286">
                  <a:srgbClr val="616263">
                    <a:alpha val="7885"/>
                  </a:srgbClr>
                </a:gs>
                <a:gs pos="28571">
                  <a:srgbClr val="616263">
                    <a:alpha val="6178"/>
                  </a:srgbClr>
                </a:gs>
                <a:gs pos="42857">
                  <a:srgbClr val="616263">
                    <a:alpha val="4097"/>
                  </a:srgbClr>
                </a:gs>
                <a:gs pos="57143">
                  <a:srgbClr val="616263">
                    <a:alpha val="2291"/>
                  </a:srgbClr>
                </a:gs>
                <a:gs pos="71429">
                  <a:srgbClr val="616263">
                    <a:alpha val="1079"/>
                  </a:srgbClr>
                </a:gs>
                <a:gs pos="85714">
                  <a:srgbClr val="616263">
                    <a:alpha val="428"/>
                  </a:srgbClr>
                </a:gs>
                <a:gs pos="100000">
                  <a:srgbClr val="616263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5182811">
              <a:off x="2870096" y="205977"/>
              <a:ext cx="901535" cy="225167"/>
            </a:xfrm>
            <a:prstGeom prst="ellipse">
              <a:avLst/>
            </a:prstGeom>
            <a:gradFill>
              <a:gsLst>
                <a:gs pos="0">
                  <a:srgbClr val="898A8A">
                    <a:alpha val="5026"/>
                  </a:srgbClr>
                </a:gs>
                <a:gs pos="14286">
                  <a:srgbClr val="898A8A">
                    <a:alpha val="4629"/>
                  </a:srgbClr>
                </a:gs>
                <a:gs pos="28571">
                  <a:srgbClr val="898A8A">
                    <a:alpha val="3613"/>
                  </a:srgbClr>
                </a:gs>
                <a:gs pos="42857">
                  <a:srgbClr val="898A8A">
                    <a:alpha val="2385"/>
                  </a:srgbClr>
                </a:gs>
                <a:gs pos="57143">
                  <a:srgbClr val="898A8A">
                    <a:alpha val="1329"/>
                  </a:srgbClr>
                </a:gs>
                <a:gs pos="71429">
                  <a:srgbClr val="898A8A">
                    <a:alpha val="624"/>
                  </a:srgbClr>
                </a:gs>
                <a:gs pos="85714">
                  <a:srgbClr val="898A8A">
                    <a:alpha val="247"/>
                  </a:srgbClr>
                </a:gs>
                <a:gs pos="100000">
                  <a:srgbClr val="898A8A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6469929">
              <a:off x="2072101" y="-206093"/>
              <a:ext cx="695795" cy="549557"/>
            </a:xfrm>
            <a:prstGeom prst="ellipse">
              <a:avLst/>
            </a:prstGeom>
            <a:gradFill>
              <a:gsLst>
                <a:gs pos="0">
                  <a:srgbClr val="292A29">
                    <a:alpha val="7369"/>
                  </a:srgbClr>
                </a:gs>
                <a:gs pos="14286">
                  <a:srgbClr val="292A29">
                    <a:alpha val="6793"/>
                  </a:srgbClr>
                </a:gs>
                <a:gs pos="28571">
                  <a:srgbClr val="292A29">
                    <a:alpha val="5316"/>
                  </a:srgbClr>
                </a:gs>
                <a:gs pos="42857">
                  <a:srgbClr val="292A29">
                    <a:alpha val="3519"/>
                  </a:srgbClr>
                </a:gs>
                <a:gs pos="57143">
                  <a:srgbClr val="292A29">
                    <a:alpha val="1966"/>
                  </a:srgbClr>
                </a:gs>
                <a:gs pos="71429">
                  <a:srgbClr val="292A29">
                    <a:alpha val="925"/>
                  </a:srgbClr>
                </a:gs>
                <a:gs pos="85714">
                  <a:srgbClr val="292A29">
                    <a:alpha val="367"/>
                  </a:srgbClr>
                </a:gs>
                <a:gs pos="100000">
                  <a:srgbClr val="292A29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5030382">
              <a:off x="3403180" y="2334814"/>
              <a:ext cx="66036" cy="16509"/>
            </a:xfrm>
            <a:prstGeom prst="ellipse">
              <a:avLst/>
            </a:prstGeom>
            <a:gradFill>
              <a:gsLst>
                <a:gs pos="0">
                  <a:srgbClr val="666666">
                    <a:alpha val="17302"/>
                  </a:srgbClr>
                </a:gs>
                <a:gs pos="14286">
                  <a:srgbClr val="666666">
                    <a:alpha val="16021"/>
                  </a:srgbClr>
                </a:gs>
                <a:gs pos="28571">
                  <a:srgbClr val="666666">
                    <a:alpha val="12678"/>
                  </a:srgbClr>
                </a:gs>
                <a:gs pos="42857">
                  <a:srgbClr val="666666">
                    <a:alpha val="8509"/>
                  </a:srgbClr>
                </a:gs>
                <a:gs pos="57143">
                  <a:srgbClr val="666666">
                    <a:alpha val="4808"/>
                  </a:srgbClr>
                </a:gs>
                <a:gs pos="71429">
                  <a:srgbClr val="666666">
                    <a:alpha val="2280"/>
                  </a:srgbClr>
                </a:gs>
                <a:gs pos="85714">
                  <a:srgbClr val="666666">
                    <a:alpha val="908"/>
                  </a:srgbClr>
                </a:gs>
                <a:gs pos="100000">
                  <a:srgbClr val="666666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5313268">
              <a:off x="1584921" y="2726050"/>
              <a:ext cx="575626" cy="325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6106605">
              <a:off x="1042234" y="1249025"/>
              <a:ext cx="63371" cy="15843"/>
            </a:xfrm>
            <a:prstGeom prst="ellipse">
              <a:avLst/>
            </a:prstGeom>
            <a:gradFill>
              <a:gsLst>
                <a:gs pos="0">
                  <a:srgbClr val="AFAFAF">
                    <a:alpha val="17789"/>
                  </a:srgbClr>
                </a:gs>
                <a:gs pos="14286">
                  <a:srgbClr val="AFAFAF">
                    <a:alpha val="16476"/>
                  </a:srgbClr>
                </a:gs>
                <a:gs pos="28571">
                  <a:srgbClr val="AFAFAF">
                    <a:alpha val="13046"/>
                  </a:srgbClr>
                </a:gs>
                <a:gs pos="42857">
                  <a:srgbClr val="AFAFAF">
                    <a:alpha val="8761"/>
                  </a:srgbClr>
                </a:gs>
                <a:gs pos="57143">
                  <a:srgbClr val="AFAFAF">
                    <a:alpha val="4954"/>
                  </a:srgbClr>
                </a:gs>
                <a:gs pos="71429">
                  <a:srgbClr val="AFAFAF">
                    <a:alpha val="2350"/>
                  </a:srgbClr>
                </a:gs>
                <a:gs pos="85714">
                  <a:srgbClr val="AFAFAF">
                    <a:alpha val="936"/>
                  </a:srgbClr>
                </a:gs>
                <a:gs pos="100000">
                  <a:srgbClr val="AFAFA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239232">
              <a:off x="1729590" y="3406948"/>
              <a:ext cx="284957" cy="61001"/>
            </a:xfrm>
            <a:prstGeom prst="ellipse">
              <a:avLst/>
            </a:prstGeom>
            <a:gradFill>
              <a:gsLst>
                <a:gs pos="0">
                  <a:srgbClr val="FEFDFD">
                    <a:alpha val="32054"/>
                  </a:srgbClr>
                </a:gs>
                <a:gs pos="14286">
                  <a:srgbClr val="FEFDFD">
                    <a:alpha val="29897"/>
                  </a:srgbClr>
                </a:gs>
                <a:gs pos="28571">
                  <a:srgbClr val="FEFDFD">
                    <a:alpha val="24103"/>
                  </a:srgbClr>
                </a:gs>
                <a:gs pos="42857">
                  <a:srgbClr val="FEFDFD">
                    <a:alpha val="16548"/>
                  </a:srgbClr>
                </a:gs>
                <a:gs pos="57143">
                  <a:srgbClr val="FEFDFD">
                    <a:alpha val="9538"/>
                  </a:srgbClr>
                </a:gs>
                <a:gs pos="71429">
                  <a:srgbClr val="FEFDFD">
                    <a:alpha val="4584"/>
                  </a:srgbClr>
                </a:gs>
                <a:gs pos="85714">
                  <a:srgbClr val="FEFDFD">
                    <a:alpha val="1838"/>
                  </a:srgbClr>
                </a:gs>
                <a:gs pos="100000">
                  <a:srgbClr val="FEFDFD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5026539">
              <a:off x="2414444" y="534509"/>
              <a:ext cx="68461" cy="17181"/>
            </a:xfrm>
            <a:prstGeom prst="ellipse">
              <a:avLst/>
            </a:prstGeom>
            <a:gradFill>
              <a:gsLst>
                <a:gs pos="0">
                  <a:srgbClr val="868686">
                    <a:alpha val="16808"/>
                  </a:srgbClr>
                </a:gs>
                <a:gs pos="14286">
                  <a:srgbClr val="868686">
                    <a:alpha val="15560"/>
                  </a:srgbClr>
                </a:gs>
                <a:gs pos="28571">
                  <a:srgbClr val="868686">
                    <a:alpha val="12306"/>
                  </a:srgbClr>
                </a:gs>
                <a:gs pos="42857">
                  <a:srgbClr val="868686">
                    <a:alpha val="8253"/>
                  </a:srgbClr>
                </a:gs>
                <a:gs pos="57143">
                  <a:srgbClr val="868686">
                    <a:alpha val="4661"/>
                  </a:srgbClr>
                </a:gs>
                <a:gs pos="71429">
                  <a:srgbClr val="868686">
                    <a:alpha val="2209"/>
                  </a:srgbClr>
                </a:gs>
                <a:gs pos="85714">
                  <a:srgbClr val="868686">
                    <a:alpha val="880"/>
                  </a:srgbClr>
                </a:gs>
                <a:gs pos="100000">
                  <a:srgbClr val="868686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666859">
              <a:off x="74466" y="2189775"/>
              <a:ext cx="828832" cy="208937"/>
            </a:xfrm>
            <a:prstGeom prst="ellipse">
              <a:avLst/>
            </a:prstGeom>
            <a:gradFill>
              <a:gsLst>
                <a:gs pos="0">
                  <a:srgbClr val="0B1315">
                    <a:alpha val="11311"/>
                  </a:srgbClr>
                </a:gs>
                <a:gs pos="14286">
                  <a:srgbClr val="0B1315">
                    <a:alpha val="10445"/>
                  </a:srgbClr>
                </a:gs>
                <a:gs pos="28571">
                  <a:srgbClr val="0B1315">
                    <a:alpha val="8209"/>
                  </a:srgbClr>
                </a:gs>
                <a:gs pos="42857">
                  <a:srgbClr val="0B1315">
                    <a:alpha val="5464"/>
                  </a:srgbClr>
                </a:gs>
                <a:gs pos="57143">
                  <a:srgbClr val="0B1315">
                    <a:alpha val="3065"/>
                  </a:srgbClr>
                </a:gs>
                <a:gs pos="71429">
                  <a:srgbClr val="0B1315">
                    <a:alpha val="1447"/>
                  </a:srgbClr>
                </a:gs>
                <a:gs pos="85714">
                  <a:srgbClr val="0B1315">
                    <a:alpha val="575"/>
                  </a:srgbClr>
                </a:gs>
                <a:gs pos="100000">
                  <a:srgbClr val="0B1315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10634853">
              <a:off x="3035417" y="765061"/>
              <a:ext cx="68461" cy="17173"/>
            </a:xfrm>
            <a:prstGeom prst="ellipse">
              <a:avLst/>
            </a:prstGeom>
            <a:gradFill>
              <a:gsLst>
                <a:gs pos="0">
                  <a:srgbClr val="7E7E7E">
                    <a:alpha val="16814"/>
                  </a:srgbClr>
                </a:gs>
                <a:gs pos="14286">
                  <a:srgbClr val="7E7E7E">
                    <a:alpha val="15566"/>
                  </a:srgbClr>
                </a:gs>
                <a:gs pos="28571">
                  <a:srgbClr val="7E7E7E">
                    <a:alpha val="12311"/>
                  </a:srgbClr>
                </a:gs>
                <a:gs pos="42857">
                  <a:srgbClr val="7E7E7E">
                    <a:alpha val="8256"/>
                  </a:srgbClr>
                </a:gs>
                <a:gs pos="57143">
                  <a:srgbClr val="7E7E7E">
                    <a:alpha val="4663"/>
                  </a:srgbClr>
                </a:gs>
                <a:gs pos="71429">
                  <a:srgbClr val="7E7E7E">
                    <a:alpha val="2210"/>
                  </a:srgbClr>
                </a:gs>
                <a:gs pos="85714">
                  <a:srgbClr val="7E7E7E">
                    <a:alpha val="880"/>
                  </a:srgbClr>
                </a:gs>
                <a:gs pos="100000">
                  <a:srgbClr val="7E7E7E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3134473">
              <a:off x="506655" y="1695215"/>
              <a:ext cx="97486" cy="65657"/>
            </a:xfrm>
            <a:prstGeom prst="ellipse">
              <a:avLst/>
            </a:prstGeom>
            <a:gradFill>
              <a:gsLst>
                <a:gs pos="0">
                  <a:srgbClr val="B4B4B3">
                    <a:alpha val="32968"/>
                  </a:srgbClr>
                </a:gs>
                <a:gs pos="14286">
                  <a:srgbClr val="B4B4B3">
                    <a:alpha val="30764"/>
                  </a:srgbClr>
                </a:gs>
                <a:gs pos="28571">
                  <a:srgbClr val="B4B4B3">
                    <a:alpha val="24833"/>
                  </a:srgbClr>
                </a:gs>
                <a:gs pos="42857">
                  <a:srgbClr val="B4B4B3">
                    <a:alpha val="17075"/>
                  </a:srgbClr>
                </a:gs>
                <a:gs pos="57143">
                  <a:srgbClr val="B4B4B3">
                    <a:alpha val="9855"/>
                  </a:srgbClr>
                </a:gs>
                <a:gs pos="71429">
                  <a:srgbClr val="B4B4B3">
                    <a:alpha val="4740"/>
                  </a:srgbClr>
                </a:gs>
                <a:gs pos="85714">
                  <a:srgbClr val="B4B4B3">
                    <a:alpha val="1902"/>
                  </a:srgbClr>
                </a:gs>
                <a:gs pos="100000">
                  <a:srgbClr val="B4B4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829222">
              <a:off x="644136" y="1409877"/>
              <a:ext cx="354922" cy="57650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9857692">
              <a:off x="1178109" y="1398728"/>
              <a:ext cx="164740" cy="73329"/>
            </a:xfrm>
            <a:prstGeom prst="ellipse">
              <a:avLst/>
            </a:prstGeom>
            <a:gradFill>
              <a:gsLst>
                <a:gs pos="0">
                  <a:srgbClr val="FAFBFB">
                    <a:alpha val="32968"/>
                  </a:srgbClr>
                </a:gs>
                <a:gs pos="14286">
                  <a:srgbClr val="FAFBFB">
                    <a:alpha val="30764"/>
                  </a:srgbClr>
                </a:gs>
                <a:gs pos="28571">
                  <a:srgbClr val="FAFBFB">
                    <a:alpha val="24833"/>
                  </a:srgbClr>
                </a:gs>
                <a:gs pos="42857">
                  <a:srgbClr val="FAFBFB">
                    <a:alpha val="17075"/>
                  </a:srgbClr>
                </a:gs>
                <a:gs pos="57143">
                  <a:srgbClr val="FAFBFB">
                    <a:alpha val="9855"/>
                  </a:srgbClr>
                </a:gs>
                <a:gs pos="71429">
                  <a:srgbClr val="FAFBFB">
                    <a:alpha val="4740"/>
                  </a:srgbClr>
                </a:gs>
                <a:gs pos="85714">
                  <a:srgbClr val="FAFBFB">
                    <a:alpha val="1902"/>
                  </a:srgbClr>
                </a:gs>
                <a:gs pos="100000">
                  <a:srgbClr val="FA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664609">
              <a:off x="514377" y="2898556"/>
              <a:ext cx="461811" cy="34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4966196">
              <a:off x="153675" y="2271675"/>
              <a:ext cx="85964" cy="639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081509">
              <a:off x="1791561" y="1175216"/>
              <a:ext cx="68461" cy="17230"/>
            </a:xfrm>
            <a:prstGeom prst="ellipse">
              <a:avLst/>
            </a:prstGeom>
            <a:gradFill>
              <a:gsLst>
                <a:gs pos="0">
                  <a:srgbClr val="717171">
                    <a:alpha val="16772"/>
                  </a:srgbClr>
                </a:gs>
                <a:gs pos="14286">
                  <a:srgbClr val="717171">
                    <a:alpha val="15527"/>
                  </a:srgbClr>
                </a:gs>
                <a:gs pos="28571">
                  <a:srgbClr val="717171">
                    <a:alpha val="12279"/>
                  </a:srgbClr>
                </a:gs>
                <a:gs pos="42857">
                  <a:srgbClr val="717171">
                    <a:alpha val="8235"/>
                  </a:srgbClr>
                </a:gs>
                <a:gs pos="57143">
                  <a:srgbClr val="717171">
                    <a:alpha val="4650"/>
                  </a:srgbClr>
                </a:gs>
                <a:gs pos="71429">
                  <a:srgbClr val="717171">
                    <a:alpha val="2204"/>
                  </a:srgbClr>
                </a:gs>
                <a:gs pos="85714">
                  <a:srgbClr val="717171">
                    <a:alpha val="878"/>
                  </a:srgbClr>
                </a:gs>
                <a:gs pos="100000">
                  <a:srgbClr val="717171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202176">
              <a:off x="2650289" y="2591850"/>
              <a:ext cx="68461" cy="17140"/>
            </a:xfrm>
            <a:prstGeom prst="ellipse">
              <a:avLst/>
            </a:prstGeom>
            <a:gradFill>
              <a:gsLst>
                <a:gs pos="0">
                  <a:srgbClr val="7D7D7D">
                    <a:alpha val="16838"/>
                  </a:srgbClr>
                </a:gs>
                <a:gs pos="14286">
                  <a:srgbClr val="7D7D7D">
                    <a:alpha val="15588"/>
                  </a:srgbClr>
                </a:gs>
                <a:gs pos="28571">
                  <a:srgbClr val="7D7D7D">
                    <a:alpha val="12329"/>
                  </a:srgbClr>
                </a:gs>
                <a:gs pos="42857">
                  <a:srgbClr val="7D7D7D">
                    <a:alpha val="8269"/>
                  </a:srgbClr>
                </a:gs>
                <a:gs pos="57143">
                  <a:srgbClr val="7D7D7D">
                    <a:alpha val="4670"/>
                  </a:srgbClr>
                </a:gs>
                <a:gs pos="71429">
                  <a:srgbClr val="7D7D7D">
                    <a:alpha val="2214"/>
                  </a:srgbClr>
                </a:gs>
                <a:gs pos="85714">
                  <a:srgbClr val="7D7D7D">
                    <a:alpha val="881"/>
                  </a:srgbClr>
                </a:gs>
                <a:gs pos="100000">
                  <a:srgbClr val="7D7D7D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10621365">
              <a:off x="2583470" y="2713466"/>
              <a:ext cx="435569" cy="899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4794617">
              <a:off x="3215664" y="3579448"/>
              <a:ext cx="835631" cy="64874"/>
            </a:xfrm>
            <a:prstGeom prst="ellipse">
              <a:avLst/>
            </a:prstGeom>
            <a:gradFill>
              <a:gsLst>
                <a:gs pos="0">
                  <a:srgbClr val="F0EFEF">
                    <a:alpha val="23119"/>
                  </a:srgbClr>
                </a:gs>
                <a:gs pos="14286">
                  <a:srgbClr val="F0EFEF">
                    <a:alpha val="21467"/>
                  </a:srgbClr>
                </a:gs>
                <a:gs pos="28571">
                  <a:srgbClr val="F0EFEF">
                    <a:alpha val="17108"/>
                  </a:srgbClr>
                </a:gs>
                <a:gs pos="42857">
                  <a:srgbClr val="F0EFEF">
                    <a:alpha val="11580"/>
                  </a:srgbClr>
                </a:gs>
                <a:gs pos="57143">
                  <a:srgbClr val="F0EFEF">
                    <a:alpha val="6592"/>
                  </a:srgbClr>
                </a:gs>
                <a:gs pos="71429">
                  <a:srgbClr val="F0EFEF">
                    <a:alpha val="3142"/>
                  </a:srgbClr>
                </a:gs>
                <a:gs pos="85714">
                  <a:srgbClr val="F0EFEF">
                    <a:alpha val="1254"/>
                  </a:srgbClr>
                </a:gs>
                <a:gs pos="100000">
                  <a:srgbClr val="F0EFEF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10721718">
              <a:off x="737393" y="2057090"/>
              <a:ext cx="249267" cy="643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7007780">
              <a:off x="1577083" y="1868023"/>
              <a:ext cx="66909" cy="16727"/>
            </a:xfrm>
            <a:prstGeom prst="ellipse">
              <a:avLst/>
            </a:prstGeom>
            <a:gradFill>
              <a:gsLst>
                <a:gs pos="0">
                  <a:srgbClr val="9A9A9B">
                    <a:alpha val="17142"/>
                  </a:srgbClr>
                </a:gs>
                <a:gs pos="14286">
                  <a:srgbClr val="9A9A9B">
                    <a:alpha val="15872"/>
                  </a:srgbClr>
                </a:gs>
                <a:gs pos="28571">
                  <a:srgbClr val="9A9A9B">
                    <a:alpha val="12558"/>
                  </a:srgbClr>
                </a:gs>
                <a:gs pos="42857">
                  <a:srgbClr val="9A9A9B">
                    <a:alpha val="8426"/>
                  </a:srgbClr>
                </a:gs>
                <a:gs pos="57143">
                  <a:srgbClr val="9A9A9B">
                    <a:alpha val="4760"/>
                  </a:srgbClr>
                </a:gs>
                <a:gs pos="71429">
                  <a:srgbClr val="9A9A9B">
                    <a:alpha val="2257"/>
                  </a:srgbClr>
                </a:gs>
                <a:gs pos="85714">
                  <a:srgbClr val="9A9A9B">
                    <a:alpha val="899"/>
                  </a:srgbClr>
                </a:gs>
                <a:gs pos="100000">
                  <a:srgbClr val="9A9A9B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10734047">
              <a:off x="2139288" y="2784128"/>
              <a:ext cx="573041" cy="548588"/>
            </a:xfrm>
            <a:prstGeom prst="ellipse">
              <a:avLst/>
            </a:prstGeom>
            <a:gradFill>
              <a:gsLst>
                <a:gs pos="0">
                  <a:srgbClr val="737171">
                    <a:alpha val="1527"/>
                  </a:srgbClr>
                </a:gs>
                <a:gs pos="14286">
                  <a:srgbClr val="737171">
                    <a:alpha val="1404"/>
                  </a:srgbClr>
                </a:gs>
                <a:gs pos="28571">
                  <a:srgbClr val="737171">
                    <a:alpha val="1092"/>
                  </a:srgbClr>
                </a:gs>
                <a:gs pos="42857">
                  <a:srgbClr val="737171">
                    <a:alpha val="718"/>
                  </a:srgbClr>
                </a:gs>
                <a:gs pos="57143">
                  <a:srgbClr val="737171">
                    <a:alpha val="398"/>
                  </a:srgbClr>
                </a:gs>
                <a:gs pos="71429">
                  <a:srgbClr val="737171">
                    <a:alpha val="187"/>
                  </a:srgbClr>
                </a:gs>
                <a:gs pos="85714">
                  <a:srgbClr val="737171">
                    <a:alpha val="74"/>
                  </a:srgbClr>
                </a:gs>
                <a:gs pos="100000">
                  <a:srgbClr val="737171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4979233">
              <a:off x="3127735" y="2341568"/>
              <a:ext cx="68461" cy="17245"/>
            </a:xfrm>
            <a:prstGeom prst="ellipse">
              <a:avLst/>
            </a:prstGeom>
            <a:gradFill>
              <a:gsLst>
                <a:gs pos="0">
                  <a:srgbClr val="A0A0A0">
                    <a:alpha val="16760"/>
                  </a:srgbClr>
                </a:gs>
                <a:gs pos="14286">
                  <a:srgbClr val="A0A0A0">
                    <a:alpha val="15516"/>
                  </a:srgbClr>
                </a:gs>
                <a:gs pos="28571">
                  <a:srgbClr val="A0A0A0">
                    <a:alpha val="12271"/>
                  </a:srgbClr>
                </a:gs>
                <a:gs pos="42857">
                  <a:srgbClr val="A0A0A0">
                    <a:alpha val="8229"/>
                  </a:srgbClr>
                </a:gs>
                <a:gs pos="57143">
                  <a:srgbClr val="A0A0A0">
                    <a:alpha val="4647"/>
                  </a:srgbClr>
                </a:gs>
                <a:gs pos="71429">
                  <a:srgbClr val="A0A0A0">
                    <a:alpha val="2203"/>
                  </a:srgbClr>
                </a:gs>
                <a:gs pos="85714">
                  <a:srgbClr val="A0A0A0">
                    <a:alpha val="877"/>
                  </a:srgbClr>
                </a:gs>
                <a:gs pos="100000">
                  <a:srgbClr val="A0A0A0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572326">
              <a:off x="97283" y="3018503"/>
              <a:ext cx="68461" cy="17295"/>
            </a:xfrm>
            <a:prstGeom prst="ellipse">
              <a:avLst/>
            </a:prstGeom>
            <a:gradFill>
              <a:gsLst>
                <a:gs pos="0">
                  <a:srgbClr val="A1A1A1">
                    <a:alpha val="16724"/>
                  </a:srgbClr>
                </a:gs>
                <a:gs pos="14286">
                  <a:srgbClr val="A1A1A1">
                    <a:alpha val="15482"/>
                  </a:srgbClr>
                </a:gs>
                <a:gs pos="28571">
                  <a:srgbClr val="A1A1A1">
                    <a:alpha val="12243"/>
                  </a:srgbClr>
                </a:gs>
                <a:gs pos="42857">
                  <a:srgbClr val="A1A1A1">
                    <a:alpha val="8210"/>
                  </a:srgbClr>
                </a:gs>
                <a:gs pos="57143">
                  <a:srgbClr val="A1A1A1">
                    <a:alpha val="4636"/>
                  </a:srgbClr>
                </a:gs>
                <a:gs pos="71429">
                  <a:srgbClr val="A1A1A1">
                    <a:alpha val="2197"/>
                  </a:srgbClr>
                </a:gs>
                <a:gs pos="85714">
                  <a:srgbClr val="A1A1A1">
                    <a:alpha val="875"/>
                  </a:srgbClr>
                </a:gs>
                <a:gs pos="100000">
                  <a:srgbClr val="A1A1A1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327567">
              <a:off x="1624859" y="1190255"/>
              <a:ext cx="349296" cy="38832"/>
            </a:xfrm>
            <a:prstGeom prst="ellipse">
              <a:avLst/>
            </a:prstGeom>
            <a:gradFill>
              <a:gsLst>
                <a:gs pos="0">
                  <a:srgbClr val="E1E2E2">
                    <a:alpha val="28271"/>
                  </a:srgbClr>
                </a:gs>
                <a:gs pos="14286">
                  <a:srgbClr val="E1E2E2">
                    <a:alpha val="26317"/>
                  </a:srgbClr>
                </a:gs>
                <a:gs pos="28571">
                  <a:srgbClr val="E1E2E2">
                    <a:alpha val="21111"/>
                  </a:srgbClr>
                </a:gs>
                <a:gs pos="42857">
                  <a:srgbClr val="E1E2E2">
                    <a:alpha val="14404"/>
                  </a:srgbClr>
                </a:gs>
                <a:gs pos="57143">
                  <a:srgbClr val="E1E2E2">
                    <a:alpha val="8257"/>
                  </a:srgbClr>
                </a:gs>
                <a:gs pos="71429">
                  <a:srgbClr val="E1E2E2">
                    <a:alpha val="3954"/>
                  </a:srgbClr>
                </a:gs>
                <a:gs pos="85714">
                  <a:srgbClr val="E1E2E2">
                    <a:alpha val="1583"/>
                  </a:srgbClr>
                </a:gs>
                <a:gs pos="100000">
                  <a:srgbClr val="E1E2E2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166638">
              <a:off x="2464328" y="2211412"/>
              <a:ext cx="831909" cy="168988"/>
            </a:xfrm>
            <a:prstGeom prst="ellipse">
              <a:avLst/>
            </a:prstGeom>
            <a:gradFill>
              <a:gsLst>
                <a:gs pos="0">
                  <a:srgbClr val="000900">
                    <a:alpha val="15143"/>
                  </a:srgbClr>
                </a:gs>
                <a:gs pos="14286">
                  <a:srgbClr val="000900">
                    <a:alpha val="14008"/>
                  </a:srgbClr>
                </a:gs>
                <a:gs pos="28571">
                  <a:srgbClr val="000900">
                    <a:alpha val="11057"/>
                  </a:srgbClr>
                </a:gs>
                <a:gs pos="42857">
                  <a:srgbClr val="000900">
                    <a:alpha val="7398"/>
                  </a:srgbClr>
                </a:gs>
                <a:gs pos="57143">
                  <a:srgbClr val="000900">
                    <a:alpha val="4169"/>
                  </a:srgbClr>
                </a:gs>
                <a:gs pos="71429">
                  <a:srgbClr val="000900">
                    <a:alpha val="1974"/>
                  </a:srgbClr>
                </a:gs>
                <a:gs pos="85714">
                  <a:srgbClr val="000900">
                    <a:alpha val="785"/>
                  </a:srgbClr>
                </a:gs>
                <a:gs pos="100000">
                  <a:srgbClr val="000900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5244010">
              <a:off x="3499211" y="1687896"/>
              <a:ext cx="64214" cy="16054"/>
            </a:xfrm>
            <a:prstGeom prst="ellipse">
              <a:avLst/>
            </a:prstGeom>
            <a:gradFill>
              <a:gsLst>
                <a:gs pos="0">
                  <a:srgbClr val="ADADAE">
                    <a:alpha val="17635"/>
                  </a:srgbClr>
                </a:gs>
                <a:gs pos="14286">
                  <a:srgbClr val="ADADAE">
                    <a:alpha val="16332"/>
                  </a:srgbClr>
                </a:gs>
                <a:gs pos="28571">
                  <a:srgbClr val="ADADAE">
                    <a:alpha val="12930"/>
                  </a:srgbClr>
                </a:gs>
                <a:gs pos="42857">
                  <a:srgbClr val="ADADAE">
                    <a:alpha val="8681"/>
                  </a:srgbClr>
                </a:gs>
                <a:gs pos="57143">
                  <a:srgbClr val="ADADAE">
                    <a:alpha val="4908"/>
                  </a:srgbClr>
                </a:gs>
                <a:gs pos="71429">
                  <a:srgbClr val="ADADAE">
                    <a:alpha val="2328"/>
                  </a:srgbClr>
                </a:gs>
                <a:gs pos="85714">
                  <a:srgbClr val="ADADAE">
                    <a:alpha val="927"/>
                  </a:srgbClr>
                </a:gs>
                <a:gs pos="100000">
                  <a:srgbClr val="ADADAE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4419501">
              <a:off x="627770" y="3270832"/>
              <a:ext cx="57312" cy="14328"/>
            </a:xfrm>
            <a:prstGeom prst="ellipse">
              <a:avLst/>
            </a:prstGeom>
            <a:gradFill>
              <a:gsLst>
                <a:gs pos="0">
                  <a:srgbClr val="AFAFAF">
                    <a:alpha val="18885"/>
                  </a:srgbClr>
                </a:gs>
                <a:gs pos="14286">
                  <a:srgbClr val="AFAFAF">
                    <a:alpha val="17500"/>
                  </a:srgbClr>
                </a:gs>
                <a:gs pos="28571">
                  <a:srgbClr val="AFAFAF">
                    <a:alpha val="13875"/>
                  </a:srgbClr>
                </a:gs>
                <a:gs pos="42857">
                  <a:srgbClr val="AFAFAF">
                    <a:alpha val="9333"/>
                  </a:srgbClr>
                </a:gs>
                <a:gs pos="57143">
                  <a:srgbClr val="AFAFAF">
                    <a:alpha val="5284"/>
                  </a:srgbClr>
                </a:gs>
                <a:gs pos="71429">
                  <a:srgbClr val="AFAFAF">
                    <a:alpha val="2509"/>
                  </a:srgbClr>
                </a:gs>
                <a:gs pos="85714">
                  <a:srgbClr val="AFAFAF">
                    <a:alpha val="1000"/>
                  </a:srgbClr>
                </a:gs>
                <a:gs pos="100000">
                  <a:srgbClr val="AFAFAF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6262696">
              <a:off x="-408671" y="1365241"/>
              <a:ext cx="972573" cy="186782"/>
            </a:xfrm>
            <a:prstGeom prst="ellipse">
              <a:avLst/>
            </a:prstGeom>
            <a:gradFill>
              <a:gsLst>
                <a:gs pos="0">
                  <a:srgbClr val="8F908F">
                    <a:alpha val="17745"/>
                  </a:srgbClr>
                </a:gs>
                <a:gs pos="14286">
                  <a:srgbClr val="8F908F">
                    <a:alpha val="16435"/>
                  </a:srgbClr>
                </a:gs>
                <a:gs pos="28571">
                  <a:srgbClr val="8F908F">
                    <a:alpha val="13012"/>
                  </a:srgbClr>
                </a:gs>
                <a:gs pos="42857">
                  <a:srgbClr val="8F908F">
                    <a:alpha val="8738"/>
                  </a:srgbClr>
                </a:gs>
                <a:gs pos="57143">
                  <a:srgbClr val="8F908F">
                    <a:alpha val="4940"/>
                  </a:srgbClr>
                </a:gs>
                <a:gs pos="71429">
                  <a:srgbClr val="8F908F">
                    <a:alpha val="2344"/>
                  </a:srgbClr>
                </a:gs>
                <a:gs pos="85714">
                  <a:srgbClr val="8F908F">
                    <a:alpha val="933"/>
                  </a:srgbClr>
                </a:gs>
                <a:gs pos="100000">
                  <a:srgbClr val="8F908F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5587317">
              <a:off x="581451" y="49799"/>
              <a:ext cx="688239" cy="183314"/>
            </a:xfrm>
            <a:prstGeom prst="ellipse">
              <a:avLst/>
            </a:prstGeom>
            <a:gradFill>
              <a:gsLst>
                <a:gs pos="0">
                  <a:srgbClr val="7E7E7C">
                    <a:alpha val="6715"/>
                  </a:srgbClr>
                </a:gs>
                <a:gs pos="14286">
                  <a:srgbClr val="7E7E7C">
                    <a:alpha val="6189"/>
                  </a:srgbClr>
                </a:gs>
                <a:gs pos="28571">
                  <a:srgbClr val="7E7E7C">
                    <a:alpha val="4839"/>
                  </a:srgbClr>
                </a:gs>
                <a:gs pos="42857">
                  <a:srgbClr val="7E7E7C">
                    <a:alpha val="3201"/>
                  </a:srgbClr>
                </a:gs>
                <a:gs pos="57143">
                  <a:srgbClr val="7E7E7C">
                    <a:alpha val="1787"/>
                  </a:srgbClr>
                </a:gs>
                <a:gs pos="71429">
                  <a:srgbClr val="7E7E7C">
                    <a:alpha val="840"/>
                  </a:srgbClr>
                </a:gs>
                <a:gs pos="85714">
                  <a:srgbClr val="7E7E7C">
                    <a:alpha val="333"/>
                  </a:srgbClr>
                </a:gs>
                <a:gs pos="100000">
                  <a:srgbClr val="7E7E7C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5400000">
              <a:off x="934214" y="2055904"/>
              <a:ext cx="58458" cy="58458"/>
            </a:xfrm>
            <a:prstGeom prst="ellipse">
              <a:avLst/>
            </a:prstGeom>
            <a:gradFill>
              <a:gsLst>
                <a:gs pos="0">
                  <a:srgbClr val="AFAFAF">
                    <a:alpha val="14256"/>
                  </a:srgbClr>
                </a:gs>
                <a:gs pos="14286">
                  <a:srgbClr val="AFAFAF">
                    <a:alpha val="13183"/>
                  </a:srgbClr>
                </a:gs>
                <a:gs pos="28571">
                  <a:srgbClr val="AFAFAF">
                    <a:alpha val="10395"/>
                  </a:srgbClr>
                </a:gs>
                <a:gs pos="42857">
                  <a:srgbClr val="AFAFAF">
                    <a:alpha val="6946"/>
                  </a:srgbClr>
                </a:gs>
                <a:gs pos="57143">
                  <a:srgbClr val="AFAFAF">
                    <a:alpha val="3911"/>
                  </a:srgbClr>
                </a:gs>
                <a:gs pos="71429">
                  <a:srgbClr val="AFAFAF">
                    <a:alpha val="1850"/>
                  </a:srgbClr>
                </a:gs>
                <a:gs pos="85714">
                  <a:srgbClr val="AFAFAF">
                    <a:alpha val="736"/>
                  </a:srgbClr>
                </a:gs>
                <a:gs pos="100000">
                  <a:srgbClr val="AFAFAF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10793588">
              <a:off x="3310640" y="2361114"/>
              <a:ext cx="68461" cy="17323"/>
            </a:xfrm>
            <a:prstGeom prst="ellipse">
              <a:avLst/>
            </a:prstGeom>
            <a:gradFill>
              <a:gsLst>
                <a:gs pos="0">
                  <a:srgbClr val="858585">
                    <a:alpha val="16703"/>
                  </a:srgbClr>
                </a:gs>
                <a:gs pos="14286">
                  <a:srgbClr val="858585">
                    <a:alpha val="15462"/>
                  </a:srgbClr>
                </a:gs>
                <a:gs pos="28571">
                  <a:srgbClr val="858585">
                    <a:alpha val="12227"/>
                  </a:srgbClr>
                </a:gs>
                <a:gs pos="42857">
                  <a:srgbClr val="858585">
                    <a:alpha val="8199"/>
                  </a:srgbClr>
                </a:gs>
                <a:gs pos="57143">
                  <a:srgbClr val="858585">
                    <a:alpha val="4630"/>
                  </a:srgbClr>
                </a:gs>
                <a:gs pos="71429">
                  <a:srgbClr val="858585">
                    <a:alpha val="2194"/>
                  </a:srgbClr>
                </a:gs>
                <a:gs pos="85714">
                  <a:srgbClr val="858585">
                    <a:alpha val="874"/>
                  </a:srgbClr>
                </a:gs>
                <a:gs pos="100000">
                  <a:srgbClr val="858585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3711825">
              <a:off x="300304" y="2980626"/>
              <a:ext cx="223381" cy="86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027161">
              <a:off x="2426070" y="3233196"/>
              <a:ext cx="590890" cy="478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4994030">
              <a:off x="2672584" y="2391120"/>
              <a:ext cx="444058" cy="353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6218128">
              <a:off x="908725" y="2041746"/>
              <a:ext cx="831982" cy="257594"/>
            </a:xfrm>
            <a:prstGeom prst="ellipse">
              <a:avLst/>
            </a:prstGeom>
            <a:gradFill>
              <a:gsLst>
                <a:gs pos="0">
                  <a:srgbClr val="8F8F8F">
                    <a:alpha val="5144"/>
                  </a:srgbClr>
                </a:gs>
                <a:gs pos="14286">
                  <a:srgbClr val="8F8F8F">
                    <a:alpha val="4738"/>
                  </a:srgbClr>
                </a:gs>
                <a:gs pos="28571">
                  <a:srgbClr val="8F8F8F">
                    <a:alpha val="3699"/>
                  </a:srgbClr>
                </a:gs>
                <a:gs pos="42857">
                  <a:srgbClr val="8F8F8F">
                    <a:alpha val="2442"/>
                  </a:srgbClr>
                </a:gs>
                <a:gs pos="57143">
                  <a:srgbClr val="8F8F8F">
                    <a:alpha val="1360"/>
                  </a:srgbClr>
                </a:gs>
                <a:gs pos="71429">
                  <a:srgbClr val="8F8F8F">
                    <a:alpha val="639"/>
                  </a:srgbClr>
                </a:gs>
                <a:gs pos="85714">
                  <a:srgbClr val="8F8F8F">
                    <a:alpha val="253"/>
                  </a:srgbClr>
                </a:gs>
                <a:gs pos="100000">
                  <a:srgbClr val="8F8F8F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5277049">
              <a:off x="2356214" y="2636607"/>
              <a:ext cx="66999" cy="16750"/>
            </a:xfrm>
            <a:prstGeom prst="ellipse">
              <a:avLst/>
            </a:prstGeom>
            <a:gradFill>
              <a:gsLst>
                <a:gs pos="0">
                  <a:srgbClr val="B1B2B2">
                    <a:alpha val="17125"/>
                  </a:srgbClr>
                </a:gs>
                <a:gs pos="14286">
                  <a:srgbClr val="B1B2B2">
                    <a:alpha val="15856"/>
                  </a:srgbClr>
                </a:gs>
                <a:gs pos="28571">
                  <a:srgbClr val="B1B2B2">
                    <a:alpha val="12545"/>
                  </a:srgbClr>
                </a:gs>
                <a:gs pos="42857">
                  <a:srgbClr val="B1B2B2">
                    <a:alpha val="8417"/>
                  </a:srgbClr>
                </a:gs>
                <a:gs pos="57143">
                  <a:srgbClr val="B1B2B2">
                    <a:alpha val="4755"/>
                  </a:srgbClr>
                </a:gs>
                <a:gs pos="71429">
                  <a:srgbClr val="B1B2B2">
                    <a:alpha val="2255"/>
                  </a:srgbClr>
                </a:gs>
                <a:gs pos="85714">
                  <a:srgbClr val="B1B2B2">
                    <a:alpha val="898"/>
                  </a:srgbClr>
                </a:gs>
                <a:gs pos="100000">
                  <a:srgbClr val="B1B2B2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-10225268">
              <a:off x="731790" y="1069803"/>
              <a:ext cx="158197" cy="503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3788415">
              <a:off x="1506870" y="2722702"/>
              <a:ext cx="168158" cy="69900"/>
            </a:xfrm>
            <a:prstGeom prst="ellipse">
              <a:avLst/>
            </a:prstGeom>
            <a:gradFill>
              <a:gsLst>
                <a:gs pos="0">
                  <a:srgbClr val="EFF0EF">
                    <a:alpha val="31156"/>
                  </a:srgbClr>
                </a:gs>
                <a:gs pos="14286">
                  <a:srgbClr val="EFF0EF">
                    <a:alpha val="29046"/>
                  </a:srgbClr>
                </a:gs>
                <a:gs pos="28571">
                  <a:srgbClr val="EFF0EF">
                    <a:alpha val="23389"/>
                  </a:srgbClr>
                </a:gs>
                <a:gs pos="42857">
                  <a:srgbClr val="EFF0EF">
                    <a:alpha val="16034"/>
                  </a:srgbClr>
                </a:gs>
                <a:gs pos="57143">
                  <a:srgbClr val="EFF0EF">
                    <a:alpha val="9229"/>
                  </a:srgbClr>
                </a:gs>
                <a:gs pos="71429">
                  <a:srgbClr val="EFF0EF">
                    <a:alpha val="4431"/>
                  </a:srgbClr>
                </a:gs>
                <a:gs pos="85714">
                  <a:srgbClr val="EFF0EF">
                    <a:alpha val="1776"/>
                  </a:srgbClr>
                </a:gs>
                <a:gs pos="100000">
                  <a:srgbClr val="EFF0EF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3986381">
              <a:off x="2843180" y="3141940"/>
              <a:ext cx="891697" cy="247462"/>
            </a:xfrm>
            <a:prstGeom prst="ellipse">
              <a:avLst/>
            </a:prstGeom>
            <a:gradFill>
              <a:gsLst>
                <a:gs pos="0">
                  <a:srgbClr val="474848">
                    <a:alpha val="4886"/>
                  </a:srgbClr>
                </a:gs>
                <a:gs pos="14286">
                  <a:srgbClr val="474848">
                    <a:alpha val="4500"/>
                  </a:srgbClr>
                </a:gs>
                <a:gs pos="28571">
                  <a:srgbClr val="474848">
                    <a:alpha val="3512"/>
                  </a:srgbClr>
                </a:gs>
                <a:gs pos="42857">
                  <a:srgbClr val="474848">
                    <a:alpha val="2318"/>
                  </a:srgbClr>
                </a:gs>
                <a:gs pos="57143">
                  <a:srgbClr val="474848">
                    <a:alpha val="1291"/>
                  </a:srgbClr>
                </a:gs>
                <a:gs pos="71429">
                  <a:srgbClr val="474848">
                    <a:alpha val="606"/>
                  </a:srgbClr>
                </a:gs>
                <a:gs pos="85714">
                  <a:srgbClr val="474848">
                    <a:alpha val="240"/>
                  </a:srgbClr>
                </a:gs>
                <a:gs pos="100000">
                  <a:srgbClr val="474848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10529915">
              <a:off x="3124286" y="-6570"/>
              <a:ext cx="52561" cy="13140"/>
            </a:xfrm>
            <a:prstGeom prst="ellipse">
              <a:avLst/>
            </a:prstGeom>
            <a:gradFill>
              <a:gsLst>
                <a:gs pos="0">
                  <a:srgbClr val="A5A5A6">
                    <a:alpha val="19734"/>
                  </a:srgbClr>
                </a:gs>
                <a:gs pos="14286">
                  <a:srgbClr val="A5A5A6">
                    <a:alpha val="18294"/>
                  </a:srgbClr>
                </a:gs>
                <a:gs pos="28571">
                  <a:srgbClr val="A5A5A6">
                    <a:alpha val="14519"/>
                  </a:srgbClr>
                </a:gs>
                <a:gs pos="42857">
                  <a:srgbClr val="A5A5A6">
                    <a:alpha val="9778"/>
                  </a:srgbClr>
                </a:gs>
                <a:gs pos="57143">
                  <a:srgbClr val="A5A5A6">
                    <a:alpha val="5542"/>
                  </a:srgbClr>
                </a:gs>
                <a:gs pos="71429">
                  <a:srgbClr val="A5A5A6">
                    <a:alpha val="2634"/>
                  </a:srgbClr>
                </a:gs>
                <a:gs pos="85714">
                  <a:srgbClr val="A5A5A6">
                    <a:alpha val="1050"/>
                  </a:srgbClr>
                </a:gs>
                <a:gs pos="100000">
                  <a:srgbClr val="A5A5A6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5053572">
              <a:off x="1996347" y="250864"/>
              <a:ext cx="68461" cy="17141"/>
            </a:xfrm>
            <a:prstGeom prst="ellipse">
              <a:avLst/>
            </a:prstGeom>
            <a:gradFill>
              <a:gsLst>
                <a:gs pos="0">
                  <a:srgbClr val="727372">
                    <a:alpha val="16837"/>
                  </a:srgbClr>
                </a:gs>
                <a:gs pos="14286">
                  <a:srgbClr val="727372">
                    <a:alpha val="15588"/>
                  </a:srgbClr>
                </a:gs>
                <a:gs pos="28571">
                  <a:srgbClr val="727372">
                    <a:alpha val="12329"/>
                  </a:srgbClr>
                </a:gs>
                <a:gs pos="42857">
                  <a:srgbClr val="727372">
                    <a:alpha val="8268"/>
                  </a:srgbClr>
                </a:gs>
                <a:gs pos="57143">
                  <a:srgbClr val="727372">
                    <a:alpha val="4670"/>
                  </a:srgbClr>
                </a:gs>
                <a:gs pos="71429">
                  <a:srgbClr val="727372">
                    <a:alpha val="2214"/>
                  </a:srgbClr>
                </a:gs>
                <a:gs pos="85714">
                  <a:srgbClr val="727372">
                    <a:alpha val="881"/>
                  </a:srgbClr>
                </a:gs>
                <a:gs pos="100000">
                  <a:srgbClr val="727372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4909108">
              <a:off x="2855744" y="2004284"/>
              <a:ext cx="504871" cy="50208"/>
            </a:xfrm>
            <a:prstGeom prst="ellipse">
              <a:avLst/>
            </a:prstGeom>
            <a:gradFill>
              <a:gsLst>
                <a:gs pos="0">
                  <a:srgbClr val="FDFDFC">
                    <a:alpha val="32968"/>
                  </a:srgbClr>
                </a:gs>
                <a:gs pos="14286">
                  <a:srgbClr val="FDFDFC">
                    <a:alpha val="30764"/>
                  </a:srgbClr>
                </a:gs>
                <a:gs pos="28571">
                  <a:srgbClr val="FDFDFC">
                    <a:alpha val="24833"/>
                  </a:srgbClr>
                </a:gs>
                <a:gs pos="42857">
                  <a:srgbClr val="FDFDFC">
                    <a:alpha val="17075"/>
                  </a:srgbClr>
                </a:gs>
                <a:gs pos="57143">
                  <a:srgbClr val="FDFDFC">
                    <a:alpha val="9855"/>
                  </a:srgbClr>
                </a:gs>
                <a:gs pos="71429">
                  <a:srgbClr val="FDFDFC">
                    <a:alpha val="4740"/>
                  </a:srgbClr>
                </a:gs>
                <a:gs pos="85714">
                  <a:srgbClr val="FDFDFC">
                    <a:alpha val="1902"/>
                  </a:srgbClr>
                </a:gs>
                <a:gs pos="100000">
                  <a:srgbClr val="FD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10637104">
              <a:off x="1759577" y="2784630"/>
              <a:ext cx="68461" cy="17425"/>
            </a:xfrm>
            <a:prstGeom prst="ellipse">
              <a:avLst/>
            </a:prstGeom>
            <a:gradFill>
              <a:gsLst>
                <a:gs pos="0">
                  <a:srgbClr val="838383">
                    <a:alpha val="16628"/>
                  </a:srgbClr>
                </a:gs>
                <a:gs pos="14286">
                  <a:srgbClr val="838383">
                    <a:alpha val="15393"/>
                  </a:srgbClr>
                </a:gs>
                <a:gs pos="28571">
                  <a:srgbClr val="838383">
                    <a:alpha val="12171"/>
                  </a:srgbClr>
                </a:gs>
                <a:gs pos="42857">
                  <a:srgbClr val="838383">
                    <a:alpha val="8160"/>
                  </a:srgbClr>
                </a:gs>
                <a:gs pos="57143">
                  <a:srgbClr val="838383">
                    <a:alpha val="4607"/>
                  </a:srgbClr>
                </a:gs>
                <a:gs pos="71429">
                  <a:srgbClr val="838383">
                    <a:alpha val="2184"/>
                  </a:srgbClr>
                </a:gs>
                <a:gs pos="85714">
                  <a:srgbClr val="838383">
                    <a:alpha val="869"/>
                  </a:srgbClr>
                </a:gs>
                <a:gs pos="100000">
                  <a:srgbClr val="838383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423950">
              <a:off x="1130492" y="1763440"/>
              <a:ext cx="342495" cy="27837"/>
            </a:xfrm>
            <a:prstGeom prst="ellipse">
              <a:avLst/>
            </a:prstGeom>
            <a:gradFill>
              <a:gsLst>
                <a:gs pos="0">
                  <a:srgbClr val="F4F4F3">
                    <a:alpha val="28121"/>
                  </a:srgbClr>
                </a:gs>
                <a:gs pos="14286">
                  <a:srgbClr val="F4F4F3">
                    <a:alpha val="26175"/>
                  </a:srgbClr>
                </a:gs>
                <a:gs pos="28571">
                  <a:srgbClr val="F4F4F3">
                    <a:alpha val="20993"/>
                  </a:srgbClr>
                </a:gs>
                <a:gs pos="42857">
                  <a:srgbClr val="F4F4F3">
                    <a:alpha val="14321"/>
                  </a:srgbClr>
                </a:gs>
                <a:gs pos="57143">
                  <a:srgbClr val="F4F4F3">
                    <a:alpha val="8208"/>
                  </a:srgbClr>
                </a:gs>
                <a:gs pos="71429">
                  <a:srgbClr val="F4F4F3">
                    <a:alpha val="3930"/>
                  </a:srgbClr>
                </a:gs>
                <a:gs pos="85714">
                  <a:srgbClr val="F4F4F3">
                    <a:alpha val="1573"/>
                  </a:srgbClr>
                </a:gs>
                <a:gs pos="100000">
                  <a:srgbClr val="F4F4F3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6012651">
              <a:off x="2189406" y="1294219"/>
              <a:ext cx="692917" cy="186794"/>
            </a:xfrm>
            <a:prstGeom prst="ellipse">
              <a:avLst/>
            </a:prstGeom>
            <a:gradFill>
              <a:gsLst>
                <a:gs pos="0">
                  <a:srgbClr val="7F7F7F">
                    <a:alpha val="4974"/>
                  </a:srgbClr>
                </a:gs>
                <a:gs pos="14286">
                  <a:srgbClr val="7F7F7F">
                    <a:alpha val="4581"/>
                  </a:srgbClr>
                </a:gs>
                <a:gs pos="28571">
                  <a:srgbClr val="7F7F7F">
                    <a:alpha val="3576"/>
                  </a:srgbClr>
                </a:gs>
                <a:gs pos="42857">
                  <a:srgbClr val="7F7F7F">
                    <a:alpha val="2360"/>
                  </a:srgbClr>
                </a:gs>
                <a:gs pos="57143">
                  <a:srgbClr val="7F7F7F">
                    <a:alpha val="1315"/>
                  </a:srgbClr>
                </a:gs>
                <a:gs pos="71429">
                  <a:srgbClr val="7F7F7F">
                    <a:alpha val="618"/>
                  </a:srgbClr>
                </a:gs>
                <a:gs pos="85714">
                  <a:srgbClr val="7F7F7F">
                    <a:alpha val="245"/>
                  </a:srgbClr>
                </a:gs>
                <a:gs pos="100000">
                  <a:srgbClr val="7F7F7F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4972616">
              <a:off x="2615551" y="2563087"/>
              <a:ext cx="62734" cy="15684"/>
            </a:xfrm>
            <a:prstGeom prst="ellipse">
              <a:avLst/>
            </a:prstGeom>
            <a:gradFill>
              <a:gsLst>
                <a:gs pos="0">
                  <a:srgbClr val="838383">
                    <a:alpha val="17904"/>
                  </a:srgbClr>
                </a:gs>
                <a:gs pos="14286">
                  <a:srgbClr val="838383">
                    <a:alpha val="16584"/>
                  </a:srgbClr>
                </a:gs>
                <a:gs pos="28571">
                  <a:srgbClr val="838383">
                    <a:alpha val="13133"/>
                  </a:srgbClr>
                </a:gs>
                <a:gs pos="42857">
                  <a:srgbClr val="838383">
                    <a:alpha val="8821"/>
                  </a:srgbClr>
                </a:gs>
                <a:gs pos="57143">
                  <a:srgbClr val="838383">
                    <a:alpha val="4988"/>
                  </a:srgbClr>
                </a:gs>
                <a:gs pos="71429">
                  <a:srgbClr val="838383">
                    <a:alpha val="2367"/>
                  </a:srgbClr>
                </a:gs>
                <a:gs pos="85714">
                  <a:srgbClr val="838383">
                    <a:alpha val="943"/>
                  </a:srgbClr>
                </a:gs>
                <a:gs pos="100000">
                  <a:srgbClr val="838383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5947713">
              <a:off x="1005779" y="260998"/>
              <a:ext cx="205305" cy="81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406672">
              <a:off x="1674947" y="2062308"/>
              <a:ext cx="284804" cy="33502"/>
            </a:xfrm>
            <a:prstGeom prst="ellipse">
              <a:avLst/>
            </a:prstGeom>
            <a:gradFill>
              <a:gsLst>
                <a:gs pos="0">
                  <a:srgbClr val="E4E4E4">
                    <a:alpha val="30729"/>
                  </a:srgbClr>
                </a:gs>
                <a:gs pos="14286">
                  <a:srgbClr val="E4E4E4">
                    <a:alpha val="28641"/>
                  </a:srgbClr>
                </a:gs>
                <a:gs pos="28571">
                  <a:srgbClr val="E4E4E4">
                    <a:alpha val="23050"/>
                  </a:srgbClr>
                </a:gs>
                <a:gs pos="42857">
                  <a:srgbClr val="E4E4E4">
                    <a:alpha val="15790"/>
                  </a:srgbClr>
                </a:gs>
                <a:gs pos="57143">
                  <a:srgbClr val="E4E4E4">
                    <a:alpha val="9083"/>
                  </a:srgbClr>
                </a:gs>
                <a:gs pos="71429">
                  <a:srgbClr val="E4E4E4">
                    <a:alpha val="4360"/>
                  </a:srgbClr>
                </a:gs>
                <a:gs pos="85714">
                  <a:srgbClr val="E4E4E4">
                    <a:alpha val="1747"/>
                  </a:srgbClr>
                </a:gs>
                <a:gs pos="100000">
                  <a:srgbClr val="E4E4E4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6427183">
              <a:off x="2336596" y="343396"/>
              <a:ext cx="695569" cy="179686"/>
            </a:xfrm>
            <a:prstGeom prst="ellipse">
              <a:avLst/>
            </a:prstGeom>
            <a:gradFill>
              <a:gsLst>
                <a:gs pos="0">
                  <a:srgbClr val="727372">
                    <a:alpha val="8611"/>
                  </a:srgbClr>
                </a:gs>
                <a:gs pos="14286">
                  <a:srgbClr val="727372">
                    <a:alpha val="7943"/>
                  </a:srgbClr>
                </a:gs>
                <a:gs pos="28571">
                  <a:srgbClr val="727372">
                    <a:alpha val="6224"/>
                  </a:srgbClr>
                </a:gs>
                <a:gs pos="42857">
                  <a:srgbClr val="727372">
                    <a:alpha val="4127"/>
                  </a:srgbClr>
                </a:gs>
                <a:gs pos="57143">
                  <a:srgbClr val="727372">
                    <a:alpha val="2309"/>
                  </a:srgbClr>
                </a:gs>
                <a:gs pos="71429">
                  <a:srgbClr val="727372">
                    <a:alpha val="1087"/>
                  </a:srgbClr>
                </a:gs>
                <a:gs pos="85714">
                  <a:srgbClr val="727372">
                    <a:alpha val="431"/>
                  </a:srgbClr>
                </a:gs>
                <a:gs pos="100000">
                  <a:srgbClr val="727372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057300">
              <a:off x="3037127" y="2920411"/>
              <a:ext cx="463286" cy="30214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5474347">
              <a:off x="1132073" y="3550380"/>
              <a:ext cx="284935" cy="48729"/>
            </a:xfrm>
            <a:prstGeom prst="ellipse">
              <a:avLst/>
            </a:prstGeom>
            <a:gradFill>
              <a:gsLst>
                <a:gs pos="0">
                  <a:srgbClr val="F8F8F7">
                    <a:alpha val="30107"/>
                  </a:srgbClr>
                </a:gs>
                <a:gs pos="14286">
                  <a:srgbClr val="F8F8F7">
                    <a:alpha val="28053"/>
                  </a:srgbClr>
                </a:gs>
                <a:gs pos="28571">
                  <a:srgbClr val="F8F8F7">
                    <a:alpha val="22557"/>
                  </a:srgbClr>
                </a:gs>
                <a:gs pos="42857">
                  <a:srgbClr val="F8F8F7">
                    <a:alpha val="15437"/>
                  </a:srgbClr>
                </a:gs>
                <a:gs pos="57143">
                  <a:srgbClr val="F8F8F7">
                    <a:alpha val="8872"/>
                  </a:srgbClr>
                </a:gs>
                <a:gs pos="71429">
                  <a:srgbClr val="F8F8F7">
                    <a:alpha val="4256"/>
                  </a:srgbClr>
                </a:gs>
                <a:gs pos="85714">
                  <a:srgbClr val="F8F8F7">
                    <a:alpha val="1705"/>
                  </a:srgbClr>
                </a:gs>
                <a:gs pos="100000">
                  <a:srgbClr val="F8F8F7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10578183">
              <a:off x="3600686" y="603543"/>
              <a:ext cx="55779" cy="13945"/>
            </a:xfrm>
            <a:prstGeom prst="ellipse">
              <a:avLst/>
            </a:prstGeom>
            <a:gradFill>
              <a:gsLst>
                <a:gs pos="0">
                  <a:srgbClr val="A4A4A4">
                    <a:alpha val="19160"/>
                  </a:srgbClr>
                </a:gs>
                <a:gs pos="14286">
                  <a:srgbClr val="A4A4A4">
                    <a:alpha val="17757"/>
                  </a:srgbClr>
                </a:gs>
                <a:gs pos="28571">
                  <a:srgbClr val="A4A4A4">
                    <a:alpha val="14083"/>
                  </a:srgbClr>
                </a:gs>
                <a:gs pos="42857">
                  <a:srgbClr val="A4A4A4">
                    <a:alpha val="9477"/>
                  </a:srgbClr>
                </a:gs>
                <a:gs pos="57143">
                  <a:srgbClr val="A4A4A4">
                    <a:alpha val="5367"/>
                  </a:srgbClr>
                </a:gs>
                <a:gs pos="71429">
                  <a:srgbClr val="A4A4A4">
                    <a:alpha val="2549"/>
                  </a:srgbClr>
                </a:gs>
                <a:gs pos="85714">
                  <a:srgbClr val="A4A4A4">
                    <a:alpha val="1016"/>
                  </a:srgbClr>
                </a:gs>
                <a:gs pos="100000">
                  <a:srgbClr val="A4A4A4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4867807">
              <a:off x="3431377" y="1240144"/>
              <a:ext cx="68461" cy="17226"/>
            </a:xfrm>
            <a:prstGeom prst="ellipse">
              <a:avLst/>
            </a:prstGeom>
            <a:gradFill>
              <a:gsLst>
                <a:gs pos="0">
                  <a:srgbClr val="898989">
                    <a:alpha val="16774"/>
                  </a:srgbClr>
                </a:gs>
                <a:gs pos="14286">
                  <a:srgbClr val="898989">
                    <a:alpha val="15529"/>
                  </a:srgbClr>
                </a:gs>
                <a:gs pos="28571">
                  <a:srgbClr val="898989">
                    <a:alpha val="12281"/>
                  </a:srgbClr>
                </a:gs>
                <a:gs pos="42857">
                  <a:srgbClr val="898989">
                    <a:alpha val="8236"/>
                  </a:srgbClr>
                </a:gs>
                <a:gs pos="57143">
                  <a:srgbClr val="898989">
                    <a:alpha val="4651"/>
                  </a:srgbClr>
                </a:gs>
                <a:gs pos="71429">
                  <a:srgbClr val="898989">
                    <a:alpha val="2205"/>
                  </a:srgbClr>
                </a:gs>
                <a:gs pos="85714">
                  <a:srgbClr val="898989">
                    <a:alpha val="878"/>
                  </a:srgbClr>
                </a:gs>
                <a:gs pos="100000">
                  <a:srgbClr val="898989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5846795">
              <a:off x="1051418" y="3229859"/>
              <a:ext cx="424976" cy="68467"/>
            </a:xfrm>
            <a:prstGeom prst="ellipse">
              <a:avLst/>
            </a:prstGeom>
            <a:gradFill>
              <a:gsLst>
                <a:gs pos="0">
                  <a:srgbClr val="C5C5C6">
                    <a:alpha val="32968"/>
                  </a:srgbClr>
                </a:gs>
                <a:gs pos="14286">
                  <a:srgbClr val="C5C5C6">
                    <a:alpha val="30764"/>
                  </a:srgbClr>
                </a:gs>
                <a:gs pos="28571">
                  <a:srgbClr val="C5C5C6">
                    <a:alpha val="24833"/>
                  </a:srgbClr>
                </a:gs>
                <a:gs pos="42857">
                  <a:srgbClr val="C5C5C6">
                    <a:alpha val="17075"/>
                  </a:srgbClr>
                </a:gs>
                <a:gs pos="57143">
                  <a:srgbClr val="C5C5C6">
                    <a:alpha val="9855"/>
                  </a:srgbClr>
                </a:gs>
                <a:gs pos="71429">
                  <a:srgbClr val="C5C5C6">
                    <a:alpha val="4740"/>
                  </a:srgbClr>
                </a:gs>
                <a:gs pos="85714">
                  <a:srgbClr val="C5C5C6">
                    <a:alpha val="1902"/>
                  </a:srgbClr>
                </a:gs>
                <a:gs pos="100000">
                  <a:srgbClr val="C5C5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4269672">
              <a:off x="2428854" y="2843897"/>
              <a:ext cx="524913" cy="139295"/>
            </a:xfrm>
            <a:prstGeom prst="ellipse">
              <a:avLst/>
            </a:prstGeom>
            <a:gradFill>
              <a:gsLst>
                <a:gs pos="0">
                  <a:srgbClr val="7F7F7E">
                    <a:alpha val="11987"/>
                  </a:srgbClr>
                </a:gs>
                <a:gs pos="14286">
                  <a:srgbClr val="7F7F7E">
                    <a:alpha val="11073"/>
                  </a:srgbClr>
                </a:gs>
                <a:gs pos="28571">
                  <a:srgbClr val="7F7F7E">
                    <a:alpha val="8709"/>
                  </a:srgbClr>
                </a:gs>
                <a:gs pos="42857">
                  <a:srgbClr val="7F7F7E">
                    <a:alpha val="5802"/>
                  </a:srgbClr>
                </a:gs>
                <a:gs pos="57143">
                  <a:srgbClr val="7F7F7E">
                    <a:alpha val="3258"/>
                  </a:srgbClr>
                </a:gs>
                <a:gs pos="71429">
                  <a:srgbClr val="7F7F7E">
                    <a:alpha val="1538"/>
                  </a:srgbClr>
                </a:gs>
                <a:gs pos="85714">
                  <a:srgbClr val="7F7F7E">
                    <a:alpha val="611"/>
                  </a:srgbClr>
                </a:gs>
                <a:gs pos="100000">
                  <a:srgbClr val="7F7F7E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5341679">
              <a:off x="2567808" y="1868209"/>
              <a:ext cx="68461" cy="17410"/>
            </a:xfrm>
            <a:prstGeom prst="ellipse">
              <a:avLst/>
            </a:prstGeom>
            <a:gradFill>
              <a:gsLst>
                <a:gs pos="0">
                  <a:srgbClr val="ABABAB">
                    <a:alpha val="16639"/>
                  </a:srgbClr>
                </a:gs>
                <a:gs pos="14286">
                  <a:srgbClr val="ABABAB">
                    <a:alpha val="15403"/>
                  </a:srgbClr>
                </a:gs>
                <a:gs pos="28571">
                  <a:srgbClr val="ABABAB">
                    <a:alpha val="12180"/>
                  </a:srgbClr>
                </a:gs>
                <a:gs pos="42857">
                  <a:srgbClr val="ABABAB">
                    <a:alpha val="8166"/>
                  </a:srgbClr>
                </a:gs>
                <a:gs pos="57143">
                  <a:srgbClr val="ABABAB">
                    <a:alpha val="4611"/>
                  </a:srgbClr>
                </a:gs>
                <a:gs pos="71429">
                  <a:srgbClr val="ABABAB">
                    <a:alpha val="2185"/>
                  </a:srgbClr>
                </a:gs>
                <a:gs pos="85714">
                  <a:srgbClr val="ABABAB">
                    <a:alpha val="870"/>
                  </a:srgbClr>
                </a:gs>
                <a:gs pos="100000">
                  <a:srgbClr val="ABABAB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5495657">
              <a:off x="11490" y="1809175"/>
              <a:ext cx="474928" cy="467878"/>
            </a:xfrm>
            <a:prstGeom prst="ellipse">
              <a:avLst/>
            </a:prstGeom>
            <a:gradFill>
              <a:gsLst>
                <a:gs pos="0">
                  <a:srgbClr val="6F6E6E">
                    <a:alpha val="7937"/>
                  </a:srgbClr>
                </a:gs>
                <a:gs pos="14286">
                  <a:srgbClr val="6F6E6E">
                    <a:alpha val="7319"/>
                  </a:srgbClr>
                </a:gs>
                <a:gs pos="28571">
                  <a:srgbClr val="6F6E6E">
                    <a:alpha val="5731"/>
                  </a:srgbClr>
                </a:gs>
                <a:gs pos="42857">
                  <a:srgbClr val="6F6E6E">
                    <a:alpha val="3797"/>
                  </a:srgbClr>
                </a:gs>
                <a:gs pos="57143">
                  <a:srgbClr val="6F6E6E">
                    <a:alpha val="2122"/>
                  </a:srgbClr>
                </a:gs>
                <a:gs pos="71429">
                  <a:srgbClr val="6F6E6E">
                    <a:alpha val="999"/>
                  </a:srgbClr>
                </a:gs>
                <a:gs pos="85714">
                  <a:srgbClr val="6F6E6E">
                    <a:alpha val="396"/>
                  </a:srgbClr>
                </a:gs>
                <a:gs pos="100000">
                  <a:srgbClr val="6F6E6E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128695">
              <a:off x="2787978" y="-6892"/>
              <a:ext cx="68316" cy="17079"/>
            </a:xfrm>
            <a:prstGeom prst="ellipse">
              <a:avLst/>
            </a:prstGeom>
            <a:gradFill>
              <a:gsLst>
                <a:gs pos="0">
                  <a:srgbClr val="9C9B9C">
                    <a:alpha val="16883"/>
                  </a:srgbClr>
                </a:gs>
                <a:gs pos="14286">
                  <a:srgbClr val="9C9B9C">
                    <a:alpha val="15630"/>
                  </a:srgbClr>
                </a:gs>
                <a:gs pos="28571">
                  <a:srgbClr val="9C9B9C">
                    <a:alpha val="12363"/>
                  </a:srgbClr>
                </a:gs>
                <a:gs pos="42857">
                  <a:srgbClr val="9C9B9C">
                    <a:alpha val="8292"/>
                  </a:srgbClr>
                </a:gs>
                <a:gs pos="57143">
                  <a:srgbClr val="9C9B9C">
                    <a:alpha val="4683"/>
                  </a:srgbClr>
                </a:gs>
                <a:gs pos="71429">
                  <a:srgbClr val="9C9B9C">
                    <a:alpha val="2220"/>
                  </a:srgbClr>
                </a:gs>
                <a:gs pos="85714">
                  <a:srgbClr val="9C9B9C">
                    <a:alpha val="884"/>
                  </a:srgbClr>
                </a:gs>
                <a:gs pos="100000">
                  <a:srgbClr val="9C9B9C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4981729">
              <a:off x="2237797" y="329185"/>
              <a:ext cx="418916" cy="37080"/>
            </a:xfrm>
            <a:prstGeom prst="ellipse">
              <a:avLst/>
            </a:prstGeom>
            <a:gradFill>
              <a:gsLst>
                <a:gs pos="0">
                  <a:srgbClr val="F5F6F5">
                    <a:alpha val="32657"/>
                  </a:srgbClr>
                </a:gs>
                <a:gs pos="14286">
                  <a:srgbClr val="F5F6F5">
                    <a:alpha val="30469"/>
                  </a:srgbClr>
                </a:gs>
                <a:gs pos="28571">
                  <a:srgbClr val="F5F6F5">
                    <a:alpha val="24585"/>
                  </a:srgbClr>
                </a:gs>
                <a:gs pos="42857">
                  <a:srgbClr val="F5F6F5">
                    <a:alpha val="16896"/>
                  </a:srgbClr>
                </a:gs>
                <a:gs pos="57143">
                  <a:srgbClr val="F5F6F5">
                    <a:alpha val="9747"/>
                  </a:srgbClr>
                </a:gs>
                <a:gs pos="71429">
                  <a:srgbClr val="F5F6F5">
                    <a:alpha val="4687"/>
                  </a:srgbClr>
                </a:gs>
                <a:gs pos="85714">
                  <a:srgbClr val="F5F6F5">
                    <a:alpha val="1880"/>
                  </a:srgbClr>
                </a:gs>
                <a:gs pos="100000">
                  <a:srgbClr val="F5F6F5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10783867">
              <a:off x="433687" y="2255332"/>
              <a:ext cx="379321" cy="664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10629729">
              <a:off x="3002251" y="1479226"/>
              <a:ext cx="348520" cy="706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5273824">
              <a:off x="674744" y="-756"/>
              <a:ext cx="56657" cy="14164"/>
            </a:xfrm>
            <a:prstGeom prst="ellipse">
              <a:avLst/>
            </a:prstGeom>
            <a:gradFill>
              <a:gsLst>
                <a:gs pos="0">
                  <a:srgbClr val="ACACAC">
                    <a:alpha val="19002"/>
                  </a:srgbClr>
                </a:gs>
                <a:gs pos="14286">
                  <a:srgbClr val="ACACAC">
                    <a:alpha val="17610"/>
                  </a:srgbClr>
                </a:gs>
                <a:gs pos="28571">
                  <a:srgbClr val="ACACAC">
                    <a:alpha val="13964"/>
                  </a:srgbClr>
                </a:gs>
                <a:gs pos="42857">
                  <a:srgbClr val="ACACAC">
                    <a:alpha val="9394"/>
                  </a:srgbClr>
                </a:gs>
                <a:gs pos="57143">
                  <a:srgbClr val="ACACAC">
                    <a:alpha val="5320"/>
                  </a:srgbClr>
                </a:gs>
                <a:gs pos="71429">
                  <a:srgbClr val="ACACAC">
                    <a:alpha val="2526"/>
                  </a:srgbClr>
                </a:gs>
                <a:gs pos="85714">
                  <a:srgbClr val="ACACAC">
                    <a:alpha val="1007"/>
                  </a:srgbClr>
                </a:gs>
                <a:gs pos="100000">
                  <a:srgbClr val="ACACAC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6523213">
              <a:off x="765554" y="451608"/>
              <a:ext cx="725553" cy="195853"/>
            </a:xfrm>
            <a:prstGeom prst="ellipse">
              <a:avLst/>
            </a:prstGeom>
            <a:gradFill>
              <a:gsLst>
                <a:gs pos="0">
                  <a:srgbClr val="404141">
                    <a:alpha val="6472"/>
                  </a:srgbClr>
                </a:gs>
                <a:gs pos="14286">
                  <a:srgbClr val="404141">
                    <a:alpha val="5965"/>
                  </a:srgbClr>
                </a:gs>
                <a:gs pos="28571">
                  <a:srgbClr val="404141">
                    <a:alpha val="4663"/>
                  </a:srgbClr>
                </a:gs>
                <a:gs pos="42857">
                  <a:srgbClr val="404141">
                    <a:alpha val="3084"/>
                  </a:srgbClr>
                </a:gs>
                <a:gs pos="57143">
                  <a:srgbClr val="404141">
                    <a:alpha val="1721"/>
                  </a:srgbClr>
                </a:gs>
                <a:gs pos="71429">
                  <a:srgbClr val="404141">
                    <a:alpha val="809"/>
                  </a:srgbClr>
                </a:gs>
                <a:gs pos="85714">
                  <a:srgbClr val="404141">
                    <a:alpha val="321"/>
                  </a:srgbClr>
                </a:gs>
                <a:gs pos="100000">
                  <a:srgbClr val="404141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10744089">
              <a:off x="3017263" y="2961180"/>
              <a:ext cx="450946" cy="236286"/>
            </a:xfrm>
            <a:prstGeom prst="ellipse">
              <a:avLst/>
            </a:prstGeom>
            <a:gradFill>
              <a:gsLst>
                <a:gs pos="0">
                  <a:srgbClr val="626362">
                    <a:alpha val="2378"/>
                  </a:srgbClr>
                </a:gs>
                <a:gs pos="14286">
                  <a:srgbClr val="626362">
                    <a:alpha val="2187"/>
                  </a:srgbClr>
                </a:gs>
                <a:gs pos="28571">
                  <a:srgbClr val="626362">
                    <a:alpha val="1703"/>
                  </a:srgbClr>
                </a:gs>
                <a:gs pos="42857">
                  <a:srgbClr val="626362">
                    <a:alpha val="1120"/>
                  </a:srgbClr>
                </a:gs>
                <a:gs pos="57143">
                  <a:srgbClr val="626362">
                    <a:alpha val="622"/>
                  </a:srgbClr>
                </a:gs>
                <a:gs pos="71429">
                  <a:srgbClr val="626362">
                    <a:alpha val="292"/>
                  </a:srgbClr>
                </a:gs>
                <a:gs pos="85714">
                  <a:srgbClr val="626362">
                    <a:alpha val="115"/>
                  </a:srgbClr>
                </a:gs>
                <a:gs pos="100000">
                  <a:srgbClr val="626362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5939214">
              <a:off x="-18471" y="845120"/>
              <a:ext cx="377566" cy="276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5665042">
              <a:off x="342026" y="788668"/>
              <a:ext cx="575966" cy="651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10498366">
              <a:off x="3345238" y="2356021"/>
              <a:ext cx="68461" cy="17475"/>
            </a:xfrm>
            <a:prstGeom prst="ellipse">
              <a:avLst/>
            </a:prstGeom>
            <a:gradFill>
              <a:gsLst>
                <a:gs pos="0">
                  <a:srgbClr val="A0A1A1">
                    <a:alpha val="16591"/>
                  </a:srgbClr>
                </a:gs>
                <a:gs pos="14286">
                  <a:srgbClr val="A0A1A1">
                    <a:alpha val="15358"/>
                  </a:srgbClr>
                </a:gs>
                <a:gs pos="28571">
                  <a:srgbClr val="A0A1A1">
                    <a:alpha val="12143"/>
                  </a:srgbClr>
                </a:gs>
                <a:gs pos="42857">
                  <a:srgbClr val="A0A1A1">
                    <a:alpha val="8141"/>
                  </a:srgbClr>
                </a:gs>
                <a:gs pos="57143">
                  <a:srgbClr val="A0A1A1">
                    <a:alpha val="4596"/>
                  </a:srgbClr>
                </a:gs>
                <a:gs pos="71429">
                  <a:srgbClr val="A0A1A1">
                    <a:alpha val="2178"/>
                  </a:srgbClr>
                </a:gs>
                <a:gs pos="85714">
                  <a:srgbClr val="A0A1A1">
                    <a:alpha val="867"/>
                  </a:srgbClr>
                </a:gs>
                <a:gs pos="100000">
                  <a:srgbClr val="A0A1A1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8317281">
              <a:off x="2092357" y="2741336"/>
              <a:ext cx="105082" cy="81114"/>
            </a:xfrm>
            <a:prstGeom prst="ellipse">
              <a:avLst/>
            </a:prstGeom>
            <a:gradFill>
              <a:gsLst>
                <a:gs pos="0">
                  <a:srgbClr val="FFFFFF">
                    <a:alpha val="31666"/>
                  </a:srgbClr>
                </a:gs>
                <a:gs pos="14286">
                  <a:srgbClr val="FFFFFF">
                    <a:alpha val="29529"/>
                  </a:srgbClr>
                </a:gs>
                <a:gs pos="28571">
                  <a:srgbClr val="FFFFFF">
                    <a:alpha val="23794"/>
                  </a:srgbClr>
                </a:gs>
                <a:gs pos="42857">
                  <a:srgbClr val="FFFFFF">
                    <a:alpha val="16325"/>
                  </a:srgbClr>
                </a:gs>
                <a:gs pos="57143">
                  <a:srgbClr val="FFFFFF">
                    <a:alpha val="9404"/>
                  </a:srgbClr>
                </a:gs>
                <a:gs pos="71429">
                  <a:srgbClr val="FFFFFF">
                    <a:alpha val="4518"/>
                  </a:srgbClr>
                </a:gs>
                <a:gs pos="85714">
                  <a:srgbClr val="FFFFFF">
                    <a:alpha val="1811"/>
                  </a:srgbClr>
                </a:gs>
                <a:gs pos="100000">
                  <a:srgbClr val="FFFFFF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5894256">
              <a:off x="-52762" y="867446"/>
              <a:ext cx="463642" cy="58267"/>
            </a:xfrm>
            <a:prstGeom prst="ellipse">
              <a:avLst/>
            </a:prstGeom>
            <a:gradFill>
              <a:gsLst>
                <a:gs pos="0">
                  <a:srgbClr val="1A081B">
                    <a:alpha val="32968"/>
                  </a:srgbClr>
                </a:gs>
                <a:gs pos="14286">
                  <a:srgbClr val="1A081B">
                    <a:alpha val="30764"/>
                  </a:srgbClr>
                </a:gs>
                <a:gs pos="28571">
                  <a:srgbClr val="1A081B">
                    <a:alpha val="24833"/>
                  </a:srgbClr>
                </a:gs>
                <a:gs pos="42857">
                  <a:srgbClr val="1A081B">
                    <a:alpha val="17075"/>
                  </a:srgbClr>
                </a:gs>
                <a:gs pos="57143">
                  <a:srgbClr val="1A081B">
                    <a:alpha val="9855"/>
                  </a:srgbClr>
                </a:gs>
                <a:gs pos="71429">
                  <a:srgbClr val="1A081B">
                    <a:alpha val="4740"/>
                  </a:srgbClr>
                </a:gs>
                <a:gs pos="85714">
                  <a:srgbClr val="1A081B">
                    <a:alpha val="1902"/>
                  </a:srgbClr>
                </a:gs>
                <a:gs pos="100000">
                  <a:srgbClr val="1A08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10629045">
              <a:off x="2939187" y="150991"/>
              <a:ext cx="68461" cy="17591"/>
            </a:xfrm>
            <a:prstGeom prst="ellipse">
              <a:avLst/>
            </a:prstGeom>
            <a:gradFill>
              <a:gsLst>
                <a:gs pos="0">
                  <a:srgbClr val="898989">
                    <a:alpha val="16505"/>
                  </a:srgbClr>
                </a:gs>
                <a:gs pos="14286">
                  <a:srgbClr val="898989">
                    <a:alpha val="15278"/>
                  </a:srgbClr>
                </a:gs>
                <a:gs pos="28571">
                  <a:srgbClr val="898989">
                    <a:alpha val="12079"/>
                  </a:srgbClr>
                </a:gs>
                <a:gs pos="42857">
                  <a:srgbClr val="898989">
                    <a:alpha val="8097"/>
                  </a:srgbClr>
                </a:gs>
                <a:gs pos="57143">
                  <a:srgbClr val="898989">
                    <a:alpha val="4571"/>
                  </a:srgbClr>
                </a:gs>
                <a:gs pos="71429">
                  <a:srgbClr val="898989">
                    <a:alpha val="2166"/>
                  </a:srgbClr>
                </a:gs>
                <a:gs pos="85714">
                  <a:srgbClr val="898989">
                    <a:alpha val="862"/>
                  </a:srgbClr>
                </a:gs>
                <a:gs pos="100000">
                  <a:srgbClr val="898989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6174660">
              <a:off x="1076117" y="279625"/>
              <a:ext cx="539201" cy="531898"/>
            </a:xfrm>
            <a:prstGeom prst="ellipse">
              <a:avLst/>
            </a:prstGeom>
            <a:gradFill>
              <a:gsLst>
                <a:gs pos="0">
                  <a:srgbClr val="393A38">
                    <a:alpha val="2255"/>
                  </a:srgbClr>
                </a:gs>
                <a:gs pos="14286">
                  <a:srgbClr val="393A38">
                    <a:alpha val="2074"/>
                  </a:srgbClr>
                </a:gs>
                <a:gs pos="28571">
                  <a:srgbClr val="393A38">
                    <a:alpha val="1614"/>
                  </a:srgbClr>
                </a:gs>
                <a:gs pos="42857">
                  <a:srgbClr val="393A38">
                    <a:alpha val="1062"/>
                  </a:srgbClr>
                </a:gs>
                <a:gs pos="57143">
                  <a:srgbClr val="393A38">
                    <a:alpha val="590"/>
                  </a:srgbClr>
                </a:gs>
                <a:gs pos="71429">
                  <a:srgbClr val="393A38">
                    <a:alpha val="277"/>
                  </a:srgbClr>
                </a:gs>
                <a:gs pos="85714">
                  <a:srgbClr val="393A38">
                    <a:alpha val="109"/>
                  </a:srgbClr>
                </a:gs>
                <a:gs pos="100000">
                  <a:srgbClr val="393A38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5558215">
              <a:off x="825620" y="889769"/>
              <a:ext cx="532783" cy="42292"/>
            </a:xfrm>
            <a:prstGeom prst="ellipse">
              <a:avLst/>
            </a:prstGeom>
            <a:gradFill>
              <a:gsLst>
                <a:gs pos="0">
                  <a:srgbClr val="FDFBFC">
                    <a:alpha val="32934"/>
                  </a:srgbClr>
                </a:gs>
                <a:gs pos="14286">
                  <a:srgbClr val="FDFBFC">
                    <a:alpha val="30731"/>
                  </a:srgbClr>
                </a:gs>
                <a:gs pos="28571">
                  <a:srgbClr val="FDFBFC">
                    <a:alpha val="24805"/>
                  </a:srgbClr>
                </a:gs>
                <a:gs pos="42857">
                  <a:srgbClr val="FDFBFC">
                    <a:alpha val="17055"/>
                  </a:srgbClr>
                </a:gs>
                <a:gs pos="57143">
                  <a:srgbClr val="FDFBFC">
                    <a:alpha val="9843"/>
                  </a:srgbClr>
                </a:gs>
                <a:gs pos="71429">
                  <a:srgbClr val="FDFBFC">
                    <a:alpha val="4734"/>
                  </a:srgbClr>
                </a:gs>
                <a:gs pos="85714">
                  <a:srgbClr val="FDFBFC">
                    <a:alpha val="1900"/>
                  </a:srgbClr>
                </a:gs>
                <a:gs pos="100000">
                  <a:srgbClr val="FD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8476983">
              <a:off x="1767164" y="2746953"/>
              <a:ext cx="68461" cy="17403"/>
            </a:xfrm>
            <a:prstGeom prst="ellipse">
              <a:avLst/>
            </a:prstGeom>
            <a:gradFill>
              <a:gsLst>
                <a:gs pos="0">
                  <a:srgbClr val="9C9C9C">
                    <a:alpha val="16644"/>
                  </a:srgbClr>
                </a:gs>
                <a:gs pos="14286">
                  <a:srgbClr val="9C9C9C">
                    <a:alpha val="15408"/>
                  </a:srgbClr>
                </a:gs>
                <a:gs pos="28571">
                  <a:srgbClr val="9C9C9C">
                    <a:alpha val="12184"/>
                  </a:srgbClr>
                </a:gs>
                <a:gs pos="42857">
                  <a:srgbClr val="9C9C9C">
                    <a:alpha val="8169"/>
                  </a:srgbClr>
                </a:gs>
                <a:gs pos="57143">
                  <a:srgbClr val="9C9C9C">
                    <a:alpha val="4612"/>
                  </a:srgbClr>
                </a:gs>
                <a:gs pos="71429">
                  <a:srgbClr val="9C9C9C">
                    <a:alpha val="2186"/>
                  </a:srgbClr>
                </a:gs>
                <a:gs pos="85714">
                  <a:srgbClr val="9C9C9C">
                    <a:alpha val="870"/>
                  </a:srgbClr>
                </a:gs>
                <a:gs pos="100000">
                  <a:srgbClr val="9C9C9C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-10510700">
              <a:off x="978956" y="1259943"/>
              <a:ext cx="121976" cy="60799"/>
            </a:xfrm>
            <a:prstGeom prst="ellipse">
              <a:avLst/>
            </a:prstGeom>
            <a:gradFill>
              <a:gsLst>
                <a:gs pos="0">
                  <a:srgbClr val="FAFAF9">
                    <a:alpha val="22112"/>
                  </a:srgbClr>
                </a:gs>
                <a:gs pos="14286">
                  <a:srgbClr val="FAFAF9">
                    <a:alpha val="20521"/>
                  </a:srgbClr>
                </a:gs>
                <a:gs pos="28571">
                  <a:srgbClr val="FAFAF9">
                    <a:alpha val="16334"/>
                  </a:srgbClr>
                </a:gs>
                <a:gs pos="42857">
                  <a:srgbClr val="FAFAF9">
                    <a:alpha val="11039"/>
                  </a:srgbClr>
                </a:gs>
                <a:gs pos="57143">
                  <a:srgbClr val="FAFAF9">
                    <a:alpha val="6276"/>
                  </a:srgbClr>
                </a:gs>
                <a:gs pos="71429">
                  <a:srgbClr val="FAFAF9">
                    <a:alpha val="2988"/>
                  </a:srgbClr>
                </a:gs>
                <a:gs pos="85714">
                  <a:srgbClr val="FAFAF9">
                    <a:alpha val="1193"/>
                  </a:srgbClr>
                </a:gs>
                <a:gs pos="100000">
                  <a:srgbClr val="FAFAF9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10682920">
              <a:off x="3124080" y="917254"/>
              <a:ext cx="305102" cy="62534"/>
            </a:xfrm>
            <a:prstGeom prst="ellipse">
              <a:avLst/>
            </a:prstGeom>
            <a:gradFill>
              <a:gsLst>
                <a:gs pos="0">
                  <a:srgbClr val="FAF9FA">
                    <a:alpha val="32968"/>
                  </a:srgbClr>
                </a:gs>
                <a:gs pos="14286">
                  <a:srgbClr val="FAF9FA">
                    <a:alpha val="30764"/>
                  </a:srgbClr>
                </a:gs>
                <a:gs pos="28571">
                  <a:srgbClr val="FAF9FA">
                    <a:alpha val="24833"/>
                  </a:srgbClr>
                </a:gs>
                <a:gs pos="42857">
                  <a:srgbClr val="FAF9FA">
                    <a:alpha val="17075"/>
                  </a:srgbClr>
                </a:gs>
                <a:gs pos="57143">
                  <a:srgbClr val="FAF9FA">
                    <a:alpha val="9855"/>
                  </a:srgbClr>
                </a:gs>
                <a:gs pos="71429">
                  <a:srgbClr val="FAF9FA">
                    <a:alpha val="4740"/>
                  </a:srgbClr>
                </a:gs>
                <a:gs pos="85714">
                  <a:srgbClr val="FAF9FA">
                    <a:alpha val="1902"/>
                  </a:srgbClr>
                </a:gs>
                <a:gs pos="100000">
                  <a:srgbClr val="FAF9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4878194">
              <a:off x="103615" y="2408887"/>
              <a:ext cx="755665" cy="202090"/>
            </a:xfrm>
            <a:prstGeom prst="ellipse">
              <a:avLst/>
            </a:prstGeom>
            <a:gradFill>
              <a:gsLst>
                <a:gs pos="0">
                  <a:srgbClr val="626261">
                    <a:alpha val="8253"/>
                  </a:srgbClr>
                </a:gs>
                <a:gs pos="14286">
                  <a:srgbClr val="626261">
                    <a:alpha val="7612"/>
                  </a:srgbClr>
                </a:gs>
                <a:gs pos="28571">
                  <a:srgbClr val="626261">
                    <a:alpha val="5962"/>
                  </a:srgbClr>
                </a:gs>
                <a:gs pos="42857">
                  <a:srgbClr val="626261">
                    <a:alpha val="3952"/>
                  </a:srgbClr>
                </a:gs>
                <a:gs pos="57143">
                  <a:srgbClr val="626261">
                    <a:alpha val="2209"/>
                  </a:srgbClr>
                </a:gs>
                <a:gs pos="71429">
                  <a:srgbClr val="626261">
                    <a:alpha val="1040"/>
                  </a:srgbClr>
                </a:gs>
                <a:gs pos="85714">
                  <a:srgbClr val="626261">
                    <a:alpha val="413"/>
                  </a:srgbClr>
                </a:gs>
                <a:gs pos="100000">
                  <a:srgbClr val="626261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4849698">
              <a:off x="2535699" y="919980"/>
              <a:ext cx="383585" cy="51682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5603280">
              <a:off x="456948" y="2653301"/>
              <a:ext cx="533877" cy="64029"/>
            </a:xfrm>
            <a:prstGeom prst="ellipse">
              <a:avLst/>
            </a:prstGeom>
            <a:gradFill>
              <a:gsLst>
                <a:gs pos="0">
                  <a:srgbClr val="FBFCFB">
                    <a:alpha val="32968"/>
                  </a:srgbClr>
                </a:gs>
                <a:gs pos="14286">
                  <a:srgbClr val="FBFCFB">
                    <a:alpha val="30764"/>
                  </a:srgbClr>
                </a:gs>
                <a:gs pos="28571">
                  <a:srgbClr val="FBFCFB">
                    <a:alpha val="24833"/>
                  </a:srgbClr>
                </a:gs>
                <a:gs pos="42857">
                  <a:srgbClr val="FBFCFB">
                    <a:alpha val="17075"/>
                  </a:srgbClr>
                </a:gs>
                <a:gs pos="57143">
                  <a:srgbClr val="FBFCFB">
                    <a:alpha val="9855"/>
                  </a:srgbClr>
                </a:gs>
                <a:gs pos="71429">
                  <a:srgbClr val="FBFCFB">
                    <a:alpha val="4740"/>
                  </a:srgbClr>
                </a:gs>
                <a:gs pos="85714">
                  <a:srgbClr val="FBFCFB">
                    <a:alpha val="1902"/>
                  </a:srgbClr>
                </a:gs>
                <a:gs pos="100000">
                  <a:srgbClr val="FBFC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5050846">
              <a:off x="1436107" y="2702849"/>
              <a:ext cx="285151" cy="41579"/>
            </a:xfrm>
            <a:prstGeom prst="ellipse">
              <a:avLst/>
            </a:prstGeom>
            <a:gradFill>
              <a:gsLst>
                <a:gs pos="0">
                  <a:srgbClr val="F7F6F6">
                    <a:alpha val="32658"/>
                  </a:srgbClr>
                </a:gs>
                <a:gs pos="14286">
                  <a:srgbClr val="F7F6F6">
                    <a:alpha val="30469"/>
                  </a:srgbClr>
                </a:gs>
                <a:gs pos="28571">
                  <a:srgbClr val="F7F6F6">
                    <a:alpha val="24585"/>
                  </a:srgbClr>
                </a:gs>
                <a:gs pos="42857">
                  <a:srgbClr val="F7F6F6">
                    <a:alpha val="16896"/>
                  </a:srgbClr>
                </a:gs>
                <a:gs pos="57143">
                  <a:srgbClr val="F7F6F6">
                    <a:alpha val="9747"/>
                  </a:srgbClr>
                </a:gs>
                <a:gs pos="71429">
                  <a:srgbClr val="F7F6F6">
                    <a:alpha val="4687"/>
                  </a:srgbClr>
                </a:gs>
                <a:gs pos="85714">
                  <a:srgbClr val="F7F6F6">
                    <a:alpha val="1880"/>
                  </a:srgbClr>
                </a:gs>
                <a:gs pos="100000">
                  <a:srgbClr val="F7F6F6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5854120">
              <a:off x="839301" y="225426"/>
              <a:ext cx="162416" cy="301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4100132">
              <a:off x="2501653" y="287313"/>
              <a:ext cx="304366" cy="174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-10753192">
              <a:off x="3538955" y="21952"/>
              <a:ext cx="68035" cy="17009"/>
            </a:xfrm>
            <a:prstGeom prst="ellipse">
              <a:avLst/>
            </a:prstGeom>
            <a:gradFill>
              <a:gsLst>
                <a:gs pos="0">
                  <a:srgbClr val="666666">
                    <a:alpha val="16935"/>
                  </a:srgbClr>
                </a:gs>
                <a:gs pos="14286">
                  <a:srgbClr val="666666">
                    <a:alpha val="15679"/>
                  </a:srgbClr>
                </a:gs>
                <a:gs pos="28571">
                  <a:srgbClr val="666666">
                    <a:alpha val="12402"/>
                  </a:srgbClr>
                </a:gs>
                <a:gs pos="42857">
                  <a:srgbClr val="666666">
                    <a:alpha val="8319"/>
                  </a:srgbClr>
                </a:gs>
                <a:gs pos="57143">
                  <a:srgbClr val="666666">
                    <a:alpha val="4699"/>
                  </a:srgbClr>
                </a:gs>
                <a:gs pos="71429">
                  <a:srgbClr val="666666">
                    <a:alpha val="2228"/>
                  </a:srgbClr>
                </a:gs>
                <a:gs pos="85714">
                  <a:srgbClr val="666666">
                    <a:alpha val="887"/>
                  </a:srgbClr>
                </a:gs>
                <a:gs pos="100000">
                  <a:srgbClr val="666666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5073548">
              <a:off x="3204032" y="2903364"/>
              <a:ext cx="642481" cy="123527"/>
            </a:xfrm>
            <a:prstGeom prst="ellipse">
              <a:avLst/>
            </a:prstGeom>
            <a:gradFill>
              <a:gsLst>
                <a:gs pos="0">
                  <a:srgbClr val="000000">
                    <a:alpha val="21297"/>
                  </a:srgbClr>
                </a:gs>
                <a:gs pos="14286">
                  <a:srgbClr val="000000">
                    <a:alpha val="19758"/>
                  </a:srgbClr>
                </a:gs>
                <a:gs pos="28571">
                  <a:srgbClr val="000000">
                    <a:alpha val="15710"/>
                  </a:srgbClr>
                </a:gs>
                <a:gs pos="42857">
                  <a:srgbClr val="000000">
                    <a:alpha val="10605"/>
                  </a:srgbClr>
                </a:gs>
                <a:gs pos="57143">
                  <a:srgbClr val="000000">
                    <a:alpha val="6023"/>
                  </a:srgbClr>
                </a:gs>
                <a:gs pos="71429">
                  <a:srgbClr val="000000">
                    <a:alpha val="2866"/>
                  </a:srgbClr>
                </a:gs>
                <a:gs pos="85714">
                  <a:srgbClr val="000000">
                    <a:alpha val="1143"/>
                  </a:srgbClr>
                </a:gs>
                <a:gs pos="100000">
                  <a:srgbClr val="0000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4426651">
              <a:off x="2760756" y="508956"/>
              <a:ext cx="715703" cy="167324"/>
            </a:xfrm>
            <a:prstGeom prst="ellipse">
              <a:avLst/>
            </a:prstGeom>
            <a:gradFill>
              <a:gsLst>
                <a:gs pos="0">
                  <a:srgbClr val="030000">
                    <a:alpha val="7917"/>
                  </a:srgbClr>
                </a:gs>
                <a:gs pos="14286">
                  <a:srgbClr val="030000">
                    <a:alpha val="7300"/>
                  </a:srgbClr>
                </a:gs>
                <a:gs pos="28571">
                  <a:srgbClr val="030000">
                    <a:alpha val="5716"/>
                  </a:srgbClr>
                </a:gs>
                <a:gs pos="42857">
                  <a:srgbClr val="030000">
                    <a:alpha val="3787"/>
                  </a:srgbClr>
                </a:gs>
                <a:gs pos="57143">
                  <a:srgbClr val="030000">
                    <a:alpha val="2116"/>
                  </a:srgbClr>
                </a:gs>
                <a:gs pos="71429">
                  <a:srgbClr val="030000">
                    <a:alpha val="996"/>
                  </a:srgbClr>
                </a:gs>
                <a:gs pos="85714">
                  <a:srgbClr val="030000">
                    <a:alpha val="395"/>
                  </a:srgbClr>
                </a:gs>
                <a:gs pos="100000">
                  <a:srgbClr val="0300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4027626">
              <a:off x="1188411" y="1867052"/>
              <a:ext cx="767177" cy="211679"/>
            </a:xfrm>
            <a:prstGeom prst="ellipse">
              <a:avLst/>
            </a:prstGeom>
            <a:gradFill>
              <a:gsLst>
                <a:gs pos="0">
                  <a:srgbClr val="2E2F30">
                    <a:alpha val="5908"/>
                  </a:srgbClr>
                </a:gs>
                <a:gs pos="14286">
                  <a:srgbClr val="2E2F30">
                    <a:alpha val="5443"/>
                  </a:srgbClr>
                </a:gs>
                <a:gs pos="28571">
                  <a:srgbClr val="2E2F30">
                    <a:alpha val="4253"/>
                  </a:srgbClr>
                </a:gs>
                <a:gs pos="42857">
                  <a:srgbClr val="2E2F30">
                    <a:alpha val="2810"/>
                  </a:srgbClr>
                </a:gs>
                <a:gs pos="57143">
                  <a:srgbClr val="2E2F30">
                    <a:alpha val="1567"/>
                  </a:srgbClr>
                </a:gs>
                <a:gs pos="71429">
                  <a:srgbClr val="2E2F30">
                    <a:alpha val="737"/>
                  </a:srgbClr>
                </a:gs>
                <a:gs pos="85714">
                  <a:srgbClr val="2E2F30">
                    <a:alpha val="292"/>
                  </a:srgbClr>
                </a:gs>
                <a:gs pos="100000">
                  <a:srgbClr val="2E2F30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4812160">
              <a:off x="2998216" y="1477084"/>
              <a:ext cx="551710" cy="57870"/>
            </a:xfrm>
            <a:prstGeom prst="ellipse">
              <a:avLst/>
            </a:prstGeom>
            <a:gradFill>
              <a:gsLst>
                <a:gs pos="0">
                  <a:srgbClr val="CBCBCC">
                    <a:alpha val="32968"/>
                  </a:srgbClr>
                </a:gs>
                <a:gs pos="14286">
                  <a:srgbClr val="CBCBCC">
                    <a:alpha val="30764"/>
                  </a:srgbClr>
                </a:gs>
                <a:gs pos="28571">
                  <a:srgbClr val="CBCBCC">
                    <a:alpha val="24833"/>
                  </a:srgbClr>
                </a:gs>
                <a:gs pos="42857">
                  <a:srgbClr val="CBCBCC">
                    <a:alpha val="17075"/>
                  </a:srgbClr>
                </a:gs>
                <a:gs pos="57143">
                  <a:srgbClr val="CBCBCC">
                    <a:alpha val="9855"/>
                  </a:srgbClr>
                </a:gs>
                <a:gs pos="71429">
                  <a:srgbClr val="CBCBCC">
                    <a:alpha val="4740"/>
                  </a:srgbClr>
                </a:gs>
                <a:gs pos="85714">
                  <a:srgbClr val="CBCBCC">
                    <a:alpha val="1902"/>
                  </a:srgbClr>
                </a:gs>
                <a:gs pos="100000">
                  <a:srgbClr val="CBCB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-10559158">
              <a:off x="3571430" y="3259"/>
              <a:ext cx="56754" cy="14189"/>
            </a:xfrm>
            <a:prstGeom prst="ellipse">
              <a:avLst/>
            </a:prstGeom>
            <a:gradFill>
              <a:gsLst>
                <a:gs pos="0">
                  <a:srgbClr val="ADADAD">
                    <a:alpha val="18985"/>
                  </a:srgbClr>
                </a:gs>
                <a:gs pos="14286">
                  <a:srgbClr val="ADADAD">
                    <a:alpha val="17593"/>
                  </a:srgbClr>
                </a:gs>
                <a:gs pos="28571">
                  <a:srgbClr val="ADADAD">
                    <a:alpha val="13950"/>
                  </a:srgbClr>
                </a:gs>
                <a:gs pos="42857">
                  <a:srgbClr val="ADADAD">
                    <a:alpha val="9385"/>
                  </a:srgbClr>
                </a:gs>
                <a:gs pos="57143">
                  <a:srgbClr val="ADADAD">
                    <a:alpha val="5314"/>
                  </a:srgbClr>
                </a:gs>
                <a:gs pos="71429">
                  <a:srgbClr val="ADADAD">
                    <a:alpha val="2524"/>
                  </a:srgbClr>
                </a:gs>
                <a:gs pos="85714">
                  <a:srgbClr val="ADADAD">
                    <a:alpha val="1006"/>
                  </a:srgbClr>
                </a:gs>
                <a:gs pos="100000">
                  <a:srgbClr val="ADADAD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4950253">
              <a:off x="2447539" y="337710"/>
              <a:ext cx="465545" cy="24778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540091">
              <a:off x="1729086" y="391115"/>
              <a:ext cx="74884" cy="500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9834177">
              <a:off x="3607636" y="-4757"/>
              <a:ext cx="57455" cy="14364"/>
            </a:xfrm>
            <a:prstGeom prst="ellipse">
              <a:avLst/>
            </a:prstGeom>
            <a:gradFill>
              <a:gsLst>
                <a:gs pos="0">
                  <a:srgbClr val="BBBBBB">
                    <a:alpha val="18859"/>
                  </a:srgbClr>
                </a:gs>
                <a:gs pos="14286">
                  <a:srgbClr val="BBBBBB">
                    <a:alpha val="17476"/>
                  </a:srgbClr>
                </a:gs>
                <a:gs pos="28571">
                  <a:srgbClr val="BBBBBB">
                    <a:alpha val="13855"/>
                  </a:srgbClr>
                </a:gs>
                <a:gs pos="42857">
                  <a:srgbClr val="BBBBBB">
                    <a:alpha val="9319"/>
                  </a:srgbClr>
                </a:gs>
                <a:gs pos="57143">
                  <a:srgbClr val="BBBBBB">
                    <a:alpha val="5276"/>
                  </a:srgbClr>
                </a:gs>
                <a:gs pos="71429">
                  <a:srgbClr val="BBBBBB">
                    <a:alpha val="2505"/>
                  </a:srgbClr>
                </a:gs>
                <a:gs pos="85714">
                  <a:srgbClr val="BBBBBB">
                    <a:alpha val="998"/>
                  </a:srgbClr>
                </a:gs>
                <a:gs pos="100000">
                  <a:srgbClr val="BBBBBB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10628820">
              <a:off x="1551419" y="392852"/>
              <a:ext cx="150213" cy="509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10465178">
              <a:off x="1260435" y="3558038"/>
              <a:ext cx="185013" cy="69709"/>
            </a:xfrm>
            <a:prstGeom prst="ellipse">
              <a:avLst/>
            </a:prstGeom>
            <a:gradFill>
              <a:gsLst>
                <a:gs pos="0">
                  <a:srgbClr val="C4C4C5">
                    <a:alpha val="32968"/>
                  </a:srgbClr>
                </a:gs>
                <a:gs pos="14286">
                  <a:srgbClr val="C4C4C5">
                    <a:alpha val="30764"/>
                  </a:srgbClr>
                </a:gs>
                <a:gs pos="28571">
                  <a:srgbClr val="C4C4C5">
                    <a:alpha val="24833"/>
                  </a:srgbClr>
                </a:gs>
                <a:gs pos="42857">
                  <a:srgbClr val="C4C4C5">
                    <a:alpha val="17075"/>
                  </a:srgbClr>
                </a:gs>
                <a:gs pos="57143">
                  <a:srgbClr val="C4C4C5">
                    <a:alpha val="9855"/>
                  </a:srgbClr>
                </a:gs>
                <a:gs pos="71429">
                  <a:srgbClr val="C4C4C5">
                    <a:alpha val="4740"/>
                  </a:srgbClr>
                </a:gs>
                <a:gs pos="85714">
                  <a:srgbClr val="C4C4C5">
                    <a:alpha val="1902"/>
                  </a:srgbClr>
                </a:gs>
                <a:gs pos="100000">
                  <a:srgbClr val="C4C4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4786131">
              <a:off x="2646525" y="1266007"/>
              <a:ext cx="250501" cy="479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020101">
              <a:off x="1828400" y="1119275"/>
              <a:ext cx="950735" cy="1040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3771997">
              <a:off x="2904799" y="1298002"/>
              <a:ext cx="714906" cy="162989"/>
            </a:xfrm>
            <a:prstGeom prst="ellipse">
              <a:avLst/>
            </a:prstGeom>
            <a:gradFill>
              <a:gsLst>
                <a:gs pos="0">
                  <a:srgbClr val="838584">
                    <a:alpha val="12357"/>
                  </a:srgbClr>
                </a:gs>
                <a:gs pos="14286">
                  <a:srgbClr val="838584">
                    <a:alpha val="11417"/>
                  </a:srgbClr>
                </a:gs>
                <a:gs pos="28571">
                  <a:srgbClr val="838584">
                    <a:alpha val="8984"/>
                  </a:srgbClr>
                </a:gs>
                <a:gs pos="42857">
                  <a:srgbClr val="838584">
                    <a:alpha val="5987"/>
                  </a:srgbClr>
                </a:gs>
                <a:gs pos="57143">
                  <a:srgbClr val="838584">
                    <a:alpha val="3363"/>
                  </a:srgbClr>
                </a:gs>
                <a:gs pos="71429">
                  <a:srgbClr val="838584">
                    <a:alpha val="1589"/>
                  </a:srgbClr>
                </a:gs>
                <a:gs pos="85714">
                  <a:srgbClr val="838584">
                    <a:alpha val="631"/>
                  </a:srgbClr>
                </a:gs>
                <a:gs pos="100000">
                  <a:srgbClr val="838584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-10697704">
              <a:off x="3559148" y="4019"/>
              <a:ext cx="58048" cy="14512"/>
            </a:xfrm>
            <a:prstGeom prst="ellipse">
              <a:avLst/>
            </a:prstGeom>
            <a:gradFill>
              <a:gsLst>
                <a:gs pos="0">
                  <a:srgbClr val="ACACAC">
                    <a:alpha val="18752"/>
                  </a:srgbClr>
                </a:gs>
                <a:gs pos="14286">
                  <a:srgbClr val="ACACAC">
                    <a:alpha val="17376"/>
                  </a:srgbClr>
                </a:gs>
                <a:gs pos="28571">
                  <a:srgbClr val="ACACAC">
                    <a:alpha val="13774"/>
                  </a:srgbClr>
                </a:gs>
                <a:gs pos="42857">
                  <a:srgbClr val="ACACAC">
                    <a:alpha val="9263"/>
                  </a:srgbClr>
                </a:gs>
                <a:gs pos="57143">
                  <a:srgbClr val="ACACAC">
                    <a:alpha val="5244"/>
                  </a:srgbClr>
                </a:gs>
                <a:gs pos="71429">
                  <a:srgbClr val="ACACAC">
                    <a:alpha val="2490"/>
                  </a:srgbClr>
                </a:gs>
                <a:gs pos="85714">
                  <a:srgbClr val="ACACAC">
                    <a:alpha val="992"/>
                  </a:srgbClr>
                </a:gs>
                <a:gs pos="100000">
                  <a:srgbClr val="ACACAC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10340410">
              <a:off x="2437130" y="716341"/>
              <a:ext cx="314197" cy="507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4974220">
              <a:off x="2211695" y="2007187"/>
              <a:ext cx="810807" cy="1026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10599506">
              <a:off x="854634" y="924886"/>
              <a:ext cx="290271" cy="6668"/>
            </a:xfrm>
            <a:prstGeom prst="ellipse">
              <a:avLst/>
            </a:prstGeom>
            <a:gradFill>
              <a:gsLst>
                <a:gs pos="0">
                  <a:srgbClr val="FEFEFE">
                    <a:alpha val="32698"/>
                  </a:srgbClr>
                </a:gs>
                <a:gs pos="14286">
                  <a:srgbClr val="FEFEFE">
                    <a:alpha val="30508"/>
                  </a:srgbClr>
                </a:gs>
                <a:gs pos="28571">
                  <a:srgbClr val="FEFEFE">
                    <a:alpha val="24617"/>
                  </a:srgbClr>
                </a:gs>
                <a:gs pos="42857">
                  <a:srgbClr val="FEFEFE">
                    <a:alpha val="16919"/>
                  </a:srgbClr>
                </a:gs>
                <a:gs pos="57143">
                  <a:srgbClr val="FEFEFE">
                    <a:alpha val="9761"/>
                  </a:srgbClr>
                </a:gs>
                <a:gs pos="71429">
                  <a:srgbClr val="FEFEFE">
                    <a:alpha val="4694"/>
                  </a:srgbClr>
                </a:gs>
                <a:gs pos="85714">
                  <a:srgbClr val="FEFEFE">
                    <a:alpha val="1883"/>
                  </a:srgbClr>
                </a:gs>
                <a:gs pos="100000">
                  <a:srgbClr val="FEFEFE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5113388">
              <a:off x="1982254" y="2971780"/>
              <a:ext cx="850088" cy="180001"/>
            </a:xfrm>
            <a:prstGeom prst="ellipse">
              <a:avLst/>
            </a:prstGeom>
            <a:gradFill>
              <a:gsLst>
                <a:gs pos="0">
                  <a:srgbClr val="818082">
                    <a:alpha val="4878"/>
                  </a:srgbClr>
                </a:gs>
                <a:gs pos="14286">
                  <a:srgbClr val="818082">
                    <a:alpha val="4492"/>
                  </a:srgbClr>
                </a:gs>
                <a:gs pos="28571">
                  <a:srgbClr val="818082">
                    <a:alpha val="3506"/>
                  </a:srgbClr>
                </a:gs>
                <a:gs pos="42857">
                  <a:srgbClr val="818082">
                    <a:alpha val="2314"/>
                  </a:srgbClr>
                </a:gs>
                <a:gs pos="57143">
                  <a:srgbClr val="818082">
                    <a:alpha val="1289"/>
                  </a:srgbClr>
                </a:gs>
                <a:gs pos="71429">
                  <a:srgbClr val="818082">
                    <a:alpha val="605"/>
                  </a:srgbClr>
                </a:gs>
                <a:gs pos="85714">
                  <a:srgbClr val="818082">
                    <a:alpha val="240"/>
                  </a:srgbClr>
                </a:gs>
                <a:gs pos="100000">
                  <a:srgbClr val="818082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643780">
              <a:off x="116011" y="2481574"/>
              <a:ext cx="682949" cy="169343"/>
            </a:xfrm>
            <a:prstGeom prst="ellipse">
              <a:avLst/>
            </a:prstGeom>
            <a:gradFill>
              <a:gsLst>
                <a:gs pos="0">
                  <a:srgbClr val="484848">
                    <a:alpha val="10155"/>
                  </a:srgbClr>
                </a:gs>
                <a:gs pos="14286">
                  <a:srgbClr val="484848">
                    <a:alpha val="9374"/>
                  </a:srgbClr>
                </a:gs>
                <a:gs pos="28571">
                  <a:srgbClr val="484848">
                    <a:alpha val="7358"/>
                  </a:srgbClr>
                </a:gs>
                <a:gs pos="42857">
                  <a:srgbClr val="484848">
                    <a:alpha val="4889"/>
                  </a:srgbClr>
                </a:gs>
                <a:gs pos="57143">
                  <a:srgbClr val="484848">
                    <a:alpha val="2739"/>
                  </a:srgbClr>
                </a:gs>
                <a:gs pos="71429">
                  <a:srgbClr val="484848">
                    <a:alpha val="1292"/>
                  </a:srgbClr>
                </a:gs>
                <a:gs pos="85714">
                  <a:srgbClr val="484848">
                    <a:alpha val="513"/>
                  </a:srgbClr>
                </a:gs>
                <a:gs pos="100000">
                  <a:srgbClr val="484848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5787224">
              <a:off x="-79218" y="3062284"/>
              <a:ext cx="378518" cy="637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5490642">
              <a:off x="1351149" y="2433658"/>
              <a:ext cx="448552" cy="47475"/>
            </a:xfrm>
            <a:prstGeom prst="ellipse">
              <a:avLst/>
            </a:prstGeom>
            <a:gradFill>
              <a:gsLst>
                <a:gs pos="0">
                  <a:srgbClr val="EAE9E9">
                    <a:alpha val="32968"/>
                  </a:srgbClr>
                </a:gs>
                <a:gs pos="14286">
                  <a:srgbClr val="EAE9E9">
                    <a:alpha val="30764"/>
                  </a:srgbClr>
                </a:gs>
                <a:gs pos="28571">
                  <a:srgbClr val="EAE9E9">
                    <a:alpha val="24833"/>
                  </a:srgbClr>
                </a:gs>
                <a:gs pos="42857">
                  <a:srgbClr val="EAE9E9">
                    <a:alpha val="17075"/>
                  </a:srgbClr>
                </a:gs>
                <a:gs pos="57143">
                  <a:srgbClr val="EAE9E9">
                    <a:alpha val="9855"/>
                  </a:srgbClr>
                </a:gs>
                <a:gs pos="71429">
                  <a:srgbClr val="EAE9E9">
                    <a:alpha val="4740"/>
                  </a:srgbClr>
                </a:gs>
                <a:gs pos="85714">
                  <a:srgbClr val="EAE9E9">
                    <a:alpha val="1902"/>
                  </a:srgbClr>
                </a:gs>
                <a:gs pos="100000">
                  <a:srgbClr val="EA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5762890">
              <a:off x="165863" y="3546531"/>
              <a:ext cx="372064" cy="75800"/>
            </a:xfrm>
            <a:prstGeom prst="ellipse">
              <a:avLst/>
            </a:prstGeom>
            <a:gradFill>
              <a:gsLst>
                <a:gs pos="0">
                  <a:srgbClr val="F7F8F8">
                    <a:alpha val="32968"/>
                  </a:srgbClr>
                </a:gs>
                <a:gs pos="14286">
                  <a:srgbClr val="F7F8F8">
                    <a:alpha val="30764"/>
                  </a:srgbClr>
                </a:gs>
                <a:gs pos="28571">
                  <a:srgbClr val="F7F8F8">
                    <a:alpha val="24833"/>
                  </a:srgbClr>
                </a:gs>
                <a:gs pos="42857">
                  <a:srgbClr val="F7F8F8">
                    <a:alpha val="17075"/>
                  </a:srgbClr>
                </a:gs>
                <a:gs pos="57143">
                  <a:srgbClr val="F7F8F8">
                    <a:alpha val="9855"/>
                  </a:srgbClr>
                </a:gs>
                <a:gs pos="71429">
                  <a:srgbClr val="F7F8F8">
                    <a:alpha val="4740"/>
                  </a:srgbClr>
                </a:gs>
                <a:gs pos="85714">
                  <a:srgbClr val="F7F8F8">
                    <a:alpha val="1902"/>
                  </a:srgbClr>
                </a:gs>
                <a:gs pos="100000">
                  <a:srgbClr val="F7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5099600">
              <a:off x="1770400" y="1077667"/>
              <a:ext cx="107268" cy="250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5437740">
              <a:off x="1177913" y="1760708"/>
              <a:ext cx="785973" cy="125209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4865041">
              <a:off x="2928507" y="295721"/>
              <a:ext cx="854707" cy="260770"/>
            </a:xfrm>
            <a:prstGeom prst="ellipse">
              <a:avLst/>
            </a:prstGeom>
            <a:gradFill>
              <a:gsLst>
                <a:gs pos="0">
                  <a:srgbClr val="2B2E2B">
                    <a:alpha val="12379"/>
                  </a:srgbClr>
                </a:gs>
                <a:gs pos="14286">
                  <a:srgbClr val="2B2E2B">
                    <a:alpha val="11437"/>
                  </a:srgbClr>
                </a:gs>
                <a:gs pos="28571">
                  <a:srgbClr val="2B2E2B">
                    <a:alpha val="9000"/>
                  </a:srgbClr>
                </a:gs>
                <a:gs pos="42857">
                  <a:srgbClr val="2B2E2B">
                    <a:alpha val="5998"/>
                  </a:srgbClr>
                </a:gs>
                <a:gs pos="57143">
                  <a:srgbClr val="2B2E2B">
                    <a:alpha val="3369"/>
                  </a:srgbClr>
                </a:gs>
                <a:gs pos="71429">
                  <a:srgbClr val="2B2E2B">
                    <a:alpha val="1592"/>
                  </a:srgbClr>
                </a:gs>
                <a:gs pos="85714">
                  <a:srgbClr val="2B2E2B">
                    <a:alpha val="632"/>
                  </a:srgbClr>
                </a:gs>
                <a:gs pos="100000">
                  <a:srgbClr val="2B2E2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4740100">
              <a:off x="3288983" y="2076775"/>
              <a:ext cx="682731" cy="185749"/>
            </a:xfrm>
            <a:prstGeom prst="ellipse">
              <a:avLst/>
            </a:prstGeom>
            <a:gradFill>
              <a:gsLst>
                <a:gs pos="0">
                  <a:srgbClr val="5D5B5D">
                    <a:alpha val="10320"/>
                  </a:srgbClr>
                </a:gs>
                <a:gs pos="14286">
                  <a:srgbClr val="5D5B5D">
                    <a:alpha val="9527"/>
                  </a:srgbClr>
                </a:gs>
                <a:gs pos="28571">
                  <a:srgbClr val="5D5B5D">
                    <a:alpha val="7479"/>
                  </a:srgbClr>
                </a:gs>
                <a:gs pos="42857">
                  <a:srgbClr val="5D5B5D">
                    <a:alpha val="4971"/>
                  </a:srgbClr>
                </a:gs>
                <a:gs pos="57143">
                  <a:srgbClr val="5D5B5D">
                    <a:alpha val="2786"/>
                  </a:srgbClr>
                </a:gs>
                <a:gs pos="71429">
                  <a:srgbClr val="5D5B5D">
                    <a:alpha val="1314"/>
                  </a:srgbClr>
                </a:gs>
                <a:gs pos="85714">
                  <a:srgbClr val="5D5B5D">
                    <a:alpha val="522"/>
                  </a:srgbClr>
                </a:gs>
                <a:gs pos="100000">
                  <a:srgbClr val="5D5B5D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4726621">
              <a:off x="775133" y="808753"/>
              <a:ext cx="192185" cy="676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5454058">
              <a:off x="1438176" y="3393421"/>
              <a:ext cx="245780" cy="37031"/>
            </a:xfrm>
            <a:prstGeom prst="ellipse">
              <a:avLst/>
            </a:prstGeom>
            <a:gradFill>
              <a:gsLst>
                <a:gs pos="0">
                  <a:srgbClr val="EBECEC">
                    <a:alpha val="32919"/>
                  </a:srgbClr>
                </a:gs>
                <a:gs pos="14286">
                  <a:srgbClr val="EBECEC">
                    <a:alpha val="30717"/>
                  </a:srgbClr>
                </a:gs>
                <a:gs pos="28571">
                  <a:srgbClr val="EBECEC">
                    <a:alpha val="24794"/>
                  </a:srgbClr>
                </a:gs>
                <a:gs pos="42857">
                  <a:srgbClr val="EBECEC">
                    <a:alpha val="17047"/>
                  </a:srgbClr>
                </a:gs>
                <a:gs pos="57143">
                  <a:srgbClr val="EBECEC">
                    <a:alpha val="9838"/>
                  </a:srgbClr>
                </a:gs>
                <a:gs pos="71429">
                  <a:srgbClr val="EBECEC">
                    <a:alpha val="4732"/>
                  </a:srgbClr>
                </a:gs>
                <a:gs pos="85714">
                  <a:srgbClr val="EBECEC">
                    <a:alpha val="1899"/>
                  </a:srgbClr>
                </a:gs>
                <a:gs pos="100000">
                  <a:srgbClr val="EBECE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648904">
              <a:off x="587545" y="3401419"/>
              <a:ext cx="766243" cy="128052"/>
            </a:xfrm>
            <a:prstGeom prst="ellipse">
              <a:avLst/>
            </a:prstGeom>
            <a:gradFill>
              <a:gsLst>
                <a:gs pos="0">
                  <a:srgbClr val="000003">
                    <a:alpha val="21491"/>
                  </a:srgbClr>
                </a:gs>
                <a:gs pos="14286">
                  <a:srgbClr val="000003">
                    <a:alpha val="19939"/>
                  </a:srgbClr>
                </a:gs>
                <a:gs pos="28571">
                  <a:srgbClr val="000003">
                    <a:alpha val="15859"/>
                  </a:srgbClr>
                </a:gs>
                <a:gs pos="42857">
                  <a:srgbClr val="000003">
                    <a:alpha val="10708"/>
                  </a:srgbClr>
                </a:gs>
                <a:gs pos="57143">
                  <a:srgbClr val="000003">
                    <a:alpha val="6083"/>
                  </a:srgbClr>
                </a:gs>
                <a:gs pos="71429">
                  <a:srgbClr val="000003">
                    <a:alpha val="2895"/>
                  </a:srgbClr>
                </a:gs>
                <a:gs pos="85714">
                  <a:srgbClr val="000003">
                    <a:alpha val="1155"/>
                  </a:srgbClr>
                </a:gs>
                <a:gs pos="100000">
                  <a:srgbClr val="000003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545157">
              <a:off x="1320049" y="3297752"/>
              <a:ext cx="512239" cy="50847"/>
            </a:xfrm>
            <a:prstGeom prst="ellipse">
              <a:avLst/>
            </a:prstGeom>
            <a:gradFill>
              <a:gsLst>
                <a:gs pos="0">
                  <a:srgbClr val="EEEFEF">
                    <a:alpha val="14674"/>
                  </a:srgbClr>
                </a:gs>
                <a:gs pos="14286">
                  <a:srgbClr val="EEEFEF">
                    <a:alpha val="13572"/>
                  </a:srgbClr>
                </a:gs>
                <a:gs pos="28571">
                  <a:srgbClr val="EEEFEF">
                    <a:alpha val="10707"/>
                  </a:srgbClr>
                </a:gs>
                <a:gs pos="42857">
                  <a:srgbClr val="EEEFEF">
                    <a:alpha val="7159"/>
                  </a:srgbClr>
                </a:gs>
                <a:gs pos="57143">
                  <a:srgbClr val="EEEFEF">
                    <a:alpha val="4033"/>
                  </a:srgbClr>
                </a:gs>
                <a:gs pos="71429">
                  <a:srgbClr val="EEEFEF">
                    <a:alpha val="1908"/>
                  </a:srgbClr>
                </a:gs>
                <a:gs pos="85714">
                  <a:srgbClr val="EEEFEF">
                    <a:alpha val="759"/>
                  </a:srgbClr>
                </a:gs>
                <a:gs pos="100000">
                  <a:srgbClr val="EEEFEF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10760755">
              <a:off x="2182666" y="253943"/>
              <a:ext cx="304005" cy="536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10788627">
              <a:off x="1249774" y="3587553"/>
              <a:ext cx="354297" cy="38011"/>
            </a:xfrm>
            <a:prstGeom prst="ellipse">
              <a:avLst/>
            </a:prstGeom>
            <a:gradFill>
              <a:gsLst>
                <a:gs pos="0">
                  <a:srgbClr val="A0A0A0">
                    <a:alpha val="32691"/>
                  </a:srgbClr>
                </a:gs>
                <a:gs pos="14286">
                  <a:srgbClr val="A0A0A0">
                    <a:alpha val="30501"/>
                  </a:srgbClr>
                </a:gs>
                <a:gs pos="28571">
                  <a:srgbClr val="A0A0A0">
                    <a:alpha val="24612"/>
                  </a:srgbClr>
                </a:gs>
                <a:gs pos="42857">
                  <a:srgbClr val="A0A0A0">
                    <a:alpha val="16915"/>
                  </a:srgbClr>
                </a:gs>
                <a:gs pos="57143">
                  <a:srgbClr val="A0A0A0">
                    <a:alpha val="9758"/>
                  </a:srgbClr>
                </a:gs>
                <a:gs pos="71429">
                  <a:srgbClr val="A0A0A0">
                    <a:alpha val="4693"/>
                  </a:srgbClr>
                </a:gs>
                <a:gs pos="85714">
                  <a:srgbClr val="A0A0A0">
                    <a:alpha val="1883"/>
                  </a:srgbClr>
                </a:gs>
                <a:gs pos="100000">
                  <a:srgbClr val="A0A0A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4753881">
              <a:off x="3080534" y="1740881"/>
              <a:ext cx="992855" cy="1053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4873648">
              <a:off x="2851919" y="1868898"/>
              <a:ext cx="524545" cy="20092"/>
            </a:xfrm>
            <a:prstGeom prst="ellipse">
              <a:avLst/>
            </a:prstGeom>
            <a:gradFill>
              <a:gsLst>
                <a:gs pos="0">
                  <a:srgbClr val="0D0400">
                    <a:alpha val="32968"/>
                  </a:srgbClr>
                </a:gs>
                <a:gs pos="14286">
                  <a:srgbClr val="0D0400">
                    <a:alpha val="30764"/>
                  </a:srgbClr>
                </a:gs>
                <a:gs pos="28571">
                  <a:srgbClr val="0D0400">
                    <a:alpha val="24833"/>
                  </a:srgbClr>
                </a:gs>
                <a:gs pos="42857">
                  <a:srgbClr val="0D0400">
                    <a:alpha val="17075"/>
                  </a:srgbClr>
                </a:gs>
                <a:gs pos="57143">
                  <a:srgbClr val="0D0400">
                    <a:alpha val="9855"/>
                  </a:srgbClr>
                </a:gs>
                <a:gs pos="71429">
                  <a:srgbClr val="0D0400">
                    <a:alpha val="4740"/>
                  </a:srgbClr>
                </a:gs>
                <a:gs pos="85714">
                  <a:srgbClr val="0D0400">
                    <a:alpha val="1902"/>
                  </a:srgbClr>
                </a:gs>
                <a:gs pos="100000">
                  <a:srgbClr val="0D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6436233">
              <a:off x="1021587" y="1874585"/>
              <a:ext cx="621359" cy="164570"/>
            </a:xfrm>
            <a:prstGeom prst="ellipse">
              <a:avLst/>
            </a:prstGeom>
            <a:gradFill>
              <a:gsLst>
                <a:gs pos="0">
                  <a:srgbClr val="878787">
                    <a:alpha val="8956"/>
                  </a:srgbClr>
                </a:gs>
                <a:gs pos="14286">
                  <a:srgbClr val="878787">
                    <a:alpha val="8262"/>
                  </a:srgbClr>
                </a:gs>
                <a:gs pos="28571">
                  <a:srgbClr val="878787">
                    <a:alpha val="6476"/>
                  </a:srgbClr>
                </a:gs>
                <a:gs pos="42857">
                  <a:srgbClr val="878787">
                    <a:alpha val="4297"/>
                  </a:srgbClr>
                </a:gs>
                <a:gs pos="57143">
                  <a:srgbClr val="878787">
                    <a:alpha val="2404"/>
                  </a:srgbClr>
                </a:gs>
                <a:gs pos="71429">
                  <a:srgbClr val="878787">
                    <a:alpha val="1133"/>
                  </a:srgbClr>
                </a:gs>
                <a:gs pos="85714">
                  <a:srgbClr val="878787">
                    <a:alpha val="449"/>
                  </a:srgbClr>
                </a:gs>
                <a:gs pos="100000">
                  <a:srgbClr val="878787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393607">
              <a:off x="1263551" y="838724"/>
              <a:ext cx="137393" cy="480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5024611">
              <a:off x="2807076" y="1343354"/>
              <a:ext cx="395526" cy="16173"/>
            </a:xfrm>
            <a:prstGeom prst="ellipse">
              <a:avLst/>
            </a:prstGeom>
            <a:gradFill>
              <a:gsLst>
                <a:gs pos="0">
                  <a:srgbClr val="D6D7D8">
                    <a:alpha val="25785"/>
                  </a:srgbClr>
                </a:gs>
                <a:gs pos="14286">
                  <a:srgbClr val="D6D7D8">
                    <a:alpha val="23973"/>
                  </a:srgbClr>
                </a:gs>
                <a:gs pos="28571">
                  <a:srgbClr val="D6D7D8">
                    <a:alpha val="19169"/>
                  </a:srgbClr>
                </a:gs>
                <a:gs pos="42857">
                  <a:srgbClr val="D6D7D8">
                    <a:alpha val="13028"/>
                  </a:srgbClr>
                </a:gs>
                <a:gs pos="57143">
                  <a:srgbClr val="D6D7D8">
                    <a:alpha val="7443"/>
                  </a:srgbClr>
                </a:gs>
                <a:gs pos="71429">
                  <a:srgbClr val="D6D7D8">
                    <a:alpha val="3556"/>
                  </a:srgbClr>
                </a:gs>
                <a:gs pos="85714">
                  <a:srgbClr val="D6D7D8">
                    <a:alpha val="1421"/>
                  </a:srgbClr>
                </a:gs>
                <a:gs pos="100000">
                  <a:srgbClr val="D6D7D8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302344">
              <a:off x="1878955" y="1645667"/>
              <a:ext cx="405910" cy="449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3627612">
              <a:off x="2863960" y="1295246"/>
              <a:ext cx="751091" cy="164994"/>
            </a:xfrm>
            <a:prstGeom prst="ellipse">
              <a:avLst/>
            </a:prstGeom>
            <a:gradFill>
              <a:gsLst>
                <a:gs pos="0">
                  <a:srgbClr val="353538">
                    <a:alpha val="8216"/>
                  </a:srgbClr>
                </a:gs>
                <a:gs pos="14286">
                  <a:srgbClr val="353538">
                    <a:alpha val="7577"/>
                  </a:srgbClr>
                </a:gs>
                <a:gs pos="28571">
                  <a:srgbClr val="353538">
                    <a:alpha val="5935"/>
                  </a:srgbClr>
                </a:gs>
                <a:gs pos="42857">
                  <a:srgbClr val="353538">
                    <a:alpha val="3934"/>
                  </a:srgbClr>
                </a:gs>
                <a:gs pos="57143">
                  <a:srgbClr val="353538">
                    <a:alpha val="2199"/>
                  </a:srgbClr>
                </a:gs>
                <a:gs pos="71429">
                  <a:srgbClr val="353538">
                    <a:alpha val="1035"/>
                  </a:srgbClr>
                </a:gs>
                <a:gs pos="85714">
                  <a:srgbClr val="353538">
                    <a:alpha val="411"/>
                  </a:srgbClr>
                </a:gs>
                <a:gs pos="100000">
                  <a:srgbClr val="353538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052183">
              <a:off x="2888867" y="3169446"/>
              <a:ext cx="233999" cy="76259"/>
            </a:xfrm>
            <a:prstGeom prst="ellipse">
              <a:avLst/>
            </a:prstGeom>
            <a:gradFill>
              <a:gsLst>
                <a:gs pos="0">
                  <a:srgbClr val="B7B7B8">
                    <a:alpha val="32968"/>
                  </a:srgbClr>
                </a:gs>
                <a:gs pos="14286">
                  <a:srgbClr val="B7B7B8">
                    <a:alpha val="30764"/>
                  </a:srgbClr>
                </a:gs>
                <a:gs pos="28571">
                  <a:srgbClr val="B7B7B8">
                    <a:alpha val="24833"/>
                  </a:srgbClr>
                </a:gs>
                <a:gs pos="42857">
                  <a:srgbClr val="B7B7B8">
                    <a:alpha val="17075"/>
                  </a:srgbClr>
                </a:gs>
                <a:gs pos="57143">
                  <a:srgbClr val="B7B7B8">
                    <a:alpha val="9855"/>
                  </a:srgbClr>
                </a:gs>
                <a:gs pos="71429">
                  <a:srgbClr val="B7B7B8">
                    <a:alpha val="4740"/>
                  </a:srgbClr>
                </a:gs>
                <a:gs pos="85714">
                  <a:srgbClr val="B7B7B8">
                    <a:alpha val="1902"/>
                  </a:srgbClr>
                </a:gs>
                <a:gs pos="100000">
                  <a:srgbClr val="B7B7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5464439">
              <a:off x="1028696" y="2399165"/>
              <a:ext cx="561031" cy="241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343424">
              <a:off x="2014673" y="925903"/>
              <a:ext cx="68461" cy="18367"/>
            </a:xfrm>
            <a:prstGeom prst="ellipse">
              <a:avLst/>
            </a:prstGeom>
            <a:gradFill>
              <a:gsLst>
                <a:gs pos="0">
                  <a:srgbClr val="9B9B9B">
                    <a:alpha val="15929"/>
                  </a:srgbClr>
                </a:gs>
                <a:gs pos="14286">
                  <a:srgbClr val="9B9B9B">
                    <a:alpha val="14741"/>
                  </a:srgbClr>
                </a:gs>
                <a:gs pos="28571">
                  <a:srgbClr val="9B9B9B">
                    <a:alpha val="11646"/>
                  </a:srgbClr>
                </a:gs>
                <a:gs pos="42857">
                  <a:srgbClr val="9B9B9B">
                    <a:alpha val="7801"/>
                  </a:srgbClr>
                </a:gs>
                <a:gs pos="57143">
                  <a:srgbClr val="9B9B9B">
                    <a:alpha val="4400"/>
                  </a:srgbClr>
                </a:gs>
                <a:gs pos="71429">
                  <a:srgbClr val="9B9B9B">
                    <a:alpha val="2085"/>
                  </a:srgbClr>
                </a:gs>
                <a:gs pos="85714">
                  <a:srgbClr val="9B9B9B">
                    <a:alpha val="830"/>
                  </a:srgbClr>
                </a:gs>
                <a:gs pos="100000">
                  <a:srgbClr val="9B9B9B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-22819" y="1654890"/>
              <a:ext cx="45639" cy="45639"/>
            </a:xfrm>
            <a:prstGeom prst="ellipse">
              <a:avLst/>
            </a:prstGeom>
            <a:gradFill>
              <a:gsLst>
                <a:gs pos="0">
                  <a:srgbClr val="A7A7A7">
                    <a:alpha val="17609"/>
                  </a:srgbClr>
                </a:gs>
                <a:gs pos="14286">
                  <a:srgbClr val="A7A7A7">
                    <a:alpha val="16308"/>
                  </a:srgbClr>
                </a:gs>
                <a:gs pos="28571">
                  <a:srgbClr val="A7A7A7">
                    <a:alpha val="12910"/>
                  </a:srgbClr>
                </a:gs>
                <a:gs pos="42857">
                  <a:srgbClr val="A7A7A7">
                    <a:alpha val="8668"/>
                  </a:srgbClr>
                </a:gs>
                <a:gs pos="57143">
                  <a:srgbClr val="A7A7A7">
                    <a:alpha val="4900"/>
                  </a:srgbClr>
                </a:gs>
                <a:gs pos="71429">
                  <a:srgbClr val="A7A7A7">
                    <a:alpha val="2324"/>
                  </a:srgbClr>
                </a:gs>
                <a:gs pos="85714">
                  <a:srgbClr val="A7A7A7">
                    <a:alpha val="926"/>
                  </a:srgbClr>
                </a:gs>
                <a:gs pos="100000">
                  <a:srgbClr val="A7A7A7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482115">
              <a:off x="2520829" y="3542678"/>
              <a:ext cx="288301" cy="90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585741">
              <a:off x="649573" y="2152856"/>
              <a:ext cx="759007" cy="198800"/>
            </a:xfrm>
            <a:prstGeom prst="ellipse">
              <a:avLst/>
            </a:prstGeom>
            <a:gradFill>
              <a:gsLst>
                <a:gs pos="0">
                  <a:srgbClr val="8A8B8A">
                    <a:alpha val="8133"/>
                  </a:srgbClr>
                </a:gs>
                <a:gs pos="14286">
                  <a:srgbClr val="8A8B8A">
                    <a:alpha val="7501"/>
                  </a:srgbClr>
                </a:gs>
                <a:gs pos="28571">
                  <a:srgbClr val="8A8B8A">
                    <a:alpha val="5874"/>
                  </a:srgbClr>
                </a:gs>
                <a:gs pos="42857">
                  <a:srgbClr val="8A8B8A">
                    <a:alpha val="3893"/>
                  </a:srgbClr>
                </a:gs>
                <a:gs pos="57143">
                  <a:srgbClr val="8A8B8A">
                    <a:alpha val="2176"/>
                  </a:srgbClr>
                </a:gs>
                <a:gs pos="71429">
                  <a:srgbClr val="8A8B8A">
                    <a:alpha val="1025"/>
                  </a:srgbClr>
                </a:gs>
                <a:gs pos="85714">
                  <a:srgbClr val="8A8B8A">
                    <a:alpha val="406"/>
                  </a:srgbClr>
                </a:gs>
                <a:gs pos="100000">
                  <a:srgbClr val="8A8B8A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541526">
              <a:off x="2814341" y="2934231"/>
              <a:ext cx="819232" cy="221735"/>
            </a:xfrm>
            <a:prstGeom prst="ellipse">
              <a:avLst/>
            </a:prstGeom>
            <a:gradFill>
              <a:gsLst>
                <a:gs pos="0">
                  <a:srgbClr val="525352">
                    <a:alpha val="6916"/>
                  </a:srgbClr>
                </a:gs>
                <a:gs pos="14286">
                  <a:srgbClr val="525352">
                    <a:alpha val="6374"/>
                  </a:srgbClr>
                </a:gs>
                <a:gs pos="28571">
                  <a:srgbClr val="525352">
                    <a:alpha val="4986"/>
                  </a:srgbClr>
                </a:gs>
                <a:gs pos="42857">
                  <a:srgbClr val="525352">
                    <a:alpha val="3299"/>
                  </a:srgbClr>
                </a:gs>
                <a:gs pos="57143">
                  <a:srgbClr val="525352">
                    <a:alpha val="1842"/>
                  </a:srgbClr>
                </a:gs>
                <a:gs pos="71429">
                  <a:srgbClr val="525352">
                    <a:alpha val="866"/>
                  </a:srgbClr>
                </a:gs>
                <a:gs pos="85714">
                  <a:srgbClr val="525352">
                    <a:alpha val="343"/>
                  </a:srgbClr>
                </a:gs>
                <a:gs pos="100000">
                  <a:srgbClr val="525352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471535">
              <a:off x="1068344" y="221013"/>
              <a:ext cx="564897" cy="55805"/>
            </a:xfrm>
            <a:prstGeom prst="ellipse">
              <a:avLst/>
            </a:prstGeom>
            <a:gradFill>
              <a:gsLst>
                <a:gs pos="0">
                  <a:srgbClr val="FCFBFC">
                    <a:alpha val="32968"/>
                  </a:srgbClr>
                </a:gs>
                <a:gs pos="14286">
                  <a:srgbClr val="FCFBFC">
                    <a:alpha val="30764"/>
                  </a:srgbClr>
                </a:gs>
                <a:gs pos="28571">
                  <a:srgbClr val="FCFBFC">
                    <a:alpha val="24833"/>
                  </a:srgbClr>
                </a:gs>
                <a:gs pos="42857">
                  <a:srgbClr val="FCFBFC">
                    <a:alpha val="17075"/>
                  </a:srgbClr>
                </a:gs>
                <a:gs pos="57143">
                  <a:srgbClr val="FCFBFC">
                    <a:alpha val="9855"/>
                  </a:srgbClr>
                </a:gs>
                <a:gs pos="71429">
                  <a:srgbClr val="FCFBFC">
                    <a:alpha val="4740"/>
                  </a:srgbClr>
                </a:gs>
                <a:gs pos="85714">
                  <a:srgbClr val="FCFBFC">
                    <a:alpha val="1902"/>
                  </a:srgbClr>
                </a:gs>
                <a:gs pos="100000">
                  <a:srgbClr val="FC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309281">
              <a:off x="2068501" y="1255814"/>
              <a:ext cx="464862" cy="67121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5320270">
              <a:off x="2843327" y="3297007"/>
              <a:ext cx="351751" cy="85400"/>
            </a:xfrm>
            <a:prstGeom prst="ellipse">
              <a:avLst/>
            </a:prstGeom>
            <a:gradFill>
              <a:gsLst>
                <a:gs pos="0">
                  <a:srgbClr val="C4C4C4">
                    <a:alpha val="26261"/>
                  </a:srgbClr>
                </a:gs>
                <a:gs pos="14286">
                  <a:srgbClr val="C4C4C4">
                    <a:alpha val="24422"/>
                  </a:srgbClr>
                </a:gs>
                <a:gs pos="28571">
                  <a:srgbClr val="C4C4C4">
                    <a:alpha val="19540"/>
                  </a:srgbClr>
                </a:gs>
                <a:gs pos="42857">
                  <a:srgbClr val="C4C4C4">
                    <a:alpha val="13290"/>
                  </a:srgbClr>
                </a:gs>
                <a:gs pos="57143">
                  <a:srgbClr val="C4C4C4">
                    <a:alpha val="7597"/>
                  </a:srgbClr>
                </a:gs>
                <a:gs pos="71429">
                  <a:srgbClr val="C4C4C4">
                    <a:alpha val="3631"/>
                  </a:srgbClr>
                </a:gs>
                <a:gs pos="85714">
                  <a:srgbClr val="C4C4C4">
                    <a:alpha val="1452"/>
                  </a:srgbClr>
                </a:gs>
                <a:gs pos="100000">
                  <a:srgbClr val="C4C4C4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4911292">
              <a:off x="3237862" y="1461887"/>
              <a:ext cx="561831" cy="557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5817457">
              <a:off x="268605" y="719836"/>
              <a:ext cx="287746" cy="35293"/>
            </a:xfrm>
            <a:prstGeom prst="ellipse">
              <a:avLst/>
            </a:prstGeom>
            <a:gradFill>
              <a:gsLst>
                <a:gs pos="0">
                  <a:srgbClr val="D7D6D5">
                    <a:alpha val="30844"/>
                  </a:srgbClr>
                </a:gs>
                <a:gs pos="14286">
                  <a:srgbClr val="D7D6D5">
                    <a:alpha val="28750"/>
                  </a:srgbClr>
                </a:gs>
                <a:gs pos="28571">
                  <a:srgbClr val="D7D6D5">
                    <a:alpha val="23141"/>
                  </a:srgbClr>
                </a:gs>
                <a:gs pos="42857">
                  <a:srgbClr val="D7D6D5">
                    <a:alpha val="15856"/>
                  </a:srgbClr>
                </a:gs>
                <a:gs pos="57143">
                  <a:srgbClr val="D7D6D5">
                    <a:alpha val="9123"/>
                  </a:srgbClr>
                </a:gs>
                <a:gs pos="71429">
                  <a:srgbClr val="D7D6D5">
                    <a:alpha val="4379"/>
                  </a:srgbClr>
                </a:gs>
                <a:gs pos="85714">
                  <a:srgbClr val="D7D6D5">
                    <a:alpha val="1755"/>
                  </a:srgbClr>
                </a:gs>
                <a:gs pos="100000">
                  <a:srgbClr val="D7D6D5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779222">
              <a:off x="1052910" y="3396589"/>
              <a:ext cx="429053" cy="85876"/>
            </a:xfrm>
            <a:prstGeom prst="ellipse">
              <a:avLst/>
            </a:prstGeom>
            <a:gradFill>
              <a:gsLst>
                <a:gs pos="0">
                  <a:srgbClr val="F9F9F8">
                    <a:alpha val="32149"/>
                  </a:srgbClr>
                </a:gs>
                <a:gs pos="14286">
                  <a:srgbClr val="F9F9F8">
                    <a:alpha val="29987"/>
                  </a:srgbClr>
                </a:gs>
                <a:gs pos="28571">
                  <a:srgbClr val="F9F9F8">
                    <a:alpha val="24179"/>
                  </a:srgbClr>
                </a:gs>
                <a:gs pos="42857">
                  <a:srgbClr val="F9F9F8">
                    <a:alpha val="16603"/>
                  </a:srgbClr>
                </a:gs>
                <a:gs pos="57143">
                  <a:srgbClr val="F9F9F8">
                    <a:alpha val="9571"/>
                  </a:srgbClr>
                </a:gs>
                <a:gs pos="71429">
                  <a:srgbClr val="F9F9F8">
                    <a:alpha val="4600"/>
                  </a:srgbClr>
                </a:gs>
                <a:gs pos="85714">
                  <a:srgbClr val="F9F9F8">
                    <a:alpha val="1845"/>
                  </a:srgbClr>
                </a:gs>
                <a:gs pos="100000">
                  <a:srgbClr val="F9F9F8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5225289">
              <a:off x="1260606" y="75696"/>
              <a:ext cx="611746" cy="436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-10748406">
              <a:off x="1650288" y="260373"/>
              <a:ext cx="530485" cy="42395"/>
            </a:xfrm>
            <a:prstGeom prst="ellipse">
              <a:avLst/>
            </a:prstGeom>
            <a:gradFill>
              <a:gsLst>
                <a:gs pos="0">
                  <a:srgbClr val="FAF9F9">
                    <a:alpha val="22388"/>
                  </a:srgbClr>
                </a:gs>
                <a:gs pos="14286">
                  <a:srgbClr val="FAF9F9">
                    <a:alpha val="20781"/>
                  </a:srgbClr>
                </a:gs>
                <a:gs pos="28571">
                  <a:srgbClr val="FAF9F9">
                    <a:alpha val="16546"/>
                  </a:srgbClr>
                </a:gs>
                <a:gs pos="42857">
                  <a:srgbClr val="FAF9F9">
                    <a:alpha val="11187"/>
                  </a:srgbClr>
                </a:gs>
                <a:gs pos="57143">
                  <a:srgbClr val="FAF9F9">
                    <a:alpha val="6362"/>
                  </a:srgbClr>
                </a:gs>
                <a:gs pos="71429">
                  <a:srgbClr val="FAF9F9">
                    <a:alpha val="3030"/>
                  </a:srgbClr>
                </a:gs>
                <a:gs pos="85714">
                  <a:srgbClr val="FAF9F9">
                    <a:alpha val="1209"/>
                  </a:srgbClr>
                </a:gs>
                <a:gs pos="100000">
                  <a:srgbClr val="FAF9F9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4676514">
              <a:off x="729042" y="2515389"/>
              <a:ext cx="593685" cy="159915"/>
            </a:xfrm>
            <a:prstGeom prst="ellipse">
              <a:avLst/>
            </a:prstGeom>
            <a:gradFill>
              <a:gsLst>
                <a:gs pos="0">
                  <a:srgbClr val="727274">
                    <a:alpha val="1321"/>
                  </a:srgbClr>
                </a:gs>
                <a:gs pos="14286">
                  <a:srgbClr val="727274">
                    <a:alpha val="1215"/>
                  </a:srgbClr>
                </a:gs>
                <a:gs pos="28571">
                  <a:srgbClr val="727274">
                    <a:alpha val="945"/>
                  </a:srgbClr>
                </a:gs>
                <a:gs pos="42857">
                  <a:srgbClr val="727274">
                    <a:alpha val="621"/>
                  </a:srgbClr>
                </a:gs>
                <a:gs pos="57143">
                  <a:srgbClr val="727274">
                    <a:alpha val="344"/>
                  </a:srgbClr>
                </a:gs>
                <a:gs pos="71429">
                  <a:srgbClr val="727274">
                    <a:alpha val="161"/>
                  </a:srgbClr>
                </a:gs>
                <a:gs pos="85714">
                  <a:srgbClr val="727274">
                    <a:alpha val="64"/>
                  </a:srgbClr>
                </a:gs>
                <a:gs pos="100000">
                  <a:srgbClr val="727274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10505385">
              <a:off x="2102947" y="1590504"/>
              <a:ext cx="471057" cy="465300"/>
            </a:xfrm>
            <a:prstGeom prst="ellipse">
              <a:avLst/>
            </a:prstGeom>
            <a:gradFill>
              <a:gsLst>
                <a:gs pos="0">
                  <a:srgbClr val="878787">
                    <a:alpha val="5544"/>
                  </a:srgbClr>
                </a:gs>
                <a:gs pos="14286">
                  <a:srgbClr val="878787">
                    <a:alpha val="5107"/>
                  </a:srgbClr>
                </a:gs>
                <a:gs pos="28571">
                  <a:srgbClr val="878787">
                    <a:alpha val="3989"/>
                  </a:srgbClr>
                </a:gs>
                <a:gs pos="42857">
                  <a:srgbClr val="878787">
                    <a:alpha val="2635"/>
                  </a:srgbClr>
                </a:gs>
                <a:gs pos="57143">
                  <a:srgbClr val="878787">
                    <a:alpha val="1468"/>
                  </a:srgbClr>
                </a:gs>
                <a:gs pos="71429">
                  <a:srgbClr val="878787">
                    <a:alpha val="690"/>
                  </a:srgbClr>
                </a:gs>
                <a:gs pos="85714">
                  <a:srgbClr val="878787">
                    <a:alpha val="273"/>
                  </a:srgbClr>
                </a:gs>
                <a:gs pos="100000">
                  <a:srgbClr val="878787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6067460">
              <a:off x="1080207" y="665505"/>
              <a:ext cx="481214" cy="109382"/>
            </a:xfrm>
            <a:prstGeom prst="ellipse">
              <a:avLst/>
            </a:prstGeom>
            <a:gradFill>
              <a:gsLst>
                <a:gs pos="0">
                  <a:srgbClr val="999B9A">
                    <a:alpha val="7154"/>
                  </a:srgbClr>
                </a:gs>
                <a:gs pos="14286">
                  <a:srgbClr val="999B9A">
                    <a:alpha val="6595"/>
                  </a:srgbClr>
                </a:gs>
                <a:gs pos="28571">
                  <a:srgbClr val="999B9A">
                    <a:alpha val="5159"/>
                  </a:srgbClr>
                </a:gs>
                <a:gs pos="42857">
                  <a:srgbClr val="999B9A">
                    <a:alpha val="3415"/>
                  </a:srgbClr>
                </a:gs>
                <a:gs pos="57143">
                  <a:srgbClr val="999B9A">
                    <a:alpha val="1907"/>
                  </a:srgbClr>
                </a:gs>
                <a:gs pos="71429">
                  <a:srgbClr val="999B9A">
                    <a:alpha val="897"/>
                  </a:srgbClr>
                </a:gs>
                <a:gs pos="85714">
                  <a:srgbClr val="999B9A">
                    <a:alpha val="356"/>
                  </a:srgbClr>
                </a:gs>
                <a:gs pos="100000">
                  <a:srgbClr val="999B9A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6141649">
              <a:off x="-305442" y="1224659"/>
              <a:ext cx="846107" cy="232443"/>
            </a:xfrm>
            <a:prstGeom prst="ellipse">
              <a:avLst/>
            </a:prstGeom>
            <a:gradFill>
              <a:gsLst>
                <a:gs pos="0">
                  <a:srgbClr val="787879">
                    <a:alpha val="4430"/>
                  </a:srgbClr>
                </a:gs>
                <a:gs pos="14286">
                  <a:srgbClr val="787879">
                    <a:alpha val="4079"/>
                  </a:srgbClr>
                </a:gs>
                <a:gs pos="28571">
                  <a:srgbClr val="787879">
                    <a:alpha val="3182"/>
                  </a:srgbClr>
                </a:gs>
                <a:gs pos="42857">
                  <a:srgbClr val="787879">
                    <a:alpha val="2099"/>
                  </a:srgbClr>
                </a:gs>
                <a:gs pos="57143">
                  <a:srgbClr val="787879">
                    <a:alpha val="1168"/>
                  </a:srgbClr>
                </a:gs>
                <a:gs pos="71429">
                  <a:srgbClr val="787879">
                    <a:alpha val="549"/>
                  </a:srgbClr>
                </a:gs>
                <a:gs pos="85714">
                  <a:srgbClr val="787879">
                    <a:alpha val="217"/>
                  </a:srgbClr>
                </a:gs>
                <a:gs pos="100000">
                  <a:srgbClr val="787879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4256959">
              <a:off x="2275515" y="2795609"/>
              <a:ext cx="258551" cy="76069"/>
            </a:xfrm>
            <a:prstGeom prst="ellipse">
              <a:avLst/>
            </a:prstGeom>
            <a:gradFill>
              <a:gsLst>
                <a:gs pos="0">
                  <a:srgbClr val="D5D5D5">
                    <a:alpha val="32968"/>
                  </a:srgbClr>
                </a:gs>
                <a:gs pos="14286">
                  <a:srgbClr val="D5D5D5">
                    <a:alpha val="30764"/>
                  </a:srgbClr>
                </a:gs>
                <a:gs pos="28571">
                  <a:srgbClr val="D5D5D5">
                    <a:alpha val="24833"/>
                  </a:srgbClr>
                </a:gs>
                <a:gs pos="42857">
                  <a:srgbClr val="D5D5D5">
                    <a:alpha val="17075"/>
                  </a:srgbClr>
                </a:gs>
                <a:gs pos="57143">
                  <a:srgbClr val="D5D5D5">
                    <a:alpha val="9855"/>
                  </a:srgbClr>
                </a:gs>
                <a:gs pos="71429">
                  <a:srgbClr val="D5D5D5">
                    <a:alpha val="4740"/>
                  </a:srgbClr>
                </a:gs>
                <a:gs pos="85714">
                  <a:srgbClr val="D5D5D5">
                    <a:alpha val="1902"/>
                  </a:srgbClr>
                </a:gs>
                <a:gs pos="100000">
                  <a:srgbClr val="D5D5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6184632">
              <a:off x="343115" y="-21960"/>
              <a:ext cx="318047" cy="43921"/>
            </a:xfrm>
            <a:prstGeom prst="ellipse">
              <a:avLst/>
            </a:prstGeom>
            <a:gradFill>
              <a:gsLst>
                <a:gs pos="0">
                  <a:srgbClr val="EAEAEB">
                    <a:alpha val="31026"/>
                  </a:srgbClr>
                </a:gs>
                <a:gs pos="14286">
                  <a:srgbClr val="EAEAEB">
                    <a:alpha val="28922"/>
                  </a:srgbClr>
                </a:gs>
                <a:gs pos="28571">
                  <a:srgbClr val="EAEAEB">
                    <a:alpha val="23285"/>
                  </a:srgbClr>
                </a:gs>
                <a:gs pos="42857">
                  <a:srgbClr val="EAEAEB">
                    <a:alpha val="15959"/>
                  </a:srgbClr>
                </a:gs>
                <a:gs pos="57143">
                  <a:srgbClr val="EAEAEB">
                    <a:alpha val="9185"/>
                  </a:srgbClr>
                </a:gs>
                <a:gs pos="71429">
                  <a:srgbClr val="EAEAEB">
                    <a:alpha val="4409"/>
                  </a:srgbClr>
                </a:gs>
                <a:gs pos="85714">
                  <a:srgbClr val="EAEAEB">
                    <a:alpha val="1767"/>
                  </a:srgbClr>
                </a:gs>
                <a:gs pos="100000">
                  <a:srgbClr val="EAEAEB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5620528">
              <a:off x="211976" y="589960"/>
              <a:ext cx="941006" cy="135090"/>
            </a:xfrm>
            <a:prstGeom prst="ellipse">
              <a:avLst/>
            </a:prstGeom>
            <a:gradFill>
              <a:gsLst>
                <a:gs pos="0">
                  <a:srgbClr val="000006">
                    <a:alpha val="9379"/>
                  </a:srgbClr>
                </a:gs>
                <a:gs pos="14286">
                  <a:srgbClr val="000006">
                    <a:alpha val="8655"/>
                  </a:srgbClr>
                </a:gs>
                <a:gs pos="28571">
                  <a:srgbClr val="000006">
                    <a:alpha val="6787"/>
                  </a:srgbClr>
                </a:gs>
                <a:gs pos="42857">
                  <a:srgbClr val="000006">
                    <a:alpha val="4506"/>
                  </a:srgbClr>
                </a:gs>
                <a:gs pos="57143">
                  <a:srgbClr val="000006">
                    <a:alpha val="2522"/>
                  </a:srgbClr>
                </a:gs>
                <a:gs pos="71429">
                  <a:srgbClr val="000006">
                    <a:alpha val="1189"/>
                  </a:srgbClr>
                </a:gs>
                <a:gs pos="85714">
                  <a:srgbClr val="000006">
                    <a:alpha val="472"/>
                  </a:srgbClr>
                </a:gs>
                <a:gs pos="100000">
                  <a:srgbClr val="000006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9896824">
              <a:off x="3217016" y="2809701"/>
              <a:ext cx="157018" cy="57989"/>
            </a:xfrm>
            <a:prstGeom prst="ellipse">
              <a:avLst/>
            </a:prstGeom>
            <a:gradFill>
              <a:gsLst>
                <a:gs pos="0">
                  <a:srgbClr val="BABBBA">
                    <a:alpha val="25247"/>
                  </a:srgbClr>
                </a:gs>
                <a:gs pos="14286">
                  <a:srgbClr val="BABBBA">
                    <a:alpha val="23467"/>
                  </a:srgbClr>
                </a:gs>
                <a:gs pos="28571">
                  <a:srgbClr val="BABBBA">
                    <a:alpha val="18751"/>
                  </a:srgbClr>
                </a:gs>
                <a:gs pos="42857">
                  <a:srgbClr val="BABBBA">
                    <a:alpha val="12734"/>
                  </a:srgbClr>
                </a:gs>
                <a:gs pos="57143">
                  <a:srgbClr val="BABBBA">
                    <a:alpha val="7269"/>
                  </a:srgbClr>
                </a:gs>
                <a:gs pos="71429">
                  <a:srgbClr val="BABBBA">
                    <a:alpha val="3471"/>
                  </a:srgbClr>
                </a:gs>
                <a:gs pos="85714">
                  <a:srgbClr val="BABBBA">
                    <a:alpha val="1387"/>
                  </a:srgbClr>
                </a:gs>
                <a:gs pos="100000">
                  <a:srgbClr val="BABBBA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5562003">
              <a:off x="3037577" y="853217"/>
              <a:ext cx="773467" cy="213509"/>
            </a:xfrm>
            <a:prstGeom prst="ellipse">
              <a:avLst/>
            </a:prstGeom>
            <a:gradFill>
              <a:gsLst>
                <a:gs pos="0">
                  <a:srgbClr val="7D7D7D">
                    <a:alpha val="10853"/>
                  </a:srgbClr>
                </a:gs>
                <a:gs pos="14286">
                  <a:srgbClr val="7D7D7D">
                    <a:alpha val="10021"/>
                  </a:srgbClr>
                </a:gs>
                <a:gs pos="28571">
                  <a:srgbClr val="7D7D7D">
                    <a:alpha val="7872"/>
                  </a:srgbClr>
                </a:gs>
                <a:gs pos="42857">
                  <a:srgbClr val="7D7D7D">
                    <a:alpha val="5236"/>
                  </a:srgbClr>
                </a:gs>
                <a:gs pos="57143">
                  <a:srgbClr val="7D7D7D">
                    <a:alpha val="2936"/>
                  </a:srgbClr>
                </a:gs>
                <a:gs pos="71429">
                  <a:srgbClr val="7D7D7D">
                    <a:alpha val="1385"/>
                  </a:srgbClr>
                </a:gs>
                <a:gs pos="85714">
                  <a:srgbClr val="7D7D7D">
                    <a:alpha val="550"/>
                  </a:srgbClr>
                </a:gs>
                <a:gs pos="100000">
                  <a:srgbClr val="7D7D7D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920816">
              <a:off x="1528667" y="874645"/>
              <a:ext cx="594886" cy="144865"/>
            </a:xfrm>
            <a:prstGeom prst="ellipse">
              <a:avLst/>
            </a:prstGeom>
            <a:gradFill>
              <a:gsLst>
                <a:gs pos="0">
                  <a:srgbClr val="7A7B7A">
                    <a:alpha val="6297"/>
                  </a:srgbClr>
                </a:gs>
                <a:gs pos="14286">
                  <a:srgbClr val="7A7B7A">
                    <a:alpha val="5803"/>
                  </a:srgbClr>
                </a:gs>
                <a:gs pos="28571">
                  <a:srgbClr val="7A7B7A">
                    <a:alpha val="4536"/>
                  </a:srgbClr>
                </a:gs>
                <a:gs pos="42857">
                  <a:srgbClr val="7A7B7A">
                    <a:alpha val="2999"/>
                  </a:srgbClr>
                </a:gs>
                <a:gs pos="57143">
                  <a:srgbClr val="7A7B7A">
                    <a:alpha val="1673"/>
                  </a:srgbClr>
                </a:gs>
                <a:gs pos="71429">
                  <a:srgbClr val="7A7B7A">
                    <a:alpha val="787"/>
                  </a:srgbClr>
                </a:gs>
                <a:gs pos="85714">
                  <a:srgbClr val="7A7B7A">
                    <a:alpha val="312"/>
                  </a:srgbClr>
                </a:gs>
                <a:gs pos="100000">
                  <a:srgbClr val="7A7B7A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4569879">
              <a:off x="3058069" y="271461"/>
              <a:ext cx="919010" cy="937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9893503">
              <a:off x="2101512" y="2744665"/>
              <a:ext cx="216967" cy="77459"/>
            </a:xfrm>
            <a:prstGeom prst="ellipse">
              <a:avLst/>
            </a:prstGeom>
            <a:gradFill>
              <a:gsLst>
                <a:gs pos="0">
                  <a:srgbClr val="C5C4C4">
                    <a:alpha val="26764"/>
                  </a:srgbClr>
                </a:gs>
                <a:gs pos="14286">
                  <a:srgbClr val="C5C4C4">
                    <a:alpha val="24895"/>
                  </a:srgbClr>
                </a:gs>
                <a:gs pos="28571">
                  <a:srgbClr val="C5C4C4">
                    <a:alpha val="19931"/>
                  </a:srgbClr>
                </a:gs>
                <a:gs pos="42857">
                  <a:srgbClr val="C5C4C4">
                    <a:alpha val="13567"/>
                  </a:srgbClr>
                </a:gs>
                <a:gs pos="57143">
                  <a:srgbClr val="C5C4C4">
                    <a:alpha val="7761"/>
                  </a:srgbClr>
                </a:gs>
                <a:gs pos="71429">
                  <a:srgbClr val="C5C4C4">
                    <a:alpha val="3711"/>
                  </a:srgbClr>
                </a:gs>
                <a:gs pos="85714">
                  <a:srgbClr val="C5C4C4">
                    <a:alpha val="1484"/>
                  </a:srgbClr>
                </a:gs>
                <a:gs pos="100000">
                  <a:srgbClr val="C5C4C4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6034130">
              <a:off x="1447770" y="2270310"/>
              <a:ext cx="781260" cy="135102"/>
            </a:xfrm>
            <a:prstGeom prst="ellipse">
              <a:avLst/>
            </a:prstGeom>
            <a:gradFill>
              <a:gsLst>
                <a:gs pos="0">
                  <a:srgbClr val="A3A3A3">
                    <a:alpha val="6240"/>
                  </a:srgbClr>
                </a:gs>
                <a:gs pos="14286">
                  <a:srgbClr val="A3A3A3">
                    <a:alpha val="5750"/>
                  </a:srgbClr>
                </a:gs>
                <a:gs pos="28571">
                  <a:srgbClr val="A3A3A3">
                    <a:alpha val="4494"/>
                  </a:srgbClr>
                </a:gs>
                <a:gs pos="42857">
                  <a:srgbClr val="A3A3A3">
                    <a:alpha val="2971"/>
                  </a:srgbClr>
                </a:gs>
                <a:gs pos="57143">
                  <a:srgbClr val="A3A3A3">
                    <a:alpha val="1657"/>
                  </a:srgbClr>
                </a:gs>
                <a:gs pos="71429">
                  <a:srgbClr val="A3A3A3">
                    <a:alpha val="779"/>
                  </a:srgbClr>
                </a:gs>
                <a:gs pos="85714">
                  <a:srgbClr val="A3A3A3">
                    <a:alpha val="309"/>
                  </a:srgbClr>
                </a:gs>
                <a:gs pos="100000">
                  <a:srgbClr val="A3A3A3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3601206">
              <a:off x="2608608" y="3353634"/>
              <a:ext cx="789131" cy="217180"/>
            </a:xfrm>
            <a:prstGeom prst="ellipse">
              <a:avLst/>
            </a:prstGeom>
            <a:gradFill>
              <a:gsLst>
                <a:gs pos="0">
                  <a:srgbClr val="6C6D6C">
                    <a:alpha val="10211"/>
                  </a:srgbClr>
                </a:gs>
                <a:gs pos="14286">
                  <a:srgbClr val="6C6D6C">
                    <a:alpha val="9425"/>
                  </a:srgbClr>
                </a:gs>
                <a:gs pos="28571">
                  <a:srgbClr val="6C6D6C">
                    <a:alpha val="7399"/>
                  </a:srgbClr>
                </a:gs>
                <a:gs pos="42857">
                  <a:srgbClr val="6C6D6C">
                    <a:alpha val="4917"/>
                  </a:srgbClr>
                </a:gs>
                <a:gs pos="57143">
                  <a:srgbClr val="6C6D6C">
                    <a:alpha val="2755"/>
                  </a:srgbClr>
                </a:gs>
                <a:gs pos="71429">
                  <a:srgbClr val="6C6D6C">
                    <a:alpha val="1299"/>
                  </a:srgbClr>
                </a:gs>
                <a:gs pos="85714">
                  <a:srgbClr val="6C6D6C">
                    <a:alpha val="516"/>
                  </a:srgbClr>
                </a:gs>
                <a:gs pos="100000">
                  <a:srgbClr val="6C6D6C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10716022">
              <a:off x="2527307" y="1827054"/>
              <a:ext cx="361009" cy="559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5439285">
              <a:off x="975040" y="2964733"/>
              <a:ext cx="561071" cy="25837"/>
            </a:xfrm>
            <a:prstGeom prst="ellipse">
              <a:avLst/>
            </a:prstGeom>
            <a:gradFill>
              <a:gsLst>
                <a:gs pos="0">
                  <a:srgbClr val="15130B">
                    <a:alpha val="32968"/>
                  </a:srgbClr>
                </a:gs>
                <a:gs pos="14286">
                  <a:srgbClr val="15130B">
                    <a:alpha val="30764"/>
                  </a:srgbClr>
                </a:gs>
                <a:gs pos="28571">
                  <a:srgbClr val="15130B">
                    <a:alpha val="24833"/>
                  </a:srgbClr>
                </a:gs>
                <a:gs pos="42857">
                  <a:srgbClr val="15130B">
                    <a:alpha val="17075"/>
                  </a:srgbClr>
                </a:gs>
                <a:gs pos="57143">
                  <a:srgbClr val="15130B">
                    <a:alpha val="9855"/>
                  </a:srgbClr>
                </a:gs>
                <a:gs pos="71429">
                  <a:srgbClr val="15130B">
                    <a:alpha val="4740"/>
                  </a:srgbClr>
                </a:gs>
                <a:gs pos="85714">
                  <a:srgbClr val="15130B">
                    <a:alpha val="1902"/>
                  </a:srgbClr>
                </a:gs>
                <a:gs pos="100000">
                  <a:srgbClr val="1513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815952">
              <a:off x="596273" y="2742240"/>
              <a:ext cx="830393" cy="93681"/>
            </a:xfrm>
            <a:prstGeom prst="ellipse">
              <a:avLst/>
            </a:prstGeom>
            <a:gradFill>
              <a:gsLst>
                <a:gs pos="0">
                  <a:srgbClr val="000100">
                    <a:alpha val="18099"/>
                  </a:srgbClr>
                </a:gs>
                <a:gs pos="14286">
                  <a:srgbClr val="000100">
                    <a:alpha val="16766"/>
                  </a:srgbClr>
                </a:gs>
                <a:gs pos="28571">
                  <a:srgbClr val="000100">
                    <a:alpha val="13280"/>
                  </a:srgbClr>
                </a:gs>
                <a:gs pos="42857">
                  <a:srgbClr val="000100">
                    <a:alpha val="8923"/>
                  </a:srgbClr>
                </a:gs>
                <a:gs pos="57143">
                  <a:srgbClr val="000100">
                    <a:alpha val="5047"/>
                  </a:srgbClr>
                </a:gs>
                <a:gs pos="71429">
                  <a:srgbClr val="000100">
                    <a:alpha val="2395"/>
                  </a:srgbClr>
                </a:gs>
                <a:gs pos="85714">
                  <a:srgbClr val="000100">
                    <a:alpha val="954"/>
                  </a:srgbClr>
                </a:gs>
                <a:gs pos="100000">
                  <a:srgbClr val="0001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6418351">
              <a:off x="2424279" y="1930123"/>
              <a:ext cx="812394" cy="214145"/>
            </a:xfrm>
            <a:prstGeom prst="ellipse">
              <a:avLst/>
            </a:prstGeom>
            <a:gradFill>
              <a:gsLst>
                <a:gs pos="0">
                  <a:srgbClr val="706F6F">
                    <a:alpha val="3121"/>
                  </a:srgbClr>
                </a:gs>
                <a:gs pos="14286">
                  <a:srgbClr val="706F6F">
                    <a:alpha val="2872"/>
                  </a:srgbClr>
                </a:gs>
                <a:gs pos="28571">
                  <a:srgbClr val="706F6F">
                    <a:alpha val="2237"/>
                  </a:srgbClr>
                </a:gs>
                <a:gs pos="42857">
                  <a:srgbClr val="706F6F">
                    <a:alpha val="1473"/>
                  </a:srgbClr>
                </a:gs>
                <a:gs pos="57143">
                  <a:srgbClr val="706F6F">
                    <a:alpha val="819"/>
                  </a:srgbClr>
                </a:gs>
                <a:gs pos="71429">
                  <a:srgbClr val="706F6F">
                    <a:alpha val="384"/>
                  </a:srgbClr>
                </a:gs>
                <a:gs pos="85714">
                  <a:srgbClr val="706F6F">
                    <a:alpha val="152"/>
                  </a:srgbClr>
                </a:gs>
                <a:gs pos="100000">
                  <a:srgbClr val="706F6F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-10529898">
              <a:off x="1809131" y="2073286"/>
              <a:ext cx="299959" cy="58237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352483">
              <a:off x="1306414" y="1847253"/>
              <a:ext cx="526975" cy="67146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10694257">
              <a:off x="761051" y="6683"/>
              <a:ext cx="208058" cy="474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4940310">
              <a:off x="972256" y="828137"/>
              <a:ext cx="669662" cy="181607"/>
            </a:xfrm>
            <a:prstGeom prst="ellipse">
              <a:avLst/>
            </a:prstGeom>
            <a:gradFill>
              <a:gsLst>
                <a:gs pos="0">
                  <a:srgbClr val="2A2A2A">
                    <a:alpha val="6356"/>
                  </a:srgbClr>
                </a:gs>
                <a:gs pos="14286">
                  <a:srgbClr val="2A2A2A">
                    <a:alpha val="5857"/>
                  </a:srgbClr>
                </a:gs>
                <a:gs pos="28571">
                  <a:srgbClr val="2A2A2A">
                    <a:alpha val="4578"/>
                  </a:srgbClr>
                </a:gs>
                <a:gs pos="42857">
                  <a:srgbClr val="2A2A2A">
                    <a:alpha val="3027"/>
                  </a:srgbClr>
                </a:gs>
                <a:gs pos="57143">
                  <a:srgbClr val="2A2A2A">
                    <a:alpha val="1689"/>
                  </a:srgbClr>
                </a:gs>
                <a:gs pos="71429">
                  <a:srgbClr val="2A2A2A">
                    <a:alpha val="794"/>
                  </a:srgbClr>
                </a:gs>
                <a:gs pos="85714">
                  <a:srgbClr val="2A2A2A">
                    <a:alpha val="315"/>
                  </a:srgbClr>
                </a:gs>
                <a:gs pos="100000">
                  <a:srgbClr val="2A2A2A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10552891">
              <a:off x="1971482" y="2074829"/>
              <a:ext cx="161298" cy="57835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691083">
              <a:off x="406226" y="2714128"/>
              <a:ext cx="653055" cy="157179"/>
            </a:xfrm>
            <a:prstGeom prst="ellipse">
              <a:avLst/>
            </a:prstGeom>
            <a:gradFill>
              <a:gsLst>
                <a:gs pos="0">
                  <a:srgbClr val="919291">
                    <a:alpha val="8789"/>
                  </a:srgbClr>
                </a:gs>
                <a:gs pos="14286">
                  <a:srgbClr val="919291">
                    <a:alpha val="8108"/>
                  </a:srgbClr>
                </a:gs>
                <a:gs pos="28571">
                  <a:srgbClr val="919291">
                    <a:alpha val="6355"/>
                  </a:srgbClr>
                </a:gs>
                <a:gs pos="42857">
                  <a:srgbClr val="919291">
                    <a:alpha val="4215"/>
                  </a:srgbClr>
                </a:gs>
                <a:gs pos="57143">
                  <a:srgbClr val="919291">
                    <a:alpha val="2358"/>
                  </a:srgbClr>
                </a:gs>
                <a:gs pos="71429">
                  <a:srgbClr val="919291">
                    <a:alpha val="1111"/>
                  </a:srgbClr>
                </a:gs>
                <a:gs pos="85714">
                  <a:srgbClr val="919291">
                    <a:alpha val="441"/>
                  </a:srgbClr>
                </a:gs>
                <a:gs pos="100000">
                  <a:srgbClr val="919291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322258">
              <a:off x="2964370" y="2791748"/>
              <a:ext cx="577695" cy="157785"/>
            </a:xfrm>
            <a:prstGeom prst="ellipse">
              <a:avLst/>
            </a:prstGeom>
            <a:gradFill>
              <a:gsLst>
                <a:gs pos="0">
                  <a:srgbClr val="7D7E7C">
                    <a:alpha val="3199"/>
                  </a:srgbClr>
                </a:gs>
                <a:gs pos="14286">
                  <a:srgbClr val="7D7E7C">
                    <a:alpha val="2944"/>
                  </a:srgbClr>
                </a:gs>
                <a:gs pos="28571">
                  <a:srgbClr val="7D7E7C">
                    <a:alpha val="2293"/>
                  </a:srgbClr>
                </a:gs>
                <a:gs pos="42857">
                  <a:srgbClr val="7D7E7C">
                    <a:alpha val="1510"/>
                  </a:srgbClr>
                </a:gs>
                <a:gs pos="57143">
                  <a:srgbClr val="7D7E7C">
                    <a:alpha val="840"/>
                  </a:srgbClr>
                </a:gs>
                <a:gs pos="71429">
                  <a:srgbClr val="7D7E7C">
                    <a:alpha val="394"/>
                  </a:srgbClr>
                </a:gs>
                <a:gs pos="85714">
                  <a:srgbClr val="7D7E7C">
                    <a:alpha val="156"/>
                  </a:srgbClr>
                </a:gs>
                <a:gs pos="100000">
                  <a:srgbClr val="7D7E7C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4881145">
              <a:off x="3056851" y="473557"/>
              <a:ext cx="540672" cy="537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237130">
              <a:off x="1360139" y="3045734"/>
              <a:ext cx="416625" cy="65428"/>
            </a:xfrm>
            <a:prstGeom prst="ellipse">
              <a:avLst/>
            </a:prstGeom>
            <a:gradFill>
              <a:gsLst>
                <a:gs pos="0">
                  <a:srgbClr val="FBFAFB">
                    <a:alpha val="32968"/>
                  </a:srgbClr>
                </a:gs>
                <a:gs pos="14286">
                  <a:srgbClr val="FBFAFB">
                    <a:alpha val="30764"/>
                  </a:srgbClr>
                </a:gs>
                <a:gs pos="28571">
                  <a:srgbClr val="FBFAFB">
                    <a:alpha val="24833"/>
                  </a:srgbClr>
                </a:gs>
                <a:gs pos="42857">
                  <a:srgbClr val="FBFAFB">
                    <a:alpha val="17075"/>
                  </a:srgbClr>
                </a:gs>
                <a:gs pos="57143">
                  <a:srgbClr val="FBFAFB">
                    <a:alpha val="9855"/>
                  </a:srgbClr>
                </a:gs>
                <a:gs pos="71429">
                  <a:srgbClr val="FBFAFB">
                    <a:alpha val="4740"/>
                  </a:srgbClr>
                </a:gs>
                <a:gs pos="85714">
                  <a:srgbClr val="FBFAFB">
                    <a:alpha val="1902"/>
                  </a:srgbClr>
                </a:gs>
                <a:gs pos="100000">
                  <a:srgbClr val="FBFA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4452451">
              <a:off x="-370048" y="3449199"/>
              <a:ext cx="830489" cy="184401"/>
            </a:xfrm>
            <a:prstGeom prst="ellipse">
              <a:avLst/>
            </a:prstGeom>
            <a:gradFill>
              <a:gsLst>
                <a:gs pos="0">
                  <a:srgbClr val="5E5F5F">
                    <a:alpha val="17412"/>
                  </a:srgbClr>
                </a:gs>
                <a:gs pos="14286">
                  <a:srgbClr val="5E5F5F">
                    <a:alpha val="16124"/>
                  </a:srgbClr>
                </a:gs>
                <a:gs pos="28571">
                  <a:srgbClr val="5E5F5F">
                    <a:alpha val="12762"/>
                  </a:srgbClr>
                </a:gs>
                <a:gs pos="42857">
                  <a:srgbClr val="5E5F5F">
                    <a:alpha val="8566"/>
                  </a:srgbClr>
                </a:gs>
                <a:gs pos="57143">
                  <a:srgbClr val="5E5F5F">
                    <a:alpha val="4841"/>
                  </a:srgbClr>
                </a:gs>
                <a:gs pos="71429">
                  <a:srgbClr val="5E5F5F">
                    <a:alpha val="2296"/>
                  </a:srgbClr>
                </a:gs>
                <a:gs pos="85714">
                  <a:srgbClr val="5E5F5F">
                    <a:alpha val="914"/>
                  </a:srgbClr>
                </a:gs>
                <a:gs pos="100000">
                  <a:srgbClr val="5E5F5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3533348">
              <a:off x="951973" y="532528"/>
              <a:ext cx="783570" cy="231878"/>
            </a:xfrm>
            <a:prstGeom prst="ellipse">
              <a:avLst/>
            </a:prstGeom>
            <a:gradFill>
              <a:gsLst>
                <a:gs pos="0">
                  <a:srgbClr val="777776">
                    <a:alpha val="6751"/>
                  </a:srgbClr>
                </a:gs>
                <a:gs pos="14286">
                  <a:srgbClr val="777776">
                    <a:alpha val="6222"/>
                  </a:srgbClr>
                </a:gs>
                <a:gs pos="28571">
                  <a:srgbClr val="777776">
                    <a:alpha val="4866"/>
                  </a:srgbClr>
                </a:gs>
                <a:gs pos="42857">
                  <a:srgbClr val="777776">
                    <a:alpha val="3219"/>
                  </a:srgbClr>
                </a:gs>
                <a:gs pos="57143">
                  <a:srgbClr val="777776">
                    <a:alpha val="1797"/>
                  </a:srgbClr>
                </a:gs>
                <a:gs pos="71429">
                  <a:srgbClr val="777776">
                    <a:alpha val="845"/>
                  </a:srgbClr>
                </a:gs>
                <a:gs pos="85714">
                  <a:srgbClr val="777776">
                    <a:alpha val="335"/>
                  </a:srgbClr>
                </a:gs>
                <a:gs pos="100000">
                  <a:srgbClr val="777776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960022">
              <a:off x="801265" y="1081560"/>
              <a:ext cx="546551" cy="144093"/>
            </a:xfrm>
            <a:prstGeom prst="ellipse">
              <a:avLst/>
            </a:prstGeom>
            <a:gradFill>
              <a:gsLst>
                <a:gs pos="0">
                  <a:srgbClr val="514F51">
                    <a:alpha val="4453"/>
                  </a:srgbClr>
                </a:gs>
                <a:gs pos="14286">
                  <a:srgbClr val="514F51">
                    <a:alpha val="4101"/>
                  </a:srgbClr>
                </a:gs>
                <a:gs pos="28571">
                  <a:srgbClr val="514F51">
                    <a:alpha val="3199"/>
                  </a:srgbClr>
                </a:gs>
                <a:gs pos="42857">
                  <a:srgbClr val="514F51">
                    <a:alpha val="2110"/>
                  </a:srgbClr>
                </a:gs>
                <a:gs pos="57143">
                  <a:srgbClr val="514F51">
                    <a:alpha val="1175"/>
                  </a:srgbClr>
                </a:gs>
                <a:gs pos="71429">
                  <a:srgbClr val="514F51">
                    <a:alpha val="552"/>
                  </a:srgbClr>
                </a:gs>
                <a:gs pos="85714">
                  <a:srgbClr val="514F51">
                    <a:alpha val="218"/>
                  </a:srgbClr>
                </a:gs>
                <a:gs pos="100000">
                  <a:srgbClr val="514F51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5117047">
              <a:off x="3253320" y="3183724"/>
              <a:ext cx="96469" cy="29426"/>
            </a:xfrm>
            <a:prstGeom prst="ellipse">
              <a:avLst/>
            </a:prstGeom>
            <a:gradFill>
              <a:gsLst>
                <a:gs pos="0">
                  <a:srgbClr val="FFFEFE">
                    <a:alpha val="17024"/>
                  </a:srgbClr>
                </a:gs>
                <a:gs pos="14286">
                  <a:srgbClr val="FFFEFE">
                    <a:alpha val="15762"/>
                  </a:srgbClr>
                </a:gs>
                <a:gs pos="28571">
                  <a:srgbClr val="FFFEFE">
                    <a:alpha val="12469"/>
                  </a:srgbClr>
                </a:gs>
                <a:gs pos="42857">
                  <a:srgbClr val="FFFEFE">
                    <a:alpha val="8365"/>
                  </a:srgbClr>
                </a:gs>
                <a:gs pos="57143">
                  <a:srgbClr val="FFFEFE">
                    <a:alpha val="4725"/>
                  </a:srgbClr>
                </a:gs>
                <a:gs pos="71429">
                  <a:srgbClr val="FFFEFE">
                    <a:alpha val="2240"/>
                  </a:srgbClr>
                </a:gs>
                <a:gs pos="85714">
                  <a:srgbClr val="FFFEFE">
                    <a:alpha val="892"/>
                  </a:srgbClr>
                </a:gs>
                <a:gs pos="100000">
                  <a:srgbClr val="FFFEFE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4657874">
              <a:off x="3249832" y="513374"/>
              <a:ext cx="623856" cy="47424"/>
            </a:xfrm>
            <a:prstGeom prst="ellipse">
              <a:avLst/>
            </a:prstGeom>
            <a:gradFill>
              <a:gsLst>
                <a:gs pos="0">
                  <a:srgbClr val="FDFEFD">
                    <a:alpha val="32968"/>
                  </a:srgbClr>
                </a:gs>
                <a:gs pos="14286">
                  <a:srgbClr val="FDFEFD">
                    <a:alpha val="30764"/>
                  </a:srgbClr>
                </a:gs>
                <a:gs pos="28571">
                  <a:srgbClr val="FDFEFD">
                    <a:alpha val="24833"/>
                  </a:srgbClr>
                </a:gs>
                <a:gs pos="42857">
                  <a:srgbClr val="FDFEFD">
                    <a:alpha val="17075"/>
                  </a:srgbClr>
                </a:gs>
                <a:gs pos="57143">
                  <a:srgbClr val="FDFEFD">
                    <a:alpha val="9855"/>
                  </a:srgbClr>
                </a:gs>
                <a:gs pos="71429">
                  <a:srgbClr val="FDFEFD">
                    <a:alpha val="4740"/>
                  </a:srgbClr>
                </a:gs>
                <a:gs pos="85714">
                  <a:srgbClr val="FDFEFD">
                    <a:alpha val="1902"/>
                  </a:srgbClr>
                </a:gs>
                <a:gs pos="100000">
                  <a:srgbClr val="FD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-10741895">
              <a:off x="1754908" y="1272414"/>
              <a:ext cx="387322" cy="704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670425">
              <a:off x="461479" y="2382010"/>
              <a:ext cx="570323" cy="59177"/>
            </a:xfrm>
            <a:prstGeom prst="ellipse">
              <a:avLst/>
            </a:prstGeom>
            <a:gradFill>
              <a:gsLst>
                <a:gs pos="0">
                  <a:srgbClr val="F8F8F8">
                    <a:alpha val="32178"/>
                  </a:srgbClr>
                </a:gs>
                <a:gs pos="14286">
                  <a:srgbClr val="F8F8F8">
                    <a:alpha val="30014"/>
                  </a:srgbClr>
                </a:gs>
                <a:gs pos="28571">
                  <a:srgbClr val="F8F8F8">
                    <a:alpha val="24202"/>
                  </a:srgbClr>
                </a:gs>
                <a:gs pos="42857">
                  <a:srgbClr val="F8F8F8">
                    <a:alpha val="16619"/>
                  </a:srgbClr>
                </a:gs>
                <a:gs pos="57143">
                  <a:srgbClr val="F8F8F8">
                    <a:alpha val="9580"/>
                  </a:srgbClr>
                </a:gs>
                <a:gs pos="71429">
                  <a:srgbClr val="F8F8F8">
                    <a:alpha val="4605"/>
                  </a:srgbClr>
                </a:gs>
                <a:gs pos="85714">
                  <a:srgbClr val="F8F8F8">
                    <a:alpha val="1847"/>
                  </a:srgbClr>
                </a:gs>
                <a:gs pos="100000">
                  <a:srgbClr val="F8F8F8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10428553">
              <a:off x="813267" y="405519"/>
              <a:ext cx="106531" cy="52326"/>
            </a:xfrm>
            <a:prstGeom prst="ellipse">
              <a:avLst/>
            </a:prstGeom>
            <a:gradFill>
              <a:gsLst>
                <a:gs pos="0">
                  <a:srgbClr val="FAFAFB">
                    <a:alpha val="30429"/>
                  </a:srgbClr>
                </a:gs>
                <a:gs pos="14286">
                  <a:srgbClr val="FAFAFB">
                    <a:alpha val="28357"/>
                  </a:srgbClr>
                </a:gs>
                <a:gs pos="28571">
                  <a:srgbClr val="FAFAFB">
                    <a:alpha val="22812"/>
                  </a:srgbClr>
                </a:gs>
                <a:gs pos="42857">
                  <a:srgbClr val="FAFAFB">
                    <a:alpha val="15620"/>
                  </a:srgbClr>
                </a:gs>
                <a:gs pos="57143">
                  <a:srgbClr val="FAFAFB">
                    <a:alpha val="8981"/>
                  </a:srgbClr>
                </a:gs>
                <a:gs pos="71429">
                  <a:srgbClr val="FAFAFB">
                    <a:alpha val="4309"/>
                  </a:srgbClr>
                </a:gs>
                <a:gs pos="85714">
                  <a:srgbClr val="FAFAFB">
                    <a:alpha val="1727"/>
                  </a:srgbClr>
                </a:gs>
                <a:gs pos="100000">
                  <a:srgbClr val="FAFAFB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615331">
              <a:off x="642602" y="1250200"/>
              <a:ext cx="414693" cy="48481"/>
            </a:xfrm>
            <a:prstGeom prst="ellipse">
              <a:avLst/>
            </a:prstGeom>
            <a:gradFill>
              <a:gsLst>
                <a:gs pos="0">
                  <a:srgbClr val="D0D1D1">
                    <a:alpha val="10936"/>
                  </a:srgbClr>
                </a:gs>
                <a:gs pos="14286">
                  <a:srgbClr val="D0D1D1">
                    <a:alpha val="10098"/>
                  </a:srgbClr>
                </a:gs>
                <a:gs pos="28571">
                  <a:srgbClr val="D0D1D1">
                    <a:alpha val="7933"/>
                  </a:srgbClr>
                </a:gs>
                <a:gs pos="42857">
                  <a:srgbClr val="D0D1D1">
                    <a:alpha val="5277"/>
                  </a:srgbClr>
                </a:gs>
                <a:gs pos="57143">
                  <a:srgbClr val="D0D1D1">
                    <a:alpha val="2959"/>
                  </a:srgbClr>
                </a:gs>
                <a:gs pos="71429">
                  <a:srgbClr val="D0D1D1">
                    <a:alpha val="1396"/>
                  </a:srgbClr>
                </a:gs>
                <a:gs pos="85714">
                  <a:srgbClr val="D0D1D1">
                    <a:alpha val="554"/>
                  </a:srgbClr>
                </a:gs>
                <a:gs pos="100000">
                  <a:srgbClr val="D0D1D1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4021231">
              <a:off x="672140" y="1613925"/>
              <a:ext cx="843467" cy="272424"/>
            </a:xfrm>
            <a:prstGeom prst="ellipse">
              <a:avLst/>
            </a:prstGeom>
            <a:gradFill>
              <a:gsLst>
                <a:gs pos="0">
                  <a:srgbClr val="474948">
                    <a:alpha val="7580"/>
                  </a:srgbClr>
                </a:gs>
                <a:gs pos="14286">
                  <a:srgbClr val="474948">
                    <a:alpha val="6989"/>
                  </a:srgbClr>
                </a:gs>
                <a:gs pos="28571">
                  <a:srgbClr val="474948">
                    <a:alpha val="5470"/>
                  </a:srgbClr>
                </a:gs>
                <a:gs pos="42857">
                  <a:srgbClr val="474948">
                    <a:alpha val="3623"/>
                  </a:srgbClr>
                </a:gs>
                <a:gs pos="57143">
                  <a:srgbClr val="474948">
                    <a:alpha val="2024"/>
                  </a:srgbClr>
                </a:gs>
                <a:gs pos="71429">
                  <a:srgbClr val="474948">
                    <a:alpha val="953"/>
                  </a:srgbClr>
                </a:gs>
                <a:gs pos="85714">
                  <a:srgbClr val="474948">
                    <a:alpha val="378"/>
                  </a:srgbClr>
                </a:gs>
                <a:gs pos="100000">
                  <a:srgbClr val="474948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400000">
              <a:off x="1136062" y="2252057"/>
              <a:ext cx="65390" cy="65390"/>
            </a:xfrm>
            <a:prstGeom prst="ellipse">
              <a:avLst/>
            </a:prstGeom>
            <a:gradFill>
              <a:gsLst>
                <a:gs pos="0">
                  <a:srgbClr val="A8A8A8">
                    <a:alpha val="12386"/>
                  </a:srgbClr>
                </a:gs>
                <a:gs pos="14286">
                  <a:srgbClr val="A8A8A8">
                    <a:alpha val="11444"/>
                  </a:srgbClr>
                </a:gs>
                <a:gs pos="28571">
                  <a:srgbClr val="A8A8A8">
                    <a:alpha val="9005"/>
                  </a:srgbClr>
                </a:gs>
                <a:gs pos="42857">
                  <a:srgbClr val="A8A8A8">
                    <a:alpha val="6002"/>
                  </a:srgbClr>
                </a:gs>
                <a:gs pos="57143">
                  <a:srgbClr val="A8A8A8">
                    <a:alpha val="3372"/>
                  </a:srgbClr>
                </a:gs>
                <a:gs pos="71429">
                  <a:srgbClr val="A8A8A8">
                    <a:alpha val="1593"/>
                  </a:srgbClr>
                </a:gs>
                <a:gs pos="85714">
                  <a:srgbClr val="A8A8A8">
                    <a:alpha val="633"/>
                  </a:srgbClr>
                </a:gs>
                <a:gs pos="100000">
                  <a:srgbClr val="A8A8A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6165195">
              <a:off x="580200" y="2430126"/>
              <a:ext cx="824797" cy="224256"/>
            </a:xfrm>
            <a:prstGeom prst="ellipse">
              <a:avLst/>
            </a:prstGeom>
            <a:gradFill>
              <a:gsLst>
                <a:gs pos="0">
                  <a:srgbClr val="5A5A5A">
                    <a:alpha val="2603"/>
                  </a:srgbClr>
                </a:gs>
                <a:gs pos="14286">
                  <a:srgbClr val="5A5A5A">
                    <a:alpha val="2395"/>
                  </a:srgbClr>
                </a:gs>
                <a:gs pos="28571">
                  <a:srgbClr val="5A5A5A">
                    <a:alpha val="1865"/>
                  </a:srgbClr>
                </a:gs>
                <a:gs pos="42857">
                  <a:srgbClr val="5A5A5A">
                    <a:alpha val="1227"/>
                  </a:srgbClr>
                </a:gs>
                <a:gs pos="57143">
                  <a:srgbClr val="5A5A5A">
                    <a:alpha val="682"/>
                  </a:srgbClr>
                </a:gs>
                <a:gs pos="71429">
                  <a:srgbClr val="5A5A5A">
                    <a:alpha val="320"/>
                  </a:srgbClr>
                </a:gs>
                <a:gs pos="85714">
                  <a:srgbClr val="5A5A5A">
                    <a:alpha val="127"/>
                  </a:srgbClr>
                </a:gs>
                <a:gs pos="100000">
                  <a:srgbClr val="5A5A5A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10772611">
              <a:off x="1800830" y="2998364"/>
              <a:ext cx="410512" cy="781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3686744">
              <a:off x="2806123" y="955515"/>
              <a:ext cx="760598" cy="206755"/>
            </a:xfrm>
            <a:prstGeom prst="ellipse">
              <a:avLst/>
            </a:prstGeom>
            <a:gradFill>
              <a:gsLst>
                <a:gs pos="0">
                  <a:srgbClr val="737372">
                    <a:alpha val="5022"/>
                  </a:srgbClr>
                </a:gs>
                <a:gs pos="14286">
                  <a:srgbClr val="737372">
                    <a:alpha val="4626"/>
                  </a:srgbClr>
                </a:gs>
                <a:gs pos="28571">
                  <a:srgbClr val="737372">
                    <a:alpha val="3610"/>
                  </a:srgbClr>
                </a:gs>
                <a:gs pos="42857">
                  <a:srgbClr val="737372">
                    <a:alpha val="2383"/>
                  </a:srgbClr>
                </a:gs>
                <a:gs pos="57143">
                  <a:srgbClr val="737372">
                    <a:alpha val="1328"/>
                  </a:srgbClr>
                </a:gs>
                <a:gs pos="71429">
                  <a:srgbClr val="737372">
                    <a:alpha val="624"/>
                  </a:srgbClr>
                </a:gs>
                <a:gs pos="85714">
                  <a:srgbClr val="737372">
                    <a:alpha val="247"/>
                  </a:srgbClr>
                </a:gs>
                <a:gs pos="100000">
                  <a:srgbClr val="737372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5343841">
              <a:off x="1845135" y="1463186"/>
              <a:ext cx="457486" cy="41853"/>
            </a:xfrm>
            <a:prstGeom prst="ellipse">
              <a:avLst/>
            </a:prstGeom>
            <a:gradFill>
              <a:gsLst>
                <a:gs pos="0">
                  <a:srgbClr val="F9FAF9">
                    <a:alpha val="32968"/>
                  </a:srgbClr>
                </a:gs>
                <a:gs pos="14286">
                  <a:srgbClr val="F9FAF9">
                    <a:alpha val="30764"/>
                  </a:srgbClr>
                </a:gs>
                <a:gs pos="28571">
                  <a:srgbClr val="F9FAF9">
                    <a:alpha val="24833"/>
                  </a:srgbClr>
                </a:gs>
                <a:gs pos="42857">
                  <a:srgbClr val="F9FAF9">
                    <a:alpha val="17075"/>
                  </a:srgbClr>
                </a:gs>
                <a:gs pos="57143">
                  <a:srgbClr val="F9FAF9">
                    <a:alpha val="9855"/>
                  </a:srgbClr>
                </a:gs>
                <a:gs pos="71429">
                  <a:srgbClr val="F9FAF9">
                    <a:alpha val="4740"/>
                  </a:srgbClr>
                </a:gs>
                <a:gs pos="85714">
                  <a:srgbClr val="F9FAF9">
                    <a:alpha val="1902"/>
                  </a:srgbClr>
                </a:gs>
                <a:gs pos="100000">
                  <a:srgbClr val="F9FA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-10215461">
              <a:off x="3337818" y="914362"/>
              <a:ext cx="99017" cy="66871"/>
            </a:xfrm>
            <a:prstGeom prst="ellipse">
              <a:avLst/>
            </a:prstGeom>
            <a:gradFill>
              <a:gsLst>
                <a:gs pos="0">
                  <a:srgbClr val="F8F7F8">
                    <a:alpha val="25414"/>
                  </a:srgbClr>
                </a:gs>
                <a:gs pos="14286">
                  <a:srgbClr val="F8F7F8">
                    <a:alpha val="23624"/>
                  </a:srgbClr>
                </a:gs>
                <a:gs pos="28571">
                  <a:srgbClr val="F8F7F8">
                    <a:alpha val="18881"/>
                  </a:srgbClr>
                </a:gs>
                <a:gs pos="42857">
                  <a:srgbClr val="F8F7F8">
                    <a:alpha val="12825"/>
                  </a:srgbClr>
                </a:gs>
                <a:gs pos="57143">
                  <a:srgbClr val="F8F7F8">
                    <a:alpha val="7323"/>
                  </a:srgbClr>
                </a:gs>
                <a:gs pos="71429">
                  <a:srgbClr val="F8F7F8">
                    <a:alpha val="3497"/>
                  </a:srgbClr>
                </a:gs>
                <a:gs pos="85714">
                  <a:srgbClr val="F8F7F8">
                    <a:alpha val="1398"/>
                  </a:srgbClr>
                </a:gs>
                <a:gs pos="100000">
                  <a:srgbClr val="F8F7F8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5455003">
              <a:off x="746284" y="3577618"/>
              <a:ext cx="438682" cy="51798"/>
            </a:xfrm>
            <a:prstGeom prst="ellipse">
              <a:avLst/>
            </a:prstGeom>
            <a:gradFill>
              <a:gsLst>
                <a:gs pos="0">
                  <a:srgbClr val="EFEFEF">
                    <a:alpha val="24940"/>
                  </a:srgbClr>
                </a:gs>
                <a:gs pos="14286">
                  <a:srgbClr val="EFEFEF">
                    <a:alpha val="23178"/>
                  </a:srgbClr>
                </a:gs>
                <a:gs pos="28571">
                  <a:srgbClr val="EFEFEF">
                    <a:alpha val="18514"/>
                  </a:srgbClr>
                </a:gs>
                <a:gs pos="42857">
                  <a:srgbClr val="EFEFEF">
                    <a:alpha val="12566"/>
                  </a:srgbClr>
                </a:gs>
                <a:gs pos="57143">
                  <a:srgbClr val="EFEFEF">
                    <a:alpha val="7171"/>
                  </a:srgbClr>
                </a:gs>
                <a:gs pos="71429">
                  <a:srgbClr val="EFEFEF">
                    <a:alpha val="3423"/>
                  </a:srgbClr>
                </a:gs>
                <a:gs pos="85714">
                  <a:srgbClr val="EFEFEF">
                    <a:alpha val="1368"/>
                  </a:srgbClr>
                </a:gs>
                <a:gs pos="100000">
                  <a:srgbClr val="EFEFEF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4560292">
              <a:off x="3007100" y="3476279"/>
              <a:ext cx="610192" cy="143410"/>
            </a:xfrm>
            <a:prstGeom prst="ellipse">
              <a:avLst/>
            </a:prstGeom>
            <a:gradFill>
              <a:gsLst>
                <a:gs pos="0">
                  <a:srgbClr val="7C7D7D">
                    <a:alpha val="8487"/>
                  </a:srgbClr>
                </a:gs>
                <a:gs pos="14286">
                  <a:srgbClr val="7C7D7D">
                    <a:alpha val="7828"/>
                  </a:srgbClr>
                </a:gs>
                <a:gs pos="28571">
                  <a:srgbClr val="7C7D7D">
                    <a:alpha val="6133"/>
                  </a:srgbClr>
                </a:gs>
                <a:gs pos="42857">
                  <a:srgbClr val="7C7D7D">
                    <a:alpha val="4066"/>
                  </a:srgbClr>
                </a:gs>
                <a:gs pos="57143">
                  <a:srgbClr val="7C7D7D">
                    <a:alpha val="2274"/>
                  </a:srgbClr>
                </a:gs>
                <a:gs pos="71429">
                  <a:srgbClr val="7C7D7D">
                    <a:alpha val="1071"/>
                  </a:srgbClr>
                </a:gs>
                <a:gs pos="85714">
                  <a:srgbClr val="7C7D7D">
                    <a:alpha val="425"/>
                  </a:srgbClr>
                </a:gs>
                <a:gs pos="100000">
                  <a:srgbClr val="7C7D7D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10581746">
              <a:off x="1209555" y="925773"/>
              <a:ext cx="523243" cy="40780"/>
            </a:xfrm>
            <a:prstGeom prst="ellipse">
              <a:avLst/>
            </a:prstGeom>
            <a:gradFill>
              <a:gsLst>
                <a:gs pos="0">
                  <a:srgbClr val="0B0703">
                    <a:alpha val="32965"/>
                  </a:srgbClr>
                </a:gs>
                <a:gs pos="14286">
                  <a:srgbClr val="0B0703">
                    <a:alpha val="30761"/>
                  </a:srgbClr>
                </a:gs>
                <a:gs pos="28571">
                  <a:srgbClr val="0B0703">
                    <a:alpha val="24831"/>
                  </a:srgbClr>
                </a:gs>
                <a:gs pos="42857">
                  <a:srgbClr val="0B0703">
                    <a:alpha val="17074"/>
                  </a:srgbClr>
                </a:gs>
                <a:gs pos="57143">
                  <a:srgbClr val="0B0703">
                    <a:alpha val="9854"/>
                  </a:srgbClr>
                </a:gs>
                <a:gs pos="71429">
                  <a:srgbClr val="0B0703">
                    <a:alpha val="4740"/>
                  </a:srgbClr>
                </a:gs>
                <a:gs pos="85714">
                  <a:srgbClr val="0B0703">
                    <a:alpha val="1902"/>
                  </a:srgbClr>
                </a:gs>
                <a:gs pos="100000">
                  <a:srgbClr val="0B07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4938920">
              <a:off x="2812599" y="3409913"/>
              <a:ext cx="398282" cy="38272"/>
            </a:xfrm>
            <a:prstGeom prst="ellipse">
              <a:avLst/>
            </a:prstGeom>
            <a:gradFill>
              <a:gsLst>
                <a:gs pos="0">
                  <a:srgbClr val="D3D4D3">
                    <a:alpha val="32853"/>
                  </a:srgbClr>
                </a:gs>
                <a:gs pos="14286">
                  <a:srgbClr val="D3D4D3">
                    <a:alpha val="30654"/>
                  </a:srgbClr>
                </a:gs>
                <a:gs pos="28571">
                  <a:srgbClr val="D3D4D3">
                    <a:alpha val="24741"/>
                  </a:srgbClr>
                </a:gs>
                <a:gs pos="42857">
                  <a:srgbClr val="D3D4D3">
                    <a:alpha val="17009"/>
                  </a:srgbClr>
                </a:gs>
                <a:gs pos="57143">
                  <a:srgbClr val="D3D4D3">
                    <a:alpha val="9815"/>
                  </a:srgbClr>
                </a:gs>
                <a:gs pos="71429">
                  <a:srgbClr val="D3D4D3">
                    <a:alpha val="4720"/>
                  </a:srgbClr>
                </a:gs>
                <a:gs pos="85714">
                  <a:srgbClr val="D3D4D3">
                    <a:alpha val="1894"/>
                  </a:srgbClr>
                </a:gs>
                <a:gs pos="100000">
                  <a:srgbClr val="D3D4D3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6091739">
              <a:off x="269832" y="620796"/>
              <a:ext cx="307079" cy="44759"/>
            </a:xfrm>
            <a:prstGeom prst="ellipse">
              <a:avLst/>
            </a:prstGeom>
            <a:gradFill>
              <a:gsLst>
                <a:gs pos="0">
                  <a:srgbClr val="ECEDEC">
                    <a:alpha val="28870"/>
                  </a:srgbClr>
                </a:gs>
                <a:gs pos="14286">
                  <a:srgbClr val="ECEDEC">
                    <a:alpha val="26883"/>
                  </a:srgbClr>
                </a:gs>
                <a:gs pos="28571">
                  <a:srgbClr val="ECEDEC">
                    <a:alpha val="21581"/>
                  </a:srgbClr>
                </a:gs>
                <a:gs pos="42857">
                  <a:srgbClr val="ECEDEC">
                    <a:alpha val="14740"/>
                  </a:srgbClr>
                </a:gs>
                <a:gs pos="57143">
                  <a:srgbClr val="ECEDEC">
                    <a:alpha val="8457"/>
                  </a:srgbClr>
                </a:gs>
                <a:gs pos="71429">
                  <a:srgbClr val="ECEDEC">
                    <a:alpha val="4052"/>
                  </a:srgbClr>
                </a:gs>
                <a:gs pos="85714">
                  <a:srgbClr val="ECEDEC">
                    <a:alpha val="1622"/>
                  </a:srgbClr>
                </a:gs>
                <a:gs pos="100000">
                  <a:srgbClr val="ECEDEC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7311911">
              <a:off x="1537133" y="249757"/>
              <a:ext cx="578441" cy="528255"/>
            </a:xfrm>
            <a:prstGeom prst="ellipse">
              <a:avLst/>
            </a:prstGeom>
            <a:gradFill>
              <a:gsLst>
                <a:gs pos="0">
                  <a:srgbClr val="8F8F8F">
                    <a:alpha val="5234"/>
                  </a:srgbClr>
                </a:gs>
                <a:gs pos="14286">
                  <a:srgbClr val="8F8F8F">
                    <a:alpha val="4821"/>
                  </a:srgbClr>
                </a:gs>
                <a:gs pos="28571">
                  <a:srgbClr val="8F8F8F">
                    <a:alpha val="3764"/>
                  </a:srgbClr>
                </a:gs>
                <a:gs pos="42857">
                  <a:srgbClr val="8F8F8F">
                    <a:alpha val="2485"/>
                  </a:srgbClr>
                </a:gs>
                <a:gs pos="57143">
                  <a:srgbClr val="8F8F8F">
                    <a:alpha val="1385"/>
                  </a:srgbClr>
                </a:gs>
                <a:gs pos="71429">
                  <a:srgbClr val="8F8F8F">
                    <a:alpha val="651"/>
                  </a:srgbClr>
                </a:gs>
                <a:gs pos="85714">
                  <a:srgbClr val="8F8F8F">
                    <a:alpha val="258"/>
                  </a:srgbClr>
                </a:gs>
                <a:gs pos="100000">
                  <a:srgbClr val="8F8F8F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5594879">
              <a:off x="700578" y="2182558"/>
              <a:ext cx="666071" cy="122044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6334518">
              <a:off x="372245" y="175208"/>
              <a:ext cx="667472" cy="131740"/>
            </a:xfrm>
            <a:prstGeom prst="ellipse">
              <a:avLst/>
            </a:prstGeom>
            <a:gradFill>
              <a:gsLst>
                <a:gs pos="0">
                  <a:srgbClr val="000201">
                    <a:alpha val="20838"/>
                  </a:srgbClr>
                </a:gs>
                <a:gs pos="14286">
                  <a:srgbClr val="000201">
                    <a:alpha val="19327"/>
                  </a:srgbClr>
                </a:gs>
                <a:gs pos="28571">
                  <a:srgbClr val="000201">
                    <a:alpha val="15359"/>
                  </a:srgbClr>
                </a:gs>
                <a:gs pos="42857">
                  <a:srgbClr val="000201">
                    <a:alpha val="10361"/>
                  </a:srgbClr>
                </a:gs>
                <a:gs pos="57143">
                  <a:srgbClr val="000201">
                    <a:alpha val="5881"/>
                  </a:srgbClr>
                </a:gs>
                <a:gs pos="71429">
                  <a:srgbClr val="000201">
                    <a:alpha val="2797"/>
                  </a:srgbClr>
                </a:gs>
                <a:gs pos="85714">
                  <a:srgbClr val="000201">
                    <a:alpha val="1116"/>
                  </a:srgbClr>
                </a:gs>
                <a:gs pos="100000">
                  <a:srgbClr val="000201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4472357">
              <a:off x="2917041" y="2725301"/>
              <a:ext cx="580336" cy="571587"/>
            </a:xfrm>
            <a:prstGeom prst="ellipse">
              <a:avLst/>
            </a:prstGeom>
            <a:gradFill>
              <a:gsLst>
                <a:gs pos="0">
                  <a:srgbClr val="636363">
                    <a:alpha val="4917"/>
                  </a:srgbClr>
                </a:gs>
                <a:gs pos="14286">
                  <a:srgbClr val="636363">
                    <a:alpha val="4528"/>
                  </a:srgbClr>
                </a:gs>
                <a:gs pos="28571">
                  <a:srgbClr val="636363">
                    <a:alpha val="3534"/>
                  </a:srgbClr>
                </a:gs>
                <a:gs pos="42857">
                  <a:srgbClr val="636363">
                    <a:alpha val="2332"/>
                  </a:srgbClr>
                </a:gs>
                <a:gs pos="57143">
                  <a:srgbClr val="636363">
                    <a:alpha val="1299"/>
                  </a:srgbClr>
                </a:gs>
                <a:gs pos="71429">
                  <a:srgbClr val="636363">
                    <a:alpha val="610"/>
                  </a:srgbClr>
                </a:gs>
                <a:gs pos="85714">
                  <a:srgbClr val="636363">
                    <a:alpha val="242"/>
                  </a:srgbClr>
                </a:gs>
                <a:gs pos="100000">
                  <a:srgbClr val="636363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6742454">
              <a:off x="184686" y="2088606"/>
              <a:ext cx="656194" cy="165570"/>
            </a:xfrm>
            <a:prstGeom prst="ellipse">
              <a:avLst/>
            </a:prstGeom>
            <a:gradFill>
              <a:gsLst>
                <a:gs pos="0">
                  <a:srgbClr val="464445">
                    <a:alpha val="6112"/>
                  </a:srgbClr>
                </a:gs>
                <a:gs pos="14286">
                  <a:srgbClr val="464445">
                    <a:alpha val="5632"/>
                  </a:srgbClr>
                </a:gs>
                <a:gs pos="28571">
                  <a:srgbClr val="464445">
                    <a:alpha val="4401"/>
                  </a:srgbClr>
                </a:gs>
                <a:gs pos="42857">
                  <a:srgbClr val="464445">
                    <a:alpha val="2909"/>
                  </a:srgbClr>
                </a:gs>
                <a:gs pos="57143">
                  <a:srgbClr val="464445">
                    <a:alpha val="1622"/>
                  </a:srgbClr>
                </a:gs>
                <a:gs pos="71429">
                  <a:srgbClr val="464445">
                    <a:alpha val="763"/>
                  </a:srgbClr>
                </a:gs>
                <a:gs pos="85714">
                  <a:srgbClr val="464445">
                    <a:alpha val="302"/>
                  </a:srgbClr>
                </a:gs>
                <a:gs pos="100000">
                  <a:srgbClr val="464445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325452">
              <a:off x="365510" y="2124965"/>
              <a:ext cx="841271" cy="220846"/>
            </a:xfrm>
            <a:prstGeom prst="ellipse">
              <a:avLst/>
            </a:prstGeom>
            <a:gradFill>
              <a:gsLst>
                <a:gs pos="0">
                  <a:srgbClr val="4B4B4B">
                    <a:alpha val="6241"/>
                  </a:srgbClr>
                </a:gs>
                <a:gs pos="14286">
                  <a:srgbClr val="4B4B4B">
                    <a:alpha val="5751"/>
                  </a:srgbClr>
                </a:gs>
                <a:gs pos="28571">
                  <a:srgbClr val="4B4B4B">
                    <a:alpha val="4495"/>
                  </a:srgbClr>
                </a:gs>
                <a:gs pos="42857">
                  <a:srgbClr val="4B4B4B">
                    <a:alpha val="2972"/>
                  </a:srgbClr>
                </a:gs>
                <a:gs pos="57143">
                  <a:srgbClr val="4B4B4B">
                    <a:alpha val="1658"/>
                  </a:srgbClr>
                </a:gs>
                <a:gs pos="71429">
                  <a:srgbClr val="4B4B4B">
                    <a:alpha val="779"/>
                  </a:srgbClr>
                </a:gs>
                <a:gs pos="85714">
                  <a:srgbClr val="4B4B4B">
                    <a:alpha val="309"/>
                  </a:srgbClr>
                </a:gs>
                <a:gs pos="100000">
                  <a:srgbClr val="4B4B4B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10212809">
              <a:off x="2290577" y="1628548"/>
              <a:ext cx="341837" cy="52592"/>
            </a:xfrm>
            <a:prstGeom prst="ellipse">
              <a:avLst/>
            </a:prstGeom>
            <a:gradFill>
              <a:gsLst>
                <a:gs pos="0">
                  <a:srgbClr val="252929">
                    <a:alpha val="32968"/>
                  </a:srgbClr>
                </a:gs>
                <a:gs pos="14286">
                  <a:srgbClr val="252929">
                    <a:alpha val="30764"/>
                  </a:srgbClr>
                </a:gs>
                <a:gs pos="28571">
                  <a:srgbClr val="252929">
                    <a:alpha val="24833"/>
                  </a:srgbClr>
                </a:gs>
                <a:gs pos="42857">
                  <a:srgbClr val="252929">
                    <a:alpha val="17075"/>
                  </a:srgbClr>
                </a:gs>
                <a:gs pos="57143">
                  <a:srgbClr val="252929">
                    <a:alpha val="9855"/>
                  </a:srgbClr>
                </a:gs>
                <a:gs pos="71429">
                  <a:srgbClr val="252929">
                    <a:alpha val="4740"/>
                  </a:srgbClr>
                </a:gs>
                <a:gs pos="85714">
                  <a:srgbClr val="252929">
                    <a:alpha val="1902"/>
                  </a:srgbClr>
                </a:gs>
                <a:gs pos="100000">
                  <a:srgbClr val="2529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5273442">
              <a:off x="665458" y="1790847"/>
              <a:ext cx="804867" cy="157817"/>
            </a:xfrm>
            <a:prstGeom prst="ellipse">
              <a:avLst/>
            </a:prstGeom>
            <a:gradFill>
              <a:gsLst>
                <a:gs pos="0">
                  <a:srgbClr val="000007">
                    <a:alpha val="14630"/>
                  </a:srgbClr>
                </a:gs>
                <a:gs pos="14286">
                  <a:srgbClr val="000007">
                    <a:alpha val="13531"/>
                  </a:srgbClr>
                </a:gs>
                <a:gs pos="28571">
                  <a:srgbClr val="000007">
                    <a:alpha val="10674"/>
                  </a:srgbClr>
                </a:gs>
                <a:gs pos="42857">
                  <a:srgbClr val="000007">
                    <a:alpha val="7137"/>
                  </a:srgbClr>
                </a:gs>
                <a:gs pos="57143">
                  <a:srgbClr val="000007">
                    <a:alpha val="4020"/>
                  </a:srgbClr>
                </a:gs>
                <a:gs pos="71429">
                  <a:srgbClr val="000007">
                    <a:alpha val="1902"/>
                  </a:srgbClr>
                </a:gs>
                <a:gs pos="85714">
                  <a:srgbClr val="000007">
                    <a:alpha val="757"/>
                  </a:srgbClr>
                </a:gs>
                <a:gs pos="100000">
                  <a:srgbClr val="000007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4975286">
              <a:off x="2879349" y="1063690"/>
              <a:ext cx="656932" cy="142439"/>
            </a:xfrm>
            <a:prstGeom prst="ellipse">
              <a:avLst/>
            </a:prstGeom>
            <a:gradFill>
              <a:gsLst>
                <a:gs pos="0">
                  <a:srgbClr val="070000">
                    <a:alpha val="13597"/>
                  </a:srgbClr>
                </a:gs>
                <a:gs pos="14286">
                  <a:srgbClr val="070000">
                    <a:alpha val="12570"/>
                  </a:srgbClr>
                </a:gs>
                <a:gs pos="28571">
                  <a:srgbClr val="070000">
                    <a:alpha val="9905"/>
                  </a:srgbClr>
                </a:gs>
                <a:gs pos="42857">
                  <a:srgbClr val="070000">
                    <a:alpha val="6612"/>
                  </a:srgbClr>
                </a:gs>
                <a:gs pos="57143">
                  <a:srgbClr val="070000">
                    <a:alpha val="3720"/>
                  </a:srgbClr>
                </a:gs>
                <a:gs pos="71429">
                  <a:srgbClr val="070000">
                    <a:alpha val="1759"/>
                  </a:srgbClr>
                </a:gs>
                <a:gs pos="85714">
                  <a:srgbClr val="070000">
                    <a:alpha val="699"/>
                  </a:srgbClr>
                </a:gs>
                <a:gs pos="100000">
                  <a:srgbClr val="070000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5243074">
              <a:off x="1312665" y="278416"/>
              <a:ext cx="511244" cy="453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6397886">
              <a:off x="2236771" y="365750"/>
              <a:ext cx="892795" cy="262046"/>
            </a:xfrm>
            <a:prstGeom prst="ellipse">
              <a:avLst/>
            </a:prstGeom>
            <a:gradFill>
              <a:gsLst>
                <a:gs pos="0">
                  <a:srgbClr val="454645">
                    <a:alpha val="8111"/>
                  </a:srgbClr>
                </a:gs>
                <a:gs pos="14286">
                  <a:srgbClr val="454645">
                    <a:alpha val="7480"/>
                  </a:srgbClr>
                </a:gs>
                <a:gs pos="28571">
                  <a:srgbClr val="454645">
                    <a:alpha val="5858"/>
                  </a:srgbClr>
                </a:gs>
                <a:gs pos="42857">
                  <a:srgbClr val="454645">
                    <a:alpha val="3882"/>
                  </a:srgbClr>
                </a:gs>
                <a:gs pos="57143">
                  <a:srgbClr val="454645">
                    <a:alpha val="2170"/>
                  </a:srgbClr>
                </a:gs>
                <a:gs pos="71429">
                  <a:srgbClr val="454645">
                    <a:alpha val="1022"/>
                  </a:srgbClr>
                </a:gs>
                <a:gs pos="85714">
                  <a:srgbClr val="454645">
                    <a:alpha val="405"/>
                  </a:srgbClr>
                </a:gs>
                <a:gs pos="100000">
                  <a:srgbClr val="454645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4980168">
              <a:off x="314528" y="3165676"/>
              <a:ext cx="746025" cy="168132"/>
            </a:xfrm>
            <a:prstGeom prst="ellipse">
              <a:avLst/>
            </a:prstGeom>
            <a:gradFill>
              <a:gsLst>
                <a:gs pos="0">
                  <a:srgbClr val="AAAAAA">
                    <a:alpha val="11435"/>
                  </a:srgbClr>
                </a:gs>
                <a:gs pos="14286">
                  <a:srgbClr val="AAAAAA">
                    <a:alpha val="10561"/>
                  </a:srgbClr>
                </a:gs>
                <a:gs pos="28571">
                  <a:srgbClr val="AAAAAA">
                    <a:alpha val="8301"/>
                  </a:srgbClr>
                </a:gs>
                <a:gs pos="42857">
                  <a:srgbClr val="AAAAAA">
                    <a:alpha val="5526"/>
                  </a:srgbClr>
                </a:gs>
                <a:gs pos="57143">
                  <a:srgbClr val="AAAAAA">
                    <a:alpha val="3101"/>
                  </a:srgbClr>
                </a:gs>
                <a:gs pos="71429">
                  <a:srgbClr val="AAAAAA">
                    <a:alpha val="1464"/>
                  </a:srgbClr>
                </a:gs>
                <a:gs pos="85714">
                  <a:srgbClr val="AAAAAA">
                    <a:alpha val="581"/>
                  </a:srgbClr>
                </a:gs>
                <a:gs pos="100000">
                  <a:srgbClr val="AAAAAA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4932090">
              <a:off x="2576177" y="1009532"/>
              <a:ext cx="830526" cy="258615"/>
            </a:xfrm>
            <a:prstGeom prst="ellipse">
              <a:avLst/>
            </a:prstGeom>
            <a:gradFill>
              <a:gsLst>
                <a:gs pos="0">
                  <a:srgbClr val="150A09">
                    <a:alpha val="18005"/>
                  </a:srgbClr>
                </a:gs>
                <a:gs pos="14286">
                  <a:srgbClr val="150A09">
                    <a:alpha val="16678"/>
                  </a:srgbClr>
                </a:gs>
                <a:gs pos="28571">
                  <a:srgbClr val="150A09">
                    <a:alpha val="13209"/>
                  </a:srgbClr>
                </a:gs>
                <a:gs pos="42857">
                  <a:srgbClr val="150A09">
                    <a:alpha val="8874"/>
                  </a:srgbClr>
                </a:gs>
                <a:gs pos="57143">
                  <a:srgbClr val="150A09">
                    <a:alpha val="5019"/>
                  </a:srgbClr>
                </a:gs>
                <a:gs pos="71429">
                  <a:srgbClr val="150A09">
                    <a:alpha val="2381"/>
                  </a:srgbClr>
                </a:gs>
                <a:gs pos="85714">
                  <a:srgbClr val="150A09">
                    <a:alpha val="949"/>
                  </a:srgbClr>
                </a:gs>
                <a:gs pos="100000">
                  <a:srgbClr val="150A09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5655318">
              <a:off x="-417423" y="1392263"/>
              <a:ext cx="980734" cy="227909"/>
            </a:xfrm>
            <a:prstGeom prst="ellipse">
              <a:avLst/>
            </a:prstGeom>
            <a:gradFill>
              <a:gsLst>
                <a:gs pos="0">
                  <a:srgbClr val="000600">
                    <a:alpha val="26412"/>
                  </a:srgbClr>
                </a:gs>
                <a:gs pos="14286">
                  <a:srgbClr val="000600">
                    <a:alpha val="24563"/>
                  </a:srgbClr>
                </a:gs>
                <a:gs pos="28571">
                  <a:srgbClr val="000600">
                    <a:alpha val="19657"/>
                  </a:srgbClr>
                </a:gs>
                <a:gs pos="42857">
                  <a:srgbClr val="000600">
                    <a:alpha val="13373"/>
                  </a:srgbClr>
                </a:gs>
                <a:gs pos="57143">
                  <a:srgbClr val="000600">
                    <a:alpha val="7646"/>
                  </a:srgbClr>
                </a:gs>
                <a:gs pos="71429">
                  <a:srgbClr val="000600">
                    <a:alpha val="3655"/>
                  </a:srgbClr>
                </a:gs>
                <a:gs pos="85714">
                  <a:srgbClr val="000600">
                    <a:alpha val="1462"/>
                  </a:srgbClr>
                </a:gs>
                <a:gs pos="100000">
                  <a:srgbClr val="000600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5151495">
              <a:off x="2160802" y="137617"/>
              <a:ext cx="954353" cy="71631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5484225">
              <a:off x="1118222" y="1534235"/>
              <a:ext cx="404757" cy="61320"/>
            </a:xfrm>
            <a:prstGeom prst="ellipse">
              <a:avLst/>
            </a:prstGeom>
            <a:gradFill>
              <a:gsLst>
                <a:gs pos="0">
                  <a:srgbClr val="F7F7F7">
                    <a:alpha val="32968"/>
                  </a:srgbClr>
                </a:gs>
                <a:gs pos="14286">
                  <a:srgbClr val="F7F7F7">
                    <a:alpha val="30764"/>
                  </a:srgbClr>
                </a:gs>
                <a:gs pos="28571">
                  <a:srgbClr val="F7F7F7">
                    <a:alpha val="24833"/>
                  </a:srgbClr>
                </a:gs>
                <a:gs pos="42857">
                  <a:srgbClr val="F7F7F7">
                    <a:alpha val="17075"/>
                  </a:srgbClr>
                </a:gs>
                <a:gs pos="57143">
                  <a:srgbClr val="F7F7F7">
                    <a:alpha val="9855"/>
                  </a:srgbClr>
                </a:gs>
                <a:gs pos="71429">
                  <a:srgbClr val="F7F7F7">
                    <a:alpha val="4740"/>
                  </a:srgbClr>
                </a:gs>
                <a:gs pos="85714">
                  <a:srgbClr val="F7F7F7">
                    <a:alpha val="1902"/>
                  </a:srgbClr>
                </a:gs>
                <a:gs pos="100000">
                  <a:srgbClr val="F7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652067">
              <a:off x="2507788" y="699849"/>
              <a:ext cx="193338" cy="78122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6116973">
              <a:off x="143646" y="2078588"/>
              <a:ext cx="216014" cy="396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8646161">
              <a:off x="2952063" y="2293116"/>
              <a:ext cx="563841" cy="551030"/>
            </a:xfrm>
            <a:prstGeom prst="ellipse">
              <a:avLst/>
            </a:prstGeom>
            <a:gradFill>
              <a:gsLst>
                <a:gs pos="0">
                  <a:srgbClr val="8E8F8F">
                    <a:alpha val="3514"/>
                  </a:srgbClr>
                </a:gs>
                <a:gs pos="14286">
                  <a:srgbClr val="8E8F8F">
                    <a:alpha val="3234"/>
                  </a:srgbClr>
                </a:gs>
                <a:gs pos="28571">
                  <a:srgbClr val="8E8F8F">
                    <a:alpha val="2520"/>
                  </a:srgbClr>
                </a:gs>
                <a:gs pos="42857">
                  <a:srgbClr val="8E8F8F">
                    <a:alpha val="1660"/>
                  </a:srgbClr>
                </a:gs>
                <a:gs pos="57143">
                  <a:srgbClr val="8E8F8F">
                    <a:alpha val="924"/>
                  </a:srgbClr>
                </a:gs>
                <a:gs pos="71429">
                  <a:srgbClr val="8E8F8F">
                    <a:alpha val="433"/>
                  </a:srgbClr>
                </a:gs>
                <a:gs pos="85714">
                  <a:srgbClr val="8E8F8F">
                    <a:alpha val="172"/>
                  </a:srgbClr>
                </a:gs>
                <a:gs pos="100000">
                  <a:srgbClr val="8E8F8F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5521207">
              <a:off x="1273420" y="2238109"/>
              <a:ext cx="587783" cy="504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4887130">
              <a:off x="2317775" y="653983"/>
              <a:ext cx="769601" cy="131717"/>
            </a:xfrm>
            <a:prstGeom prst="ellipse">
              <a:avLst/>
            </a:prstGeom>
            <a:gradFill>
              <a:gsLst>
                <a:gs pos="0">
                  <a:srgbClr val="000000">
                    <a:alpha val="7624"/>
                  </a:srgbClr>
                </a:gs>
                <a:gs pos="14286">
                  <a:srgbClr val="000000">
                    <a:alpha val="7030"/>
                  </a:srgbClr>
                </a:gs>
                <a:gs pos="28571">
                  <a:srgbClr val="000000">
                    <a:alpha val="5502"/>
                  </a:srgbClr>
                </a:gs>
                <a:gs pos="42857">
                  <a:srgbClr val="000000">
                    <a:alpha val="3644"/>
                  </a:srgbClr>
                </a:gs>
                <a:gs pos="57143">
                  <a:srgbClr val="000000">
                    <a:alpha val="2036"/>
                  </a:srgbClr>
                </a:gs>
                <a:gs pos="71429">
                  <a:srgbClr val="000000">
                    <a:alpha val="958"/>
                  </a:srgbClr>
                </a:gs>
                <a:gs pos="85714">
                  <a:srgbClr val="000000">
                    <a:alpha val="380"/>
                  </a:srgbClr>
                </a:gs>
                <a:gs pos="100000">
                  <a:srgbClr val="000000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4538276">
              <a:off x="2898815" y="377676"/>
              <a:ext cx="882886" cy="152483"/>
            </a:xfrm>
            <a:prstGeom prst="ellipse">
              <a:avLst/>
            </a:prstGeom>
            <a:gradFill>
              <a:gsLst>
                <a:gs pos="0">
                  <a:srgbClr val="8F8F8F">
                    <a:alpha val="8476"/>
                  </a:srgbClr>
                </a:gs>
                <a:gs pos="14286">
                  <a:srgbClr val="8F8F8F">
                    <a:alpha val="7818"/>
                  </a:srgbClr>
                </a:gs>
                <a:gs pos="28571">
                  <a:srgbClr val="8F8F8F">
                    <a:alpha val="6125"/>
                  </a:srgbClr>
                </a:gs>
                <a:gs pos="42857">
                  <a:srgbClr val="8F8F8F">
                    <a:alpha val="4061"/>
                  </a:srgbClr>
                </a:gs>
                <a:gs pos="57143">
                  <a:srgbClr val="8F8F8F">
                    <a:alpha val="2271"/>
                  </a:srgbClr>
                </a:gs>
                <a:gs pos="71429">
                  <a:srgbClr val="8F8F8F">
                    <a:alpha val="1070"/>
                  </a:srgbClr>
                </a:gs>
                <a:gs pos="85714">
                  <a:srgbClr val="8F8F8F">
                    <a:alpha val="424"/>
                  </a:srgbClr>
                </a:gs>
                <a:gs pos="100000">
                  <a:srgbClr val="8F8F8F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5441304">
              <a:off x="1308515" y="350549"/>
              <a:ext cx="513240" cy="452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10572830">
              <a:off x="2528604" y="92474"/>
              <a:ext cx="123598" cy="45778"/>
            </a:xfrm>
            <a:prstGeom prst="ellipse">
              <a:avLst/>
            </a:prstGeom>
            <a:gradFill>
              <a:gsLst>
                <a:gs pos="0">
                  <a:srgbClr val="E8E8E7">
                    <a:alpha val="21892"/>
                  </a:srgbClr>
                </a:gs>
                <a:gs pos="14286">
                  <a:srgbClr val="E8E8E7">
                    <a:alpha val="20316"/>
                  </a:srgbClr>
                </a:gs>
                <a:gs pos="28571">
                  <a:srgbClr val="E8E8E7">
                    <a:alpha val="16166"/>
                  </a:srgbClr>
                </a:gs>
                <a:gs pos="42857">
                  <a:srgbClr val="E8E8E7">
                    <a:alpha val="10922"/>
                  </a:srgbClr>
                </a:gs>
                <a:gs pos="57143">
                  <a:srgbClr val="E8E8E7">
                    <a:alpha val="6208"/>
                  </a:srgbClr>
                </a:gs>
                <a:gs pos="71429">
                  <a:srgbClr val="E8E8E7">
                    <a:alpha val="2955"/>
                  </a:srgbClr>
                </a:gs>
                <a:gs pos="85714">
                  <a:srgbClr val="E8E8E7">
                    <a:alpha val="1179"/>
                  </a:srgbClr>
                </a:gs>
                <a:gs pos="100000">
                  <a:srgbClr val="E8E8E7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5019226">
              <a:off x="3031694" y="3310589"/>
              <a:ext cx="535759" cy="49798"/>
            </a:xfrm>
            <a:prstGeom prst="ellipse">
              <a:avLst/>
            </a:prstGeom>
            <a:gradFill>
              <a:gsLst>
                <a:gs pos="0">
                  <a:srgbClr val="ECECEC">
                    <a:alpha val="31243"/>
                  </a:srgbClr>
                </a:gs>
                <a:gs pos="14286">
                  <a:srgbClr val="ECECEC">
                    <a:alpha val="29128"/>
                  </a:srgbClr>
                </a:gs>
                <a:gs pos="28571">
                  <a:srgbClr val="ECECEC">
                    <a:alpha val="23458"/>
                  </a:srgbClr>
                </a:gs>
                <a:gs pos="42857">
                  <a:srgbClr val="ECECEC">
                    <a:alpha val="16083"/>
                  </a:srgbClr>
                </a:gs>
                <a:gs pos="57143">
                  <a:srgbClr val="ECECEC">
                    <a:alpha val="9259"/>
                  </a:srgbClr>
                </a:gs>
                <a:gs pos="71429">
                  <a:srgbClr val="ECECEC">
                    <a:alpha val="4446"/>
                  </a:srgbClr>
                </a:gs>
                <a:gs pos="85714">
                  <a:srgbClr val="ECECEC">
                    <a:alpha val="1782"/>
                  </a:srgbClr>
                </a:gs>
                <a:gs pos="100000">
                  <a:srgbClr val="ECECEC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5892957">
              <a:off x="2615717" y="2404809"/>
              <a:ext cx="554156" cy="552798"/>
            </a:xfrm>
            <a:prstGeom prst="ellipse">
              <a:avLst/>
            </a:prstGeom>
            <a:gradFill>
              <a:gsLst>
                <a:gs pos="0">
                  <a:srgbClr val="000000">
                    <a:alpha val="2056"/>
                  </a:srgbClr>
                </a:gs>
                <a:gs pos="14286">
                  <a:srgbClr val="000000">
                    <a:alpha val="1891"/>
                  </a:srgbClr>
                </a:gs>
                <a:gs pos="28571">
                  <a:srgbClr val="000000">
                    <a:alpha val="1471"/>
                  </a:srgbClr>
                </a:gs>
                <a:gs pos="42857">
                  <a:srgbClr val="000000">
                    <a:alpha val="968"/>
                  </a:srgbClr>
                </a:gs>
                <a:gs pos="57143">
                  <a:srgbClr val="000000">
                    <a:alpha val="537"/>
                  </a:srgbClr>
                </a:gs>
                <a:gs pos="71429">
                  <a:srgbClr val="000000">
                    <a:alpha val="252"/>
                  </a:srgbClr>
                </a:gs>
                <a:gs pos="85714">
                  <a:srgbClr val="000000">
                    <a:alpha val="100"/>
                  </a:srgbClr>
                </a:gs>
                <a:gs pos="100000">
                  <a:srgbClr val="00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5380109">
              <a:off x="1152908" y="1120899"/>
              <a:ext cx="834477" cy="165341"/>
            </a:xfrm>
            <a:prstGeom prst="ellipse">
              <a:avLst/>
            </a:prstGeom>
            <a:gradFill>
              <a:gsLst>
                <a:gs pos="0">
                  <a:srgbClr val="000002">
                    <a:alpha val="9039"/>
                  </a:srgbClr>
                </a:gs>
                <a:gs pos="14286">
                  <a:srgbClr val="000002">
                    <a:alpha val="8339"/>
                  </a:srgbClr>
                </a:gs>
                <a:gs pos="28571">
                  <a:srgbClr val="000002">
                    <a:alpha val="6537"/>
                  </a:srgbClr>
                </a:gs>
                <a:gs pos="42857">
                  <a:srgbClr val="000002">
                    <a:alpha val="4338"/>
                  </a:srgbClr>
                </a:gs>
                <a:gs pos="57143">
                  <a:srgbClr val="000002">
                    <a:alpha val="2427"/>
                  </a:srgbClr>
                </a:gs>
                <a:gs pos="71429">
                  <a:srgbClr val="000002">
                    <a:alpha val="1144"/>
                  </a:srgbClr>
                </a:gs>
                <a:gs pos="85714">
                  <a:srgbClr val="000002">
                    <a:alpha val="454"/>
                  </a:srgbClr>
                </a:gs>
                <a:gs pos="100000">
                  <a:srgbClr val="000002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10721453">
              <a:off x="823817" y="2056407"/>
              <a:ext cx="272684" cy="67797"/>
            </a:xfrm>
            <a:prstGeom prst="ellipse">
              <a:avLst/>
            </a:prstGeom>
            <a:gradFill>
              <a:gsLst>
                <a:gs pos="0">
                  <a:srgbClr val="EDEDED">
                    <a:alpha val="32968"/>
                  </a:srgbClr>
                </a:gs>
                <a:gs pos="14286">
                  <a:srgbClr val="EDEDED">
                    <a:alpha val="30764"/>
                  </a:srgbClr>
                </a:gs>
                <a:gs pos="28571">
                  <a:srgbClr val="EDEDED">
                    <a:alpha val="24833"/>
                  </a:srgbClr>
                </a:gs>
                <a:gs pos="42857">
                  <a:srgbClr val="EDEDED">
                    <a:alpha val="17075"/>
                  </a:srgbClr>
                </a:gs>
                <a:gs pos="57143">
                  <a:srgbClr val="EDEDED">
                    <a:alpha val="9855"/>
                  </a:srgbClr>
                </a:gs>
                <a:gs pos="71429">
                  <a:srgbClr val="EDEDED">
                    <a:alpha val="4740"/>
                  </a:srgbClr>
                </a:gs>
                <a:gs pos="85714">
                  <a:srgbClr val="EDEDED">
                    <a:alpha val="1902"/>
                  </a:srgbClr>
                </a:gs>
                <a:gs pos="100000">
                  <a:srgbClr val="ED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4912997">
              <a:off x="2759252" y="1559540"/>
              <a:ext cx="576330" cy="50559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5475787">
              <a:off x="1541031" y="1323183"/>
              <a:ext cx="539322" cy="61756"/>
            </a:xfrm>
            <a:prstGeom prst="ellipse">
              <a:avLst/>
            </a:prstGeom>
            <a:gradFill>
              <a:gsLst>
                <a:gs pos="0">
                  <a:srgbClr val="E6E5E5">
                    <a:alpha val="29974"/>
                  </a:srgbClr>
                </a:gs>
                <a:gs pos="14286">
                  <a:srgbClr val="E6E5E5">
                    <a:alpha val="27927"/>
                  </a:srgbClr>
                </a:gs>
                <a:gs pos="28571">
                  <a:srgbClr val="E6E5E5">
                    <a:alpha val="22452"/>
                  </a:srgbClr>
                </a:gs>
                <a:gs pos="42857">
                  <a:srgbClr val="E6E5E5">
                    <a:alpha val="15362"/>
                  </a:srgbClr>
                </a:gs>
                <a:gs pos="57143">
                  <a:srgbClr val="E6E5E5">
                    <a:alpha val="8827"/>
                  </a:srgbClr>
                </a:gs>
                <a:gs pos="71429">
                  <a:srgbClr val="E6E5E5">
                    <a:alpha val="4234"/>
                  </a:srgbClr>
                </a:gs>
                <a:gs pos="85714">
                  <a:srgbClr val="E6E5E5">
                    <a:alpha val="1696"/>
                  </a:srgbClr>
                </a:gs>
                <a:gs pos="100000">
                  <a:srgbClr val="E6E5E5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9871715">
              <a:off x="1562663" y="1064020"/>
              <a:ext cx="396970" cy="40027"/>
            </a:xfrm>
            <a:prstGeom prst="ellipse">
              <a:avLst/>
            </a:prstGeom>
            <a:gradFill>
              <a:gsLst>
                <a:gs pos="0">
                  <a:srgbClr val="FAFBFA">
                    <a:alpha val="3356"/>
                  </a:srgbClr>
                </a:gs>
                <a:gs pos="14286">
                  <a:srgbClr val="FAFBFA">
                    <a:alpha val="3089"/>
                  </a:srgbClr>
                </a:gs>
                <a:gs pos="28571">
                  <a:srgbClr val="FAFBFA">
                    <a:alpha val="2406"/>
                  </a:srgbClr>
                </a:gs>
                <a:gs pos="42857">
                  <a:srgbClr val="FAFBFA">
                    <a:alpha val="1585"/>
                  </a:srgbClr>
                </a:gs>
                <a:gs pos="57143">
                  <a:srgbClr val="FAFBFA">
                    <a:alpha val="881"/>
                  </a:srgbClr>
                </a:gs>
                <a:gs pos="71429">
                  <a:srgbClr val="FAFBFA">
                    <a:alpha val="414"/>
                  </a:srgbClr>
                </a:gs>
                <a:gs pos="85714">
                  <a:srgbClr val="FAFBFA">
                    <a:alpha val="164"/>
                  </a:srgbClr>
                </a:gs>
                <a:gs pos="100000">
                  <a:srgbClr val="FAFBFA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6003363">
              <a:off x="2080867" y="2269235"/>
              <a:ext cx="615638" cy="168802"/>
            </a:xfrm>
            <a:prstGeom prst="ellipse">
              <a:avLst/>
            </a:prstGeom>
            <a:gradFill>
              <a:gsLst>
                <a:gs pos="0">
                  <a:srgbClr val="7F8080">
                    <a:alpha val="10725"/>
                  </a:srgbClr>
                </a:gs>
                <a:gs pos="14286">
                  <a:srgbClr val="7F8080">
                    <a:alpha val="9902"/>
                  </a:srgbClr>
                </a:gs>
                <a:gs pos="28571">
                  <a:srgbClr val="7F8080">
                    <a:alpha val="7777"/>
                  </a:srgbClr>
                </a:gs>
                <a:gs pos="42857">
                  <a:srgbClr val="7F8080">
                    <a:alpha val="5172"/>
                  </a:srgbClr>
                </a:gs>
                <a:gs pos="57143">
                  <a:srgbClr val="7F8080">
                    <a:alpha val="2900"/>
                  </a:srgbClr>
                </a:gs>
                <a:gs pos="71429">
                  <a:srgbClr val="7F8080">
                    <a:alpha val="1368"/>
                  </a:srgbClr>
                </a:gs>
                <a:gs pos="85714">
                  <a:srgbClr val="7F8080">
                    <a:alpha val="543"/>
                  </a:srgbClr>
                </a:gs>
                <a:gs pos="100000">
                  <a:srgbClr val="7F808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788067">
              <a:off x="248218" y="1533138"/>
              <a:ext cx="619568" cy="593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5124456">
              <a:off x="2043826" y="250577"/>
              <a:ext cx="373699" cy="52617"/>
            </a:xfrm>
            <a:prstGeom prst="ellipse">
              <a:avLst/>
            </a:prstGeom>
            <a:gradFill>
              <a:gsLst>
                <a:gs pos="0">
                  <a:srgbClr val="FFFFFF">
                    <a:alpha val="32858"/>
                  </a:srgbClr>
                </a:gs>
                <a:gs pos="14286">
                  <a:srgbClr val="FFFFFF">
                    <a:alpha val="30659"/>
                  </a:srgbClr>
                </a:gs>
                <a:gs pos="28571">
                  <a:srgbClr val="FFFFFF">
                    <a:alpha val="24745"/>
                  </a:srgbClr>
                </a:gs>
                <a:gs pos="42857">
                  <a:srgbClr val="FFFFFF">
                    <a:alpha val="17012"/>
                  </a:srgbClr>
                </a:gs>
                <a:gs pos="57143">
                  <a:srgbClr val="FFFFFF">
                    <a:alpha val="9816"/>
                  </a:srgbClr>
                </a:gs>
                <a:gs pos="71429">
                  <a:srgbClr val="FFFFFF">
                    <a:alpha val="4721"/>
                  </a:srgbClr>
                </a:gs>
                <a:gs pos="85714">
                  <a:srgbClr val="FFFFFF">
                    <a:alpha val="1894"/>
                  </a:srgbClr>
                </a:gs>
                <a:gs pos="100000">
                  <a:srgbClr val="FFFFFF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4613720">
              <a:off x="-58049" y="350899"/>
              <a:ext cx="576193" cy="568801"/>
            </a:xfrm>
            <a:prstGeom prst="ellipse">
              <a:avLst/>
            </a:prstGeom>
            <a:gradFill>
              <a:gsLst>
                <a:gs pos="0">
                  <a:srgbClr val="575756">
                    <a:alpha val="3637"/>
                  </a:srgbClr>
                </a:gs>
                <a:gs pos="14286">
                  <a:srgbClr val="575756">
                    <a:alpha val="3347"/>
                  </a:srgbClr>
                </a:gs>
                <a:gs pos="28571">
                  <a:srgbClr val="575756">
                    <a:alpha val="2609"/>
                  </a:srgbClr>
                </a:gs>
                <a:gs pos="42857">
                  <a:srgbClr val="575756">
                    <a:alpha val="1719"/>
                  </a:srgbClr>
                </a:gs>
                <a:gs pos="57143">
                  <a:srgbClr val="575756">
                    <a:alpha val="956"/>
                  </a:srgbClr>
                </a:gs>
                <a:gs pos="71429">
                  <a:srgbClr val="575756">
                    <a:alpha val="449"/>
                  </a:srgbClr>
                </a:gs>
                <a:gs pos="85714">
                  <a:srgbClr val="575756">
                    <a:alpha val="178"/>
                  </a:srgbClr>
                </a:gs>
                <a:gs pos="100000">
                  <a:srgbClr val="575756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10027313">
              <a:off x="2917007" y="2187213"/>
              <a:ext cx="556953" cy="484797"/>
            </a:xfrm>
            <a:prstGeom prst="ellipse">
              <a:avLst/>
            </a:prstGeom>
            <a:gradFill>
              <a:gsLst>
                <a:gs pos="0">
                  <a:srgbClr val="3D3C3C">
                    <a:alpha val="11707"/>
                  </a:srgbClr>
                </a:gs>
                <a:gs pos="14286">
                  <a:srgbClr val="3D3C3C">
                    <a:alpha val="10813"/>
                  </a:srgbClr>
                </a:gs>
                <a:gs pos="28571">
                  <a:srgbClr val="3D3C3C">
                    <a:alpha val="8502"/>
                  </a:srgbClr>
                </a:gs>
                <a:gs pos="42857">
                  <a:srgbClr val="3D3C3C">
                    <a:alpha val="5661"/>
                  </a:srgbClr>
                </a:gs>
                <a:gs pos="57143">
                  <a:srgbClr val="3D3C3C">
                    <a:alpha val="3178"/>
                  </a:srgbClr>
                </a:gs>
                <a:gs pos="71429">
                  <a:srgbClr val="3D3C3C">
                    <a:alpha val="1500"/>
                  </a:srgbClr>
                </a:gs>
                <a:gs pos="85714">
                  <a:srgbClr val="3D3C3C">
                    <a:alpha val="596"/>
                  </a:srgbClr>
                </a:gs>
                <a:gs pos="100000">
                  <a:srgbClr val="3D3C3C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10515023">
              <a:off x="1574843" y="959680"/>
              <a:ext cx="556773" cy="554724"/>
            </a:xfrm>
            <a:prstGeom prst="ellipse">
              <a:avLst/>
            </a:prstGeom>
            <a:gradFill>
              <a:gsLst>
                <a:gs pos="0">
                  <a:srgbClr val="2A2F35">
                    <a:alpha val="1299"/>
                  </a:srgbClr>
                </a:gs>
                <a:gs pos="14286">
                  <a:srgbClr val="2A2F35">
                    <a:alpha val="1194"/>
                  </a:srgbClr>
                </a:gs>
                <a:gs pos="28571">
                  <a:srgbClr val="2A2F35">
                    <a:alpha val="929"/>
                  </a:srgbClr>
                </a:gs>
                <a:gs pos="42857">
                  <a:srgbClr val="2A2F35">
                    <a:alpha val="610"/>
                  </a:srgbClr>
                </a:gs>
                <a:gs pos="57143">
                  <a:srgbClr val="2A2F35">
                    <a:alpha val="338"/>
                  </a:srgbClr>
                </a:gs>
                <a:gs pos="71429">
                  <a:srgbClr val="2A2F35">
                    <a:alpha val="159"/>
                  </a:srgbClr>
                </a:gs>
                <a:gs pos="85714">
                  <a:srgbClr val="2A2F35">
                    <a:alpha val="63"/>
                  </a:srgbClr>
                </a:gs>
                <a:gs pos="100000">
                  <a:srgbClr val="2A2F35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5656467">
              <a:off x="282537" y="1086873"/>
              <a:ext cx="589653" cy="162928"/>
            </a:xfrm>
            <a:prstGeom prst="ellipse">
              <a:avLst/>
            </a:prstGeom>
            <a:gradFill>
              <a:gsLst>
                <a:gs pos="0">
                  <a:srgbClr val="565457">
                    <a:alpha val="7150"/>
                  </a:srgbClr>
                </a:gs>
                <a:gs pos="14286">
                  <a:srgbClr val="565457">
                    <a:alpha val="6591"/>
                  </a:srgbClr>
                </a:gs>
                <a:gs pos="28571">
                  <a:srgbClr val="565457">
                    <a:alpha val="5157"/>
                  </a:srgbClr>
                </a:gs>
                <a:gs pos="42857">
                  <a:srgbClr val="565457">
                    <a:alpha val="3413"/>
                  </a:srgbClr>
                </a:gs>
                <a:gs pos="57143">
                  <a:srgbClr val="565457">
                    <a:alpha val="1906"/>
                  </a:srgbClr>
                </a:gs>
                <a:gs pos="71429">
                  <a:srgbClr val="565457">
                    <a:alpha val="897"/>
                  </a:srgbClr>
                </a:gs>
                <a:gs pos="85714">
                  <a:srgbClr val="565457">
                    <a:alpha val="356"/>
                  </a:srgbClr>
                </a:gs>
                <a:gs pos="100000">
                  <a:srgbClr val="565457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4454098">
              <a:off x="898839" y="-50170"/>
              <a:ext cx="474998" cy="466876"/>
            </a:xfrm>
            <a:prstGeom prst="ellipse">
              <a:avLst/>
            </a:prstGeom>
            <a:gradFill>
              <a:gsLst>
                <a:gs pos="0">
                  <a:srgbClr val="696969">
                    <a:alpha val="5041"/>
                  </a:srgbClr>
                </a:gs>
                <a:gs pos="14286">
                  <a:srgbClr val="696969">
                    <a:alpha val="4643"/>
                  </a:srgbClr>
                </a:gs>
                <a:gs pos="28571">
                  <a:srgbClr val="696969">
                    <a:alpha val="3624"/>
                  </a:srgbClr>
                </a:gs>
                <a:gs pos="42857">
                  <a:srgbClr val="696969">
                    <a:alpha val="2392"/>
                  </a:srgbClr>
                </a:gs>
                <a:gs pos="57143">
                  <a:srgbClr val="696969">
                    <a:alpha val="1333"/>
                  </a:srgbClr>
                </a:gs>
                <a:gs pos="71429">
                  <a:srgbClr val="696969">
                    <a:alpha val="626"/>
                  </a:srgbClr>
                </a:gs>
                <a:gs pos="85714">
                  <a:srgbClr val="696969">
                    <a:alpha val="248"/>
                  </a:srgbClr>
                </a:gs>
                <a:gs pos="100000">
                  <a:srgbClr val="696969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004423">
              <a:off x="2993984" y="2836289"/>
              <a:ext cx="478774" cy="57737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5326041">
              <a:off x="481285" y="660412"/>
              <a:ext cx="794333" cy="115334"/>
            </a:xfrm>
            <a:prstGeom prst="ellipse">
              <a:avLst/>
            </a:prstGeom>
            <a:gradFill>
              <a:gsLst>
                <a:gs pos="0">
                  <a:srgbClr val="000102">
                    <a:alpha val="13175"/>
                  </a:srgbClr>
                </a:gs>
                <a:gs pos="14286">
                  <a:srgbClr val="000102">
                    <a:alpha val="12177"/>
                  </a:srgbClr>
                </a:gs>
                <a:gs pos="28571">
                  <a:srgbClr val="000102">
                    <a:alpha val="9591"/>
                  </a:srgbClr>
                </a:gs>
                <a:gs pos="42857">
                  <a:srgbClr val="000102">
                    <a:alpha val="6399"/>
                  </a:srgbClr>
                </a:gs>
                <a:gs pos="57143">
                  <a:srgbClr val="000102">
                    <a:alpha val="3598"/>
                  </a:srgbClr>
                </a:gs>
                <a:gs pos="71429">
                  <a:srgbClr val="000102">
                    <a:alpha val="1701"/>
                  </a:srgbClr>
                </a:gs>
                <a:gs pos="85714">
                  <a:srgbClr val="000102">
                    <a:alpha val="676"/>
                  </a:srgbClr>
                </a:gs>
                <a:gs pos="100000">
                  <a:srgbClr val="000102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5513969">
              <a:off x="1204615" y="1657018"/>
              <a:ext cx="742844" cy="191916"/>
            </a:xfrm>
            <a:prstGeom prst="ellipse">
              <a:avLst/>
            </a:prstGeom>
            <a:gradFill>
              <a:gsLst>
                <a:gs pos="0">
                  <a:srgbClr val="010006">
                    <a:alpha val="1922"/>
                  </a:srgbClr>
                </a:gs>
                <a:gs pos="14286">
                  <a:srgbClr val="010006">
                    <a:alpha val="1768"/>
                  </a:srgbClr>
                </a:gs>
                <a:gs pos="28571">
                  <a:srgbClr val="010006">
                    <a:alpha val="1376"/>
                  </a:srgbClr>
                </a:gs>
                <a:gs pos="42857">
                  <a:srgbClr val="010006">
                    <a:alpha val="904"/>
                  </a:srgbClr>
                </a:gs>
                <a:gs pos="57143">
                  <a:srgbClr val="010006">
                    <a:alpha val="502"/>
                  </a:srgbClr>
                </a:gs>
                <a:gs pos="71429">
                  <a:srgbClr val="010006">
                    <a:alpha val="235"/>
                  </a:srgbClr>
                </a:gs>
                <a:gs pos="85714">
                  <a:srgbClr val="010006">
                    <a:alpha val="93"/>
                  </a:srgbClr>
                </a:gs>
                <a:gs pos="100000">
                  <a:srgbClr val="01000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6339647">
              <a:off x="-63703" y="1830890"/>
              <a:ext cx="652838" cy="174281"/>
            </a:xfrm>
            <a:prstGeom prst="ellipse">
              <a:avLst/>
            </a:prstGeom>
            <a:gradFill>
              <a:gsLst>
                <a:gs pos="0">
                  <a:srgbClr val="050004">
                    <a:alpha val="17178"/>
                  </a:srgbClr>
                </a:gs>
                <a:gs pos="14286">
                  <a:srgbClr val="050004">
                    <a:alpha val="15906"/>
                  </a:srgbClr>
                </a:gs>
                <a:gs pos="28571">
                  <a:srgbClr val="050004">
                    <a:alpha val="12585"/>
                  </a:srgbClr>
                </a:gs>
                <a:gs pos="42857">
                  <a:srgbClr val="050004">
                    <a:alpha val="8444"/>
                  </a:srgbClr>
                </a:gs>
                <a:gs pos="57143">
                  <a:srgbClr val="050004">
                    <a:alpha val="4771"/>
                  </a:srgbClr>
                </a:gs>
                <a:gs pos="71429">
                  <a:srgbClr val="050004">
                    <a:alpha val="2262"/>
                  </a:srgbClr>
                </a:gs>
                <a:gs pos="85714">
                  <a:srgbClr val="050004">
                    <a:alpha val="901"/>
                  </a:srgbClr>
                </a:gs>
                <a:gs pos="100000">
                  <a:srgbClr val="050004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5083544">
              <a:off x="1706284" y="2361571"/>
              <a:ext cx="774869" cy="186231"/>
            </a:xfrm>
            <a:prstGeom prst="ellipse">
              <a:avLst/>
            </a:prstGeom>
            <a:gradFill>
              <a:gsLst>
                <a:gs pos="0">
                  <a:srgbClr val="8A898A">
                    <a:alpha val="2588"/>
                  </a:srgbClr>
                </a:gs>
                <a:gs pos="14286">
                  <a:srgbClr val="8A898A">
                    <a:alpha val="2381"/>
                  </a:srgbClr>
                </a:gs>
                <a:gs pos="28571">
                  <a:srgbClr val="8A898A">
                    <a:alpha val="1854"/>
                  </a:srgbClr>
                </a:gs>
                <a:gs pos="42857">
                  <a:srgbClr val="8A898A">
                    <a:alpha val="1220"/>
                  </a:srgbClr>
                </a:gs>
                <a:gs pos="57143">
                  <a:srgbClr val="8A898A">
                    <a:alpha val="678"/>
                  </a:srgbClr>
                </a:gs>
                <a:gs pos="71429">
                  <a:srgbClr val="8A898A">
                    <a:alpha val="318"/>
                  </a:srgbClr>
                </a:gs>
                <a:gs pos="85714">
                  <a:srgbClr val="8A898A">
                    <a:alpha val="126"/>
                  </a:srgbClr>
                </a:gs>
                <a:gs pos="100000">
                  <a:srgbClr val="8A898A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5982665">
              <a:off x="-164842" y="2037367"/>
              <a:ext cx="806206" cy="128782"/>
            </a:xfrm>
            <a:prstGeom prst="ellipse">
              <a:avLst/>
            </a:prstGeom>
            <a:gradFill>
              <a:gsLst>
                <a:gs pos="0">
                  <a:srgbClr val="000000">
                    <a:alpha val="5662"/>
                  </a:srgbClr>
                </a:gs>
                <a:gs pos="14286">
                  <a:srgbClr val="000000">
                    <a:alpha val="5216"/>
                  </a:srgbClr>
                </a:gs>
                <a:gs pos="28571">
                  <a:srgbClr val="000000">
                    <a:alpha val="4074"/>
                  </a:srgbClr>
                </a:gs>
                <a:gs pos="42857">
                  <a:srgbClr val="000000">
                    <a:alpha val="2691"/>
                  </a:srgbClr>
                </a:gs>
                <a:gs pos="57143">
                  <a:srgbClr val="000000">
                    <a:alpha val="1500"/>
                  </a:srgbClr>
                </a:gs>
                <a:gs pos="71429">
                  <a:srgbClr val="000000">
                    <a:alpha val="705"/>
                  </a:srgbClr>
                </a:gs>
                <a:gs pos="85714">
                  <a:srgbClr val="000000">
                    <a:alpha val="279"/>
                  </a:srgbClr>
                </a:gs>
                <a:gs pos="100000">
                  <a:srgbClr val="000000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9740828">
              <a:off x="562860" y="1858257"/>
              <a:ext cx="561099" cy="553147"/>
            </a:xfrm>
            <a:prstGeom prst="ellipse">
              <a:avLst/>
            </a:prstGeom>
            <a:gradFill>
              <a:gsLst>
                <a:gs pos="0">
                  <a:srgbClr val="606060">
                    <a:alpha val="6512"/>
                  </a:srgbClr>
                </a:gs>
                <a:gs pos="14286">
                  <a:srgbClr val="606060">
                    <a:alpha val="6001"/>
                  </a:srgbClr>
                </a:gs>
                <a:gs pos="28571">
                  <a:srgbClr val="606060">
                    <a:alpha val="4692"/>
                  </a:srgbClr>
                </a:gs>
                <a:gs pos="42857">
                  <a:srgbClr val="606060">
                    <a:alpha val="3103"/>
                  </a:srgbClr>
                </a:gs>
                <a:gs pos="57143">
                  <a:srgbClr val="606060">
                    <a:alpha val="1731"/>
                  </a:srgbClr>
                </a:gs>
                <a:gs pos="71429">
                  <a:srgbClr val="606060">
                    <a:alpha val="814"/>
                  </a:srgbClr>
                </a:gs>
                <a:gs pos="85714">
                  <a:srgbClr val="606060">
                    <a:alpha val="323"/>
                  </a:srgbClr>
                </a:gs>
                <a:gs pos="100000">
                  <a:srgbClr val="60606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7514484">
              <a:off x="1886874" y="280466"/>
              <a:ext cx="705122" cy="264883"/>
            </a:xfrm>
            <a:prstGeom prst="ellipse">
              <a:avLst/>
            </a:prstGeom>
            <a:gradFill>
              <a:gsLst>
                <a:gs pos="0">
                  <a:srgbClr val="3A3B3B">
                    <a:alpha val="6728"/>
                  </a:srgbClr>
                </a:gs>
                <a:gs pos="14286">
                  <a:srgbClr val="3A3B3B">
                    <a:alpha val="6201"/>
                  </a:srgbClr>
                </a:gs>
                <a:gs pos="28571">
                  <a:srgbClr val="3A3B3B">
                    <a:alpha val="4849"/>
                  </a:srgbClr>
                </a:gs>
                <a:gs pos="42857">
                  <a:srgbClr val="3A3B3B">
                    <a:alpha val="3208"/>
                  </a:srgbClr>
                </a:gs>
                <a:gs pos="57143">
                  <a:srgbClr val="3A3B3B">
                    <a:alpha val="1790"/>
                  </a:srgbClr>
                </a:gs>
                <a:gs pos="71429">
                  <a:srgbClr val="3A3B3B">
                    <a:alpha val="842"/>
                  </a:srgbClr>
                </a:gs>
                <a:gs pos="85714">
                  <a:srgbClr val="3A3B3B">
                    <a:alpha val="334"/>
                  </a:srgbClr>
                </a:gs>
                <a:gs pos="100000">
                  <a:srgbClr val="3A3B3B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4342264">
              <a:off x="724866" y="1113058"/>
              <a:ext cx="778108" cy="208954"/>
            </a:xfrm>
            <a:prstGeom prst="ellipse">
              <a:avLst/>
            </a:prstGeom>
            <a:gradFill>
              <a:gsLst>
                <a:gs pos="0">
                  <a:srgbClr val="4F4E4D">
                    <a:alpha val="5178"/>
                  </a:srgbClr>
                </a:gs>
                <a:gs pos="14286">
                  <a:srgbClr val="4F4E4D">
                    <a:alpha val="4769"/>
                  </a:srgbClr>
                </a:gs>
                <a:gs pos="28571">
                  <a:srgbClr val="4F4E4D">
                    <a:alpha val="3723"/>
                  </a:srgbClr>
                </a:gs>
                <a:gs pos="42857">
                  <a:srgbClr val="4F4E4D">
                    <a:alpha val="2458"/>
                  </a:srgbClr>
                </a:gs>
                <a:gs pos="57143">
                  <a:srgbClr val="4F4E4D">
                    <a:alpha val="1370"/>
                  </a:srgbClr>
                </a:gs>
                <a:gs pos="71429">
                  <a:srgbClr val="4F4E4D">
                    <a:alpha val="643"/>
                  </a:srgbClr>
                </a:gs>
                <a:gs pos="85714">
                  <a:srgbClr val="4F4E4D">
                    <a:alpha val="255"/>
                  </a:srgbClr>
                </a:gs>
                <a:gs pos="100000">
                  <a:srgbClr val="4F4E4D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10489068">
              <a:off x="-50322" y="1688050"/>
              <a:ext cx="569377" cy="340071"/>
            </a:xfrm>
            <a:prstGeom prst="ellipse">
              <a:avLst/>
            </a:prstGeom>
            <a:gradFill>
              <a:gsLst>
                <a:gs pos="0">
                  <a:srgbClr val="9A9998">
                    <a:alpha val="13143"/>
                  </a:srgbClr>
                </a:gs>
                <a:gs pos="14286">
                  <a:srgbClr val="9A9998">
                    <a:alpha val="12148"/>
                  </a:srgbClr>
                </a:gs>
                <a:gs pos="28571">
                  <a:srgbClr val="9A9998">
                    <a:alpha val="9567"/>
                  </a:srgbClr>
                </a:gs>
                <a:gs pos="42857">
                  <a:srgbClr val="9A9998">
                    <a:alpha val="6383"/>
                  </a:srgbClr>
                </a:gs>
                <a:gs pos="57143">
                  <a:srgbClr val="9A9998">
                    <a:alpha val="3589"/>
                  </a:srgbClr>
                </a:gs>
                <a:gs pos="71429">
                  <a:srgbClr val="9A9998">
                    <a:alpha val="1696"/>
                  </a:srgbClr>
                </a:gs>
                <a:gs pos="85714">
                  <a:srgbClr val="9A9998">
                    <a:alpha val="674"/>
                  </a:srgbClr>
                </a:gs>
                <a:gs pos="100000">
                  <a:srgbClr val="9A9998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9036323">
              <a:off x="705567" y="844935"/>
              <a:ext cx="616581" cy="142701"/>
            </a:xfrm>
            <a:prstGeom prst="ellipse">
              <a:avLst/>
            </a:prstGeom>
            <a:gradFill>
              <a:gsLst>
                <a:gs pos="0">
                  <a:srgbClr val="5A595A">
                    <a:alpha val="10339"/>
                  </a:srgbClr>
                </a:gs>
                <a:gs pos="14286">
                  <a:srgbClr val="5A595A">
                    <a:alpha val="9544"/>
                  </a:srgbClr>
                </a:gs>
                <a:gs pos="28571">
                  <a:srgbClr val="5A595A">
                    <a:alpha val="7493"/>
                  </a:srgbClr>
                </a:gs>
                <a:gs pos="42857">
                  <a:srgbClr val="5A595A">
                    <a:alpha val="4980"/>
                  </a:srgbClr>
                </a:gs>
                <a:gs pos="57143">
                  <a:srgbClr val="5A595A">
                    <a:alpha val="2791"/>
                  </a:srgbClr>
                </a:gs>
                <a:gs pos="71429">
                  <a:srgbClr val="5A595A">
                    <a:alpha val="1316"/>
                  </a:srgbClr>
                </a:gs>
                <a:gs pos="85714">
                  <a:srgbClr val="5A595A">
                    <a:alpha val="523"/>
                  </a:srgbClr>
                </a:gs>
                <a:gs pos="100000">
                  <a:srgbClr val="5A595A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5621199">
              <a:off x="1213502" y="2620286"/>
              <a:ext cx="698166" cy="117561"/>
            </a:xfrm>
            <a:prstGeom prst="ellipse">
              <a:avLst/>
            </a:prstGeom>
            <a:gradFill>
              <a:gsLst>
                <a:gs pos="0">
                  <a:srgbClr val="000000">
                    <a:alpha val="18831"/>
                  </a:srgbClr>
                </a:gs>
                <a:gs pos="14286">
                  <a:srgbClr val="000000">
                    <a:alpha val="17450"/>
                  </a:srgbClr>
                </a:gs>
                <a:gs pos="28571">
                  <a:srgbClr val="000000">
                    <a:alpha val="13834"/>
                  </a:srgbClr>
                </a:gs>
                <a:gs pos="42857">
                  <a:srgbClr val="000000">
                    <a:alpha val="9305"/>
                  </a:srgbClr>
                </a:gs>
                <a:gs pos="57143">
                  <a:srgbClr val="000000">
                    <a:alpha val="5268"/>
                  </a:srgbClr>
                </a:gs>
                <a:gs pos="71429">
                  <a:srgbClr val="000000">
                    <a:alpha val="2501"/>
                  </a:srgbClr>
                </a:gs>
                <a:gs pos="85714">
                  <a:srgbClr val="000000">
                    <a:alpha val="997"/>
                  </a:srgbClr>
                </a:gs>
                <a:gs pos="100000">
                  <a:srgbClr val="000000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5571740">
              <a:off x="2447037" y="1807629"/>
              <a:ext cx="822415" cy="175604"/>
            </a:xfrm>
            <a:prstGeom prst="ellipse">
              <a:avLst/>
            </a:prstGeom>
            <a:gradFill>
              <a:gsLst>
                <a:gs pos="0">
                  <a:srgbClr val="0D090D">
                    <a:alpha val="9273"/>
                  </a:srgbClr>
                </a:gs>
                <a:gs pos="14286">
                  <a:srgbClr val="0D090D">
                    <a:alpha val="8556"/>
                  </a:srgbClr>
                </a:gs>
                <a:gs pos="28571">
                  <a:srgbClr val="0D090D">
                    <a:alpha val="6709"/>
                  </a:srgbClr>
                </a:gs>
                <a:gs pos="42857">
                  <a:srgbClr val="0D090D">
                    <a:alpha val="4453"/>
                  </a:srgbClr>
                </a:gs>
                <a:gs pos="57143">
                  <a:srgbClr val="0D090D">
                    <a:alpha val="2493"/>
                  </a:srgbClr>
                </a:gs>
                <a:gs pos="71429">
                  <a:srgbClr val="0D090D">
                    <a:alpha val="1175"/>
                  </a:srgbClr>
                </a:gs>
                <a:gs pos="85714">
                  <a:srgbClr val="0D090D">
                    <a:alpha val="466"/>
                  </a:srgbClr>
                </a:gs>
                <a:gs pos="100000">
                  <a:srgbClr val="0D090D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9500092">
              <a:off x="3418445" y="434848"/>
              <a:ext cx="398297" cy="375750"/>
            </a:xfrm>
            <a:prstGeom prst="ellipse">
              <a:avLst/>
            </a:prstGeom>
            <a:gradFill>
              <a:gsLst>
                <a:gs pos="0">
                  <a:srgbClr val="999998">
                    <a:alpha val="6960"/>
                  </a:srgbClr>
                </a:gs>
                <a:gs pos="14286">
                  <a:srgbClr val="999998">
                    <a:alpha val="6415"/>
                  </a:srgbClr>
                </a:gs>
                <a:gs pos="28571">
                  <a:srgbClr val="999998">
                    <a:alpha val="5018"/>
                  </a:srgbClr>
                </a:gs>
                <a:gs pos="42857">
                  <a:srgbClr val="999998">
                    <a:alpha val="3320"/>
                  </a:srgbClr>
                </a:gs>
                <a:gs pos="57143">
                  <a:srgbClr val="999998">
                    <a:alpha val="1854"/>
                  </a:srgbClr>
                </a:gs>
                <a:gs pos="71429">
                  <a:srgbClr val="999998">
                    <a:alpha val="872"/>
                  </a:srgbClr>
                </a:gs>
                <a:gs pos="85714">
                  <a:srgbClr val="999998">
                    <a:alpha val="346"/>
                  </a:srgbClr>
                </a:gs>
                <a:gs pos="100000">
                  <a:srgbClr val="999998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183124">
              <a:off x="1971528" y="726375"/>
              <a:ext cx="582021" cy="580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5616098">
              <a:off x="548024" y="446609"/>
              <a:ext cx="737924" cy="24960"/>
            </a:xfrm>
            <a:prstGeom prst="ellipse">
              <a:avLst/>
            </a:prstGeom>
            <a:gradFill>
              <a:gsLst>
                <a:gs pos="0">
                  <a:srgbClr val="080E16">
                    <a:alpha val="32968"/>
                  </a:srgbClr>
                </a:gs>
                <a:gs pos="14286">
                  <a:srgbClr val="080E16">
                    <a:alpha val="30764"/>
                  </a:srgbClr>
                </a:gs>
                <a:gs pos="28571">
                  <a:srgbClr val="080E16">
                    <a:alpha val="24833"/>
                  </a:srgbClr>
                </a:gs>
                <a:gs pos="42857">
                  <a:srgbClr val="080E16">
                    <a:alpha val="17075"/>
                  </a:srgbClr>
                </a:gs>
                <a:gs pos="57143">
                  <a:srgbClr val="080E16">
                    <a:alpha val="9855"/>
                  </a:srgbClr>
                </a:gs>
                <a:gs pos="71429">
                  <a:srgbClr val="080E16">
                    <a:alpha val="4740"/>
                  </a:srgbClr>
                </a:gs>
                <a:gs pos="85714">
                  <a:srgbClr val="080E16">
                    <a:alpha val="1902"/>
                  </a:srgbClr>
                </a:gs>
                <a:gs pos="100000">
                  <a:srgbClr val="080E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5267595">
              <a:off x="942577" y="2623982"/>
              <a:ext cx="704821" cy="78747"/>
            </a:xfrm>
            <a:prstGeom prst="ellipse">
              <a:avLst/>
            </a:prstGeom>
            <a:gradFill>
              <a:gsLst>
                <a:gs pos="0">
                  <a:srgbClr val="000001">
                    <a:alpha val="18121"/>
                  </a:srgbClr>
                </a:gs>
                <a:gs pos="14286">
                  <a:srgbClr val="000001">
                    <a:alpha val="16786"/>
                  </a:srgbClr>
                </a:gs>
                <a:gs pos="28571">
                  <a:srgbClr val="000001">
                    <a:alpha val="13296"/>
                  </a:srgbClr>
                </a:gs>
                <a:gs pos="42857">
                  <a:srgbClr val="000001">
                    <a:alpha val="8934"/>
                  </a:srgbClr>
                </a:gs>
                <a:gs pos="57143">
                  <a:srgbClr val="000001">
                    <a:alpha val="5053"/>
                  </a:srgbClr>
                </a:gs>
                <a:gs pos="71429">
                  <a:srgbClr val="000001">
                    <a:alpha val="2398"/>
                  </a:srgbClr>
                </a:gs>
                <a:gs pos="85714">
                  <a:srgbClr val="000001">
                    <a:alpha val="955"/>
                  </a:srgbClr>
                </a:gs>
                <a:gs pos="100000">
                  <a:srgbClr val="000001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5525160">
              <a:off x="1054843" y="1347607"/>
              <a:ext cx="535668" cy="52043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018537">
              <a:off x="2591588" y="1032024"/>
              <a:ext cx="764795" cy="279858"/>
            </a:xfrm>
            <a:prstGeom prst="ellipse">
              <a:avLst/>
            </a:prstGeom>
            <a:gradFill>
              <a:gsLst>
                <a:gs pos="0">
                  <a:srgbClr val="626161">
                    <a:alpha val="25952"/>
                  </a:srgbClr>
                </a:gs>
                <a:gs pos="14286">
                  <a:srgbClr val="626161">
                    <a:alpha val="24131"/>
                  </a:srgbClr>
                </a:gs>
                <a:gs pos="28571">
                  <a:srgbClr val="626161">
                    <a:alpha val="19299"/>
                  </a:srgbClr>
                </a:gs>
                <a:gs pos="42857">
                  <a:srgbClr val="626161">
                    <a:alpha val="13120"/>
                  </a:srgbClr>
                </a:gs>
                <a:gs pos="57143">
                  <a:srgbClr val="626161">
                    <a:alpha val="7497"/>
                  </a:srgbClr>
                </a:gs>
                <a:gs pos="71429">
                  <a:srgbClr val="626161">
                    <a:alpha val="3582"/>
                  </a:srgbClr>
                </a:gs>
                <a:gs pos="85714">
                  <a:srgbClr val="626161">
                    <a:alpha val="1432"/>
                  </a:srgbClr>
                </a:gs>
                <a:gs pos="100000">
                  <a:srgbClr val="626161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-10400457">
              <a:off x="1794675" y="2539097"/>
              <a:ext cx="578803" cy="578273"/>
            </a:xfrm>
            <a:prstGeom prst="ellipse">
              <a:avLst/>
            </a:prstGeom>
            <a:gradFill>
              <a:gsLst>
                <a:gs pos="0">
                  <a:srgbClr val="565656">
                    <a:alpha val="2052"/>
                  </a:srgbClr>
                </a:gs>
                <a:gs pos="14286">
                  <a:srgbClr val="565656">
                    <a:alpha val="1887"/>
                  </a:srgbClr>
                </a:gs>
                <a:gs pos="28571">
                  <a:srgbClr val="565656">
                    <a:alpha val="1469"/>
                  </a:srgbClr>
                </a:gs>
                <a:gs pos="42857">
                  <a:srgbClr val="565656">
                    <a:alpha val="966"/>
                  </a:srgbClr>
                </a:gs>
                <a:gs pos="57143">
                  <a:srgbClr val="565656">
                    <a:alpha val="536"/>
                  </a:srgbClr>
                </a:gs>
                <a:gs pos="71429">
                  <a:srgbClr val="565656">
                    <a:alpha val="251"/>
                  </a:srgbClr>
                </a:gs>
                <a:gs pos="85714">
                  <a:srgbClr val="565656">
                    <a:alpha val="99"/>
                  </a:srgbClr>
                </a:gs>
                <a:gs pos="100000">
                  <a:srgbClr val="565656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5560571">
              <a:off x="1068332" y="2419886"/>
              <a:ext cx="448428" cy="53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477657">
              <a:off x="1494109" y="2129203"/>
              <a:ext cx="669889" cy="54372"/>
            </a:xfrm>
            <a:prstGeom prst="ellipse">
              <a:avLst/>
            </a:prstGeom>
            <a:gradFill>
              <a:gsLst>
                <a:gs pos="0">
                  <a:srgbClr val="FEFDFD">
                    <a:alpha val="32968"/>
                  </a:srgbClr>
                </a:gs>
                <a:gs pos="14286">
                  <a:srgbClr val="FEFDFD">
                    <a:alpha val="30764"/>
                  </a:srgbClr>
                </a:gs>
                <a:gs pos="28571">
                  <a:srgbClr val="FEFDFD">
                    <a:alpha val="24833"/>
                  </a:srgbClr>
                </a:gs>
                <a:gs pos="42857">
                  <a:srgbClr val="FEFDFD">
                    <a:alpha val="17075"/>
                  </a:srgbClr>
                </a:gs>
                <a:gs pos="57143">
                  <a:srgbClr val="FEFDFD">
                    <a:alpha val="9855"/>
                  </a:srgbClr>
                </a:gs>
                <a:gs pos="71429">
                  <a:srgbClr val="FEFDFD">
                    <a:alpha val="4740"/>
                  </a:srgbClr>
                </a:gs>
                <a:gs pos="85714">
                  <a:srgbClr val="FEFDFD">
                    <a:alpha val="1902"/>
                  </a:srgbClr>
                </a:gs>
                <a:gs pos="100000">
                  <a:srgbClr val="FE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4095269">
              <a:off x="2541023" y="271448"/>
              <a:ext cx="696094" cy="154240"/>
            </a:xfrm>
            <a:prstGeom prst="ellipse">
              <a:avLst/>
            </a:prstGeom>
            <a:gradFill>
              <a:gsLst>
                <a:gs pos="0">
                  <a:srgbClr val="838283">
                    <a:alpha val="6497"/>
                  </a:srgbClr>
                </a:gs>
                <a:gs pos="14286">
                  <a:srgbClr val="838283">
                    <a:alpha val="5987"/>
                  </a:srgbClr>
                </a:gs>
                <a:gs pos="28571">
                  <a:srgbClr val="838283">
                    <a:alpha val="4681"/>
                  </a:srgbClr>
                </a:gs>
                <a:gs pos="42857">
                  <a:srgbClr val="838283">
                    <a:alpha val="3095"/>
                  </a:srgbClr>
                </a:gs>
                <a:gs pos="57143">
                  <a:srgbClr val="838283">
                    <a:alpha val="1727"/>
                  </a:srgbClr>
                </a:gs>
                <a:gs pos="71429">
                  <a:srgbClr val="838283">
                    <a:alpha val="812"/>
                  </a:srgbClr>
                </a:gs>
                <a:gs pos="85714">
                  <a:srgbClr val="838283">
                    <a:alpha val="322"/>
                  </a:srgbClr>
                </a:gs>
                <a:gs pos="100000">
                  <a:srgbClr val="838283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5400000">
              <a:off x="3108991" y="765500"/>
              <a:ext cx="54434" cy="54434"/>
            </a:xfrm>
            <a:prstGeom prst="ellipse">
              <a:avLst/>
            </a:prstGeom>
            <a:gradFill>
              <a:gsLst>
                <a:gs pos="0">
                  <a:srgbClr val="B1B0B0">
                    <a:alpha val="15323"/>
                  </a:srgbClr>
                </a:gs>
                <a:gs pos="14286">
                  <a:srgbClr val="B1B0B0">
                    <a:alpha val="14176"/>
                  </a:srgbClr>
                </a:gs>
                <a:gs pos="28571">
                  <a:srgbClr val="B1B0B0">
                    <a:alpha val="11192"/>
                  </a:srgbClr>
                </a:gs>
                <a:gs pos="42857">
                  <a:srgbClr val="B1B0B0">
                    <a:alpha val="7490"/>
                  </a:srgbClr>
                </a:gs>
                <a:gs pos="57143">
                  <a:srgbClr val="B1B0B0">
                    <a:alpha val="4222"/>
                  </a:srgbClr>
                </a:gs>
                <a:gs pos="71429">
                  <a:srgbClr val="B1B0B0">
                    <a:alpha val="1999"/>
                  </a:srgbClr>
                </a:gs>
                <a:gs pos="85714">
                  <a:srgbClr val="B1B0B0">
                    <a:alpha val="795"/>
                  </a:srgbClr>
                </a:gs>
                <a:gs pos="100000">
                  <a:srgbClr val="B1B0B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6222037">
              <a:off x="2805172" y="662170"/>
              <a:ext cx="650672" cy="223626"/>
            </a:xfrm>
            <a:prstGeom prst="ellipse">
              <a:avLst/>
            </a:prstGeom>
            <a:gradFill>
              <a:gsLst>
                <a:gs pos="0">
                  <a:srgbClr val="7B7B7B">
                    <a:alpha val="7315"/>
                  </a:srgbClr>
                </a:gs>
                <a:gs pos="14286">
                  <a:srgbClr val="7B7B7B">
                    <a:alpha val="6744"/>
                  </a:srgbClr>
                </a:gs>
                <a:gs pos="28571">
                  <a:srgbClr val="7B7B7B">
                    <a:alpha val="5277"/>
                  </a:srgbClr>
                </a:gs>
                <a:gs pos="42857">
                  <a:srgbClr val="7B7B7B">
                    <a:alpha val="3493"/>
                  </a:srgbClr>
                </a:gs>
                <a:gs pos="57143">
                  <a:srgbClr val="7B7B7B">
                    <a:alpha val="1951"/>
                  </a:srgbClr>
                </a:gs>
                <a:gs pos="71429">
                  <a:srgbClr val="7B7B7B">
                    <a:alpha val="918"/>
                  </a:srgbClr>
                </a:gs>
                <a:gs pos="85714">
                  <a:srgbClr val="7B7B7B">
                    <a:alpha val="364"/>
                  </a:srgbClr>
                </a:gs>
                <a:gs pos="100000">
                  <a:srgbClr val="7B7B7B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10701950">
              <a:off x="191718" y="2529702"/>
              <a:ext cx="581862" cy="577848"/>
            </a:xfrm>
            <a:prstGeom prst="ellipse">
              <a:avLst/>
            </a:prstGeom>
            <a:gradFill>
              <a:gsLst>
                <a:gs pos="0">
                  <a:srgbClr val="555656">
                    <a:alpha val="1944"/>
                  </a:srgbClr>
                </a:gs>
                <a:gs pos="14286">
                  <a:srgbClr val="555656">
                    <a:alpha val="1788"/>
                  </a:srgbClr>
                </a:gs>
                <a:gs pos="28571">
                  <a:srgbClr val="555656">
                    <a:alpha val="1391"/>
                  </a:srgbClr>
                </a:gs>
                <a:gs pos="42857">
                  <a:srgbClr val="555656">
                    <a:alpha val="915"/>
                  </a:srgbClr>
                </a:gs>
                <a:gs pos="57143">
                  <a:srgbClr val="555656">
                    <a:alpha val="508"/>
                  </a:srgbClr>
                </a:gs>
                <a:gs pos="71429">
                  <a:srgbClr val="555656">
                    <a:alpha val="238"/>
                  </a:srgbClr>
                </a:gs>
                <a:gs pos="85714">
                  <a:srgbClr val="555656">
                    <a:alpha val="94"/>
                  </a:srgbClr>
                </a:gs>
                <a:gs pos="100000">
                  <a:srgbClr val="55565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5960584">
              <a:off x="1351675" y="-43697"/>
              <a:ext cx="896702" cy="138864"/>
            </a:xfrm>
            <a:prstGeom prst="ellipse">
              <a:avLst/>
            </a:prstGeom>
            <a:gradFill>
              <a:gsLst>
                <a:gs pos="0">
                  <a:srgbClr val="2E3032">
                    <a:alpha val="6817"/>
                  </a:srgbClr>
                </a:gs>
                <a:gs pos="14286">
                  <a:srgbClr val="2E3032">
                    <a:alpha val="6283"/>
                  </a:srgbClr>
                </a:gs>
                <a:gs pos="28571">
                  <a:srgbClr val="2E3032">
                    <a:alpha val="4914"/>
                  </a:srgbClr>
                </a:gs>
                <a:gs pos="42857">
                  <a:srgbClr val="2E3032">
                    <a:alpha val="3251"/>
                  </a:srgbClr>
                </a:gs>
                <a:gs pos="57143">
                  <a:srgbClr val="2E3032">
                    <a:alpha val="1815"/>
                  </a:srgbClr>
                </a:gs>
                <a:gs pos="71429">
                  <a:srgbClr val="2E3032">
                    <a:alpha val="854"/>
                  </a:srgbClr>
                </a:gs>
                <a:gs pos="85714">
                  <a:srgbClr val="2E3032">
                    <a:alpha val="338"/>
                  </a:srgbClr>
                </a:gs>
                <a:gs pos="100000">
                  <a:srgbClr val="2E3032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6059983">
              <a:off x="2423250" y="1953378"/>
              <a:ext cx="814874" cy="210939"/>
            </a:xfrm>
            <a:prstGeom prst="ellipse">
              <a:avLst/>
            </a:prstGeom>
            <a:gradFill>
              <a:gsLst>
                <a:gs pos="0">
                  <a:srgbClr val="5D5D5D">
                    <a:alpha val="2192"/>
                  </a:srgbClr>
                </a:gs>
                <a:gs pos="14286">
                  <a:srgbClr val="5D5D5D">
                    <a:alpha val="2017"/>
                  </a:srgbClr>
                </a:gs>
                <a:gs pos="28571">
                  <a:srgbClr val="5D5D5D">
                    <a:alpha val="1570"/>
                  </a:srgbClr>
                </a:gs>
                <a:gs pos="42857">
                  <a:srgbClr val="5D5D5D">
                    <a:alpha val="1032"/>
                  </a:srgbClr>
                </a:gs>
                <a:gs pos="57143">
                  <a:srgbClr val="5D5D5D">
                    <a:alpha val="573"/>
                  </a:srgbClr>
                </a:gs>
                <a:gs pos="71429">
                  <a:srgbClr val="5D5D5D">
                    <a:alpha val="269"/>
                  </a:srgbClr>
                </a:gs>
                <a:gs pos="85714">
                  <a:srgbClr val="5D5D5D">
                    <a:alpha val="106"/>
                  </a:srgbClr>
                </a:gs>
                <a:gs pos="100000">
                  <a:srgbClr val="5D5D5D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-8183160">
              <a:off x="423874" y="1652351"/>
              <a:ext cx="591001" cy="559727"/>
            </a:xfrm>
            <a:prstGeom prst="ellipse">
              <a:avLst/>
            </a:prstGeom>
            <a:gradFill>
              <a:gsLst>
                <a:gs pos="0">
                  <a:srgbClr val="4C4C4B">
                    <a:alpha val="9532"/>
                  </a:srgbClr>
                </a:gs>
                <a:gs pos="14286">
                  <a:srgbClr val="4C4C4B">
                    <a:alpha val="8796"/>
                  </a:srgbClr>
                </a:gs>
                <a:gs pos="28571">
                  <a:srgbClr val="4C4C4B">
                    <a:alpha val="6899"/>
                  </a:srgbClr>
                </a:gs>
                <a:gs pos="42857">
                  <a:srgbClr val="4C4C4B">
                    <a:alpha val="4581"/>
                  </a:srgbClr>
                </a:gs>
                <a:gs pos="57143">
                  <a:srgbClr val="4C4C4B">
                    <a:alpha val="2565"/>
                  </a:srgbClr>
                </a:gs>
                <a:gs pos="71429">
                  <a:srgbClr val="4C4C4B">
                    <a:alpha val="1209"/>
                  </a:srgbClr>
                </a:gs>
                <a:gs pos="85714">
                  <a:srgbClr val="4C4C4B">
                    <a:alpha val="480"/>
                  </a:srgbClr>
                </a:gs>
                <a:gs pos="100000">
                  <a:srgbClr val="4C4C4B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6277859">
              <a:off x="3148574" y="2826109"/>
              <a:ext cx="786964" cy="179802"/>
            </a:xfrm>
            <a:prstGeom prst="ellipse">
              <a:avLst/>
            </a:prstGeom>
            <a:gradFill>
              <a:gsLst>
                <a:gs pos="0">
                  <a:srgbClr val="26282A">
                    <a:alpha val="5546"/>
                  </a:srgbClr>
                </a:gs>
                <a:gs pos="14286">
                  <a:srgbClr val="26282A">
                    <a:alpha val="5109"/>
                  </a:srgbClr>
                </a:gs>
                <a:gs pos="28571">
                  <a:srgbClr val="26282A">
                    <a:alpha val="3990"/>
                  </a:srgbClr>
                </a:gs>
                <a:gs pos="42857">
                  <a:srgbClr val="26282A">
                    <a:alpha val="2635"/>
                  </a:srgbClr>
                </a:gs>
                <a:gs pos="57143">
                  <a:srgbClr val="26282A">
                    <a:alpha val="1469"/>
                  </a:srgbClr>
                </a:gs>
                <a:gs pos="71429">
                  <a:srgbClr val="26282A">
                    <a:alpha val="690"/>
                  </a:srgbClr>
                </a:gs>
                <a:gs pos="85714">
                  <a:srgbClr val="26282A">
                    <a:alpha val="274"/>
                  </a:srgbClr>
                </a:gs>
                <a:gs pos="100000">
                  <a:srgbClr val="26282A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-9959529">
              <a:off x="1869486" y="2198169"/>
              <a:ext cx="505856" cy="498927"/>
            </a:xfrm>
            <a:prstGeom prst="ellipse">
              <a:avLst/>
            </a:prstGeom>
            <a:gradFill>
              <a:gsLst>
                <a:gs pos="0">
                  <a:srgbClr val="464545">
                    <a:alpha val="2537"/>
                  </a:srgbClr>
                </a:gs>
                <a:gs pos="14286">
                  <a:srgbClr val="464545">
                    <a:alpha val="2334"/>
                  </a:srgbClr>
                </a:gs>
                <a:gs pos="28571">
                  <a:srgbClr val="464545">
                    <a:alpha val="1817"/>
                  </a:srgbClr>
                </a:gs>
                <a:gs pos="42857">
                  <a:srgbClr val="464545">
                    <a:alpha val="1195"/>
                  </a:srgbClr>
                </a:gs>
                <a:gs pos="57143">
                  <a:srgbClr val="464545">
                    <a:alpha val="664"/>
                  </a:srgbClr>
                </a:gs>
                <a:gs pos="71429">
                  <a:srgbClr val="464545">
                    <a:alpha val="311"/>
                  </a:srgbClr>
                </a:gs>
                <a:gs pos="85714">
                  <a:srgbClr val="464545">
                    <a:alpha val="123"/>
                  </a:srgbClr>
                </a:gs>
                <a:gs pos="100000">
                  <a:srgbClr val="464545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6209733">
              <a:off x="-447239" y="338161"/>
              <a:ext cx="925602" cy="89979"/>
            </a:xfrm>
            <a:prstGeom prst="ellipse">
              <a:avLst/>
            </a:prstGeom>
            <a:gradFill>
              <a:gsLst>
                <a:gs pos="0">
                  <a:srgbClr val="C1C1C0">
                    <a:alpha val="27985"/>
                  </a:srgbClr>
                </a:gs>
                <a:gs pos="14286">
                  <a:srgbClr val="C1C1C0">
                    <a:alpha val="26047"/>
                  </a:srgbClr>
                </a:gs>
                <a:gs pos="28571">
                  <a:srgbClr val="C1C1C0">
                    <a:alpha val="20886"/>
                  </a:srgbClr>
                </a:gs>
                <a:gs pos="42857">
                  <a:srgbClr val="C1C1C0">
                    <a:alpha val="14245"/>
                  </a:srgbClr>
                </a:gs>
                <a:gs pos="57143">
                  <a:srgbClr val="C1C1C0">
                    <a:alpha val="8163"/>
                  </a:srgbClr>
                </a:gs>
                <a:gs pos="71429">
                  <a:srgbClr val="C1C1C0">
                    <a:alpha val="3907"/>
                  </a:srgbClr>
                </a:gs>
                <a:gs pos="85714">
                  <a:srgbClr val="C1C1C0">
                    <a:alpha val="1564"/>
                  </a:srgbClr>
                </a:gs>
                <a:gs pos="100000">
                  <a:srgbClr val="C1C1C0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7859610">
              <a:off x="2685781" y="704196"/>
              <a:ext cx="736883" cy="159042"/>
            </a:xfrm>
            <a:prstGeom prst="ellipse">
              <a:avLst/>
            </a:prstGeom>
            <a:gradFill>
              <a:gsLst>
                <a:gs pos="0">
                  <a:srgbClr val="3C3E3E">
                    <a:alpha val="7557"/>
                  </a:srgbClr>
                </a:gs>
                <a:gs pos="14286">
                  <a:srgbClr val="3C3E3E">
                    <a:alpha val="6968"/>
                  </a:srgbClr>
                </a:gs>
                <a:gs pos="28571">
                  <a:srgbClr val="3C3E3E">
                    <a:alpha val="5454"/>
                  </a:srgbClr>
                </a:gs>
                <a:gs pos="42857">
                  <a:srgbClr val="3C3E3E">
                    <a:alpha val="3611"/>
                  </a:srgbClr>
                </a:gs>
                <a:gs pos="57143">
                  <a:srgbClr val="3C3E3E">
                    <a:alpha val="2018"/>
                  </a:srgbClr>
                </a:gs>
                <a:gs pos="71429">
                  <a:srgbClr val="3C3E3E">
                    <a:alpha val="950"/>
                  </a:srgbClr>
                </a:gs>
                <a:gs pos="85714">
                  <a:srgbClr val="3C3E3E">
                    <a:alpha val="377"/>
                  </a:srgbClr>
                </a:gs>
                <a:gs pos="100000">
                  <a:srgbClr val="3C3E3E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10634991">
              <a:off x="676157" y="-161090"/>
              <a:ext cx="556230" cy="553731"/>
            </a:xfrm>
            <a:prstGeom prst="ellipse">
              <a:avLst/>
            </a:prstGeom>
            <a:gradFill>
              <a:gsLst>
                <a:gs pos="0">
                  <a:srgbClr val="5B5951">
                    <a:alpha val="2385"/>
                  </a:srgbClr>
                </a:gs>
                <a:gs pos="14286">
                  <a:srgbClr val="5B5951">
                    <a:alpha val="2195"/>
                  </a:srgbClr>
                </a:gs>
                <a:gs pos="28571">
                  <a:srgbClr val="5B5951">
                    <a:alpha val="1708"/>
                  </a:srgbClr>
                </a:gs>
                <a:gs pos="42857">
                  <a:srgbClr val="5B5951">
                    <a:alpha val="1124"/>
                  </a:srgbClr>
                </a:gs>
                <a:gs pos="57143">
                  <a:srgbClr val="5B5951">
                    <a:alpha val="624"/>
                  </a:srgbClr>
                </a:gs>
                <a:gs pos="71429">
                  <a:srgbClr val="5B5951">
                    <a:alpha val="293"/>
                  </a:srgbClr>
                </a:gs>
                <a:gs pos="85714">
                  <a:srgbClr val="5B5951">
                    <a:alpha val="116"/>
                  </a:srgbClr>
                </a:gs>
                <a:gs pos="100000">
                  <a:srgbClr val="5B5951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400000">
              <a:off x="997099" y="2282894"/>
              <a:ext cx="63922" cy="63922"/>
            </a:xfrm>
            <a:prstGeom prst="ellipse">
              <a:avLst/>
            </a:prstGeom>
            <a:gradFill>
              <a:gsLst>
                <a:gs pos="0">
                  <a:srgbClr val="9B9B9B">
                    <a:alpha val="12786"/>
                  </a:srgbClr>
                </a:gs>
                <a:gs pos="14286">
                  <a:srgbClr val="9B9B9B">
                    <a:alpha val="11815"/>
                  </a:srgbClr>
                </a:gs>
                <a:gs pos="28571">
                  <a:srgbClr val="9B9B9B">
                    <a:alpha val="9301"/>
                  </a:srgbClr>
                </a:gs>
                <a:gs pos="42857">
                  <a:srgbClr val="9B9B9B">
                    <a:alpha val="6203"/>
                  </a:srgbClr>
                </a:gs>
                <a:gs pos="57143">
                  <a:srgbClr val="9B9B9B">
                    <a:alpha val="3486"/>
                  </a:srgbClr>
                </a:gs>
                <a:gs pos="71429">
                  <a:srgbClr val="9B9B9B">
                    <a:alpha val="1647"/>
                  </a:srgbClr>
                </a:gs>
                <a:gs pos="85714">
                  <a:srgbClr val="9B9B9B">
                    <a:alpha val="655"/>
                  </a:srgbClr>
                </a:gs>
                <a:gs pos="100000">
                  <a:srgbClr val="9B9B9B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4734881">
              <a:off x="845796" y="28905"/>
              <a:ext cx="551279" cy="151032"/>
            </a:xfrm>
            <a:prstGeom prst="ellipse">
              <a:avLst/>
            </a:prstGeom>
            <a:gradFill>
              <a:gsLst>
                <a:gs pos="0">
                  <a:srgbClr val="605E5F">
                    <a:alpha val="7814"/>
                  </a:srgbClr>
                </a:gs>
                <a:gs pos="14286">
                  <a:srgbClr val="605E5F">
                    <a:alpha val="7205"/>
                  </a:srgbClr>
                </a:gs>
                <a:gs pos="28571">
                  <a:srgbClr val="605E5F">
                    <a:alpha val="5641"/>
                  </a:srgbClr>
                </a:gs>
                <a:gs pos="42857">
                  <a:srgbClr val="605E5F">
                    <a:alpha val="3737"/>
                  </a:srgbClr>
                </a:gs>
                <a:gs pos="57143">
                  <a:srgbClr val="605E5F">
                    <a:alpha val="2088"/>
                  </a:srgbClr>
                </a:gs>
                <a:gs pos="71429">
                  <a:srgbClr val="605E5F">
                    <a:alpha val="983"/>
                  </a:srgbClr>
                </a:gs>
                <a:gs pos="85714">
                  <a:srgbClr val="605E5F">
                    <a:alpha val="390"/>
                  </a:srgbClr>
                </a:gs>
                <a:gs pos="100000">
                  <a:srgbClr val="605E5F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5186973">
              <a:off x="1212979" y="1439727"/>
              <a:ext cx="712041" cy="103486"/>
            </a:xfrm>
            <a:prstGeom prst="ellipse">
              <a:avLst/>
            </a:prstGeom>
            <a:gradFill>
              <a:gsLst>
                <a:gs pos="0">
                  <a:srgbClr val="040000">
                    <a:alpha val="17015"/>
                  </a:srgbClr>
                </a:gs>
                <a:gs pos="14286">
                  <a:srgbClr val="040000">
                    <a:alpha val="15754"/>
                  </a:srgbClr>
                </a:gs>
                <a:gs pos="28571">
                  <a:srgbClr val="040000">
                    <a:alpha val="12462"/>
                  </a:srgbClr>
                </a:gs>
                <a:gs pos="42857">
                  <a:srgbClr val="040000">
                    <a:alpha val="8360"/>
                  </a:srgbClr>
                </a:gs>
                <a:gs pos="57143">
                  <a:srgbClr val="040000">
                    <a:alpha val="4722"/>
                  </a:srgbClr>
                </a:gs>
                <a:gs pos="71429">
                  <a:srgbClr val="040000">
                    <a:alpha val="2239"/>
                  </a:srgbClr>
                </a:gs>
                <a:gs pos="85714">
                  <a:srgbClr val="040000">
                    <a:alpha val="891"/>
                  </a:srgbClr>
                </a:gs>
                <a:gs pos="100000">
                  <a:srgbClr val="040000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606540">
              <a:off x="-97512" y="2260705"/>
              <a:ext cx="378827" cy="723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5870232">
              <a:off x="3123814" y="2219497"/>
              <a:ext cx="562578" cy="146018"/>
            </a:xfrm>
            <a:prstGeom prst="ellipse">
              <a:avLst/>
            </a:prstGeom>
            <a:gradFill>
              <a:gsLst>
                <a:gs pos="0">
                  <a:srgbClr val="7E7D7C">
                    <a:alpha val="5944"/>
                  </a:srgbClr>
                </a:gs>
                <a:gs pos="14286">
                  <a:srgbClr val="7E7D7C">
                    <a:alpha val="5477"/>
                  </a:srgbClr>
                </a:gs>
                <a:gs pos="28571">
                  <a:srgbClr val="7E7D7C">
                    <a:alpha val="4279"/>
                  </a:srgbClr>
                </a:gs>
                <a:gs pos="42857">
                  <a:srgbClr val="7E7D7C">
                    <a:alpha val="2828"/>
                  </a:srgbClr>
                </a:gs>
                <a:gs pos="57143">
                  <a:srgbClr val="7E7D7C">
                    <a:alpha val="1577"/>
                  </a:srgbClr>
                </a:gs>
                <a:gs pos="71429">
                  <a:srgbClr val="7E7D7C">
                    <a:alpha val="741"/>
                  </a:srgbClr>
                </a:gs>
                <a:gs pos="85714">
                  <a:srgbClr val="7E7D7C">
                    <a:alpha val="294"/>
                  </a:srgbClr>
                </a:gs>
                <a:gs pos="100000">
                  <a:srgbClr val="7E7D7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4585465">
              <a:off x="437897" y="-65481"/>
              <a:ext cx="565178" cy="548680"/>
            </a:xfrm>
            <a:prstGeom prst="ellipse">
              <a:avLst/>
            </a:prstGeom>
            <a:gradFill>
              <a:gsLst>
                <a:gs pos="0">
                  <a:srgbClr val="545557">
                    <a:alpha val="7452"/>
                  </a:srgbClr>
                </a:gs>
                <a:gs pos="14286">
                  <a:srgbClr val="545557">
                    <a:alpha val="6870"/>
                  </a:srgbClr>
                </a:gs>
                <a:gs pos="28571">
                  <a:srgbClr val="545557">
                    <a:alpha val="5377"/>
                  </a:srgbClr>
                </a:gs>
                <a:gs pos="42857">
                  <a:srgbClr val="545557">
                    <a:alpha val="3560"/>
                  </a:srgbClr>
                </a:gs>
                <a:gs pos="57143">
                  <a:srgbClr val="545557">
                    <a:alpha val="1989"/>
                  </a:srgbClr>
                </a:gs>
                <a:gs pos="71429">
                  <a:srgbClr val="545557">
                    <a:alpha val="936"/>
                  </a:srgbClr>
                </a:gs>
                <a:gs pos="85714">
                  <a:srgbClr val="545557">
                    <a:alpha val="371"/>
                  </a:srgbClr>
                </a:gs>
                <a:gs pos="100000">
                  <a:srgbClr val="545557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4718520">
              <a:off x="655054" y="947815"/>
              <a:ext cx="822885" cy="225254"/>
            </a:xfrm>
            <a:prstGeom prst="ellipse">
              <a:avLst/>
            </a:prstGeom>
            <a:gradFill>
              <a:gsLst>
                <a:gs pos="0">
                  <a:srgbClr val="515051">
                    <a:alpha val="2207"/>
                  </a:srgbClr>
                </a:gs>
                <a:gs pos="14286">
                  <a:srgbClr val="515051">
                    <a:alpha val="2031"/>
                  </a:srgbClr>
                </a:gs>
                <a:gs pos="28571">
                  <a:srgbClr val="515051">
                    <a:alpha val="1580"/>
                  </a:srgbClr>
                </a:gs>
                <a:gs pos="42857">
                  <a:srgbClr val="515051">
                    <a:alpha val="1039"/>
                  </a:srgbClr>
                </a:gs>
                <a:gs pos="57143">
                  <a:srgbClr val="515051">
                    <a:alpha val="577"/>
                  </a:srgbClr>
                </a:gs>
                <a:gs pos="71429">
                  <a:srgbClr val="515051">
                    <a:alpha val="271"/>
                  </a:srgbClr>
                </a:gs>
                <a:gs pos="85714">
                  <a:srgbClr val="515051">
                    <a:alpha val="107"/>
                  </a:srgbClr>
                </a:gs>
                <a:gs pos="100000">
                  <a:srgbClr val="515051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5244473">
              <a:off x="1932410" y="3456357"/>
              <a:ext cx="440844" cy="47285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10778693">
              <a:off x="793072" y="903684"/>
              <a:ext cx="381469" cy="54268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-10207712">
              <a:off x="3158824" y="553695"/>
              <a:ext cx="554332" cy="550427"/>
            </a:xfrm>
            <a:prstGeom prst="ellipse">
              <a:avLst/>
            </a:prstGeom>
            <a:gradFill>
              <a:gsLst>
                <a:gs pos="0">
                  <a:srgbClr val="656768">
                    <a:alpha val="3574"/>
                  </a:srgbClr>
                </a:gs>
                <a:gs pos="14286">
                  <a:srgbClr val="656768">
                    <a:alpha val="3290"/>
                  </a:srgbClr>
                </a:gs>
                <a:gs pos="28571">
                  <a:srgbClr val="656768">
                    <a:alpha val="2564"/>
                  </a:srgbClr>
                </a:gs>
                <a:gs pos="42857">
                  <a:srgbClr val="656768">
                    <a:alpha val="1689"/>
                  </a:srgbClr>
                </a:gs>
                <a:gs pos="57143">
                  <a:srgbClr val="656768">
                    <a:alpha val="940"/>
                  </a:srgbClr>
                </a:gs>
                <a:gs pos="71429">
                  <a:srgbClr val="656768">
                    <a:alpha val="441"/>
                  </a:srgbClr>
                </a:gs>
                <a:gs pos="85714">
                  <a:srgbClr val="656768">
                    <a:alpha val="175"/>
                  </a:srgbClr>
                </a:gs>
                <a:gs pos="100000">
                  <a:srgbClr val="656768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9850178">
              <a:off x="2564571" y="1386132"/>
              <a:ext cx="555927" cy="546415"/>
            </a:xfrm>
            <a:prstGeom prst="ellipse">
              <a:avLst/>
            </a:prstGeom>
            <a:gradFill>
              <a:gsLst>
                <a:gs pos="0">
                  <a:srgbClr val="454646">
                    <a:alpha val="4629"/>
                  </a:srgbClr>
                </a:gs>
                <a:gs pos="14286">
                  <a:srgbClr val="454646">
                    <a:alpha val="4263"/>
                  </a:srgbClr>
                </a:gs>
                <a:gs pos="28571">
                  <a:srgbClr val="454646">
                    <a:alpha val="3326"/>
                  </a:srgbClr>
                </a:gs>
                <a:gs pos="42857">
                  <a:srgbClr val="454646">
                    <a:alpha val="2194"/>
                  </a:srgbClr>
                </a:gs>
                <a:gs pos="57143">
                  <a:srgbClr val="454646">
                    <a:alpha val="1222"/>
                  </a:srgbClr>
                </a:gs>
                <a:gs pos="71429">
                  <a:srgbClr val="454646">
                    <a:alpha val="574"/>
                  </a:srgbClr>
                </a:gs>
                <a:gs pos="85714">
                  <a:srgbClr val="454646">
                    <a:alpha val="227"/>
                  </a:srgbClr>
                </a:gs>
                <a:gs pos="100000">
                  <a:srgbClr val="454646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10059422">
              <a:off x="623776" y="746752"/>
              <a:ext cx="552132" cy="546714"/>
            </a:xfrm>
            <a:prstGeom prst="ellipse">
              <a:avLst/>
            </a:prstGeom>
            <a:gradFill>
              <a:gsLst>
                <a:gs pos="0">
                  <a:srgbClr val="423F40">
                    <a:alpha val="1757"/>
                  </a:srgbClr>
                </a:gs>
                <a:gs pos="14286">
                  <a:srgbClr val="423F40">
                    <a:alpha val="1616"/>
                  </a:srgbClr>
                </a:gs>
                <a:gs pos="28571">
                  <a:srgbClr val="423F40">
                    <a:alpha val="1257"/>
                  </a:srgbClr>
                </a:gs>
                <a:gs pos="42857">
                  <a:srgbClr val="423F40">
                    <a:alpha val="826"/>
                  </a:srgbClr>
                </a:gs>
                <a:gs pos="57143">
                  <a:srgbClr val="423F40">
                    <a:alpha val="459"/>
                  </a:srgbClr>
                </a:gs>
                <a:gs pos="71429">
                  <a:srgbClr val="423F40">
                    <a:alpha val="215"/>
                  </a:srgbClr>
                </a:gs>
                <a:gs pos="85714">
                  <a:srgbClr val="423F40">
                    <a:alpha val="85"/>
                  </a:srgbClr>
                </a:gs>
                <a:gs pos="100000">
                  <a:srgbClr val="423F4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5143284">
              <a:off x="3021012" y="406575"/>
              <a:ext cx="568064" cy="564205"/>
            </a:xfrm>
            <a:prstGeom prst="ellipse">
              <a:avLst/>
            </a:prstGeom>
            <a:gradFill>
              <a:gsLst>
                <a:gs pos="0">
                  <a:srgbClr val="757575">
                    <a:alpha val="1317"/>
                  </a:srgbClr>
                </a:gs>
                <a:gs pos="14286">
                  <a:srgbClr val="757575">
                    <a:alpha val="1211"/>
                  </a:srgbClr>
                </a:gs>
                <a:gs pos="28571">
                  <a:srgbClr val="757575">
                    <a:alpha val="942"/>
                  </a:srgbClr>
                </a:gs>
                <a:gs pos="42857">
                  <a:srgbClr val="757575">
                    <a:alpha val="619"/>
                  </a:srgbClr>
                </a:gs>
                <a:gs pos="57143">
                  <a:srgbClr val="757575">
                    <a:alpha val="343"/>
                  </a:srgbClr>
                </a:gs>
                <a:gs pos="71429">
                  <a:srgbClr val="757575">
                    <a:alpha val="161"/>
                  </a:srgbClr>
                </a:gs>
                <a:gs pos="85714">
                  <a:srgbClr val="757575">
                    <a:alpha val="64"/>
                  </a:srgbClr>
                </a:gs>
                <a:gs pos="100000">
                  <a:srgbClr val="757575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6461226">
              <a:off x="501634" y="569388"/>
              <a:ext cx="702565" cy="190138"/>
            </a:xfrm>
            <a:prstGeom prst="ellipse">
              <a:avLst/>
            </a:prstGeom>
            <a:gradFill>
              <a:gsLst>
                <a:gs pos="0">
                  <a:srgbClr val="626262">
                    <a:alpha val="8686"/>
                  </a:srgbClr>
                </a:gs>
                <a:gs pos="14286">
                  <a:srgbClr val="626262">
                    <a:alpha val="8013"/>
                  </a:srgbClr>
                </a:gs>
                <a:gs pos="28571">
                  <a:srgbClr val="626262">
                    <a:alpha val="6279"/>
                  </a:srgbClr>
                </a:gs>
                <a:gs pos="42857">
                  <a:srgbClr val="626262">
                    <a:alpha val="4164"/>
                  </a:srgbClr>
                </a:gs>
                <a:gs pos="57143">
                  <a:srgbClr val="626262">
                    <a:alpha val="2329"/>
                  </a:srgbClr>
                </a:gs>
                <a:gs pos="71429">
                  <a:srgbClr val="626262">
                    <a:alpha val="1097"/>
                  </a:srgbClr>
                </a:gs>
                <a:gs pos="85714">
                  <a:srgbClr val="626262">
                    <a:alpha val="435"/>
                  </a:srgbClr>
                </a:gs>
                <a:gs pos="100000">
                  <a:srgbClr val="626262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5740864">
              <a:off x="311631" y="3305321"/>
              <a:ext cx="590883" cy="589413"/>
            </a:xfrm>
            <a:prstGeom prst="ellipse">
              <a:avLst/>
            </a:prstGeom>
            <a:gradFill>
              <a:gsLst>
                <a:gs pos="0">
                  <a:srgbClr val="6A6B6A">
                    <a:alpha val="4051"/>
                  </a:srgbClr>
                </a:gs>
                <a:gs pos="14286">
                  <a:srgbClr val="6A6B6A">
                    <a:alpha val="3730"/>
                  </a:srgbClr>
                </a:gs>
                <a:gs pos="28571">
                  <a:srgbClr val="6A6B6A">
                    <a:alpha val="2908"/>
                  </a:srgbClr>
                </a:gs>
                <a:gs pos="42857">
                  <a:srgbClr val="6A6B6A">
                    <a:alpha val="1917"/>
                  </a:srgbClr>
                </a:gs>
                <a:gs pos="57143">
                  <a:srgbClr val="6A6B6A">
                    <a:alpha val="1067"/>
                  </a:srgbClr>
                </a:gs>
                <a:gs pos="71429">
                  <a:srgbClr val="6A6B6A">
                    <a:alpha val="501"/>
                  </a:srgbClr>
                </a:gs>
                <a:gs pos="85714">
                  <a:srgbClr val="6A6B6A">
                    <a:alpha val="198"/>
                  </a:srgbClr>
                </a:gs>
                <a:gs pos="100000">
                  <a:srgbClr val="6A6B6A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5200692">
              <a:off x="2702150" y="2176157"/>
              <a:ext cx="348911" cy="60310"/>
            </a:xfrm>
            <a:prstGeom prst="ellipse">
              <a:avLst/>
            </a:prstGeom>
            <a:gradFill>
              <a:gsLst>
                <a:gs pos="0">
                  <a:srgbClr val="EEEFEF">
                    <a:alpha val="32968"/>
                  </a:srgbClr>
                </a:gs>
                <a:gs pos="14286">
                  <a:srgbClr val="EEEFEF">
                    <a:alpha val="30764"/>
                  </a:srgbClr>
                </a:gs>
                <a:gs pos="28571">
                  <a:srgbClr val="EEEFEF">
                    <a:alpha val="24833"/>
                  </a:srgbClr>
                </a:gs>
                <a:gs pos="42857">
                  <a:srgbClr val="EEEFEF">
                    <a:alpha val="17075"/>
                  </a:srgbClr>
                </a:gs>
                <a:gs pos="57143">
                  <a:srgbClr val="EEEFEF">
                    <a:alpha val="9855"/>
                  </a:srgbClr>
                </a:gs>
                <a:gs pos="71429">
                  <a:srgbClr val="EEEFEF">
                    <a:alpha val="4740"/>
                  </a:srgbClr>
                </a:gs>
                <a:gs pos="85714">
                  <a:srgbClr val="EEEFEF">
                    <a:alpha val="1902"/>
                  </a:srgbClr>
                </a:gs>
                <a:gs pos="100000">
                  <a:srgbClr val="EE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6724245">
              <a:off x="-290106" y="3279384"/>
              <a:ext cx="729332" cy="154724"/>
            </a:xfrm>
            <a:prstGeom prst="ellipse">
              <a:avLst/>
            </a:prstGeom>
            <a:gradFill>
              <a:gsLst>
                <a:gs pos="0">
                  <a:srgbClr val="8E8E8D">
                    <a:alpha val="4109"/>
                  </a:srgbClr>
                </a:gs>
                <a:gs pos="14286">
                  <a:srgbClr val="8E8E8D">
                    <a:alpha val="3783"/>
                  </a:srgbClr>
                </a:gs>
                <a:gs pos="28571">
                  <a:srgbClr val="8E8E8D">
                    <a:alpha val="2950"/>
                  </a:srgbClr>
                </a:gs>
                <a:gs pos="42857">
                  <a:srgbClr val="8E8E8D">
                    <a:alpha val="1945"/>
                  </a:srgbClr>
                </a:gs>
                <a:gs pos="57143">
                  <a:srgbClr val="8E8E8D">
                    <a:alpha val="1082"/>
                  </a:srgbClr>
                </a:gs>
                <a:gs pos="71429">
                  <a:srgbClr val="8E8E8D">
                    <a:alpha val="508"/>
                  </a:srgbClr>
                </a:gs>
                <a:gs pos="85714">
                  <a:srgbClr val="8E8E8D">
                    <a:alpha val="201"/>
                  </a:srgbClr>
                </a:gs>
                <a:gs pos="100000">
                  <a:srgbClr val="8E8E8D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-10086103">
              <a:off x="2362289" y="3371606"/>
              <a:ext cx="616381" cy="552938"/>
            </a:xfrm>
            <a:prstGeom prst="ellipse">
              <a:avLst/>
            </a:prstGeom>
            <a:gradFill>
              <a:gsLst>
                <a:gs pos="0">
                  <a:srgbClr val="000015">
                    <a:alpha val="6615"/>
                  </a:srgbClr>
                </a:gs>
                <a:gs pos="14286">
                  <a:srgbClr val="000015">
                    <a:alpha val="6097"/>
                  </a:srgbClr>
                </a:gs>
                <a:gs pos="28571">
                  <a:srgbClr val="000015">
                    <a:alpha val="4767"/>
                  </a:srgbClr>
                </a:gs>
                <a:gs pos="42857">
                  <a:srgbClr val="000015">
                    <a:alpha val="3153"/>
                  </a:srgbClr>
                </a:gs>
                <a:gs pos="57143">
                  <a:srgbClr val="000015">
                    <a:alpha val="1759"/>
                  </a:srgbClr>
                </a:gs>
                <a:gs pos="71429">
                  <a:srgbClr val="000015">
                    <a:alpha val="827"/>
                  </a:srgbClr>
                </a:gs>
                <a:gs pos="85714">
                  <a:srgbClr val="000015">
                    <a:alpha val="328"/>
                  </a:srgbClr>
                </a:gs>
                <a:gs pos="100000">
                  <a:srgbClr val="000015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6344025">
              <a:off x="636467" y="3107405"/>
              <a:ext cx="676931" cy="127277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7671338">
              <a:off x="649432" y="1105839"/>
              <a:ext cx="850568" cy="239452"/>
            </a:xfrm>
            <a:prstGeom prst="ellipse">
              <a:avLst/>
            </a:prstGeom>
            <a:gradFill>
              <a:gsLst>
                <a:gs pos="0">
                  <a:srgbClr val="272321">
                    <a:alpha val="2276"/>
                  </a:srgbClr>
                </a:gs>
                <a:gs pos="14286">
                  <a:srgbClr val="272321">
                    <a:alpha val="2094"/>
                  </a:srgbClr>
                </a:gs>
                <a:gs pos="28571">
                  <a:srgbClr val="272321">
                    <a:alpha val="1630"/>
                  </a:srgbClr>
                </a:gs>
                <a:gs pos="42857">
                  <a:srgbClr val="272321">
                    <a:alpha val="1072"/>
                  </a:srgbClr>
                </a:gs>
                <a:gs pos="57143">
                  <a:srgbClr val="272321">
                    <a:alpha val="595"/>
                  </a:srgbClr>
                </a:gs>
                <a:gs pos="71429">
                  <a:srgbClr val="272321">
                    <a:alpha val="279"/>
                  </a:srgbClr>
                </a:gs>
                <a:gs pos="85714">
                  <a:srgbClr val="272321">
                    <a:alpha val="110"/>
                  </a:srgbClr>
                </a:gs>
                <a:gs pos="100000">
                  <a:srgbClr val="272321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515331">
              <a:off x="73610" y="365057"/>
              <a:ext cx="585532" cy="579870"/>
            </a:xfrm>
            <a:prstGeom prst="ellipse">
              <a:avLst/>
            </a:prstGeom>
            <a:gradFill>
              <a:gsLst>
                <a:gs pos="0">
                  <a:srgbClr val="656668">
                    <a:alpha val="6731"/>
                  </a:srgbClr>
                </a:gs>
                <a:gs pos="14286">
                  <a:srgbClr val="656668">
                    <a:alpha val="6204"/>
                  </a:srgbClr>
                </a:gs>
                <a:gs pos="28571">
                  <a:srgbClr val="656668">
                    <a:alpha val="4851"/>
                  </a:srgbClr>
                </a:gs>
                <a:gs pos="42857">
                  <a:srgbClr val="656668">
                    <a:alpha val="3209"/>
                  </a:srgbClr>
                </a:gs>
                <a:gs pos="57143">
                  <a:srgbClr val="656668">
                    <a:alpha val="1791"/>
                  </a:srgbClr>
                </a:gs>
                <a:gs pos="71429">
                  <a:srgbClr val="656668">
                    <a:alpha val="842"/>
                  </a:srgbClr>
                </a:gs>
                <a:gs pos="85714">
                  <a:srgbClr val="656668">
                    <a:alpha val="334"/>
                  </a:srgbClr>
                </a:gs>
                <a:gs pos="100000">
                  <a:srgbClr val="656668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5400000">
              <a:off x="1589200" y="1063630"/>
              <a:ext cx="64364" cy="64364"/>
            </a:xfrm>
            <a:prstGeom prst="ellipse">
              <a:avLst/>
            </a:prstGeom>
            <a:gradFill>
              <a:gsLst>
                <a:gs pos="0">
                  <a:srgbClr val="A3A3A3">
                    <a:alpha val="12666"/>
                  </a:srgbClr>
                </a:gs>
                <a:gs pos="14286">
                  <a:srgbClr val="A3A3A3">
                    <a:alpha val="11704"/>
                  </a:srgbClr>
                </a:gs>
                <a:gs pos="28571">
                  <a:srgbClr val="A3A3A3">
                    <a:alpha val="9212"/>
                  </a:srgbClr>
                </a:gs>
                <a:gs pos="42857">
                  <a:srgbClr val="A3A3A3">
                    <a:alpha val="6142"/>
                  </a:srgbClr>
                </a:gs>
                <a:gs pos="57143">
                  <a:srgbClr val="A3A3A3">
                    <a:alpha val="3452"/>
                  </a:srgbClr>
                </a:gs>
                <a:gs pos="71429">
                  <a:srgbClr val="A3A3A3">
                    <a:alpha val="1631"/>
                  </a:srgbClr>
                </a:gs>
                <a:gs pos="85714">
                  <a:srgbClr val="A3A3A3">
                    <a:alpha val="648"/>
                  </a:srgbClr>
                </a:gs>
                <a:gs pos="100000">
                  <a:srgbClr val="A3A3A3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10660963">
              <a:off x="3066000" y="3055889"/>
              <a:ext cx="257330" cy="74703"/>
            </a:xfrm>
            <a:prstGeom prst="ellipse">
              <a:avLst/>
            </a:prstGeom>
            <a:gradFill>
              <a:gsLst>
                <a:gs pos="0">
                  <a:srgbClr val="E5E6E5">
                    <a:alpha val="32968"/>
                  </a:srgbClr>
                </a:gs>
                <a:gs pos="14286">
                  <a:srgbClr val="E5E6E5">
                    <a:alpha val="30764"/>
                  </a:srgbClr>
                </a:gs>
                <a:gs pos="28571">
                  <a:srgbClr val="E5E6E5">
                    <a:alpha val="24833"/>
                  </a:srgbClr>
                </a:gs>
                <a:gs pos="42857">
                  <a:srgbClr val="E5E6E5">
                    <a:alpha val="17075"/>
                  </a:srgbClr>
                </a:gs>
                <a:gs pos="57143">
                  <a:srgbClr val="E5E6E5">
                    <a:alpha val="9855"/>
                  </a:srgbClr>
                </a:gs>
                <a:gs pos="71429">
                  <a:srgbClr val="E5E6E5">
                    <a:alpha val="4740"/>
                  </a:srgbClr>
                </a:gs>
                <a:gs pos="85714">
                  <a:srgbClr val="E5E6E5">
                    <a:alpha val="1902"/>
                  </a:srgbClr>
                </a:gs>
                <a:gs pos="100000">
                  <a:srgbClr val="E5E6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4566621">
              <a:off x="103496" y="311836"/>
              <a:ext cx="567522" cy="562430"/>
            </a:xfrm>
            <a:prstGeom prst="ellipse">
              <a:avLst/>
            </a:prstGeom>
            <a:gradFill>
              <a:gsLst>
                <a:gs pos="0">
                  <a:srgbClr val="64635F">
                    <a:alpha val="2706"/>
                  </a:srgbClr>
                </a:gs>
                <a:gs pos="14286">
                  <a:srgbClr val="64635F">
                    <a:alpha val="2490"/>
                  </a:srgbClr>
                </a:gs>
                <a:gs pos="28571">
                  <a:srgbClr val="64635F">
                    <a:alpha val="1939"/>
                  </a:srgbClr>
                </a:gs>
                <a:gs pos="42857">
                  <a:srgbClr val="64635F">
                    <a:alpha val="1276"/>
                  </a:srgbClr>
                </a:gs>
                <a:gs pos="57143">
                  <a:srgbClr val="64635F">
                    <a:alpha val="709"/>
                  </a:srgbClr>
                </a:gs>
                <a:gs pos="71429">
                  <a:srgbClr val="64635F">
                    <a:alpha val="333"/>
                  </a:srgbClr>
                </a:gs>
                <a:gs pos="85714">
                  <a:srgbClr val="64635F">
                    <a:alpha val="132"/>
                  </a:srgbClr>
                </a:gs>
                <a:gs pos="100000">
                  <a:srgbClr val="64635F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4750697">
              <a:off x="950125" y="1144743"/>
              <a:ext cx="809598" cy="215141"/>
            </a:xfrm>
            <a:prstGeom prst="ellipse">
              <a:avLst/>
            </a:prstGeom>
            <a:gradFill>
              <a:gsLst>
                <a:gs pos="0">
                  <a:srgbClr val="757576">
                    <a:alpha val="3818"/>
                  </a:srgbClr>
                </a:gs>
                <a:gs pos="14286">
                  <a:srgbClr val="757576">
                    <a:alpha val="3515"/>
                  </a:srgbClr>
                </a:gs>
                <a:gs pos="28571">
                  <a:srgbClr val="757576">
                    <a:alpha val="2740"/>
                  </a:srgbClr>
                </a:gs>
                <a:gs pos="42857">
                  <a:srgbClr val="757576">
                    <a:alpha val="1806"/>
                  </a:srgbClr>
                </a:gs>
                <a:gs pos="57143">
                  <a:srgbClr val="757576">
                    <a:alpha val="1005"/>
                  </a:srgbClr>
                </a:gs>
                <a:gs pos="71429">
                  <a:srgbClr val="757576">
                    <a:alpha val="471"/>
                  </a:srgbClr>
                </a:gs>
                <a:gs pos="85714">
                  <a:srgbClr val="757576">
                    <a:alpha val="187"/>
                  </a:srgbClr>
                </a:gs>
                <a:gs pos="100000">
                  <a:srgbClr val="757576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5576518">
              <a:off x="55874" y="421494"/>
              <a:ext cx="588771" cy="580254"/>
            </a:xfrm>
            <a:prstGeom prst="ellipse">
              <a:avLst/>
            </a:prstGeom>
            <a:gradFill>
              <a:gsLst>
                <a:gs pos="0">
                  <a:srgbClr val="6B6A69">
                    <a:alpha val="8527"/>
                  </a:srgbClr>
                </a:gs>
                <a:gs pos="14286">
                  <a:srgbClr val="6B6A69">
                    <a:alpha val="7865"/>
                  </a:srgbClr>
                </a:gs>
                <a:gs pos="28571">
                  <a:srgbClr val="6B6A69">
                    <a:alpha val="6163"/>
                  </a:srgbClr>
                </a:gs>
                <a:gs pos="42857">
                  <a:srgbClr val="6B6A69">
                    <a:alpha val="4086"/>
                  </a:srgbClr>
                </a:gs>
                <a:gs pos="57143">
                  <a:srgbClr val="6B6A69">
                    <a:alpha val="2285"/>
                  </a:srgbClr>
                </a:gs>
                <a:gs pos="71429">
                  <a:srgbClr val="6B6A69">
                    <a:alpha val="1076"/>
                  </a:srgbClr>
                </a:gs>
                <a:gs pos="85714">
                  <a:srgbClr val="6B6A69">
                    <a:alpha val="427"/>
                  </a:srgbClr>
                </a:gs>
                <a:gs pos="100000">
                  <a:srgbClr val="6B6A69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4998912">
              <a:off x="2144357" y="80980"/>
              <a:ext cx="558414" cy="41174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10260048">
              <a:off x="394724" y="570552"/>
              <a:ext cx="560043" cy="556679"/>
            </a:xfrm>
            <a:prstGeom prst="ellipse">
              <a:avLst/>
            </a:prstGeom>
            <a:gradFill>
              <a:gsLst>
                <a:gs pos="0">
                  <a:srgbClr val="757472">
                    <a:alpha val="4670"/>
                  </a:srgbClr>
                </a:gs>
                <a:gs pos="14286">
                  <a:srgbClr val="757472">
                    <a:alpha val="4300"/>
                  </a:srgbClr>
                </a:gs>
                <a:gs pos="28571">
                  <a:srgbClr val="757472">
                    <a:alpha val="3355"/>
                  </a:srgbClr>
                </a:gs>
                <a:gs pos="42857">
                  <a:srgbClr val="757472">
                    <a:alpha val="2214"/>
                  </a:srgbClr>
                </a:gs>
                <a:gs pos="57143">
                  <a:srgbClr val="757472">
                    <a:alpha val="1233"/>
                  </a:srgbClr>
                </a:gs>
                <a:gs pos="71429">
                  <a:srgbClr val="757472">
                    <a:alpha val="579"/>
                  </a:srgbClr>
                </a:gs>
                <a:gs pos="85714">
                  <a:srgbClr val="757472">
                    <a:alpha val="229"/>
                  </a:srgbClr>
                </a:gs>
                <a:gs pos="100000">
                  <a:srgbClr val="757472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5102267">
              <a:off x="106958" y="-23737"/>
              <a:ext cx="742883" cy="190098"/>
            </a:xfrm>
            <a:prstGeom prst="ellipse">
              <a:avLst/>
            </a:prstGeom>
            <a:gradFill>
              <a:gsLst>
                <a:gs pos="0">
                  <a:srgbClr val="5A5A5B">
                    <a:alpha val="12440"/>
                  </a:srgbClr>
                </a:gs>
                <a:gs pos="14286">
                  <a:srgbClr val="5A5A5B">
                    <a:alpha val="11494"/>
                  </a:srgbClr>
                </a:gs>
                <a:gs pos="28571">
                  <a:srgbClr val="5A5A5B">
                    <a:alpha val="9045"/>
                  </a:srgbClr>
                </a:gs>
                <a:gs pos="42857">
                  <a:srgbClr val="5A5A5B">
                    <a:alpha val="6029"/>
                  </a:srgbClr>
                </a:gs>
                <a:gs pos="57143">
                  <a:srgbClr val="5A5A5B">
                    <a:alpha val="3387"/>
                  </a:srgbClr>
                </a:gs>
                <a:gs pos="71429">
                  <a:srgbClr val="5A5A5B">
                    <a:alpha val="1600"/>
                  </a:srgbClr>
                </a:gs>
                <a:gs pos="85714">
                  <a:srgbClr val="5A5A5B">
                    <a:alpha val="636"/>
                  </a:srgbClr>
                </a:gs>
                <a:gs pos="100000">
                  <a:srgbClr val="5A5A5B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4967742">
              <a:off x="37154" y="3135901"/>
              <a:ext cx="573098" cy="569874"/>
            </a:xfrm>
            <a:prstGeom prst="ellipse">
              <a:avLst/>
            </a:prstGeom>
            <a:gradFill>
              <a:gsLst>
                <a:gs pos="0">
                  <a:srgbClr val="606060">
                    <a:alpha val="4473"/>
                  </a:srgbClr>
                </a:gs>
                <a:gs pos="14286">
                  <a:srgbClr val="606060">
                    <a:alpha val="4119"/>
                  </a:srgbClr>
                </a:gs>
                <a:gs pos="28571">
                  <a:srgbClr val="606060">
                    <a:alpha val="3213"/>
                  </a:srgbClr>
                </a:gs>
                <a:gs pos="42857">
                  <a:srgbClr val="606060">
                    <a:alpha val="2119"/>
                  </a:srgbClr>
                </a:gs>
                <a:gs pos="57143">
                  <a:srgbClr val="606060">
                    <a:alpha val="1180"/>
                  </a:srgbClr>
                </a:gs>
                <a:gs pos="71429">
                  <a:srgbClr val="606060">
                    <a:alpha val="554"/>
                  </a:srgbClr>
                </a:gs>
                <a:gs pos="85714">
                  <a:srgbClr val="606060">
                    <a:alpha val="219"/>
                  </a:srgbClr>
                </a:gs>
                <a:gs pos="100000">
                  <a:srgbClr val="60606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5358947">
              <a:off x="2252964" y="449454"/>
              <a:ext cx="542169" cy="539994"/>
            </a:xfrm>
            <a:prstGeom prst="ellipse">
              <a:avLst/>
            </a:prstGeom>
            <a:gradFill>
              <a:gsLst>
                <a:gs pos="0">
                  <a:srgbClr val="4D4D4D">
                    <a:alpha val="1342"/>
                  </a:srgbClr>
                </a:gs>
                <a:gs pos="14286">
                  <a:srgbClr val="4D4D4D">
                    <a:alpha val="1234"/>
                  </a:srgbClr>
                </a:gs>
                <a:gs pos="28571">
                  <a:srgbClr val="4D4D4D">
                    <a:alpha val="959"/>
                  </a:srgbClr>
                </a:gs>
                <a:gs pos="42857">
                  <a:srgbClr val="4D4D4D">
                    <a:alpha val="630"/>
                  </a:srgbClr>
                </a:gs>
                <a:gs pos="57143">
                  <a:srgbClr val="4D4D4D">
                    <a:alpha val="350"/>
                  </a:srgbClr>
                </a:gs>
                <a:gs pos="71429">
                  <a:srgbClr val="4D4D4D">
                    <a:alpha val="164"/>
                  </a:srgbClr>
                </a:gs>
                <a:gs pos="85714">
                  <a:srgbClr val="4D4D4D">
                    <a:alpha val="65"/>
                  </a:srgbClr>
                </a:gs>
                <a:gs pos="100000">
                  <a:srgbClr val="4D4D4D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607625">
              <a:off x="1189274" y="-6493"/>
              <a:ext cx="804555" cy="104606"/>
            </a:xfrm>
            <a:prstGeom prst="ellipse">
              <a:avLst/>
            </a:prstGeom>
            <a:gradFill>
              <a:gsLst>
                <a:gs pos="0">
                  <a:srgbClr val="000000">
                    <a:alpha val="15592"/>
                  </a:srgbClr>
                </a:gs>
                <a:gs pos="14286">
                  <a:srgbClr val="000000">
                    <a:alpha val="14426"/>
                  </a:srgbClr>
                </a:gs>
                <a:gs pos="28571">
                  <a:srgbClr val="000000">
                    <a:alpha val="11393"/>
                  </a:srgbClr>
                </a:gs>
                <a:gs pos="42857">
                  <a:srgbClr val="000000">
                    <a:alpha val="7628"/>
                  </a:srgbClr>
                </a:gs>
                <a:gs pos="57143">
                  <a:srgbClr val="000000">
                    <a:alpha val="4301"/>
                  </a:srgbClr>
                </a:gs>
                <a:gs pos="71429">
                  <a:srgbClr val="000000">
                    <a:alpha val="2037"/>
                  </a:srgbClr>
                </a:gs>
                <a:gs pos="85714">
                  <a:srgbClr val="000000">
                    <a:alpha val="810"/>
                  </a:srgbClr>
                </a:gs>
                <a:gs pos="100000">
                  <a:srgbClr val="00000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5442258">
              <a:off x="255753" y="1889261"/>
              <a:ext cx="503827" cy="127970"/>
            </a:xfrm>
            <a:prstGeom prst="ellipse">
              <a:avLst/>
            </a:prstGeom>
            <a:gradFill>
              <a:gsLst>
                <a:gs pos="0">
                  <a:srgbClr val="000200">
                    <a:alpha val="6525"/>
                  </a:srgbClr>
                </a:gs>
                <a:gs pos="14286">
                  <a:srgbClr val="000200">
                    <a:alpha val="6014"/>
                  </a:srgbClr>
                </a:gs>
                <a:gs pos="28571">
                  <a:srgbClr val="000200">
                    <a:alpha val="4701"/>
                  </a:srgbClr>
                </a:gs>
                <a:gs pos="42857">
                  <a:srgbClr val="000200">
                    <a:alpha val="3109"/>
                  </a:srgbClr>
                </a:gs>
                <a:gs pos="57143">
                  <a:srgbClr val="000200">
                    <a:alpha val="1735"/>
                  </a:srgbClr>
                </a:gs>
                <a:gs pos="71429">
                  <a:srgbClr val="000200">
                    <a:alpha val="816"/>
                  </a:srgbClr>
                </a:gs>
                <a:gs pos="85714">
                  <a:srgbClr val="000200">
                    <a:alpha val="323"/>
                  </a:srgbClr>
                </a:gs>
                <a:gs pos="100000">
                  <a:srgbClr val="00020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10592664">
              <a:off x="37135" y="3146208"/>
              <a:ext cx="571690" cy="571421"/>
            </a:xfrm>
            <a:prstGeom prst="ellipse">
              <a:avLst/>
            </a:prstGeom>
            <a:gradFill>
              <a:gsLst>
                <a:gs pos="0">
                  <a:srgbClr val="5E5F5F">
                    <a:alpha val="4877"/>
                  </a:srgbClr>
                </a:gs>
                <a:gs pos="14286">
                  <a:srgbClr val="5E5F5F">
                    <a:alpha val="4492"/>
                  </a:srgbClr>
                </a:gs>
                <a:gs pos="28571">
                  <a:srgbClr val="5E5F5F">
                    <a:alpha val="3505"/>
                  </a:srgbClr>
                </a:gs>
                <a:gs pos="42857">
                  <a:srgbClr val="5E5F5F">
                    <a:alpha val="2313"/>
                  </a:srgbClr>
                </a:gs>
                <a:gs pos="57143">
                  <a:srgbClr val="5E5F5F">
                    <a:alpha val="1289"/>
                  </a:srgbClr>
                </a:gs>
                <a:gs pos="71429">
                  <a:srgbClr val="5E5F5F">
                    <a:alpha val="605"/>
                  </a:srgbClr>
                </a:gs>
                <a:gs pos="85714">
                  <a:srgbClr val="5E5F5F">
                    <a:alpha val="240"/>
                  </a:srgbClr>
                </a:gs>
                <a:gs pos="100000">
                  <a:srgbClr val="5E5F5F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5400000">
              <a:off x="2352426" y="2747958"/>
              <a:ext cx="62559" cy="62559"/>
            </a:xfrm>
            <a:prstGeom prst="ellipse">
              <a:avLst/>
            </a:prstGeom>
            <a:gradFill>
              <a:gsLst>
                <a:gs pos="0">
                  <a:srgbClr val="B5B6B5">
                    <a:alpha val="13155"/>
                  </a:srgbClr>
                </a:gs>
                <a:gs pos="14286">
                  <a:srgbClr val="B5B6B5">
                    <a:alpha val="12158"/>
                  </a:srgbClr>
                </a:gs>
                <a:gs pos="28571">
                  <a:srgbClr val="B5B6B5">
                    <a:alpha val="9575"/>
                  </a:srgbClr>
                </a:gs>
                <a:gs pos="42857">
                  <a:srgbClr val="B5B6B5">
                    <a:alpha val="6389"/>
                  </a:srgbClr>
                </a:gs>
                <a:gs pos="57143">
                  <a:srgbClr val="B5B6B5">
                    <a:alpha val="3592"/>
                  </a:srgbClr>
                </a:gs>
                <a:gs pos="71429">
                  <a:srgbClr val="B5B6B5">
                    <a:alpha val="1698"/>
                  </a:srgbClr>
                </a:gs>
                <a:gs pos="85714">
                  <a:srgbClr val="B5B6B5">
                    <a:alpha val="675"/>
                  </a:srgbClr>
                </a:gs>
                <a:gs pos="100000">
                  <a:srgbClr val="B5B6B5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3562622">
              <a:off x="695631" y="2264096"/>
              <a:ext cx="580762" cy="567464"/>
            </a:xfrm>
            <a:prstGeom prst="ellipse">
              <a:avLst/>
            </a:prstGeom>
            <a:gradFill>
              <a:gsLst>
                <a:gs pos="0">
                  <a:srgbClr val="404142">
                    <a:alpha val="3729"/>
                  </a:srgbClr>
                </a:gs>
                <a:gs pos="14286">
                  <a:srgbClr val="404142">
                    <a:alpha val="3433"/>
                  </a:srgbClr>
                </a:gs>
                <a:gs pos="28571">
                  <a:srgbClr val="404142">
                    <a:alpha val="2676"/>
                  </a:srgbClr>
                </a:gs>
                <a:gs pos="42857">
                  <a:srgbClr val="404142">
                    <a:alpha val="1763"/>
                  </a:srgbClr>
                </a:gs>
                <a:gs pos="57143">
                  <a:srgbClr val="404142">
                    <a:alpha val="981"/>
                  </a:srgbClr>
                </a:gs>
                <a:gs pos="71429">
                  <a:srgbClr val="404142">
                    <a:alpha val="460"/>
                  </a:srgbClr>
                </a:gs>
                <a:gs pos="85714">
                  <a:srgbClr val="404142">
                    <a:alpha val="182"/>
                  </a:srgbClr>
                </a:gs>
                <a:gs pos="100000">
                  <a:srgbClr val="404142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4858318">
              <a:off x="2394963" y="3363216"/>
              <a:ext cx="745606" cy="199651"/>
            </a:xfrm>
            <a:prstGeom prst="ellipse">
              <a:avLst/>
            </a:prstGeom>
            <a:gradFill>
              <a:gsLst>
                <a:gs pos="0">
                  <a:srgbClr val="3D3C3F">
                    <a:alpha val="8864"/>
                  </a:srgbClr>
                </a:gs>
                <a:gs pos="14286">
                  <a:srgbClr val="3D3C3F">
                    <a:alpha val="8177"/>
                  </a:srgbClr>
                </a:gs>
                <a:gs pos="28571">
                  <a:srgbClr val="3D3C3F">
                    <a:alpha val="6409"/>
                  </a:srgbClr>
                </a:gs>
                <a:gs pos="42857">
                  <a:srgbClr val="3D3C3F">
                    <a:alpha val="4252"/>
                  </a:srgbClr>
                </a:gs>
                <a:gs pos="57143">
                  <a:srgbClr val="3D3C3F">
                    <a:alpha val="2379"/>
                  </a:srgbClr>
                </a:gs>
                <a:gs pos="71429">
                  <a:srgbClr val="3D3C3F">
                    <a:alpha val="1121"/>
                  </a:srgbClr>
                </a:gs>
                <a:gs pos="85714">
                  <a:srgbClr val="3D3C3F">
                    <a:alpha val="445"/>
                  </a:srgbClr>
                </a:gs>
                <a:gs pos="100000">
                  <a:srgbClr val="3D3C3F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10574594">
              <a:off x="-16054" y="1804217"/>
              <a:ext cx="481804" cy="131190"/>
            </a:xfrm>
            <a:prstGeom prst="ellipse">
              <a:avLst/>
            </a:prstGeom>
            <a:gradFill>
              <a:gsLst>
                <a:gs pos="0">
                  <a:srgbClr val="030007">
                    <a:alpha val="17058"/>
                  </a:srgbClr>
                </a:gs>
                <a:gs pos="14286">
                  <a:srgbClr val="030007">
                    <a:alpha val="15793"/>
                  </a:srgbClr>
                </a:gs>
                <a:gs pos="28571">
                  <a:srgbClr val="030007">
                    <a:alpha val="12495"/>
                  </a:srgbClr>
                </a:gs>
                <a:gs pos="42857">
                  <a:srgbClr val="030007">
                    <a:alpha val="8382"/>
                  </a:srgbClr>
                </a:gs>
                <a:gs pos="57143">
                  <a:srgbClr val="030007">
                    <a:alpha val="4735"/>
                  </a:srgbClr>
                </a:gs>
                <a:gs pos="71429">
                  <a:srgbClr val="030007">
                    <a:alpha val="2245"/>
                  </a:srgbClr>
                </a:gs>
                <a:gs pos="85714">
                  <a:srgbClr val="030007">
                    <a:alpha val="894"/>
                  </a:srgbClr>
                </a:gs>
                <a:gs pos="100000">
                  <a:srgbClr val="030007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495861">
              <a:off x="2188848" y="-30881"/>
              <a:ext cx="552516" cy="551350"/>
            </a:xfrm>
            <a:prstGeom prst="ellipse">
              <a:avLst/>
            </a:prstGeom>
            <a:gradFill>
              <a:gsLst>
                <a:gs pos="0">
                  <a:srgbClr val="55565A">
                    <a:alpha val="1392"/>
                  </a:srgbClr>
                </a:gs>
                <a:gs pos="14286">
                  <a:srgbClr val="55565A">
                    <a:alpha val="1281"/>
                  </a:srgbClr>
                </a:gs>
                <a:gs pos="28571">
                  <a:srgbClr val="55565A">
                    <a:alpha val="996"/>
                  </a:srgbClr>
                </a:gs>
                <a:gs pos="42857">
                  <a:srgbClr val="55565A">
                    <a:alpha val="654"/>
                  </a:srgbClr>
                </a:gs>
                <a:gs pos="57143">
                  <a:srgbClr val="55565A">
                    <a:alpha val="363"/>
                  </a:srgbClr>
                </a:gs>
                <a:gs pos="71429">
                  <a:srgbClr val="55565A">
                    <a:alpha val="170"/>
                  </a:srgbClr>
                </a:gs>
                <a:gs pos="85714">
                  <a:srgbClr val="55565A">
                    <a:alpha val="67"/>
                  </a:srgbClr>
                </a:gs>
                <a:gs pos="100000">
                  <a:srgbClr val="55565A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4895729">
              <a:off x="-125655" y="2003214"/>
              <a:ext cx="712656" cy="148543"/>
            </a:xfrm>
            <a:prstGeom prst="ellipse">
              <a:avLst/>
            </a:prstGeom>
            <a:gradFill>
              <a:gsLst>
                <a:gs pos="0">
                  <a:srgbClr val="888786">
                    <a:alpha val="5817"/>
                  </a:srgbClr>
                </a:gs>
                <a:gs pos="14286">
                  <a:srgbClr val="888786">
                    <a:alpha val="5360"/>
                  </a:srgbClr>
                </a:gs>
                <a:gs pos="28571">
                  <a:srgbClr val="888786">
                    <a:alpha val="4187"/>
                  </a:srgbClr>
                </a:gs>
                <a:gs pos="42857">
                  <a:srgbClr val="888786">
                    <a:alpha val="2766"/>
                  </a:srgbClr>
                </a:gs>
                <a:gs pos="57143">
                  <a:srgbClr val="888786">
                    <a:alpha val="1542"/>
                  </a:srgbClr>
                </a:gs>
                <a:gs pos="71429">
                  <a:srgbClr val="888786">
                    <a:alpha val="725"/>
                  </a:srgbClr>
                </a:gs>
                <a:gs pos="85714">
                  <a:srgbClr val="888786">
                    <a:alpha val="287"/>
                  </a:srgbClr>
                </a:gs>
                <a:gs pos="100000">
                  <a:srgbClr val="888786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5820105">
              <a:off x="1836049" y="2482318"/>
              <a:ext cx="547698" cy="140543"/>
            </a:xfrm>
            <a:prstGeom prst="ellipse">
              <a:avLst/>
            </a:prstGeom>
            <a:gradFill>
              <a:gsLst>
                <a:gs pos="0">
                  <a:srgbClr val="828282">
                    <a:alpha val="4221"/>
                  </a:srgbClr>
                </a:gs>
                <a:gs pos="14286">
                  <a:srgbClr val="828282">
                    <a:alpha val="3886"/>
                  </a:srgbClr>
                </a:gs>
                <a:gs pos="28571">
                  <a:srgbClr val="828282">
                    <a:alpha val="3031"/>
                  </a:srgbClr>
                </a:gs>
                <a:gs pos="42857">
                  <a:srgbClr val="828282">
                    <a:alpha val="1999"/>
                  </a:srgbClr>
                </a:gs>
                <a:gs pos="57143">
                  <a:srgbClr val="828282">
                    <a:alpha val="1112"/>
                  </a:srgbClr>
                </a:gs>
                <a:gs pos="71429">
                  <a:srgbClr val="828282">
                    <a:alpha val="522"/>
                  </a:srgbClr>
                </a:gs>
                <a:gs pos="85714">
                  <a:srgbClr val="828282">
                    <a:alpha val="207"/>
                  </a:srgbClr>
                </a:gs>
                <a:gs pos="100000">
                  <a:srgbClr val="828282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5577168">
              <a:off x="1887753" y="825062"/>
              <a:ext cx="317191" cy="49077"/>
            </a:xfrm>
            <a:prstGeom prst="ellipse">
              <a:avLst/>
            </a:prstGeom>
            <a:gradFill>
              <a:gsLst>
                <a:gs pos="0">
                  <a:srgbClr val="FDFDFD">
                    <a:alpha val="30517"/>
                  </a:srgbClr>
                </a:gs>
                <a:gs pos="14286">
                  <a:srgbClr val="FDFDFD">
                    <a:alpha val="28440"/>
                  </a:srgbClr>
                </a:gs>
                <a:gs pos="28571">
                  <a:srgbClr val="FDFDFD">
                    <a:alpha val="22881"/>
                  </a:srgbClr>
                </a:gs>
                <a:gs pos="42857">
                  <a:srgbClr val="FDFDFD">
                    <a:alpha val="15669"/>
                  </a:srgbClr>
                </a:gs>
                <a:gs pos="57143">
                  <a:srgbClr val="FDFDFD">
                    <a:alpha val="9011"/>
                  </a:srgbClr>
                </a:gs>
                <a:gs pos="71429">
                  <a:srgbClr val="FDFDFD">
                    <a:alpha val="4324"/>
                  </a:srgbClr>
                </a:gs>
                <a:gs pos="85714">
                  <a:srgbClr val="FDFDFD">
                    <a:alpha val="1733"/>
                  </a:srgbClr>
                </a:gs>
                <a:gs pos="100000">
                  <a:srgbClr val="FDFDFD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5964130">
              <a:off x="3151085" y="2385324"/>
              <a:ext cx="571277" cy="561585"/>
            </a:xfrm>
            <a:prstGeom prst="ellipse">
              <a:avLst/>
            </a:prstGeom>
            <a:gradFill>
              <a:gsLst>
                <a:gs pos="0">
                  <a:srgbClr val="4A4A4A">
                    <a:alpha val="1997"/>
                  </a:srgbClr>
                </a:gs>
                <a:gs pos="14286">
                  <a:srgbClr val="4A4A4A">
                    <a:alpha val="1837"/>
                  </a:srgbClr>
                </a:gs>
                <a:gs pos="28571">
                  <a:srgbClr val="4A4A4A">
                    <a:alpha val="1430"/>
                  </a:srgbClr>
                </a:gs>
                <a:gs pos="42857">
                  <a:srgbClr val="4A4A4A">
                    <a:alpha val="940"/>
                  </a:srgbClr>
                </a:gs>
                <a:gs pos="57143">
                  <a:srgbClr val="4A4A4A">
                    <a:alpha val="522"/>
                  </a:srgbClr>
                </a:gs>
                <a:gs pos="71429">
                  <a:srgbClr val="4A4A4A">
                    <a:alpha val="245"/>
                  </a:srgbClr>
                </a:gs>
                <a:gs pos="85714">
                  <a:srgbClr val="4A4A4A">
                    <a:alpha val="97"/>
                  </a:srgbClr>
                </a:gs>
                <a:gs pos="100000">
                  <a:srgbClr val="4A4A4A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5182076">
              <a:off x="1737267" y="-7164"/>
              <a:ext cx="577133" cy="460706"/>
            </a:xfrm>
            <a:prstGeom prst="ellipse">
              <a:avLst/>
            </a:prstGeom>
            <a:gradFill>
              <a:gsLst>
                <a:gs pos="0">
                  <a:srgbClr val="3F4148">
                    <a:alpha val="4606"/>
                  </a:srgbClr>
                </a:gs>
                <a:gs pos="14286">
                  <a:srgbClr val="3F4148">
                    <a:alpha val="4242"/>
                  </a:srgbClr>
                </a:gs>
                <a:gs pos="28571">
                  <a:srgbClr val="3F4148">
                    <a:alpha val="3309"/>
                  </a:srgbClr>
                </a:gs>
                <a:gs pos="42857">
                  <a:srgbClr val="3F4148">
                    <a:alpha val="2183"/>
                  </a:srgbClr>
                </a:gs>
                <a:gs pos="57143">
                  <a:srgbClr val="3F4148">
                    <a:alpha val="1216"/>
                  </a:srgbClr>
                </a:gs>
                <a:gs pos="71429">
                  <a:srgbClr val="3F4148">
                    <a:alpha val="571"/>
                  </a:srgbClr>
                </a:gs>
                <a:gs pos="85714">
                  <a:srgbClr val="3F4148">
                    <a:alpha val="226"/>
                  </a:srgbClr>
                </a:gs>
                <a:gs pos="100000">
                  <a:srgbClr val="3F4148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-10487700">
              <a:off x="27108" y="1639035"/>
              <a:ext cx="435062" cy="430228"/>
            </a:xfrm>
            <a:prstGeom prst="ellipse">
              <a:avLst/>
            </a:prstGeom>
            <a:gradFill>
              <a:gsLst>
                <a:gs pos="0">
                  <a:srgbClr val="77777A">
                    <a:alpha val="8148"/>
                  </a:srgbClr>
                </a:gs>
                <a:gs pos="14286">
                  <a:srgbClr val="77777A">
                    <a:alpha val="7514"/>
                  </a:srgbClr>
                </a:gs>
                <a:gs pos="28571">
                  <a:srgbClr val="77777A">
                    <a:alpha val="5885"/>
                  </a:srgbClr>
                </a:gs>
                <a:gs pos="42857">
                  <a:srgbClr val="77777A">
                    <a:alpha val="3900"/>
                  </a:srgbClr>
                </a:gs>
                <a:gs pos="57143">
                  <a:srgbClr val="77777A">
                    <a:alpha val="2180"/>
                  </a:srgbClr>
                </a:gs>
                <a:gs pos="71429">
                  <a:srgbClr val="77777A">
                    <a:alpha val="1027"/>
                  </a:srgbClr>
                </a:gs>
                <a:gs pos="85714">
                  <a:srgbClr val="77777A">
                    <a:alpha val="407"/>
                  </a:srgbClr>
                </a:gs>
                <a:gs pos="100000">
                  <a:srgbClr val="77777A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5018488">
              <a:off x="1336052" y="1050480"/>
              <a:ext cx="551194" cy="548758"/>
            </a:xfrm>
            <a:prstGeom prst="ellipse">
              <a:avLst/>
            </a:prstGeom>
            <a:gradFill>
              <a:gsLst>
                <a:gs pos="0">
                  <a:srgbClr val="5A5A59">
                    <a:alpha val="5651"/>
                  </a:srgbClr>
                </a:gs>
                <a:gs pos="14286">
                  <a:srgbClr val="5A5A59">
                    <a:alpha val="5206"/>
                  </a:srgbClr>
                </a:gs>
                <a:gs pos="28571">
                  <a:srgbClr val="5A5A59">
                    <a:alpha val="4066"/>
                  </a:srgbClr>
                </a:gs>
                <a:gs pos="42857">
                  <a:srgbClr val="5A5A59">
                    <a:alpha val="2686"/>
                  </a:srgbClr>
                </a:gs>
                <a:gs pos="57143">
                  <a:srgbClr val="5A5A59">
                    <a:alpha val="1497"/>
                  </a:srgbClr>
                </a:gs>
                <a:gs pos="71429">
                  <a:srgbClr val="5A5A59">
                    <a:alpha val="704"/>
                  </a:srgbClr>
                </a:gs>
                <a:gs pos="85714">
                  <a:srgbClr val="5A5A59">
                    <a:alpha val="279"/>
                  </a:srgbClr>
                </a:gs>
                <a:gs pos="100000">
                  <a:srgbClr val="5A5A59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5400000">
              <a:off x="1494838" y="896247"/>
              <a:ext cx="60213" cy="60213"/>
            </a:xfrm>
            <a:prstGeom prst="ellipse">
              <a:avLst/>
            </a:prstGeom>
            <a:gradFill>
              <a:gsLst>
                <a:gs pos="0">
                  <a:srgbClr val="ABABAB">
                    <a:alpha val="13787"/>
                  </a:srgbClr>
                </a:gs>
                <a:gs pos="14286">
                  <a:srgbClr val="ABABAB">
                    <a:alpha val="12746"/>
                  </a:srgbClr>
                </a:gs>
                <a:gs pos="28571">
                  <a:srgbClr val="ABABAB">
                    <a:alpha val="10045"/>
                  </a:srgbClr>
                </a:gs>
                <a:gs pos="42857">
                  <a:srgbClr val="ABABAB">
                    <a:alpha val="6708"/>
                  </a:srgbClr>
                </a:gs>
                <a:gs pos="57143">
                  <a:srgbClr val="ABABAB">
                    <a:alpha val="3775"/>
                  </a:srgbClr>
                </a:gs>
                <a:gs pos="71429">
                  <a:srgbClr val="ABABAB">
                    <a:alpha val="1785"/>
                  </a:srgbClr>
                </a:gs>
                <a:gs pos="85714">
                  <a:srgbClr val="ABABAB">
                    <a:alpha val="710"/>
                  </a:srgbClr>
                </a:gs>
                <a:gs pos="100000">
                  <a:srgbClr val="ABABAB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068184">
              <a:off x="2166425" y="2939871"/>
              <a:ext cx="496202" cy="61545"/>
            </a:xfrm>
            <a:prstGeom prst="ellipse">
              <a:avLst/>
            </a:prstGeom>
            <a:gradFill>
              <a:gsLst>
                <a:gs pos="0">
                  <a:srgbClr val="FFFEFF">
                    <a:alpha val="29932"/>
                  </a:srgbClr>
                </a:gs>
                <a:gs pos="14286">
                  <a:srgbClr val="FFFEFF">
                    <a:alpha val="27887"/>
                  </a:srgbClr>
                </a:gs>
                <a:gs pos="28571">
                  <a:srgbClr val="FFFEFF">
                    <a:alpha val="22419"/>
                  </a:srgbClr>
                </a:gs>
                <a:gs pos="42857">
                  <a:srgbClr val="FFFEFF">
                    <a:alpha val="15338"/>
                  </a:srgbClr>
                </a:gs>
                <a:gs pos="57143">
                  <a:srgbClr val="FFFEFF">
                    <a:alpha val="8813"/>
                  </a:srgbClr>
                </a:gs>
                <a:gs pos="71429">
                  <a:srgbClr val="FFFEFF">
                    <a:alpha val="4227"/>
                  </a:srgbClr>
                </a:gs>
                <a:gs pos="85714">
                  <a:srgbClr val="FFFEFF">
                    <a:alpha val="1693"/>
                  </a:srgbClr>
                </a:gs>
                <a:gs pos="100000">
                  <a:srgbClr val="FFFEFF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3888899">
              <a:off x="1768485" y="808139"/>
              <a:ext cx="562877" cy="150145"/>
            </a:xfrm>
            <a:prstGeom prst="ellipse">
              <a:avLst/>
            </a:prstGeom>
            <a:gradFill>
              <a:gsLst>
                <a:gs pos="0">
                  <a:srgbClr val="5F6063">
                    <a:alpha val="14615"/>
                  </a:srgbClr>
                </a:gs>
                <a:gs pos="14286">
                  <a:srgbClr val="5F6063">
                    <a:alpha val="13517"/>
                  </a:srgbClr>
                </a:gs>
                <a:gs pos="28571">
                  <a:srgbClr val="5F6063">
                    <a:alpha val="10663"/>
                  </a:srgbClr>
                </a:gs>
                <a:gs pos="42857">
                  <a:srgbClr val="5F6063">
                    <a:alpha val="7129"/>
                  </a:srgbClr>
                </a:gs>
                <a:gs pos="57143">
                  <a:srgbClr val="5F6063">
                    <a:alpha val="4015"/>
                  </a:srgbClr>
                </a:gs>
                <a:gs pos="71429">
                  <a:srgbClr val="5F6063">
                    <a:alpha val="1900"/>
                  </a:srgbClr>
                </a:gs>
                <a:gs pos="85714">
                  <a:srgbClr val="5F6063">
                    <a:alpha val="756"/>
                  </a:srgbClr>
                </a:gs>
                <a:gs pos="100000">
                  <a:srgbClr val="5F6063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9855734">
              <a:off x="2753104" y="2774498"/>
              <a:ext cx="540835" cy="536455"/>
            </a:xfrm>
            <a:prstGeom prst="ellipse">
              <a:avLst/>
            </a:prstGeom>
            <a:gradFill>
              <a:gsLst>
                <a:gs pos="0">
                  <a:srgbClr val="201B18">
                    <a:alpha val="2014"/>
                  </a:srgbClr>
                </a:gs>
                <a:gs pos="14286">
                  <a:srgbClr val="201B18">
                    <a:alpha val="1853"/>
                  </a:srgbClr>
                </a:gs>
                <a:gs pos="28571">
                  <a:srgbClr val="201B18">
                    <a:alpha val="1442"/>
                  </a:srgbClr>
                </a:gs>
                <a:gs pos="42857">
                  <a:srgbClr val="201B18">
                    <a:alpha val="948"/>
                  </a:srgbClr>
                </a:gs>
                <a:gs pos="57143">
                  <a:srgbClr val="201B18">
                    <a:alpha val="526"/>
                  </a:srgbClr>
                </a:gs>
                <a:gs pos="71429">
                  <a:srgbClr val="201B18">
                    <a:alpha val="247"/>
                  </a:srgbClr>
                </a:gs>
                <a:gs pos="85714">
                  <a:srgbClr val="201B18">
                    <a:alpha val="98"/>
                  </a:srgbClr>
                </a:gs>
                <a:gs pos="100000">
                  <a:srgbClr val="201B18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5752744">
              <a:off x="555408" y="194836"/>
              <a:ext cx="729218" cy="235636"/>
            </a:xfrm>
            <a:prstGeom prst="ellipse">
              <a:avLst/>
            </a:prstGeom>
            <a:gradFill>
              <a:gsLst>
                <a:gs pos="0">
                  <a:srgbClr val="848583">
                    <a:alpha val="4667"/>
                  </a:srgbClr>
                </a:gs>
                <a:gs pos="14286">
                  <a:srgbClr val="848583">
                    <a:alpha val="4298"/>
                  </a:srgbClr>
                </a:gs>
                <a:gs pos="28571">
                  <a:srgbClr val="848583">
                    <a:alpha val="3353"/>
                  </a:srgbClr>
                </a:gs>
                <a:gs pos="42857">
                  <a:srgbClr val="848583">
                    <a:alpha val="2212"/>
                  </a:srgbClr>
                </a:gs>
                <a:gs pos="57143">
                  <a:srgbClr val="848583">
                    <a:alpha val="1232"/>
                  </a:srgbClr>
                </a:gs>
                <a:gs pos="71429">
                  <a:srgbClr val="848583">
                    <a:alpha val="579"/>
                  </a:srgbClr>
                </a:gs>
                <a:gs pos="85714">
                  <a:srgbClr val="848583">
                    <a:alpha val="229"/>
                  </a:srgbClr>
                </a:gs>
                <a:gs pos="100000">
                  <a:srgbClr val="848583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777212">
              <a:off x="1489837" y="816703"/>
              <a:ext cx="718129" cy="241905"/>
            </a:xfrm>
            <a:prstGeom prst="ellipse">
              <a:avLst/>
            </a:prstGeom>
            <a:gradFill>
              <a:gsLst>
                <a:gs pos="0">
                  <a:srgbClr val="020400">
                    <a:alpha val="3324"/>
                  </a:srgbClr>
                </a:gs>
                <a:gs pos="14286">
                  <a:srgbClr val="020400">
                    <a:alpha val="3059"/>
                  </a:srgbClr>
                </a:gs>
                <a:gs pos="28571">
                  <a:srgbClr val="020400">
                    <a:alpha val="2384"/>
                  </a:srgbClr>
                </a:gs>
                <a:gs pos="42857">
                  <a:srgbClr val="020400">
                    <a:alpha val="1570"/>
                  </a:srgbClr>
                </a:gs>
                <a:gs pos="57143">
                  <a:srgbClr val="020400">
                    <a:alpha val="873"/>
                  </a:srgbClr>
                </a:gs>
                <a:gs pos="71429">
                  <a:srgbClr val="020400">
                    <a:alpha val="410"/>
                  </a:srgbClr>
                </a:gs>
                <a:gs pos="85714">
                  <a:srgbClr val="020400">
                    <a:alpha val="162"/>
                  </a:srgbClr>
                </a:gs>
                <a:gs pos="100000">
                  <a:srgbClr val="0204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5690391">
              <a:off x="-243148" y="2944903"/>
              <a:ext cx="749907" cy="135845"/>
            </a:xfrm>
            <a:prstGeom prst="ellipse">
              <a:avLst/>
            </a:prstGeom>
            <a:gradFill>
              <a:gsLst>
                <a:gs pos="0">
                  <a:srgbClr val="000000">
                    <a:alpha val="16645"/>
                  </a:srgbClr>
                </a:gs>
                <a:gs pos="14286">
                  <a:srgbClr val="000000">
                    <a:alpha val="15408"/>
                  </a:srgbClr>
                </a:gs>
                <a:gs pos="28571">
                  <a:srgbClr val="000000">
                    <a:alpha val="12184"/>
                  </a:srgbClr>
                </a:gs>
                <a:gs pos="42857">
                  <a:srgbClr val="000000">
                    <a:alpha val="8169"/>
                  </a:srgbClr>
                </a:gs>
                <a:gs pos="57143">
                  <a:srgbClr val="000000">
                    <a:alpha val="4612"/>
                  </a:srgbClr>
                </a:gs>
                <a:gs pos="71429">
                  <a:srgbClr val="000000">
                    <a:alpha val="2186"/>
                  </a:srgbClr>
                </a:gs>
                <a:gs pos="85714">
                  <a:srgbClr val="000000">
                    <a:alpha val="870"/>
                  </a:srgbClr>
                </a:gs>
                <a:gs pos="100000">
                  <a:srgbClr val="000000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5463654">
              <a:off x="93347" y="3267432"/>
              <a:ext cx="585464" cy="533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5492462">
              <a:off x="750500" y="1925642"/>
              <a:ext cx="598928" cy="540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4235547">
              <a:off x="618195" y="950581"/>
              <a:ext cx="480169" cy="120430"/>
            </a:xfrm>
            <a:prstGeom prst="ellipse">
              <a:avLst/>
            </a:prstGeom>
            <a:gradFill>
              <a:gsLst>
                <a:gs pos="0">
                  <a:srgbClr val="54504F">
                    <a:alpha val="13468"/>
                  </a:srgbClr>
                </a:gs>
                <a:gs pos="14286">
                  <a:srgbClr val="54504F">
                    <a:alpha val="12450"/>
                  </a:srgbClr>
                </a:gs>
                <a:gs pos="28571">
                  <a:srgbClr val="54504F">
                    <a:alpha val="9809"/>
                  </a:srgbClr>
                </a:gs>
                <a:gs pos="42857">
                  <a:srgbClr val="54504F">
                    <a:alpha val="6547"/>
                  </a:srgbClr>
                </a:gs>
                <a:gs pos="57143">
                  <a:srgbClr val="54504F">
                    <a:alpha val="3683"/>
                  </a:srgbClr>
                </a:gs>
                <a:gs pos="71429">
                  <a:srgbClr val="54504F">
                    <a:alpha val="1741"/>
                  </a:srgbClr>
                </a:gs>
                <a:gs pos="85714">
                  <a:srgbClr val="54504F">
                    <a:alpha val="692"/>
                  </a:srgbClr>
                </a:gs>
                <a:gs pos="100000">
                  <a:srgbClr val="54504F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5241966">
              <a:off x="1648884" y="2405483"/>
              <a:ext cx="972741" cy="288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10633181">
              <a:off x="900971" y="3228537"/>
              <a:ext cx="449284" cy="1153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5560148">
              <a:off x="616709" y="3211448"/>
              <a:ext cx="673101" cy="155039"/>
            </a:xfrm>
            <a:prstGeom prst="ellipse">
              <a:avLst/>
            </a:prstGeom>
            <a:gradFill>
              <a:gsLst>
                <a:gs pos="0">
                  <a:srgbClr val="A0A0A0">
                    <a:alpha val="14113"/>
                  </a:srgbClr>
                </a:gs>
                <a:gs pos="14286">
                  <a:srgbClr val="A0A0A0">
                    <a:alpha val="13050"/>
                  </a:srgbClr>
                </a:gs>
                <a:gs pos="28571">
                  <a:srgbClr val="A0A0A0">
                    <a:alpha val="10289"/>
                  </a:srgbClr>
                </a:gs>
                <a:gs pos="42857">
                  <a:srgbClr val="A0A0A0">
                    <a:alpha val="6874"/>
                  </a:srgbClr>
                </a:gs>
                <a:gs pos="57143">
                  <a:srgbClr val="A0A0A0">
                    <a:alpha val="3869"/>
                  </a:srgbClr>
                </a:gs>
                <a:gs pos="71429">
                  <a:srgbClr val="A0A0A0">
                    <a:alpha val="1830"/>
                  </a:srgbClr>
                </a:gs>
                <a:gs pos="85714">
                  <a:srgbClr val="A0A0A0">
                    <a:alpha val="728"/>
                  </a:srgbClr>
                </a:gs>
                <a:gs pos="100000">
                  <a:srgbClr val="A0A0A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5118836">
              <a:off x="3098619" y="224309"/>
              <a:ext cx="810154" cy="561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559227">
              <a:off x="2958962" y="865497"/>
              <a:ext cx="802200" cy="226770"/>
            </a:xfrm>
            <a:prstGeom prst="ellipse">
              <a:avLst/>
            </a:prstGeom>
            <a:gradFill>
              <a:gsLst>
                <a:gs pos="0">
                  <a:srgbClr val="707270">
                    <a:alpha val="11846"/>
                  </a:srgbClr>
                </a:gs>
                <a:gs pos="14286">
                  <a:srgbClr val="707270">
                    <a:alpha val="10942"/>
                  </a:srgbClr>
                </a:gs>
                <a:gs pos="28571">
                  <a:srgbClr val="707270">
                    <a:alpha val="8605"/>
                  </a:srgbClr>
                </a:gs>
                <a:gs pos="42857">
                  <a:srgbClr val="707270">
                    <a:alpha val="5731"/>
                  </a:srgbClr>
                </a:gs>
                <a:gs pos="57143">
                  <a:srgbClr val="707270">
                    <a:alpha val="3217"/>
                  </a:srgbClr>
                </a:gs>
                <a:gs pos="71429">
                  <a:srgbClr val="707270">
                    <a:alpha val="1519"/>
                  </a:srgbClr>
                </a:gs>
                <a:gs pos="85714">
                  <a:srgbClr val="707270">
                    <a:alpha val="603"/>
                  </a:srgbClr>
                </a:gs>
                <a:gs pos="100000">
                  <a:srgbClr val="707270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5645367">
              <a:off x="546388" y="1657102"/>
              <a:ext cx="493659" cy="37593"/>
            </a:xfrm>
            <a:prstGeom prst="ellipse">
              <a:avLst/>
            </a:prstGeom>
            <a:gradFill>
              <a:gsLst>
                <a:gs pos="0">
                  <a:srgbClr val="BDBFBE">
                    <a:alpha val="32968"/>
                  </a:srgbClr>
                </a:gs>
                <a:gs pos="14286">
                  <a:srgbClr val="BDBFBE">
                    <a:alpha val="30764"/>
                  </a:srgbClr>
                </a:gs>
                <a:gs pos="28571">
                  <a:srgbClr val="BDBFBE">
                    <a:alpha val="24833"/>
                  </a:srgbClr>
                </a:gs>
                <a:gs pos="42857">
                  <a:srgbClr val="BDBFBE">
                    <a:alpha val="17075"/>
                  </a:srgbClr>
                </a:gs>
                <a:gs pos="57143">
                  <a:srgbClr val="BDBFBE">
                    <a:alpha val="9855"/>
                  </a:srgbClr>
                </a:gs>
                <a:gs pos="71429">
                  <a:srgbClr val="BDBFBE">
                    <a:alpha val="4740"/>
                  </a:srgbClr>
                </a:gs>
                <a:gs pos="85714">
                  <a:srgbClr val="BDBFBE">
                    <a:alpha val="1902"/>
                  </a:srgbClr>
                </a:gs>
                <a:gs pos="100000">
                  <a:srgbClr val="BDBF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10714704">
              <a:off x="192250" y="2066036"/>
              <a:ext cx="294367" cy="70065"/>
            </a:xfrm>
            <a:prstGeom prst="ellipse">
              <a:avLst/>
            </a:prstGeom>
            <a:gradFill>
              <a:gsLst>
                <a:gs pos="0">
                  <a:srgbClr val="FBFAFA">
                    <a:alpha val="32968"/>
                  </a:srgbClr>
                </a:gs>
                <a:gs pos="14286">
                  <a:srgbClr val="FBFAFA">
                    <a:alpha val="30764"/>
                  </a:srgbClr>
                </a:gs>
                <a:gs pos="28571">
                  <a:srgbClr val="FBFAFA">
                    <a:alpha val="24833"/>
                  </a:srgbClr>
                </a:gs>
                <a:gs pos="42857">
                  <a:srgbClr val="FBFAFA">
                    <a:alpha val="17075"/>
                  </a:srgbClr>
                </a:gs>
                <a:gs pos="57143">
                  <a:srgbClr val="FBFAFA">
                    <a:alpha val="9855"/>
                  </a:srgbClr>
                </a:gs>
                <a:gs pos="71429">
                  <a:srgbClr val="FBFAFA">
                    <a:alpha val="4740"/>
                  </a:srgbClr>
                </a:gs>
                <a:gs pos="85714">
                  <a:srgbClr val="FBFAFA">
                    <a:alpha val="1902"/>
                  </a:srgbClr>
                </a:gs>
                <a:gs pos="100000">
                  <a:srgbClr val="FB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4393539">
              <a:off x="3197162" y="1296396"/>
              <a:ext cx="571428" cy="140933"/>
            </a:xfrm>
            <a:prstGeom prst="ellipse">
              <a:avLst/>
            </a:prstGeom>
            <a:gradFill>
              <a:gsLst>
                <a:gs pos="0">
                  <a:srgbClr val="000300">
                    <a:alpha val="3496"/>
                  </a:srgbClr>
                </a:gs>
                <a:gs pos="14286">
                  <a:srgbClr val="000300">
                    <a:alpha val="3217"/>
                  </a:srgbClr>
                </a:gs>
                <a:gs pos="28571">
                  <a:srgbClr val="000300">
                    <a:alpha val="2507"/>
                  </a:srgbClr>
                </a:gs>
                <a:gs pos="42857">
                  <a:srgbClr val="000300">
                    <a:alpha val="1652"/>
                  </a:srgbClr>
                </a:gs>
                <a:gs pos="57143">
                  <a:srgbClr val="000300">
                    <a:alpha val="919"/>
                  </a:srgbClr>
                </a:gs>
                <a:gs pos="71429">
                  <a:srgbClr val="000300">
                    <a:alpha val="431"/>
                  </a:srgbClr>
                </a:gs>
                <a:gs pos="85714">
                  <a:srgbClr val="000300">
                    <a:alpha val="171"/>
                  </a:srgbClr>
                </a:gs>
                <a:gs pos="100000">
                  <a:srgbClr val="000300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5673162">
              <a:off x="-10519" y="2843437"/>
              <a:ext cx="877080" cy="1181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4407170">
              <a:off x="2541828" y="2458223"/>
              <a:ext cx="696386" cy="176793"/>
            </a:xfrm>
            <a:prstGeom prst="ellipse">
              <a:avLst/>
            </a:prstGeom>
            <a:gradFill>
              <a:gsLst>
                <a:gs pos="0">
                  <a:srgbClr val="020106">
                    <a:alpha val="2261"/>
                  </a:srgbClr>
                </a:gs>
                <a:gs pos="14286">
                  <a:srgbClr val="020106">
                    <a:alpha val="2080"/>
                  </a:srgbClr>
                </a:gs>
                <a:gs pos="28571">
                  <a:srgbClr val="020106">
                    <a:alpha val="1619"/>
                  </a:srgbClr>
                </a:gs>
                <a:gs pos="42857">
                  <a:srgbClr val="020106">
                    <a:alpha val="1065"/>
                  </a:srgbClr>
                </a:gs>
                <a:gs pos="57143">
                  <a:srgbClr val="020106">
                    <a:alpha val="591"/>
                  </a:srgbClr>
                </a:gs>
                <a:gs pos="71429">
                  <a:srgbClr val="020106">
                    <a:alpha val="277"/>
                  </a:srgbClr>
                </a:gs>
                <a:gs pos="85714">
                  <a:srgbClr val="020106">
                    <a:alpha val="110"/>
                  </a:srgbClr>
                </a:gs>
                <a:gs pos="100000">
                  <a:srgbClr val="020106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5471591">
              <a:off x="112653" y="3366687"/>
              <a:ext cx="567927" cy="562776"/>
            </a:xfrm>
            <a:prstGeom prst="ellipse">
              <a:avLst/>
            </a:prstGeom>
            <a:gradFill>
              <a:gsLst>
                <a:gs pos="0">
                  <a:srgbClr val="636363">
                    <a:alpha val="7575"/>
                  </a:srgbClr>
                </a:gs>
                <a:gs pos="14286">
                  <a:srgbClr val="636363">
                    <a:alpha val="6985"/>
                  </a:srgbClr>
                </a:gs>
                <a:gs pos="28571">
                  <a:srgbClr val="636363">
                    <a:alpha val="5467"/>
                  </a:srgbClr>
                </a:gs>
                <a:gs pos="42857">
                  <a:srgbClr val="636363">
                    <a:alpha val="3620"/>
                  </a:srgbClr>
                </a:gs>
                <a:gs pos="57143">
                  <a:srgbClr val="636363">
                    <a:alpha val="2023"/>
                  </a:srgbClr>
                </a:gs>
                <a:gs pos="71429">
                  <a:srgbClr val="636363">
                    <a:alpha val="952"/>
                  </a:srgbClr>
                </a:gs>
                <a:gs pos="85714">
                  <a:srgbClr val="636363">
                    <a:alpha val="377"/>
                  </a:srgbClr>
                </a:gs>
                <a:gs pos="100000">
                  <a:srgbClr val="636363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10297951">
              <a:off x="3087435" y="557008"/>
              <a:ext cx="546477" cy="544947"/>
            </a:xfrm>
            <a:prstGeom prst="ellipse">
              <a:avLst/>
            </a:prstGeom>
            <a:gradFill>
              <a:gsLst>
                <a:gs pos="0">
                  <a:srgbClr val="717170">
                    <a:alpha val="7715"/>
                  </a:srgbClr>
                </a:gs>
                <a:gs pos="14286">
                  <a:srgbClr val="717170">
                    <a:alpha val="7114"/>
                  </a:srgbClr>
                </a:gs>
                <a:gs pos="28571">
                  <a:srgbClr val="717170">
                    <a:alpha val="5569"/>
                  </a:srgbClr>
                </a:gs>
                <a:gs pos="42857">
                  <a:srgbClr val="717170">
                    <a:alpha val="3688"/>
                  </a:srgbClr>
                </a:gs>
                <a:gs pos="57143">
                  <a:srgbClr val="717170">
                    <a:alpha val="2061"/>
                  </a:srgbClr>
                </a:gs>
                <a:gs pos="71429">
                  <a:srgbClr val="717170">
                    <a:alpha val="970"/>
                  </a:srgbClr>
                </a:gs>
                <a:gs pos="85714">
                  <a:srgbClr val="717170">
                    <a:alpha val="385"/>
                  </a:srgbClr>
                </a:gs>
                <a:gs pos="100000">
                  <a:srgbClr val="71717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6126999">
              <a:off x="2167465" y="3204623"/>
              <a:ext cx="538844" cy="126437"/>
            </a:xfrm>
            <a:prstGeom prst="ellipse">
              <a:avLst/>
            </a:prstGeom>
            <a:gradFill>
              <a:gsLst>
                <a:gs pos="0">
                  <a:srgbClr val="9A9A9B">
                    <a:alpha val="21182"/>
                  </a:srgbClr>
                </a:gs>
                <a:gs pos="14286">
                  <a:srgbClr val="9A9A9B">
                    <a:alpha val="19650"/>
                  </a:srgbClr>
                </a:gs>
                <a:gs pos="28571">
                  <a:srgbClr val="9A9A9B">
                    <a:alpha val="15622"/>
                  </a:srgbClr>
                </a:gs>
                <a:gs pos="42857">
                  <a:srgbClr val="9A9A9B">
                    <a:alpha val="10544"/>
                  </a:srgbClr>
                </a:gs>
                <a:gs pos="57143">
                  <a:srgbClr val="9A9A9B">
                    <a:alpha val="5987"/>
                  </a:srgbClr>
                </a:gs>
                <a:gs pos="71429">
                  <a:srgbClr val="9A9A9B">
                    <a:alpha val="2849"/>
                  </a:srgbClr>
                </a:gs>
                <a:gs pos="85714">
                  <a:srgbClr val="9A9A9B">
                    <a:alpha val="1136"/>
                  </a:srgbClr>
                </a:gs>
                <a:gs pos="100000">
                  <a:srgbClr val="9A9A9B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9891509">
              <a:off x="664136" y="855731"/>
              <a:ext cx="717780" cy="196436"/>
            </a:xfrm>
            <a:prstGeom prst="ellipse">
              <a:avLst/>
            </a:prstGeom>
            <a:gradFill>
              <a:gsLst>
                <a:gs pos="0">
                  <a:srgbClr val="5E5C5C">
                    <a:alpha val="1231"/>
                  </a:srgbClr>
                </a:gs>
                <a:gs pos="14286">
                  <a:srgbClr val="5E5C5C">
                    <a:alpha val="1132"/>
                  </a:srgbClr>
                </a:gs>
                <a:gs pos="28571">
                  <a:srgbClr val="5E5C5C">
                    <a:alpha val="880"/>
                  </a:srgbClr>
                </a:gs>
                <a:gs pos="42857">
                  <a:srgbClr val="5E5C5C">
                    <a:alpha val="578"/>
                  </a:srgbClr>
                </a:gs>
                <a:gs pos="57143">
                  <a:srgbClr val="5E5C5C">
                    <a:alpha val="321"/>
                  </a:srgbClr>
                </a:gs>
                <a:gs pos="71429">
                  <a:srgbClr val="5E5C5C">
                    <a:alpha val="150"/>
                  </a:srgbClr>
                </a:gs>
                <a:gs pos="85714">
                  <a:srgbClr val="5E5C5C">
                    <a:alpha val="59"/>
                  </a:srgbClr>
                </a:gs>
                <a:gs pos="100000">
                  <a:srgbClr val="5E5C5C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5949382">
              <a:off x="2577" y="3214898"/>
              <a:ext cx="577856" cy="574127"/>
            </a:xfrm>
            <a:prstGeom prst="ellipse">
              <a:avLst/>
            </a:prstGeom>
            <a:gradFill>
              <a:gsLst>
                <a:gs pos="0">
                  <a:srgbClr val="737272">
                    <a:alpha val="4145"/>
                  </a:srgbClr>
                </a:gs>
                <a:gs pos="14286">
                  <a:srgbClr val="737272">
                    <a:alpha val="3816"/>
                  </a:srgbClr>
                </a:gs>
                <a:gs pos="28571">
                  <a:srgbClr val="737272">
                    <a:alpha val="2976"/>
                  </a:srgbClr>
                </a:gs>
                <a:gs pos="42857">
                  <a:srgbClr val="737272">
                    <a:alpha val="1962"/>
                  </a:srgbClr>
                </a:gs>
                <a:gs pos="57143">
                  <a:srgbClr val="737272">
                    <a:alpha val="1092"/>
                  </a:srgbClr>
                </a:gs>
                <a:gs pos="71429">
                  <a:srgbClr val="737272">
                    <a:alpha val="513"/>
                  </a:srgbClr>
                </a:gs>
                <a:gs pos="85714">
                  <a:srgbClr val="737272">
                    <a:alpha val="203"/>
                  </a:srgbClr>
                </a:gs>
                <a:gs pos="100000">
                  <a:srgbClr val="737272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4811418">
              <a:off x="2916547" y="2554114"/>
              <a:ext cx="547632" cy="56087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5975375">
              <a:off x="2332517" y="58738"/>
              <a:ext cx="559569" cy="550268"/>
            </a:xfrm>
            <a:prstGeom prst="ellipse">
              <a:avLst/>
            </a:prstGeom>
            <a:gradFill>
              <a:gsLst>
                <a:gs pos="0">
                  <a:srgbClr val="7A7A79">
                    <a:alpha val="2925"/>
                  </a:srgbClr>
                </a:gs>
                <a:gs pos="14286">
                  <a:srgbClr val="7A7A79">
                    <a:alpha val="2691"/>
                  </a:srgbClr>
                </a:gs>
                <a:gs pos="28571">
                  <a:srgbClr val="7A7A79">
                    <a:alpha val="2096"/>
                  </a:srgbClr>
                </a:gs>
                <a:gs pos="42857">
                  <a:srgbClr val="7A7A79">
                    <a:alpha val="1380"/>
                  </a:srgbClr>
                </a:gs>
                <a:gs pos="57143">
                  <a:srgbClr val="7A7A79">
                    <a:alpha val="767"/>
                  </a:srgbClr>
                </a:gs>
                <a:gs pos="71429">
                  <a:srgbClr val="7A7A79">
                    <a:alpha val="360"/>
                  </a:srgbClr>
                </a:gs>
                <a:gs pos="85714">
                  <a:srgbClr val="7A7A79">
                    <a:alpha val="142"/>
                  </a:srgbClr>
                </a:gs>
                <a:gs pos="100000">
                  <a:srgbClr val="7A7A79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10168915">
              <a:off x="2258262" y="3300669"/>
              <a:ext cx="381347" cy="374343"/>
            </a:xfrm>
            <a:prstGeom prst="ellipse">
              <a:avLst/>
            </a:prstGeom>
            <a:gradFill>
              <a:gsLst>
                <a:gs pos="0">
                  <a:srgbClr val="818182">
                    <a:alpha val="5537"/>
                  </a:srgbClr>
                </a:gs>
                <a:gs pos="14286">
                  <a:srgbClr val="818182">
                    <a:alpha val="5100"/>
                  </a:srgbClr>
                </a:gs>
                <a:gs pos="28571">
                  <a:srgbClr val="818182">
                    <a:alpha val="3983"/>
                  </a:srgbClr>
                </a:gs>
                <a:gs pos="42857">
                  <a:srgbClr val="818182">
                    <a:alpha val="2631"/>
                  </a:srgbClr>
                </a:gs>
                <a:gs pos="57143">
                  <a:srgbClr val="818182">
                    <a:alpha val="1466"/>
                  </a:srgbClr>
                </a:gs>
                <a:gs pos="71429">
                  <a:srgbClr val="818182">
                    <a:alpha val="689"/>
                  </a:srgbClr>
                </a:gs>
                <a:gs pos="85714">
                  <a:srgbClr val="818182">
                    <a:alpha val="273"/>
                  </a:srgbClr>
                </a:gs>
                <a:gs pos="100000">
                  <a:srgbClr val="818182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6325036">
              <a:off x="2614005" y="460165"/>
              <a:ext cx="581574" cy="132017"/>
            </a:xfrm>
            <a:prstGeom prst="ellipse">
              <a:avLst/>
            </a:prstGeom>
            <a:gradFill>
              <a:gsLst>
                <a:gs pos="0">
                  <a:srgbClr val="6D6D6D">
                    <a:alpha val="11509"/>
                  </a:srgbClr>
                </a:gs>
                <a:gs pos="14286">
                  <a:srgbClr val="6D6D6D">
                    <a:alpha val="10629"/>
                  </a:srgbClr>
                </a:gs>
                <a:gs pos="28571">
                  <a:srgbClr val="6D6D6D">
                    <a:alpha val="8355"/>
                  </a:srgbClr>
                </a:gs>
                <a:gs pos="42857">
                  <a:srgbClr val="6D6D6D">
                    <a:alpha val="5562"/>
                  </a:srgbClr>
                </a:gs>
                <a:gs pos="57143">
                  <a:srgbClr val="6D6D6D">
                    <a:alpha val="3121"/>
                  </a:srgbClr>
                </a:gs>
                <a:gs pos="71429">
                  <a:srgbClr val="6D6D6D">
                    <a:alpha val="1473"/>
                  </a:srgbClr>
                </a:gs>
                <a:gs pos="85714">
                  <a:srgbClr val="6D6D6D">
                    <a:alpha val="585"/>
                  </a:srgbClr>
                </a:gs>
                <a:gs pos="100000">
                  <a:srgbClr val="6D6D6D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-10025327">
              <a:off x="619325" y="1084411"/>
              <a:ext cx="496338" cy="473505"/>
            </a:xfrm>
            <a:prstGeom prst="ellipse">
              <a:avLst/>
            </a:prstGeom>
            <a:gradFill>
              <a:gsLst>
                <a:gs pos="0">
                  <a:srgbClr val="414240">
                    <a:alpha val="4341"/>
                  </a:srgbClr>
                </a:gs>
                <a:gs pos="14286">
                  <a:srgbClr val="414240">
                    <a:alpha val="3997"/>
                  </a:srgbClr>
                </a:gs>
                <a:gs pos="28571">
                  <a:srgbClr val="414240">
                    <a:alpha val="3117"/>
                  </a:srgbClr>
                </a:gs>
                <a:gs pos="42857">
                  <a:srgbClr val="414240">
                    <a:alpha val="2056"/>
                  </a:srgbClr>
                </a:gs>
                <a:gs pos="57143">
                  <a:srgbClr val="414240">
                    <a:alpha val="1144"/>
                  </a:srgbClr>
                </a:gs>
                <a:gs pos="71429">
                  <a:srgbClr val="414240">
                    <a:alpha val="537"/>
                  </a:srgbClr>
                </a:gs>
                <a:gs pos="85714">
                  <a:srgbClr val="414240">
                    <a:alpha val="213"/>
                  </a:srgbClr>
                </a:gs>
                <a:gs pos="100000">
                  <a:srgbClr val="41424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4682222">
              <a:off x="752763" y="736246"/>
              <a:ext cx="739231" cy="197072"/>
            </a:xfrm>
            <a:prstGeom prst="ellipse">
              <a:avLst/>
            </a:prstGeom>
            <a:gradFill>
              <a:gsLst>
                <a:gs pos="0">
                  <a:srgbClr val="030009">
                    <a:alpha val="3786"/>
                  </a:srgbClr>
                </a:gs>
                <a:gs pos="14286">
                  <a:srgbClr val="030009">
                    <a:alpha val="3485"/>
                  </a:srgbClr>
                </a:gs>
                <a:gs pos="28571">
                  <a:srgbClr val="030009">
                    <a:alpha val="2717"/>
                  </a:srgbClr>
                </a:gs>
                <a:gs pos="42857">
                  <a:srgbClr val="030009">
                    <a:alpha val="1790"/>
                  </a:srgbClr>
                </a:gs>
                <a:gs pos="57143">
                  <a:srgbClr val="030009">
                    <a:alpha val="996"/>
                  </a:srgbClr>
                </a:gs>
                <a:gs pos="71429">
                  <a:srgbClr val="030009">
                    <a:alpha val="467"/>
                  </a:srgbClr>
                </a:gs>
                <a:gs pos="85714">
                  <a:srgbClr val="030009">
                    <a:alpha val="185"/>
                  </a:srgbClr>
                </a:gs>
                <a:gs pos="100000">
                  <a:srgbClr val="030009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5325860">
              <a:off x="464697" y="-69422"/>
              <a:ext cx="556310" cy="554549"/>
            </a:xfrm>
            <a:prstGeom prst="ellipse">
              <a:avLst/>
            </a:prstGeom>
            <a:gradFill>
              <a:gsLst>
                <a:gs pos="0">
                  <a:srgbClr val="646461">
                    <a:alpha val="9016"/>
                  </a:srgbClr>
                </a:gs>
                <a:gs pos="14286">
                  <a:srgbClr val="646461">
                    <a:alpha val="8318"/>
                  </a:srgbClr>
                </a:gs>
                <a:gs pos="28571">
                  <a:srgbClr val="646461">
                    <a:alpha val="6521"/>
                  </a:srgbClr>
                </a:gs>
                <a:gs pos="42857">
                  <a:srgbClr val="646461">
                    <a:alpha val="4327"/>
                  </a:srgbClr>
                </a:gs>
                <a:gs pos="57143">
                  <a:srgbClr val="646461">
                    <a:alpha val="2421"/>
                  </a:srgbClr>
                </a:gs>
                <a:gs pos="71429">
                  <a:srgbClr val="646461">
                    <a:alpha val="1141"/>
                  </a:srgbClr>
                </a:gs>
                <a:gs pos="85714">
                  <a:srgbClr val="646461">
                    <a:alpha val="453"/>
                  </a:srgbClr>
                </a:gs>
                <a:gs pos="100000">
                  <a:srgbClr val="646461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5677298">
              <a:off x="655613" y="2489544"/>
              <a:ext cx="662178" cy="180495"/>
            </a:xfrm>
            <a:prstGeom prst="ellipse">
              <a:avLst/>
            </a:prstGeom>
            <a:gradFill>
              <a:gsLst>
                <a:gs pos="0">
                  <a:srgbClr val="5A5959">
                    <a:alpha val="1853"/>
                  </a:srgbClr>
                </a:gs>
                <a:gs pos="14286">
                  <a:srgbClr val="5A5959">
                    <a:alpha val="1705"/>
                  </a:srgbClr>
                </a:gs>
                <a:gs pos="28571">
                  <a:srgbClr val="5A5959">
                    <a:alpha val="1326"/>
                  </a:srgbClr>
                </a:gs>
                <a:gs pos="42857">
                  <a:srgbClr val="5A5959">
                    <a:alpha val="872"/>
                  </a:srgbClr>
                </a:gs>
                <a:gs pos="57143">
                  <a:srgbClr val="5A5959">
                    <a:alpha val="484"/>
                  </a:srgbClr>
                </a:gs>
                <a:gs pos="71429">
                  <a:srgbClr val="5A5959">
                    <a:alpha val="227"/>
                  </a:srgbClr>
                </a:gs>
                <a:gs pos="85714">
                  <a:srgbClr val="5A5959">
                    <a:alpha val="90"/>
                  </a:srgbClr>
                </a:gs>
                <a:gs pos="100000">
                  <a:srgbClr val="5A5959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5159972">
              <a:off x="383419" y="620144"/>
              <a:ext cx="535998" cy="524263"/>
            </a:xfrm>
            <a:prstGeom prst="ellipse">
              <a:avLst/>
            </a:prstGeom>
            <a:gradFill>
              <a:gsLst>
                <a:gs pos="0">
                  <a:srgbClr val="4B494C">
                    <a:alpha val="7167"/>
                  </a:srgbClr>
                </a:gs>
                <a:gs pos="14286">
                  <a:srgbClr val="4B494C">
                    <a:alpha val="6607"/>
                  </a:srgbClr>
                </a:gs>
                <a:gs pos="28571">
                  <a:srgbClr val="4B494C">
                    <a:alpha val="5169"/>
                  </a:srgbClr>
                </a:gs>
                <a:gs pos="42857">
                  <a:srgbClr val="4B494C">
                    <a:alpha val="3421"/>
                  </a:srgbClr>
                </a:gs>
                <a:gs pos="57143">
                  <a:srgbClr val="4B494C">
                    <a:alpha val="1910"/>
                  </a:srgbClr>
                </a:gs>
                <a:gs pos="71429">
                  <a:srgbClr val="4B494C">
                    <a:alpha val="899"/>
                  </a:srgbClr>
                </a:gs>
                <a:gs pos="85714">
                  <a:srgbClr val="4B494C">
                    <a:alpha val="356"/>
                  </a:srgbClr>
                </a:gs>
                <a:gs pos="100000">
                  <a:srgbClr val="4B494C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8915225">
              <a:off x="2509020" y="1797147"/>
              <a:ext cx="570922" cy="561860"/>
            </a:xfrm>
            <a:prstGeom prst="ellipse">
              <a:avLst/>
            </a:prstGeom>
            <a:gradFill>
              <a:gsLst>
                <a:gs pos="0">
                  <a:srgbClr val="575757">
                    <a:alpha val="6257"/>
                  </a:srgbClr>
                </a:gs>
                <a:gs pos="14286">
                  <a:srgbClr val="575757">
                    <a:alpha val="5765"/>
                  </a:srgbClr>
                </a:gs>
                <a:gs pos="28571">
                  <a:srgbClr val="575757">
                    <a:alpha val="4506"/>
                  </a:srgbClr>
                </a:gs>
                <a:gs pos="42857">
                  <a:srgbClr val="575757">
                    <a:alpha val="2979"/>
                  </a:srgbClr>
                </a:gs>
                <a:gs pos="57143">
                  <a:srgbClr val="575757">
                    <a:alpha val="1662"/>
                  </a:srgbClr>
                </a:gs>
                <a:gs pos="71429">
                  <a:srgbClr val="575757">
                    <a:alpha val="781"/>
                  </a:srgbClr>
                </a:gs>
                <a:gs pos="85714">
                  <a:srgbClr val="575757">
                    <a:alpha val="310"/>
                  </a:srgbClr>
                </a:gs>
                <a:gs pos="100000">
                  <a:srgbClr val="575757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5206406">
              <a:off x="1621283" y="769416"/>
              <a:ext cx="877514" cy="45492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10528254">
              <a:off x="780393" y="2232800"/>
              <a:ext cx="553152" cy="548641"/>
            </a:xfrm>
            <a:prstGeom prst="ellipse">
              <a:avLst/>
            </a:prstGeom>
            <a:gradFill>
              <a:gsLst>
                <a:gs pos="0">
                  <a:srgbClr val="6C6B67">
                    <a:alpha val="1956"/>
                  </a:srgbClr>
                </a:gs>
                <a:gs pos="14286">
                  <a:srgbClr val="6C6B67">
                    <a:alpha val="1799"/>
                  </a:srgbClr>
                </a:gs>
                <a:gs pos="28571">
                  <a:srgbClr val="6C6B67">
                    <a:alpha val="1400"/>
                  </a:srgbClr>
                </a:gs>
                <a:gs pos="42857">
                  <a:srgbClr val="6C6B67">
                    <a:alpha val="920"/>
                  </a:srgbClr>
                </a:gs>
                <a:gs pos="57143">
                  <a:srgbClr val="6C6B67">
                    <a:alpha val="511"/>
                  </a:srgbClr>
                </a:gs>
                <a:gs pos="71429">
                  <a:srgbClr val="6C6B67">
                    <a:alpha val="239"/>
                  </a:srgbClr>
                </a:gs>
                <a:gs pos="85714">
                  <a:srgbClr val="6C6B67">
                    <a:alpha val="95"/>
                  </a:srgbClr>
                </a:gs>
                <a:gs pos="100000">
                  <a:srgbClr val="6C6B67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10526802">
              <a:off x="875108" y="299835"/>
              <a:ext cx="543585" cy="538384"/>
            </a:xfrm>
            <a:prstGeom prst="ellipse">
              <a:avLst/>
            </a:prstGeom>
            <a:gradFill>
              <a:gsLst>
                <a:gs pos="0">
                  <a:srgbClr val="696968">
                    <a:alpha val="7557"/>
                  </a:srgbClr>
                </a:gs>
                <a:gs pos="14286">
                  <a:srgbClr val="696968">
                    <a:alpha val="6967"/>
                  </a:srgbClr>
                </a:gs>
                <a:gs pos="28571">
                  <a:srgbClr val="696968">
                    <a:alpha val="5453"/>
                  </a:srgbClr>
                </a:gs>
                <a:gs pos="42857">
                  <a:srgbClr val="696968">
                    <a:alpha val="3611"/>
                  </a:srgbClr>
                </a:gs>
                <a:gs pos="57143">
                  <a:srgbClr val="696968">
                    <a:alpha val="2017"/>
                  </a:srgbClr>
                </a:gs>
                <a:gs pos="71429">
                  <a:srgbClr val="696968">
                    <a:alpha val="949"/>
                  </a:srgbClr>
                </a:gs>
                <a:gs pos="85714">
                  <a:srgbClr val="696968">
                    <a:alpha val="377"/>
                  </a:srgbClr>
                </a:gs>
                <a:gs pos="100000">
                  <a:srgbClr val="696968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4000029">
              <a:off x="1343857" y="2926045"/>
              <a:ext cx="558887" cy="536744"/>
            </a:xfrm>
            <a:prstGeom prst="ellipse">
              <a:avLst/>
            </a:prstGeom>
            <a:gradFill>
              <a:gsLst>
                <a:gs pos="0">
                  <a:srgbClr val="1F2121">
                    <a:alpha val="4837"/>
                  </a:srgbClr>
                </a:gs>
                <a:gs pos="14286">
                  <a:srgbClr val="1F2121">
                    <a:alpha val="4455"/>
                  </a:srgbClr>
                </a:gs>
                <a:gs pos="28571">
                  <a:srgbClr val="1F2121">
                    <a:alpha val="3477"/>
                  </a:srgbClr>
                </a:gs>
                <a:gs pos="42857">
                  <a:srgbClr val="1F2121">
                    <a:alpha val="2294"/>
                  </a:srgbClr>
                </a:gs>
                <a:gs pos="57143">
                  <a:srgbClr val="1F2121">
                    <a:alpha val="1278"/>
                  </a:srgbClr>
                </a:gs>
                <a:gs pos="71429">
                  <a:srgbClr val="1F2121">
                    <a:alpha val="600"/>
                  </a:srgbClr>
                </a:gs>
                <a:gs pos="85714">
                  <a:srgbClr val="1F2121">
                    <a:alpha val="238"/>
                  </a:srgbClr>
                </a:gs>
                <a:gs pos="100000">
                  <a:srgbClr val="1F2121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5226765">
              <a:off x="1797680" y="1681743"/>
              <a:ext cx="588043" cy="110548"/>
            </a:xfrm>
            <a:prstGeom prst="ellipse">
              <a:avLst/>
            </a:prstGeom>
            <a:gradFill>
              <a:gsLst>
                <a:gs pos="0">
                  <a:srgbClr val="000000">
                    <a:alpha val="15414"/>
                  </a:srgbClr>
                </a:gs>
                <a:gs pos="14286">
                  <a:srgbClr val="000000">
                    <a:alpha val="14261"/>
                  </a:srgbClr>
                </a:gs>
                <a:gs pos="28571">
                  <a:srgbClr val="000000">
                    <a:alpha val="11261"/>
                  </a:srgbClr>
                </a:gs>
                <a:gs pos="42857">
                  <a:srgbClr val="000000">
                    <a:alpha val="7537"/>
                  </a:srgbClr>
                </a:gs>
                <a:gs pos="57143">
                  <a:srgbClr val="000000">
                    <a:alpha val="4249"/>
                  </a:srgbClr>
                </a:gs>
                <a:gs pos="71429">
                  <a:srgbClr val="000000">
                    <a:alpha val="2012"/>
                  </a:srgbClr>
                </a:gs>
                <a:gs pos="85714">
                  <a:srgbClr val="000000">
                    <a:alpha val="800"/>
                  </a:srgbClr>
                </a:gs>
                <a:gs pos="100000">
                  <a:srgbClr val="00000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5852122">
              <a:off x="-134989" y="1025779"/>
              <a:ext cx="537598" cy="577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5863076">
              <a:off x="1618823" y="1080561"/>
              <a:ext cx="532840" cy="531664"/>
            </a:xfrm>
            <a:prstGeom prst="ellipse">
              <a:avLst/>
            </a:prstGeom>
            <a:gradFill>
              <a:gsLst>
                <a:gs pos="0">
                  <a:srgbClr val="232425">
                    <a:alpha val="2153"/>
                  </a:srgbClr>
                </a:gs>
                <a:gs pos="14286">
                  <a:srgbClr val="232425">
                    <a:alpha val="1980"/>
                  </a:srgbClr>
                </a:gs>
                <a:gs pos="28571">
                  <a:srgbClr val="232425">
                    <a:alpha val="1541"/>
                  </a:srgbClr>
                </a:gs>
                <a:gs pos="42857">
                  <a:srgbClr val="232425">
                    <a:alpha val="1014"/>
                  </a:srgbClr>
                </a:gs>
                <a:gs pos="57143">
                  <a:srgbClr val="232425">
                    <a:alpha val="563"/>
                  </a:srgbClr>
                </a:gs>
                <a:gs pos="71429">
                  <a:srgbClr val="232425">
                    <a:alpha val="264"/>
                  </a:srgbClr>
                </a:gs>
                <a:gs pos="85714">
                  <a:srgbClr val="232425">
                    <a:alpha val="104"/>
                  </a:srgbClr>
                </a:gs>
                <a:gs pos="100000">
                  <a:srgbClr val="232425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10515349">
              <a:off x="2395854" y="587471"/>
              <a:ext cx="568354" cy="541734"/>
            </a:xfrm>
            <a:prstGeom prst="ellipse">
              <a:avLst/>
            </a:prstGeom>
            <a:gradFill>
              <a:gsLst>
                <a:gs pos="0">
                  <a:srgbClr val="7D7C7B">
                    <a:alpha val="2567"/>
                  </a:srgbClr>
                </a:gs>
                <a:gs pos="14286">
                  <a:srgbClr val="7D7C7B">
                    <a:alpha val="2362"/>
                  </a:srgbClr>
                </a:gs>
                <a:gs pos="28571">
                  <a:srgbClr val="7D7C7B">
                    <a:alpha val="1839"/>
                  </a:srgbClr>
                </a:gs>
                <a:gs pos="42857">
                  <a:srgbClr val="7D7C7B">
                    <a:alpha val="1210"/>
                  </a:srgbClr>
                </a:gs>
                <a:gs pos="57143">
                  <a:srgbClr val="7D7C7B">
                    <a:alpha val="672"/>
                  </a:srgbClr>
                </a:gs>
                <a:gs pos="71429">
                  <a:srgbClr val="7D7C7B">
                    <a:alpha val="315"/>
                  </a:srgbClr>
                </a:gs>
                <a:gs pos="85714">
                  <a:srgbClr val="7D7C7B">
                    <a:alpha val="125"/>
                  </a:srgbClr>
                </a:gs>
                <a:gs pos="100000">
                  <a:srgbClr val="7D7C7B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5239082">
              <a:off x="-54851" y="1527320"/>
              <a:ext cx="550942" cy="542671"/>
            </a:xfrm>
            <a:prstGeom prst="ellipse">
              <a:avLst/>
            </a:prstGeom>
            <a:gradFill>
              <a:gsLst>
                <a:gs pos="0">
                  <a:srgbClr val="494948">
                    <a:alpha val="12557"/>
                  </a:srgbClr>
                </a:gs>
                <a:gs pos="14286">
                  <a:srgbClr val="494948">
                    <a:alpha val="11603"/>
                  </a:srgbClr>
                </a:gs>
                <a:gs pos="28571">
                  <a:srgbClr val="494948">
                    <a:alpha val="9132"/>
                  </a:srgbClr>
                </a:gs>
                <a:gs pos="42857">
                  <a:srgbClr val="494948">
                    <a:alpha val="6088"/>
                  </a:srgbClr>
                </a:gs>
                <a:gs pos="57143">
                  <a:srgbClr val="494948">
                    <a:alpha val="3421"/>
                  </a:srgbClr>
                </a:gs>
                <a:gs pos="71429">
                  <a:srgbClr val="494948">
                    <a:alpha val="1616"/>
                  </a:srgbClr>
                </a:gs>
                <a:gs pos="85714">
                  <a:srgbClr val="494948">
                    <a:alpha val="642"/>
                  </a:srgbClr>
                </a:gs>
                <a:gs pos="100000">
                  <a:srgbClr val="494948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-9694183">
              <a:off x="27485" y="-62864"/>
              <a:ext cx="554586" cy="529935"/>
            </a:xfrm>
            <a:prstGeom prst="ellipse">
              <a:avLst/>
            </a:prstGeom>
            <a:gradFill>
              <a:gsLst>
                <a:gs pos="0">
                  <a:srgbClr val="808080">
                    <a:alpha val="2978"/>
                  </a:srgbClr>
                </a:gs>
                <a:gs pos="14286">
                  <a:srgbClr val="808080">
                    <a:alpha val="2740"/>
                  </a:srgbClr>
                </a:gs>
                <a:gs pos="28571">
                  <a:srgbClr val="808080">
                    <a:alpha val="2134"/>
                  </a:srgbClr>
                </a:gs>
                <a:gs pos="42857">
                  <a:srgbClr val="808080">
                    <a:alpha val="1405"/>
                  </a:srgbClr>
                </a:gs>
                <a:gs pos="57143">
                  <a:srgbClr val="808080">
                    <a:alpha val="781"/>
                  </a:srgbClr>
                </a:gs>
                <a:gs pos="71429">
                  <a:srgbClr val="808080">
                    <a:alpha val="366"/>
                  </a:srgbClr>
                </a:gs>
                <a:gs pos="85714">
                  <a:srgbClr val="808080">
                    <a:alpha val="145"/>
                  </a:srgbClr>
                </a:gs>
                <a:gs pos="100000">
                  <a:srgbClr val="80808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10398953">
              <a:off x="2772939" y="2773824"/>
              <a:ext cx="542268" cy="533096"/>
            </a:xfrm>
            <a:prstGeom prst="ellipse">
              <a:avLst/>
            </a:prstGeom>
            <a:gradFill>
              <a:gsLst>
                <a:gs pos="0">
                  <a:srgbClr val="4E5252">
                    <a:alpha val="1297"/>
                  </a:srgbClr>
                </a:gs>
                <a:gs pos="14286">
                  <a:srgbClr val="4E5252">
                    <a:alpha val="1193"/>
                  </a:srgbClr>
                </a:gs>
                <a:gs pos="28571">
                  <a:srgbClr val="4E5252">
                    <a:alpha val="927"/>
                  </a:srgbClr>
                </a:gs>
                <a:gs pos="42857">
                  <a:srgbClr val="4E5252">
                    <a:alpha val="609"/>
                  </a:srgbClr>
                </a:gs>
                <a:gs pos="57143">
                  <a:srgbClr val="4E5252">
                    <a:alpha val="338"/>
                  </a:srgbClr>
                </a:gs>
                <a:gs pos="71429">
                  <a:srgbClr val="4E5252">
                    <a:alpha val="158"/>
                  </a:srgbClr>
                </a:gs>
                <a:gs pos="85714">
                  <a:srgbClr val="4E5252">
                    <a:alpha val="63"/>
                  </a:srgbClr>
                </a:gs>
                <a:gs pos="100000">
                  <a:srgbClr val="4E5252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5002195">
              <a:off x="1128290" y="-76859"/>
              <a:ext cx="548422" cy="542483"/>
            </a:xfrm>
            <a:prstGeom prst="ellipse">
              <a:avLst/>
            </a:prstGeom>
            <a:gradFill>
              <a:gsLst>
                <a:gs pos="0">
                  <a:srgbClr val="424142">
                    <a:alpha val="5513"/>
                  </a:srgbClr>
                </a:gs>
                <a:gs pos="14286">
                  <a:srgbClr val="424142">
                    <a:alpha val="5079"/>
                  </a:srgbClr>
                </a:gs>
                <a:gs pos="28571">
                  <a:srgbClr val="424142">
                    <a:alpha val="3966"/>
                  </a:srgbClr>
                </a:gs>
                <a:gs pos="42857">
                  <a:srgbClr val="424142">
                    <a:alpha val="2620"/>
                  </a:srgbClr>
                </a:gs>
                <a:gs pos="57143">
                  <a:srgbClr val="424142">
                    <a:alpha val="1460"/>
                  </a:srgbClr>
                </a:gs>
                <a:gs pos="71429">
                  <a:srgbClr val="424142">
                    <a:alpha val="686"/>
                  </a:srgbClr>
                </a:gs>
                <a:gs pos="85714">
                  <a:srgbClr val="424142">
                    <a:alpha val="272"/>
                  </a:srgbClr>
                </a:gs>
                <a:gs pos="100000">
                  <a:srgbClr val="424142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4596524">
              <a:off x="3002390" y="2213446"/>
              <a:ext cx="819137" cy="404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5408107">
              <a:off x="2006151" y="3472390"/>
              <a:ext cx="324032" cy="48839"/>
            </a:xfrm>
            <a:prstGeom prst="ellipse">
              <a:avLst/>
            </a:prstGeom>
            <a:gradFill>
              <a:gsLst>
                <a:gs pos="0">
                  <a:srgbClr val="C8C9C8">
                    <a:alpha val="32034"/>
                  </a:srgbClr>
                </a:gs>
                <a:gs pos="14286">
                  <a:srgbClr val="C8C9C8">
                    <a:alpha val="29878"/>
                  </a:srgbClr>
                </a:gs>
                <a:gs pos="28571">
                  <a:srgbClr val="C8C9C8">
                    <a:alpha val="24087"/>
                  </a:srgbClr>
                </a:gs>
                <a:gs pos="42857">
                  <a:srgbClr val="C8C9C8">
                    <a:alpha val="16537"/>
                  </a:srgbClr>
                </a:gs>
                <a:gs pos="57143">
                  <a:srgbClr val="C8C9C8">
                    <a:alpha val="9531"/>
                  </a:srgbClr>
                </a:gs>
                <a:gs pos="71429">
                  <a:srgbClr val="C8C9C8">
                    <a:alpha val="4580"/>
                  </a:srgbClr>
                </a:gs>
                <a:gs pos="85714">
                  <a:srgbClr val="C8C9C8">
                    <a:alpha val="1837"/>
                  </a:srgbClr>
                </a:gs>
                <a:gs pos="100000">
                  <a:srgbClr val="C8C9C8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10724734">
              <a:off x="2461895" y="3370672"/>
              <a:ext cx="538718" cy="538458"/>
            </a:xfrm>
            <a:prstGeom prst="ellipse">
              <a:avLst/>
            </a:prstGeom>
            <a:gradFill>
              <a:gsLst>
                <a:gs pos="0">
                  <a:srgbClr val="797878">
                    <a:alpha val="2074"/>
                  </a:srgbClr>
                </a:gs>
                <a:gs pos="14286">
                  <a:srgbClr val="797878">
                    <a:alpha val="1908"/>
                  </a:srgbClr>
                </a:gs>
                <a:gs pos="28571">
                  <a:srgbClr val="797878">
                    <a:alpha val="1485"/>
                  </a:srgbClr>
                </a:gs>
                <a:gs pos="42857">
                  <a:srgbClr val="797878">
                    <a:alpha val="976"/>
                  </a:srgbClr>
                </a:gs>
                <a:gs pos="57143">
                  <a:srgbClr val="797878">
                    <a:alpha val="542"/>
                  </a:srgbClr>
                </a:gs>
                <a:gs pos="71429">
                  <a:srgbClr val="797878">
                    <a:alpha val="254"/>
                  </a:srgbClr>
                </a:gs>
                <a:gs pos="85714">
                  <a:srgbClr val="797878">
                    <a:alpha val="101"/>
                  </a:srgbClr>
                </a:gs>
                <a:gs pos="100000">
                  <a:srgbClr val="797878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10323226">
              <a:off x="796327" y="479782"/>
              <a:ext cx="544385" cy="534221"/>
            </a:xfrm>
            <a:prstGeom prst="ellipse">
              <a:avLst/>
            </a:prstGeom>
            <a:gradFill>
              <a:gsLst>
                <a:gs pos="0">
                  <a:srgbClr val="434346">
                    <a:alpha val="2514"/>
                  </a:srgbClr>
                </a:gs>
                <a:gs pos="14286">
                  <a:srgbClr val="434346">
                    <a:alpha val="2313"/>
                  </a:srgbClr>
                </a:gs>
                <a:gs pos="28571">
                  <a:srgbClr val="434346">
                    <a:alpha val="1800"/>
                  </a:srgbClr>
                </a:gs>
                <a:gs pos="42857">
                  <a:srgbClr val="434346">
                    <a:alpha val="1185"/>
                  </a:srgbClr>
                </a:gs>
                <a:gs pos="57143">
                  <a:srgbClr val="434346">
                    <a:alpha val="658"/>
                  </a:srgbClr>
                </a:gs>
                <a:gs pos="71429">
                  <a:srgbClr val="434346">
                    <a:alpha val="309"/>
                  </a:srgbClr>
                </a:gs>
                <a:gs pos="85714">
                  <a:srgbClr val="434346">
                    <a:alpha val="122"/>
                  </a:srgbClr>
                </a:gs>
                <a:gs pos="100000">
                  <a:srgbClr val="434346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7066339">
              <a:off x="-176587" y="3213570"/>
              <a:ext cx="553270" cy="538208"/>
            </a:xfrm>
            <a:prstGeom prst="ellipse">
              <a:avLst/>
            </a:prstGeom>
            <a:gradFill>
              <a:gsLst>
                <a:gs pos="0">
                  <a:srgbClr val="525252">
                    <a:alpha val="2302"/>
                  </a:srgbClr>
                </a:gs>
                <a:gs pos="14286">
                  <a:srgbClr val="525252">
                    <a:alpha val="2118"/>
                  </a:srgbClr>
                </a:gs>
                <a:gs pos="28571">
                  <a:srgbClr val="525252">
                    <a:alpha val="1648"/>
                  </a:srgbClr>
                </a:gs>
                <a:gs pos="42857">
                  <a:srgbClr val="525252">
                    <a:alpha val="1084"/>
                  </a:srgbClr>
                </a:gs>
                <a:gs pos="57143">
                  <a:srgbClr val="525252">
                    <a:alpha val="602"/>
                  </a:srgbClr>
                </a:gs>
                <a:gs pos="71429">
                  <a:srgbClr val="525252">
                    <a:alpha val="282"/>
                  </a:srgbClr>
                </a:gs>
                <a:gs pos="85714">
                  <a:srgbClr val="525252">
                    <a:alpha val="112"/>
                  </a:srgbClr>
                </a:gs>
                <a:gs pos="100000">
                  <a:srgbClr val="525252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5475958">
              <a:off x="1098792" y="3578104"/>
              <a:ext cx="325372" cy="68760"/>
            </a:xfrm>
            <a:prstGeom prst="ellipse">
              <a:avLst/>
            </a:prstGeom>
            <a:gradFill>
              <a:gsLst>
                <a:gs pos="0">
                  <a:srgbClr val="F4F4F3">
                    <a:alpha val="23226"/>
                  </a:srgbClr>
                </a:gs>
                <a:gs pos="14286">
                  <a:srgbClr val="F4F4F3">
                    <a:alpha val="21567"/>
                  </a:srgbClr>
                </a:gs>
                <a:gs pos="28571">
                  <a:srgbClr val="F4F4F3">
                    <a:alpha val="17190"/>
                  </a:srgbClr>
                </a:gs>
                <a:gs pos="42857">
                  <a:srgbClr val="F4F4F3">
                    <a:alpha val="11637"/>
                  </a:srgbClr>
                </a:gs>
                <a:gs pos="57143">
                  <a:srgbClr val="F4F4F3">
                    <a:alpha val="6626"/>
                  </a:srgbClr>
                </a:gs>
                <a:gs pos="71429">
                  <a:srgbClr val="F4F4F3">
                    <a:alpha val="3158"/>
                  </a:srgbClr>
                </a:gs>
                <a:gs pos="85714">
                  <a:srgbClr val="F4F4F3">
                    <a:alpha val="1261"/>
                  </a:srgbClr>
                </a:gs>
                <a:gs pos="100000">
                  <a:srgbClr val="F4F4F3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10287494">
              <a:off x="1514656" y="1064776"/>
              <a:ext cx="269450" cy="54083"/>
            </a:xfrm>
            <a:prstGeom prst="ellipse">
              <a:avLst/>
            </a:prstGeom>
            <a:gradFill>
              <a:gsLst>
                <a:gs pos="0">
                  <a:srgbClr val="EFEFF0">
                    <a:alpha val="32188"/>
                  </a:srgbClr>
                </a:gs>
                <a:gs pos="14286">
                  <a:srgbClr val="EFEFF0">
                    <a:alpha val="30024"/>
                  </a:srgbClr>
                </a:gs>
                <a:gs pos="28571">
                  <a:srgbClr val="EFEFF0">
                    <a:alpha val="24210"/>
                  </a:srgbClr>
                </a:gs>
                <a:gs pos="42857">
                  <a:srgbClr val="EFEFF0">
                    <a:alpha val="16625"/>
                  </a:srgbClr>
                </a:gs>
                <a:gs pos="57143">
                  <a:srgbClr val="EFEFF0">
                    <a:alpha val="9584"/>
                  </a:srgbClr>
                </a:gs>
                <a:gs pos="71429">
                  <a:srgbClr val="EFEFF0">
                    <a:alpha val="4607"/>
                  </a:srgbClr>
                </a:gs>
                <a:gs pos="85714">
                  <a:srgbClr val="EFEFF0">
                    <a:alpha val="1848"/>
                  </a:srgbClr>
                </a:gs>
                <a:gs pos="100000">
                  <a:srgbClr val="EFEFF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10329940">
              <a:off x="1510539" y="1068816"/>
              <a:ext cx="271551" cy="55553"/>
            </a:xfrm>
            <a:prstGeom prst="ellipse">
              <a:avLst/>
            </a:prstGeom>
            <a:gradFill>
              <a:gsLst>
                <a:gs pos="0">
                  <a:srgbClr val="D2D2D2">
                    <a:alpha val="32968"/>
                  </a:srgbClr>
                </a:gs>
                <a:gs pos="14286">
                  <a:srgbClr val="D2D2D2">
                    <a:alpha val="30764"/>
                  </a:srgbClr>
                </a:gs>
                <a:gs pos="28571">
                  <a:srgbClr val="D2D2D2">
                    <a:alpha val="24833"/>
                  </a:srgbClr>
                </a:gs>
                <a:gs pos="42857">
                  <a:srgbClr val="D2D2D2">
                    <a:alpha val="17075"/>
                  </a:srgbClr>
                </a:gs>
                <a:gs pos="57143">
                  <a:srgbClr val="D2D2D2">
                    <a:alpha val="9855"/>
                  </a:srgbClr>
                </a:gs>
                <a:gs pos="71429">
                  <a:srgbClr val="D2D2D2">
                    <a:alpha val="4740"/>
                  </a:srgbClr>
                </a:gs>
                <a:gs pos="85714">
                  <a:srgbClr val="D2D2D2">
                    <a:alpha val="1902"/>
                  </a:srgbClr>
                </a:gs>
                <a:gs pos="100000">
                  <a:srgbClr val="D2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5632285">
              <a:off x="681114" y="982826"/>
              <a:ext cx="338293" cy="39504"/>
            </a:xfrm>
            <a:prstGeom prst="ellipse">
              <a:avLst/>
            </a:prstGeom>
            <a:gradFill>
              <a:gsLst>
                <a:gs pos="0">
                  <a:srgbClr val="F8F9F8">
                    <a:alpha val="24316"/>
                  </a:srgbClr>
                </a:gs>
                <a:gs pos="14286">
                  <a:srgbClr val="F8F9F8">
                    <a:alpha val="22591"/>
                  </a:srgbClr>
                </a:gs>
                <a:gs pos="28571">
                  <a:srgbClr val="F8F9F8">
                    <a:alpha val="18031"/>
                  </a:srgbClr>
                </a:gs>
                <a:gs pos="42857">
                  <a:srgbClr val="F8F9F8">
                    <a:alpha val="12227"/>
                  </a:srgbClr>
                </a:gs>
                <a:gs pos="57143">
                  <a:srgbClr val="F8F9F8">
                    <a:alpha val="6971"/>
                  </a:srgbClr>
                </a:gs>
                <a:gs pos="71429">
                  <a:srgbClr val="F8F9F8">
                    <a:alpha val="3326"/>
                  </a:srgbClr>
                </a:gs>
                <a:gs pos="85714">
                  <a:srgbClr val="F8F9F8">
                    <a:alpha val="1329"/>
                  </a:srgbClr>
                </a:gs>
                <a:gs pos="100000">
                  <a:srgbClr val="F8F9F8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5556496">
              <a:off x="765521" y="2467725"/>
              <a:ext cx="498495" cy="45262"/>
            </a:xfrm>
            <a:prstGeom prst="ellipse">
              <a:avLst/>
            </a:prstGeom>
            <a:gradFill>
              <a:gsLst>
                <a:gs pos="0">
                  <a:srgbClr val="FBFBFA">
                    <a:alpha val="32968"/>
                  </a:srgbClr>
                </a:gs>
                <a:gs pos="14286">
                  <a:srgbClr val="FBFBFA">
                    <a:alpha val="30764"/>
                  </a:srgbClr>
                </a:gs>
                <a:gs pos="28571">
                  <a:srgbClr val="FBFBFA">
                    <a:alpha val="24833"/>
                  </a:srgbClr>
                </a:gs>
                <a:gs pos="42857">
                  <a:srgbClr val="FBFBFA">
                    <a:alpha val="17075"/>
                  </a:srgbClr>
                </a:gs>
                <a:gs pos="57143">
                  <a:srgbClr val="FBFBFA">
                    <a:alpha val="9855"/>
                  </a:srgbClr>
                </a:gs>
                <a:gs pos="71429">
                  <a:srgbClr val="FBFBFA">
                    <a:alpha val="4740"/>
                  </a:srgbClr>
                </a:gs>
                <a:gs pos="85714">
                  <a:srgbClr val="FBFBFA">
                    <a:alpha val="1902"/>
                  </a:srgbClr>
                </a:gs>
                <a:gs pos="100000">
                  <a:srgbClr val="FBFB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5741822">
              <a:off x="2086029" y="-79447"/>
              <a:ext cx="618136" cy="168639"/>
            </a:xfrm>
            <a:prstGeom prst="ellipse">
              <a:avLst/>
            </a:prstGeom>
            <a:gradFill>
              <a:gsLst>
                <a:gs pos="0">
                  <a:srgbClr val="696C6C">
                    <a:alpha val="1386"/>
                  </a:srgbClr>
                </a:gs>
                <a:gs pos="14286">
                  <a:srgbClr val="696C6C">
                    <a:alpha val="1275"/>
                  </a:srgbClr>
                </a:gs>
                <a:gs pos="28571">
                  <a:srgbClr val="696C6C">
                    <a:alpha val="991"/>
                  </a:srgbClr>
                </a:gs>
                <a:gs pos="42857">
                  <a:srgbClr val="696C6C">
                    <a:alpha val="651"/>
                  </a:srgbClr>
                </a:gs>
                <a:gs pos="57143">
                  <a:srgbClr val="696C6C">
                    <a:alpha val="361"/>
                  </a:srgbClr>
                </a:gs>
                <a:gs pos="71429">
                  <a:srgbClr val="696C6C">
                    <a:alpha val="169"/>
                  </a:srgbClr>
                </a:gs>
                <a:gs pos="85714">
                  <a:srgbClr val="696C6C">
                    <a:alpha val="67"/>
                  </a:srgbClr>
                </a:gs>
                <a:gs pos="100000">
                  <a:srgbClr val="696C6C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5119791">
              <a:off x="2035986" y="1750255"/>
              <a:ext cx="639859" cy="146296"/>
            </a:xfrm>
            <a:prstGeom prst="ellipse">
              <a:avLst/>
            </a:prstGeom>
            <a:gradFill>
              <a:gsLst>
                <a:gs pos="0">
                  <a:srgbClr val="000110">
                    <a:alpha val="13796"/>
                  </a:srgbClr>
                </a:gs>
                <a:gs pos="14286">
                  <a:srgbClr val="000110">
                    <a:alpha val="12755"/>
                  </a:srgbClr>
                </a:gs>
                <a:gs pos="28571">
                  <a:srgbClr val="000110">
                    <a:alpha val="10053"/>
                  </a:srgbClr>
                </a:gs>
                <a:gs pos="42857">
                  <a:srgbClr val="000110">
                    <a:alpha val="6713"/>
                  </a:srgbClr>
                </a:gs>
                <a:gs pos="57143">
                  <a:srgbClr val="000110">
                    <a:alpha val="3777"/>
                  </a:srgbClr>
                </a:gs>
                <a:gs pos="71429">
                  <a:srgbClr val="000110">
                    <a:alpha val="1786"/>
                  </a:srgbClr>
                </a:gs>
                <a:gs pos="85714">
                  <a:srgbClr val="000110">
                    <a:alpha val="710"/>
                  </a:srgbClr>
                </a:gs>
                <a:gs pos="100000">
                  <a:srgbClr val="000110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6387315">
              <a:off x="401306" y="2230016"/>
              <a:ext cx="564575" cy="560767"/>
            </a:xfrm>
            <a:prstGeom prst="ellipse">
              <a:avLst/>
            </a:prstGeom>
            <a:gradFill>
              <a:gsLst>
                <a:gs pos="0">
                  <a:srgbClr val="4F535B">
                    <a:alpha val="2886"/>
                  </a:srgbClr>
                </a:gs>
                <a:gs pos="14286">
                  <a:srgbClr val="4F535B">
                    <a:alpha val="2655"/>
                  </a:srgbClr>
                </a:gs>
                <a:gs pos="28571">
                  <a:srgbClr val="4F535B">
                    <a:alpha val="2068"/>
                  </a:srgbClr>
                </a:gs>
                <a:gs pos="42857">
                  <a:srgbClr val="4F535B">
                    <a:alpha val="1361"/>
                  </a:srgbClr>
                </a:gs>
                <a:gs pos="57143">
                  <a:srgbClr val="4F535B">
                    <a:alpha val="757"/>
                  </a:srgbClr>
                </a:gs>
                <a:gs pos="71429">
                  <a:srgbClr val="4F535B">
                    <a:alpha val="355"/>
                  </a:srgbClr>
                </a:gs>
                <a:gs pos="85714">
                  <a:srgbClr val="4F535B">
                    <a:alpha val="140"/>
                  </a:srgbClr>
                </a:gs>
                <a:gs pos="100000">
                  <a:srgbClr val="4F535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515971">
              <a:off x="412365" y="2250459"/>
              <a:ext cx="557407" cy="554229"/>
            </a:xfrm>
            <a:prstGeom prst="ellipse">
              <a:avLst/>
            </a:prstGeom>
            <a:gradFill>
              <a:gsLst>
                <a:gs pos="0">
                  <a:srgbClr val="74736F">
                    <a:alpha val="3147"/>
                  </a:srgbClr>
                </a:gs>
                <a:gs pos="14286">
                  <a:srgbClr val="74736F">
                    <a:alpha val="2896"/>
                  </a:srgbClr>
                </a:gs>
                <a:gs pos="28571">
                  <a:srgbClr val="74736F">
                    <a:alpha val="2256"/>
                  </a:srgbClr>
                </a:gs>
                <a:gs pos="42857">
                  <a:srgbClr val="74736F">
                    <a:alpha val="1486"/>
                  </a:srgbClr>
                </a:gs>
                <a:gs pos="57143">
                  <a:srgbClr val="74736F">
                    <a:alpha val="826"/>
                  </a:srgbClr>
                </a:gs>
                <a:gs pos="71429">
                  <a:srgbClr val="74736F">
                    <a:alpha val="387"/>
                  </a:srgbClr>
                </a:gs>
                <a:gs pos="85714">
                  <a:srgbClr val="74736F">
                    <a:alpha val="153"/>
                  </a:srgbClr>
                </a:gs>
                <a:gs pos="100000">
                  <a:srgbClr val="74736F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5351277">
              <a:off x="3284722" y="2549616"/>
              <a:ext cx="514586" cy="503299"/>
            </a:xfrm>
            <a:prstGeom prst="ellipse">
              <a:avLst/>
            </a:prstGeom>
            <a:gradFill>
              <a:gsLst>
                <a:gs pos="0">
                  <a:srgbClr val="757675">
                    <a:alpha val="5200"/>
                  </a:srgbClr>
                </a:gs>
                <a:gs pos="14286">
                  <a:srgbClr val="757675">
                    <a:alpha val="4790"/>
                  </a:srgbClr>
                </a:gs>
                <a:gs pos="28571">
                  <a:srgbClr val="757675">
                    <a:alpha val="3739"/>
                  </a:srgbClr>
                </a:gs>
                <a:gs pos="42857">
                  <a:srgbClr val="757675">
                    <a:alpha val="2469"/>
                  </a:srgbClr>
                </a:gs>
                <a:gs pos="57143">
                  <a:srgbClr val="757675">
                    <a:alpha val="1376"/>
                  </a:srgbClr>
                </a:gs>
                <a:gs pos="71429">
                  <a:srgbClr val="757675">
                    <a:alpha val="646"/>
                  </a:srgbClr>
                </a:gs>
                <a:gs pos="85714">
                  <a:srgbClr val="757675">
                    <a:alpha val="256"/>
                  </a:srgbClr>
                </a:gs>
                <a:gs pos="100000">
                  <a:srgbClr val="757675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4189983">
              <a:off x="1991173" y="1016660"/>
              <a:ext cx="550611" cy="540592"/>
            </a:xfrm>
            <a:prstGeom prst="ellipse">
              <a:avLst/>
            </a:prstGeom>
            <a:gradFill>
              <a:gsLst>
                <a:gs pos="0">
                  <a:srgbClr val="5C5C5C">
                    <a:alpha val="12394"/>
                  </a:srgbClr>
                </a:gs>
                <a:gs pos="14286">
                  <a:srgbClr val="5C5C5C">
                    <a:alpha val="11452"/>
                  </a:srgbClr>
                </a:gs>
                <a:gs pos="28571">
                  <a:srgbClr val="5C5C5C">
                    <a:alpha val="9011"/>
                  </a:srgbClr>
                </a:gs>
                <a:gs pos="42857">
                  <a:srgbClr val="5C5C5C">
                    <a:alpha val="6006"/>
                  </a:srgbClr>
                </a:gs>
                <a:gs pos="57143">
                  <a:srgbClr val="5C5C5C">
                    <a:alpha val="3374"/>
                  </a:srgbClr>
                </a:gs>
                <a:gs pos="71429">
                  <a:srgbClr val="5C5C5C">
                    <a:alpha val="1594"/>
                  </a:srgbClr>
                </a:gs>
                <a:gs pos="85714">
                  <a:srgbClr val="5C5C5C">
                    <a:alpha val="633"/>
                  </a:srgbClr>
                </a:gs>
                <a:gs pos="100000">
                  <a:srgbClr val="5C5C5C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4878358">
              <a:off x="2545589" y="2576666"/>
              <a:ext cx="790353" cy="1042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7754659">
              <a:off x="-56349" y="2413898"/>
              <a:ext cx="494204" cy="112680"/>
            </a:xfrm>
            <a:prstGeom prst="ellipse">
              <a:avLst/>
            </a:prstGeom>
            <a:gradFill>
              <a:gsLst>
                <a:gs pos="0">
                  <a:srgbClr val="777677">
                    <a:alpha val="1958"/>
                  </a:srgbClr>
                </a:gs>
                <a:gs pos="14286">
                  <a:srgbClr val="777677">
                    <a:alpha val="1801"/>
                  </a:srgbClr>
                </a:gs>
                <a:gs pos="28571">
                  <a:srgbClr val="777677">
                    <a:alpha val="1401"/>
                  </a:srgbClr>
                </a:gs>
                <a:gs pos="42857">
                  <a:srgbClr val="777677">
                    <a:alpha val="921"/>
                  </a:srgbClr>
                </a:gs>
                <a:gs pos="57143">
                  <a:srgbClr val="777677">
                    <a:alpha val="511"/>
                  </a:srgbClr>
                </a:gs>
                <a:gs pos="71429">
                  <a:srgbClr val="777677">
                    <a:alpha val="240"/>
                  </a:srgbClr>
                </a:gs>
                <a:gs pos="85714">
                  <a:srgbClr val="777677">
                    <a:alpha val="95"/>
                  </a:srgbClr>
                </a:gs>
                <a:gs pos="100000">
                  <a:srgbClr val="777677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9876153">
              <a:off x="216287" y="535335"/>
              <a:ext cx="586994" cy="154586"/>
            </a:xfrm>
            <a:prstGeom prst="ellipse">
              <a:avLst/>
            </a:prstGeom>
            <a:gradFill>
              <a:gsLst>
                <a:gs pos="0">
                  <a:srgbClr val="7D7C7C">
                    <a:alpha val="2163"/>
                  </a:srgbClr>
                </a:gs>
                <a:gs pos="14286">
                  <a:srgbClr val="7D7C7C">
                    <a:alpha val="1990"/>
                  </a:srgbClr>
                </a:gs>
                <a:gs pos="28571">
                  <a:srgbClr val="7D7C7C">
                    <a:alpha val="1548"/>
                  </a:srgbClr>
                </a:gs>
                <a:gs pos="42857">
                  <a:srgbClr val="7D7C7C">
                    <a:alpha val="1018"/>
                  </a:srgbClr>
                </a:gs>
                <a:gs pos="57143">
                  <a:srgbClr val="7D7C7C">
                    <a:alpha val="566"/>
                  </a:srgbClr>
                </a:gs>
                <a:gs pos="71429">
                  <a:srgbClr val="7D7C7C">
                    <a:alpha val="265"/>
                  </a:srgbClr>
                </a:gs>
                <a:gs pos="85714">
                  <a:srgbClr val="7D7C7C">
                    <a:alpha val="105"/>
                  </a:srgbClr>
                </a:gs>
                <a:gs pos="100000">
                  <a:srgbClr val="7D7C7C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8098040">
              <a:off x="14912" y="3044371"/>
              <a:ext cx="243648" cy="81863"/>
            </a:xfrm>
            <a:prstGeom prst="ellipse">
              <a:avLst/>
            </a:prstGeom>
            <a:gradFill>
              <a:gsLst>
                <a:gs pos="0">
                  <a:srgbClr val="C9C9C9">
                    <a:alpha val="17427"/>
                  </a:srgbClr>
                </a:gs>
                <a:gs pos="14286">
                  <a:srgbClr val="C9C9C9">
                    <a:alpha val="16138"/>
                  </a:srgbClr>
                </a:gs>
                <a:gs pos="28571">
                  <a:srgbClr val="C9C9C9">
                    <a:alpha val="12773"/>
                  </a:srgbClr>
                </a:gs>
                <a:gs pos="42857">
                  <a:srgbClr val="C9C9C9">
                    <a:alpha val="8573"/>
                  </a:srgbClr>
                </a:gs>
                <a:gs pos="57143">
                  <a:srgbClr val="C9C9C9">
                    <a:alpha val="4845"/>
                  </a:srgbClr>
                </a:gs>
                <a:gs pos="71429">
                  <a:srgbClr val="C9C9C9">
                    <a:alpha val="2298"/>
                  </a:srgbClr>
                </a:gs>
                <a:gs pos="85714">
                  <a:srgbClr val="C9C9C9">
                    <a:alpha val="915"/>
                  </a:srgbClr>
                </a:gs>
                <a:gs pos="100000">
                  <a:srgbClr val="C9C9C9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9546509">
              <a:off x="1010194" y="909273"/>
              <a:ext cx="559822" cy="539328"/>
            </a:xfrm>
            <a:prstGeom prst="ellipse">
              <a:avLst/>
            </a:prstGeom>
            <a:gradFill>
              <a:gsLst>
                <a:gs pos="0">
                  <a:srgbClr val="3B3B3B">
                    <a:alpha val="2577"/>
                  </a:srgbClr>
                </a:gs>
                <a:gs pos="14286">
                  <a:srgbClr val="3B3B3B">
                    <a:alpha val="2371"/>
                  </a:srgbClr>
                </a:gs>
                <a:gs pos="28571">
                  <a:srgbClr val="3B3B3B">
                    <a:alpha val="1846"/>
                  </a:srgbClr>
                </a:gs>
                <a:gs pos="42857">
                  <a:srgbClr val="3B3B3B">
                    <a:alpha val="1215"/>
                  </a:srgbClr>
                </a:gs>
                <a:gs pos="57143">
                  <a:srgbClr val="3B3B3B">
                    <a:alpha val="675"/>
                  </a:srgbClr>
                </a:gs>
                <a:gs pos="71429">
                  <a:srgbClr val="3B3B3B">
                    <a:alpha val="317"/>
                  </a:srgbClr>
                </a:gs>
                <a:gs pos="85714">
                  <a:srgbClr val="3B3B3B">
                    <a:alpha val="125"/>
                  </a:srgbClr>
                </a:gs>
                <a:gs pos="100000">
                  <a:srgbClr val="3B3B3B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4621698">
              <a:off x="674873" y="1379149"/>
              <a:ext cx="745207" cy="202628"/>
            </a:xfrm>
            <a:prstGeom prst="ellipse">
              <a:avLst/>
            </a:prstGeom>
            <a:gradFill>
              <a:gsLst>
                <a:gs pos="0">
                  <a:srgbClr val="4D4D4D">
                    <a:alpha val="5036"/>
                  </a:srgbClr>
                </a:gs>
                <a:gs pos="14286">
                  <a:srgbClr val="4D4D4D">
                    <a:alpha val="4638"/>
                  </a:srgbClr>
                </a:gs>
                <a:gs pos="28571">
                  <a:srgbClr val="4D4D4D">
                    <a:alpha val="3620"/>
                  </a:srgbClr>
                </a:gs>
                <a:gs pos="42857">
                  <a:srgbClr val="4D4D4D">
                    <a:alpha val="2390"/>
                  </a:srgbClr>
                </a:gs>
                <a:gs pos="57143">
                  <a:srgbClr val="4D4D4D">
                    <a:alpha val="1331"/>
                  </a:srgbClr>
                </a:gs>
                <a:gs pos="71429">
                  <a:srgbClr val="4D4D4D">
                    <a:alpha val="625"/>
                  </a:srgbClr>
                </a:gs>
                <a:gs pos="85714">
                  <a:srgbClr val="4D4D4D">
                    <a:alpha val="248"/>
                  </a:srgbClr>
                </a:gs>
                <a:gs pos="100000">
                  <a:srgbClr val="4D4D4D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4457094">
              <a:off x="1790604" y="2912590"/>
              <a:ext cx="759186" cy="181637"/>
            </a:xfrm>
            <a:prstGeom prst="ellipse">
              <a:avLst/>
            </a:prstGeom>
            <a:gradFill>
              <a:gsLst>
                <a:gs pos="0">
                  <a:srgbClr val="696968">
                    <a:alpha val="9383"/>
                  </a:srgbClr>
                </a:gs>
                <a:gs pos="14286">
                  <a:srgbClr val="696968">
                    <a:alpha val="8658"/>
                  </a:srgbClr>
                </a:gs>
                <a:gs pos="28571">
                  <a:srgbClr val="696968">
                    <a:alpha val="6790"/>
                  </a:srgbClr>
                </a:gs>
                <a:gs pos="42857">
                  <a:srgbClr val="696968">
                    <a:alpha val="4507"/>
                  </a:srgbClr>
                </a:gs>
                <a:gs pos="57143">
                  <a:srgbClr val="696968">
                    <a:alpha val="2523"/>
                  </a:srgbClr>
                </a:gs>
                <a:gs pos="71429">
                  <a:srgbClr val="696968">
                    <a:alpha val="1189"/>
                  </a:srgbClr>
                </a:gs>
                <a:gs pos="85714">
                  <a:srgbClr val="696968">
                    <a:alpha val="472"/>
                  </a:srgbClr>
                </a:gs>
                <a:gs pos="100000">
                  <a:srgbClr val="696968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-10742307">
              <a:off x="1972796" y="2572404"/>
              <a:ext cx="528759" cy="525883"/>
            </a:xfrm>
            <a:prstGeom prst="ellipse">
              <a:avLst/>
            </a:prstGeom>
            <a:gradFill>
              <a:gsLst>
                <a:gs pos="0">
                  <a:srgbClr val="636262">
                    <a:alpha val="1228"/>
                  </a:srgbClr>
                </a:gs>
                <a:gs pos="14286">
                  <a:srgbClr val="636262">
                    <a:alpha val="1130"/>
                  </a:srgbClr>
                </a:gs>
                <a:gs pos="28571">
                  <a:srgbClr val="636262">
                    <a:alpha val="878"/>
                  </a:srgbClr>
                </a:gs>
                <a:gs pos="42857">
                  <a:srgbClr val="636262">
                    <a:alpha val="577"/>
                  </a:srgbClr>
                </a:gs>
                <a:gs pos="57143">
                  <a:srgbClr val="636262">
                    <a:alpha val="320"/>
                  </a:srgbClr>
                </a:gs>
                <a:gs pos="71429">
                  <a:srgbClr val="636262">
                    <a:alpha val="150"/>
                  </a:srgbClr>
                </a:gs>
                <a:gs pos="85714">
                  <a:srgbClr val="636262">
                    <a:alpha val="59"/>
                  </a:srgbClr>
                </a:gs>
                <a:gs pos="100000">
                  <a:srgbClr val="636262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10551707">
              <a:off x="621121" y="838118"/>
              <a:ext cx="536200" cy="526504"/>
            </a:xfrm>
            <a:prstGeom prst="ellipse">
              <a:avLst/>
            </a:prstGeom>
            <a:gradFill>
              <a:gsLst>
                <a:gs pos="0">
                  <a:srgbClr val="393D43">
                    <a:alpha val="1405"/>
                  </a:srgbClr>
                </a:gs>
                <a:gs pos="14286">
                  <a:srgbClr val="393D43">
                    <a:alpha val="1293"/>
                  </a:srgbClr>
                </a:gs>
                <a:gs pos="28571">
                  <a:srgbClr val="393D43">
                    <a:alpha val="1005"/>
                  </a:srgbClr>
                </a:gs>
                <a:gs pos="42857">
                  <a:srgbClr val="393D43">
                    <a:alpha val="660"/>
                  </a:srgbClr>
                </a:gs>
                <a:gs pos="57143">
                  <a:srgbClr val="393D43">
                    <a:alpha val="366"/>
                  </a:srgbClr>
                </a:gs>
                <a:gs pos="71429">
                  <a:srgbClr val="393D43">
                    <a:alpha val="172"/>
                  </a:srgbClr>
                </a:gs>
                <a:gs pos="85714">
                  <a:srgbClr val="393D43">
                    <a:alpha val="68"/>
                  </a:srgbClr>
                </a:gs>
                <a:gs pos="100000">
                  <a:srgbClr val="393D43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10734268">
              <a:off x="1654236" y="1064905"/>
              <a:ext cx="195127" cy="596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4246000">
              <a:off x="1977534" y="909352"/>
              <a:ext cx="526583" cy="516551"/>
            </a:xfrm>
            <a:prstGeom prst="ellipse">
              <a:avLst/>
            </a:prstGeom>
            <a:gradFill>
              <a:gsLst>
                <a:gs pos="0">
                  <a:srgbClr val="606161">
                    <a:alpha val="8499"/>
                  </a:srgbClr>
                </a:gs>
                <a:gs pos="14286">
                  <a:srgbClr val="606161">
                    <a:alpha val="7839"/>
                  </a:srgbClr>
                </a:gs>
                <a:gs pos="28571">
                  <a:srgbClr val="606161">
                    <a:alpha val="6142"/>
                  </a:srgbClr>
                </a:gs>
                <a:gs pos="42857">
                  <a:srgbClr val="606161">
                    <a:alpha val="4072"/>
                  </a:srgbClr>
                </a:gs>
                <a:gs pos="57143">
                  <a:srgbClr val="606161">
                    <a:alpha val="2277"/>
                  </a:srgbClr>
                </a:gs>
                <a:gs pos="71429">
                  <a:srgbClr val="606161">
                    <a:alpha val="1073"/>
                  </a:srgbClr>
                </a:gs>
                <a:gs pos="85714">
                  <a:srgbClr val="606161">
                    <a:alpha val="426"/>
                  </a:srgbClr>
                </a:gs>
                <a:gs pos="100000">
                  <a:srgbClr val="606161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10576283">
              <a:off x="793842" y="2241200"/>
              <a:ext cx="555924" cy="548814"/>
            </a:xfrm>
            <a:prstGeom prst="ellipse">
              <a:avLst/>
            </a:prstGeom>
            <a:gradFill>
              <a:gsLst>
                <a:gs pos="0">
                  <a:srgbClr val="5D5E5E">
                    <a:alpha val="9971"/>
                  </a:srgbClr>
                </a:gs>
                <a:gs pos="14286">
                  <a:srgbClr val="5D5E5E">
                    <a:alpha val="9203"/>
                  </a:srgbClr>
                </a:gs>
                <a:gs pos="28571">
                  <a:srgbClr val="5D5E5E">
                    <a:alpha val="7222"/>
                  </a:srgbClr>
                </a:gs>
                <a:gs pos="42857">
                  <a:srgbClr val="5D5E5E">
                    <a:alpha val="4798"/>
                  </a:srgbClr>
                </a:gs>
                <a:gs pos="57143">
                  <a:srgbClr val="5D5E5E">
                    <a:alpha val="2688"/>
                  </a:srgbClr>
                </a:gs>
                <a:gs pos="71429">
                  <a:srgbClr val="5D5E5E">
                    <a:alpha val="1267"/>
                  </a:srgbClr>
                </a:gs>
                <a:gs pos="85714">
                  <a:srgbClr val="5D5E5E">
                    <a:alpha val="503"/>
                  </a:srgbClr>
                </a:gs>
                <a:gs pos="100000">
                  <a:srgbClr val="5D5E5E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4737954">
              <a:off x="3211120" y="1131145"/>
              <a:ext cx="459144" cy="31859"/>
            </a:xfrm>
            <a:prstGeom prst="ellipse">
              <a:avLst/>
            </a:prstGeom>
            <a:gradFill>
              <a:gsLst>
                <a:gs pos="0">
                  <a:srgbClr val="E8E9E8">
                    <a:alpha val="23055"/>
                  </a:srgbClr>
                </a:gs>
                <a:gs pos="14286">
                  <a:srgbClr val="E8E9E8">
                    <a:alpha val="21406"/>
                  </a:srgbClr>
                </a:gs>
                <a:gs pos="28571">
                  <a:srgbClr val="E8E9E8">
                    <a:alpha val="17058"/>
                  </a:srgbClr>
                </a:gs>
                <a:gs pos="42857">
                  <a:srgbClr val="E8E9E8">
                    <a:alpha val="11545"/>
                  </a:srgbClr>
                </a:gs>
                <a:gs pos="57143">
                  <a:srgbClr val="E8E9E8">
                    <a:alpha val="6572"/>
                  </a:srgbClr>
                </a:gs>
                <a:gs pos="71429">
                  <a:srgbClr val="E8E9E8">
                    <a:alpha val="3132"/>
                  </a:srgbClr>
                </a:gs>
                <a:gs pos="85714">
                  <a:srgbClr val="E8E9E8">
                    <a:alpha val="1250"/>
                  </a:srgbClr>
                </a:gs>
                <a:gs pos="100000">
                  <a:srgbClr val="E8E9E8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5146016">
              <a:off x="76522" y="534186"/>
              <a:ext cx="559983" cy="551331"/>
            </a:xfrm>
            <a:prstGeom prst="ellipse">
              <a:avLst/>
            </a:prstGeom>
            <a:gradFill>
              <a:gsLst>
                <a:gs pos="0">
                  <a:srgbClr val="646565">
                    <a:alpha val="6609"/>
                  </a:srgbClr>
                </a:gs>
                <a:gs pos="14286">
                  <a:srgbClr val="646565">
                    <a:alpha val="6091"/>
                  </a:srgbClr>
                </a:gs>
                <a:gs pos="28571">
                  <a:srgbClr val="646565">
                    <a:alpha val="4762"/>
                  </a:srgbClr>
                </a:gs>
                <a:gs pos="42857">
                  <a:srgbClr val="646565">
                    <a:alpha val="3150"/>
                  </a:srgbClr>
                </a:gs>
                <a:gs pos="57143">
                  <a:srgbClr val="646565">
                    <a:alpha val="1758"/>
                  </a:srgbClr>
                </a:gs>
                <a:gs pos="71429">
                  <a:srgbClr val="646565">
                    <a:alpha val="827"/>
                  </a:srgbClr>
                </a:gs>
                <a:gs pos="85714">
                  <a:srgbClr val="646565">
                    <a:alpha val="328"/>
                  </a:srgbClr>
                </a:gs>
                <a:gs pos="100000">
                  <a:srgbClr val="646565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5583391">
              <a:off x="3000279" y="1717410"/>
              <a:ext cx="654053" cy="181784"/>
            </a:xfrm>
            <a:prstGeom prst="ellipse">
              <a:avLst/>
            </a:prstGeom>
            <a:gradFill>
              <a:gsLst>
                <a:gs pos="0">
                  <a:srgbClr val="919291">
                    <a:alpha val="6706"/>
                  </a:srgbClr>
                </a:gs>
                <a:gs pos="14286">
                  <a:srgbClr val="919291">
                    <a:alpha val="6181"/>
                  </a:srgbClr>
                </a:gs>
                <a:gs pos="28571">
                  <a:srgbClr val="919291">
                    <a:alpha val="4833"/>
                  </a:srgbClr>
                </a:gs>
                <a:gs pos="42857">
                  <a:srgbClr val="919291">
                    <a:alpha val="3197"/>
                  </a:srgbClr>
                </a:gs>
                <a:gs pos="57143">
                  <a:srgbClr val="919291">
                    <a:alpha val="1784"/>
                  </a:srgbClr>
                </a:gs>
                <a:gs pos="71429">
                  <a:srgbClr val="919291">
                    <a:alpha val="839"/>
                  </a:srgbClr>
                </a:gs>
                <a:gs pos="85714">
                  <a:srgbClr val="919291">
                    <a:alpha val="333"/>
                  </a:srgbClr>
                </a:gs>
                <a:gs pos="100000">
                  <a:srgbClr val="919291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5612991">
              <a:off x="593678" y="1276446"/>
              <a:ext cx="438496" cy="53239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5400000">
              <a:off x="2459382" y="892307"/>
              <a:ext cx="59025" cy="59025"/>
            </a:xfrm>
            <a:prstGeom prst="ellipse">
              <a:avLst/>
            </a:prstGeom>
            <a:gradFill>
              <a:gsLst>
                <a:gs pos="0">
                  <a:srgbClr val="A5A6A5">
                    <a:alpha val="14105"/>
                  </a:srgbClr>
                </a:gs>
                <a:gs pos="14286">
                  <a:srgbClr val="A5A6A5">
                    <a:alpha val="13042"/>
                  </a:srgbClr>
                </a:gs>
                <a:gs pos="28571">
                  <a:srgbClr val="A5A6A5">
                    <a:alpha val="10282"/>
                  </a:srgbClr>
                </a:gs>
                <a:gs pos="42857">
                  <a:srgbClr val="A5A6A5">
                    <a:alpha val="6870"/>
                  </a:srgbClr>
                </a:gs>
                <a:gs pos="57143">
                  <a:srgbClr val="A5A6A5">
                    <a:alpha val="3867"/>
                  </a:srgbClr>
                </a:gs>
                <a:gs pos="71429">
                  <a:srgbClr val="A5A6A5">
                    <a:alpha val="1829"/>
                  </a:srgbClr>
                </a:gs>
                <a:gs pos="85714">
                  <a:srgbClr val="A5A6A5">
                    <a:alpha val="727"/>
                  </a:srgbClr>
                </a:gs>
                <a:gs pos="100000">
                  <a:srgbClr val="A5A6A5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623334">
              <a:off x="-42441" y="1379131"/>
              <a:ext cx="759877" cy="62795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4518885">
              <a:off x="2298358" y="2802966"/>
              <a:ext cx="732677" cy="158482"/>
            </a:xfrm>
            <a:prstGeom prst="ellipse">
              <a:avLst/>
            </a:prstGeom>
            <a:gradFill>
              <a:gsLst>
                <a:gs pos="0">
                  <a:srgbClr val="5A5A58">
                    <a:alpha val="26399"/>
                  </a:srgbClr>
                </a:gs>
                <a:gs pos="14286">
                  <a:srgbClr val="5A5A58">
                    <a:alpha val="24551"/>
                  </a:srgbClr>
                </a:gs>
                <a:gs pos="28571">
                  <a:srgbClr val="5A5A58">
                    <a:alpha val="19647"/>
                  </a:srgbClr>
                </a:gs>
                <a:gs pos="42857">
                  <a:srgbClr val="5A5A58">
                    <a:alpha val="13366"/>
                  </a:srgbClr>
                </a:gs>
                <a:gs pos="57143">
                  <a:srgbClr val="5A5A58">
                    <a:alpha val="7642"/>
                  </a:srgbClr>
                </a:gs>
                <a:gs pos="71429">
                  <a:srgbClr val="5A5A58">
                    <a:alpha val="3653"/>
                  </a:srgbClr>
                </a:gs>
                <a:gs pos="85714">
                  <a:srgbClr val="5A5A58">
                    <a:alpha val="1461"/>
                  </a:srgbClr>
                </a:gs>
                <a:gs pos="100000">
                  <a:srgbClr val="5A5A58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4345155">
              <a:off x="86995" y="1790599"/>
              <a:ext cx="532959" cy="532883"/>
            </a:xfrm>
            <a:prstGeom prst="ellipse">
              <a:avLst/>
            </a:prstGeom>
            <a:gradFill>
              <a:gsLst>
                <a:gs pos="0">
                  <a:srgbClr val="3D3D3D">
                    <a:alpha val="6592"/>
                  </a:srgbClr>
                </a:gs>
                <a:gs pos="14286">
                  <a:srgbClr val="3D3D3D">
                    <a:alpha val="6075"/>
                  </a:srgbClr>
                </a:gs>
                <a:gs pos="28571">
                  <a:srgbClr val="3D3D3D">
                    <a:alpha val="4750"/>
                  </a:srgbClr>
                </a:gs>
                <a:gs pos="42857">
                  <a:srgbClr val="3D3D3D">
                    <a:alpha val="3142"/>
                  </a:srgbClr>
                </a:gs>
                <a:gs pos="57143">
                  <a:srgbClr val="3D3D3D">
                    <a:alpha val="1753"/>
                  </a:srgbClr>
                </a:gs>
                <a:gs pos="71429">
                  <a:srgbClr val="3D3D3D">
                    <a:alpha val="824"/>
                  </a:srgbClr>
                </a:gs>
                <a:gs pos="85714">
                  <a:srgbClr val="3D3D3D">
                    <a:alpha val="327"/>
                  </a:srgbClr>
                </a:gs>
                <a:gs pos="100000">
                  <a:srgbClr val="3D3D3D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5790845">
              <a:off x="1748921" y="953844"/>
              <a:ext cx="528047" cy="525932"/>
            </a:xfrm>
            <a:prstGeom prst="ellipse">
              <a:avLst/>
            </a:prstGeom>
            <a:gradFill>
              <a:gsLst>
                <a:gs pos="0">
                  <a:srgbClr val="363634">
                    <a:alpha val="1972"/>
                  </a:srgbClr>
                </a:gs>
                <a:gs pos="14286">
                  <a:srgbClr val="363634">
                    <a:alpha val="1814"/>
                  </a:srgbClr>
                </a:gs>
                <a:gs pos="28571">
                  <a:srgbClr val="363634">
                    <a:alpha val="1411"/>
                  </a:srgbClr>
                </a:gs>
                <a:gs pos="42857">
                  <a:srgbClr val="363634">
                    <a:alpha val="928"/>
                  </a:srgbClr>
                </a:gs>
                <a:gs pos="57143">
                  <a:srgbClr val="363634">
                    <a:alpha val="515"/>
                  </a:srgbClr>
                </a:gs>
                <a:gs pos="71429">
                  <a:srgbClr val="363634">
                    <a:alpha val="242"/>
                  </a:srgbClr>
                </a:gs>
                <a:gs pos="85714">
                  <a:srgbClr val="363634">
                    <a:alpha val="96"/>
                  </a:srgbClr>
                </a:gs>
                <a:gs pos="100000">
                  <a:srgbClr val="363634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5594187">
              <a:off x="262915" y="1469481"/>
              <a:ext cx="652127" cy="133319"/>
            </a:xfrm>
            <a:prstGeom prst="ellipse">
              <a:avLst/>
            </a:prstGeom>
            <a:gradFill>
              <a:gsLst>
                <a:gs pos="0">
                  <a:srgbClr val="939293">
                    <a:alpha val="18209"/>
                  </a:srgbClr>
                </a:gs>
                <a:gs pos="14286">
                  <a:srgbClr val="939293">
                    <a:alpha val="16869"/>
                  </a:srgbClr>
                </a:gs>
                <a:gs pos="28571">
                  <a:srgbClr val="939293">
                    <a:alpha val="13363"/>
                  </a:srgbClr>
                </a:gs>
                <a:gs pos="42857">
                  <a:srgbClr val="939293">
                    <a:alpha val="8980"/>
                  </a:srgbClr>
                </a:gs>
                <a:gs pos="57143">
                  <a:srgbClr val="939293">
                    <a:alpha val="5080"/>
                  </a:srgbClr>
                </a:gs>
                <a:gs pos="71429">
                  <a:srgbClr val="939293">
                    <a:alpha val="2411"/>
                  </a:srgbClr>
                </a:gs>
                <a:gs pos="85714">
                  <a:srgbClr val="939293">
                    <a:alpha val="960"/>
                  </a:srgbClr>
                </a:gs>
                <a:gs pos="100000">
                  <a:srgbClr val="939293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10258331">
              <a:off x="1315824" y="2007100"/>
              <a:ext cx="556428" cy="532639"/>
            </a:xfrm>
            <a:prstGeom prst="ellipse">
              <a:avLst/>
            </a:prstGeom>
            <a:gradFill>
              <a:gsLst>
                <a:gs pos="0">
                  <a:srgbClr val="5F5E5F">
                    <a:alpha val="5817"/>
                  </a:srgbClr>
                </a:gs>
                <a:gs pos="14286">
                  <a:srgbClr val="5F5E5F">
                    <a:alpha val="5359"/>
                  </a:srgbClr>
                </a:gs>
                <a:gs pos="28571">
                  <a:srgbClr val="5F5E5F">
                    <a:alpha val="4187"/>
                  </a:srgbClr>
                </a:gs>
                <a:gs pos="42857">
                  <a:srgbClr val="5F5E5F">
                    <a:alpha val="2766"/>
                  </a:srgbClr>
                </a:gs>
                <a:gs pos="57143">
                  <a:srgbClr val="5F5E5F">
                    <a:alpha val="1542"/>
                  </a:srgbClr>
                </a:gs>
                <a:gs pos="71429">
                  <a:srgbClr val="5F5E5F">
                    <a:alpha val="725"/>
                  </a:srgbClr>
                </a:gs>
                <a:gs pos="85714">
                  <a:srgbClr val="5F5E5F">
                    <a:alpha val="287"/>
                  </a:srgbClr>
                </a:gs>
                <a:gs pos="100000">
                  <a:srgbClr val="5F5E5F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-10632110">
              <a:off x="2630683" y="2598706"/>
              <a:ext cx="537121" cy="535356"/>
            </a:xfrm>
            <a:prstGeom prst="ellipse">
              <a:avLst/>
            </a:prstGeom>
            <a:gradFill>
              <a:gsLst>
                <a:gs pos="0">
                  <a:srgbClr val="000000">
                    <a:alpha val="1924"/>
                  </a:srgbClr>
                </a:gs>
                <a:gs pos="14286">
                  <a:srgbClr val="000000">
                    <a:alpha val="1769"/>
                  </a:srgbClr>
                </a:gs>
                <a:gs pos="28571">
                  <a:srgbClr val="000000">
                    <a:alpha val="1377"/>
                  </a:srgbClr>
                </a:gs>
                <a:gs pos="42857">
                  <a:srgbClr val="000000">
                    <a:alpha val="905"/>
                  </a:srgbClr>
                </a:gs>
                <a:gs pos="57143">
                  <a:srgbClr val="000000">
                    <a:alpha val="503"/>
                  </a:srgbClr>
                </a:gs>
                <a:gs pos="71429">
                  <a:srgbClr val="000000">
                    <a:alpha val="236"/>
                  </a:srgbClr>
                </a:gs>
                <a:gs pos="85714">
                  <a:srgbClr val="000000">
                    <a:alpha val="93"/>
                  </a:srgbClr>
                </a:gs>
                <a:gs pos="100000">
                  <a:srgbClr val="000000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5400000">
              <a:off x="2371127" y="2782346"/>
              <a:ext cx="59947" cy="59947"/>
            </a:xfrm>
            <a:prstGeom prst="ellipse">
              <a:avLst/>
            </a:prstGeom>
            <a:gradFill>
              <a:gsLst>
                <a:gs pos="0">
                  <a:srgbClr val="979797">
                    <a:alpha val="13858"/>
                  </a:srgbClr>
                </a:gs>
                <a:gs pos="14286">
                  <a:srgbClr val="979797">
                    <a:alpha val="12812"/>
                  </a:srgbClr>
                </a:gs>
                <a:gs pos="28571">
                  <a:srgbClr val="979797">
                    <a:alpha val="10099"/>
                  </a:srgbClr>
                </a:gs>
                <a:gs pos="42857">
                  <a:srgbClr val="979797">
                    <a:alpha val="6745"/>
                  </a:srgbClr>
                </a:gs>
                <a:gs pos="57143">
                  <a:srgbClr val="979797">
                    <a:alpha val="3795"/>
                  </a:srgbClr>
                </a:gs>
                <a:gs pos="71429">
                  <a:srgbClr val="979797">
                    <a:alpha val="1795"/>
                  </a:srgbClr>
                </a:gs>
                <a:gs pos="85714">
                  <a:srgbClr val="979797">
                    <a:alpha val="714"/>
                  </a:srgbClr>
                </a:gs>
                <a:gs pos="100000">
                  <a:srgbClr val="979797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-9670276">
              <a:off x="1106531" y="928661"/>
              <a:ext cx="554615" cy="545147"/>
            </a:xfrm>
            <a:prstGeom prst="ellipse">
              <a:avLst/>
            </a:prstGeom>
            <a:gradFill>
              <a:gsLst>
                <a:gs pos="0">
                  <a:srgbClr val="5A5B5B">
                    <a:alpha val="3733"/>
                  </a:srgbClr>
                </a:gs>
                <a:gs pos="14286">
                  <a:srgbClr val="5A5B5B">
                    <a:alpha val="3437"/>
                  </a:srgbClr>
                </a:gs>
                <a:gs pos="28571">
                  <a:srgbClr val="5A5B5B">
                    <a:alpha val="2679"/>
                  </a:srgbClr>
                </a:gs>
                <a:gs pos="42857">
                  <a:srgbClr val="5A5B5B">
                    <a:alpha val="1765"/>
                  </a:srgbClr>
                </a:gs>
                <a:gs pos="57143">
                  <a:srgbClr val="5A5B5B">
                    <a:alpha val="982"/>
                  </a:srgbClr>
                </a:gs>
                <a:gs pos="71429">
                  <a:srgbClr val="5A5B5B">
                    <a:alpha val="461"/>
                  </a:srgbClr>
                </a:gs>
                <a:gs pos="85714">
                  <a:srgbClr val="5A5B5B">
                    <a:alpha val="183"/>
                  </a:srgbClr>
                </a:gs>
                <a:gs pos="100000">
                  <a:srgbClr val="5A5B5B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4770343">
              <a:off x="2510206" y="786805"/>
              <a:ext cx="400068" cy="501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5069894">
              <a:off x="2528727" y="870436"/>
              <a:ext cx="548382" cy="544098"/>
            </a:xfrm>
            <a:prstGeom prst="ellipse">
              <a:avLst/>
            </a:prstGeom>
            <a:gradFill>
              <a:gsLst>
                <a:gs pos="0">
                  <a:srgbClr val="7B7B7B">
                    <a:alpha val="3985"/>
                  </a:srgbClr>
                </a:gs>
                <a:gs pos="14286">
                  <a:srgbClr val="7B7B7B">
                    <a:alpha val="3669"/>
                  </a:srgbClr>
                </a:gs>
                <a:gs pos="28571">
                  <a:srgbClr val="7B7B7B">
                    <a:alpha val="2860"/>
                  </a:srgbClr>
                </a:gs>
                <a:gs pos="42857">
                  <a:srgbClr val="7B7B7B">
                    <a:alpha val="1886"/>
                  </a:srgbClr>
                </a:gs>
                <a:gs pos="57143">
                  <a:srgbClr val="7B7B7B">
                    <a:alpha val="1049"/>
                  </a:srgbClr>
                </a:gs>
                <a:gs pos="71429">
                  <a:srgbClr val="7B7B7B">
                    <a:alpha val="493"/>
                  </a:srgbClr>
                </a:gs>
                <a:gs pos="85714">
                  <a:srgbClr val="7B7B7B">
                    <a:alpha val="195"/>
                  </a:srgbClr>
                </a:gs>
                <a:gs pos="100000">
                  <a:srgbClr val="7B7B7B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-10330645">
              <a:off x="1996746" y="2575427"/>
              <a:ext cx="528975" cy="523099"/>
            </a:xfrm>
            <a:prstGeom prst="ellipse">
              <a:avLst/>
            </a:prstGeom>
            <a:gradFill>
              <a:gsLst>
                <a:gs pos="0">
                  <a:srgbClr val="696767">
                    <a:alpha val="2255"/>
                  </a:srgbClr>
                </a:gs>
                <a:gs pos="14286">
                  <a:srgbClr val="696767">
                    <a:alpha val="2075"/>
                  </a:srgbClr>
                </a:gs>
                <a:gs pos="28571">
                  <a:srgbClr val="696767">
                    <a:alpha val="1615"/>
                  </a:srgbClr>
                </a:gs>
                <a:gs pos="42857">
                  <a:srgbClr val="696767">
                    <a:alpha val="1062"/>
                  </a:srgbClr>
                </a:gs>
                <a:gs pos="57143">
                  <a:srgbClr val="696767">
                    <a:alpha val="590"/>
                  </a:srgbClr>
                </a:gs>
                <a:gs pos="71429">
                  <a:srgbClr val="696767">
                    <a:alpha val="277"/>
                  </a:srgbClr>
                </a:gs>
                <a:gs pos="85714">
                  <a:srgbClr val="696767">
                    <a:alpha val="109"/>
                  </a:srgbClr>
                </a:gs>
                <a:gs pos="100000">
                  <a:srgbClr val="696767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5246491">
              <a:off x="2605430" y="77441"/>
              <a:ext cx="466219" cy="860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5594792">
              <a:off x="870521" y="75557"/>
              <a:ext cx="541040" cy="52584"/>
            </a:xfrm>
            <a:prstGeom prst="ellipse">
              <a:avLst/>
            </a:prstGeom>
            <a:gradFill>
              <a:gsLst>
                <a:gs pos="0">
                  <a:srgbClr val="D5D4D4">
                    <a:alpha val="32968"/>
                  </a:srgbClr>
                </a:gs>
                <a:gs pos="14286">
                  <a:srgbClr val="D5D4D4">
                    <a:alpha val="30764"/>
                  </a:srgbClr>
                </a:gs>
                <a:gs pos="28571">
                  <a:srgbClr val="D5D4D4">
                    <a:alpha val="24833"/>
                  </a:srgbClr>
                </a:gs>
                <a:gs pos="42857">
                  <a:srgbClr val="D5D4D4">
                    <a:alpha val="17075"/>
                  </a:srgbClr>
                </a:gs>
                <a:gs pos="57143">
                  <a:srgbClr val="D5D4D4">
                    <a:alpha val="9855"/>
                  </a:srgbClr>
                </a:gs>
                <a:gs pos="71429">
                  <a:srgbClr val="D5D4D4">
                    <a:alpha val="4740"/>
                  </a:srgbClr>
                </a:gs>
                <a:gs pos="85714">
                  <a:srgbClr val="D5D4D4">
                    <a:alpha val="1902"/>
                  </a:srgbClr>
                </a:gs>
                <a:gs pos="100000">
                  <a:srgbClr val="D5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5655116">
              <a:off x="422929" y="1030934"/>
              <a:ext cx="374668" cy="60787"/>
            </a:xfrm>
            <a:prstGeom prst="ellipse">
              <a:avLst/>
            </a:prstGeom>
            <a:gradFill>
              <a:gsLst>
                <a:gs pos="0">
                  <a:srgbClr val="E4E4E4">
                    <a:alpha val="29562"/>
                  </a:srgbClr>
                </a:gs>
                <a:gs pos="14286">
                  <a:srgbClr val="E4E4E4">
                    <a:alpha val="27537"/>
                  </a:srgbClr>
                </a:gs>
                <a:gs pos="28571">
                  <a:srgbClr val="E4E4E4">
                    <a:alpha val="22127"/>
                  </a:srgbClr>
                </a:gs>
                <a:gs pos="42857">
                  <a:srgbClr val="E4E4E4">
                    <a:alpha val="15129"/>
                  </a:srgbClr>
                </a:gs>
                <a:gs pos="57143">
                  <a:srgbClr val="E4E4E4">
                    <a:alpha val="8688"/>
                  </a:srgbClr>
                </a:gs>
                <a:gs pos="71429">
                  <a:srgbClr val="E4E4E4">
                    <a:alpha val="4165"/>
                  </a:srgbClr>
                </a:gs>
                <a:gs pos="85714">
                  <a:srgbClr val="E4E4E4">
                    <a:alpha val="1668"/>
                  </a:srgbClr>
                </a:gs>
                <a:gs pos="100000">
                  <a:srgbClr val="E4E4E4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7276465">
              <a:off x="458036" y="1343132"/>
              <a:ext cx="717592" cy="201589"/>
            </a:xfrm>
            <a:prstGeom prst="ellipse">
              <a:avLst/>
            </a:prstGeom>
            <a:gradFill>
              <a:gsLst>
                <a:gs pos="0">
                  <a:srgbClr val="0D0900">
                    <a:alpha val="4400"/>
                  </a:srgbClr>
                </a:gs>
                <a:gs pos="14286">
                  <a:srgbClr val="0D0900">
                    <a:alpha val="4052"/>
                  </a:srgbClr>
                </a:gs>
                <a:gs pos="28571">
                  <a:srgbClr val="0D0900">
                    <a:alpha val="3160"/>
                  </a:srgbClr>
                </a:gs>
                <a:gs pos="42857">
                  <a:srgbClr val="0D0900">
                    <a:alpha val="2084"/>
                  </a:srgbClr>
                </a:gs>
                <a:gs pos="57143">
                  <a:srgbClr val="0D0900">
                    <a:alpha val="1160"/>
                  </a:srgbClr>
                </a:gs>
                <a:gs pos="71429">
                  <a:srgbClr val="0D0900">
                    <a:alpha val="545"/>
                  </a:srgbClr>
                </a:gs>
                <a:gs pos="85714">
                  <a:srgbClr val="0D0900">
                    <a:alpha val="216"/>
                  </a:srgbClr>
                </a:gs>
                <a:gs pos="100000">
                  <a:srgbClr val="0D090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4414099">
              <a:off x="536389" y="379724"/>
              <a:ext cx="647522" cy="179025"/>
            </a:xfrm>
            <a:prstGeom prst="ellipse">
              <a:avLst/>
            </a:prstGeom>
            <a:gradFill>
              <a:gsLst>
                <a:gs pos="0">
                  <a:srgbClr val="656767">
                    <a:alpha val="9356"/>
                  </a:srgbClr>
                </a:gs>
                <a:gs pos="14286">
                  <a:srgbClr val="656767">
                    <a:alpha val="8633"/>
                  </a:srgbClr>
                </a:gs>
                <a:gs pos="28571">
                  <a:srgbClr val="656767">
                    <a:alpha val="6770"/>
                  </a:srgbClr>
                </a:gs>
                <a:gs pos="42857">
                  <a:srgbClr val="656767">
                    <a:alpha val="4494"/>
                  </a:srgbClr>
                </a:gs>
                <a:gs pos="57143">
                  <a:srgbClr val="656767">
                    <a:alpha val="2516"/>
                  </a:srgbClr>
                </a:gs>
                <a:gs pos="71429">
                  <a:srgbClr val="656767">
                    <a:alpha val="1186"/>
                  </a:srgbClr>
                </a:gs>
                <a:gs pos="85714">
                  <a:srgbClr val="656767">
                    <a:alpha val="471"/>
                  </a:srgbClr>
                </a:gs>
                <a:gs pos="100000">
                  <a:srgbClr val="656767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10190228">
              <a:off x="1967064" y="2461767"/>
              <a:ext cx="532243" cy="528692"/>
            </a:xfrm>
            <a:prstGeom prst="ellipse">
              <a:avLst/>
            </a:prstGeom>
            <a:gradFill>
              <a:gsLst>
                <a:gs pos="0">
                  <a:srgbClr val="4B494C">
                    <a:alpha val="2069"/>
                  </a:srgbClr>
                </a:gs>
                <a:gs pos="14286">
                  <a:srgbClr val="4B494C">
                    <a:alpha val="1903"/>
                  </a:srgbClr>
                </a:gs>
                <a:gs pos="28571">
                  <a:srgbClr val="4B494C">
                    <a:alpha val="1481"/>
                  </a:srgbClr>
                </a:gs>
                <a:gs pos="42857">
                  <a:srgbClr val="4B494C">
                    <a:alpha val="974"/>
                  </a:srgbClr>
                </a:gs>
                <a:gs pos="57143">
                  <a:srgbClr val="4B494C">
                    <a:alpha val="541"/>
                  </a:srgbClr>
                </a:gs>
                <a:gs pos="71429">
                  <a:srgbClr val="4B494C">
                    <a:alpha val="253"/>
                  </a:srgbClr>
                </a:gs>
                <a:gs pos="85714">
                  <a:srgbClr val="4B494C">
                    <a:alpha val="100"/>
                  </a:srgbClr>
                </a:gs>
                <a:gs pos="100000">
                  <a:srgbClr val="4B494C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7267672">
              <a:off x="1502885" y="2561408"/>
              <a:ext cx="526403" cy="524900"/>
            </a:xfrm>
            <a:prstGeom prst="ellipse">
              <a:avLst/>
            </a:prstGeom>
            <a:gradFill>
              <a:gsLst>
                <a:gs pos="0">
                  <a:srgbClr val="272828">
                    <a:alpha val="3672"/>
                  </a:srgbClr>
                </a:gs>
                <a:gs pos="14286">
                  <a:srgbClr val="272828">
                    <a:alpha val="3380"/>
                  </a:srgbClr>
                </a:gs>
                <a:gs pos="28571">
                  <a:srgbClr val="272828">
                    <a:alpha val="2634"/>
                  </a:srgbClr>
                </a:gs>
                <a:gs pos="42857">
                  <a:srgbClr val="272828">
                    <a:alpha val="1736"/>
                  </a:srgbClr>
                </a:gs>
                <a:gs pos="57143">
                  <a:srgbClr val="272828">
                    <a:alpha val="966"/>
                  </a:srgbClr>
                </a:gs>
                <a:gs pos="71429">
                  <a:srgbClr val="272828">
                    <a:alpha val="453"/>
                  </a:srgbClr>
                </a:gs>
                <a:gs pos="85714">
                  <a:srgbClr val="272828">
                    <a:alpha val="179"/>
                  </a:srgbClr>
                </a:gs>
                <a:gs pos="100000">
                  <a:srgbClr val="272828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5625669">
              <a:off x="944296" y="301120"/>
              <a:ext cx="355741" cy="53696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5794191">
              <a:off x="-46535" y="245141"/>
              <a:ext cx="590221" cy="51132"/>
            </a:xfrm>
            <a:prstGeom prst="ellipse">
              <a:avLst/>
            </a:prstGeom>
            <a:gradFill>
              <a:gsLst>
                <a:gs pos="0">
                  <a:srgbClr val="EFEEEE">
                    <a:alpha val="26650"/>
                  </a:srgbClr>
                </a:gs>
                <a:gs pos="14286">
                  <a:srgbClr val="EFEEEE">
                    <a:alpha val="24788"/>
                  </a:srgbClr>
                </a:gs>
                <a:gs pos="28571">
                  <a:srgbClr val="EFEEEE">
                    <a:alpha val="19843"/>
                  </a:srgbClr>
                </a:gs>
                <a:gs pos="42857">
                  <a:srgbClr val="EFEEEE">
                    <a:alpha val="13504"/>
                  </a:srgbClr>
                </a:gs>
                <a:gs pos="57143">
                  <a:srgbClr val="EFEEEE">
                    <a:alpha val="7724"/>
                  </a:srgbClr>
                </a:gs>
                <a:gs pos="71429">
                  <a:srgbClr val="EFEEEE">
                    <a:alpha val="3693"/>
                  </a:srgbClr>
                </a:gs>
                <a:gs pos="85714">
                  <a:srgbClr val="EFEEEE">
                    <a:alpha val="1477"/>
                  </a:srgbClr>
                </a:gs>
                <a:gs pos="100000">
                  <a:srgbClr val="EFEEEE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5306509">
              <a:off x="1933724" y="644135"/>
              <a:ext cx="684494" cy="104689"/>
            </a:xfrm>
            <a:prstGeom prst="ellipse">
              <a:avLst/>
            </a:prstGeom>
            <a:gradFill>
              <a:gsLst>
                <a:gs pos="0">
                  <a:srgbClr val="000000">
                    <a:alpha val="14154"/>
                  </a:srgbClr>
                </a:gs>
                <a:gs pos="14286">
                  <a:srgbClr val="000000">
                    <a:alpha val="13088"/>
                  </a:srgbClr>
                </a:gs>
                <a:gs pos="28571">
                  <a:srgbClr val="000000">
                    <a:alpha val="10319"/>
                  </a:srgbClr>
                </a:gs>
                <a:gs pos="42857">
                  <a:srgbClr val="000000">
                    <a:alpha val="6895"/>
                  </a:srgbClr>
                </a:gs>
                <a:gs pos="57143">
                  <a:srgbClr val="000000">
                    <a:alpha val="3881"/>
                  </a:srgbClr>
                </a:gs>
                <a:gs pos="71429">
                  <a:srgbClr val="000000">
                    <a:alpha val="1836"/>
                  </a:srgbClr>
                </a:gs>
                <a:gs pos="85714">
                  <a:srgbClr val="000000">
                    <a:alpha val="730"/>
                  </a:srgbClr>
                </a:gs>
                <a:gs pos="100000">
                  <a:srgbClr val="00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5400000">
              <a:off x="3468923" y="2829627"/>
              <a:ext cx="58372" cy="58372"/>
            </a:xfrm>
            <a:prstGeom prst="ellipse">
              <a:avLst/>
            </a:prstGeom>
            <a:gradFill>
              <a:gsLst>
                <a:gs pos="0">
                  <a:srgbClr val="696869">
                    <a:alpha val="14279"/>
                  </a:srgbClr>
                </a:gs>
                <a:gs pos="14286">
                  <a:srgbClr val="696869">
                    <a:alpha val="13204"/>
                  </a:srgbClr>
                </a:gs>
                <a:gs pos="28571">
                  <a:srgbClr val="696869">
                    <a:alpha val="10412"/>
                  </a:srgbClr>
                </a:gs>
                <a:gs pos="42857">
                  <a:srgbClr val="696869">
                    <a:alpha val="6958"/>
                  </a:srgbClr>
                </a:gs>
                <a:gs pos="57143">
                  <a:srgbClr val="696869">
                    <a:alpha val="3917"/>
                  </a:srgbClr>
                </a:gs>
                <a:gs pos="71429">
                  <a:srgbClr val="696869">
                    <a:alpha val="1853"/>
                  </a:srgbClr>
                </a:gs>
                <a:gs pos="85714">
                  <a:srgbClr val="696869">
                    <a:alpha val="737"/>
                  </a:srgbClr>
                </a:gs>
                <a:gs pos="100000">
                  <a:srgbClr val="696869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5742420">
              <a:off x="157985" y="2771723"/>
              <a:ext cx="561280" cy="70455"/>
            </a:xfrm>
            <a:prstGeom prst="ellipse">
              <a:avLst/>
            </a:prstGeom>
            <a:gradFill>
              <a:gsLst>
                <a:gs pos="0">
                  <a:srgbClr val="EAEAEA">
                    <a:alpha val="32968"/>
                  </a:srgbClr>
                </a:gs>
                <a:gs pos="14286">
                  <a:srgbClr val="EAEAEA">
                    <a:alpha val="30764"/>
                  </a:srgbClr>
                </a:gs>
                <a:gs pos="28571">
                  <a:srgbClr val="EAEAEA">
                    <a:alpha val="24833"/>
                  </a:srgbClr>
                </a:gs>
                <a:gs pos="42857">
                  <a:srgbClr val="EAEAEA">
                    <a:alpha val="17075"/>
                  </a:srgbClr>
                </a:gs>
                <a:gs pos="57143">
                  <a:srgbClr val="EAEAEA">
                    <a:alpha val="9855"/>
                  </a:srgbClr>
                </a:gs>
                <a:gs pos="71429">
                  <a:srgbClr val="EAEAEA">
                    <a:alpha val="4740"/>
                  </a:srgbClr>
                </a:gs>
                <a:gs pos="85714">
                  <a:srgbClr val="EAEAEA">
                    <a:alpha val="1902"/>
                  </a:srgbClr>
                </a:gs>
                <a:gs pos="100000">
                  <a:srgbClr val="EAEA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10684379">
              <a:off x="2540540" y="1003095"/>
              <a:ext cx="523909" cy="511886"/>
            </a:xfrm>
            <a:prstGeom prst="ellipse">
              <a:avLst/>
            </a:prstGeom>
            <a:gradFill>
              <a:gsLst>
                <a:gs pos="0">
                  <a:srgbClr val="767676">
                    <a:alpha val="3135"/>
                  </a:srgbClr>
                </a:gs>
                <a:gs pos="14286">
                  <a:srgbClr val="767676">
                    <a:alpha val="2885"/>
                  </a:srgbClr>
                </a:gs>
                <a:gs pos="28571">
                  <a:srgbClr val="767676">
                    <a:alpha val="2247"/>
                  </a:srgbClr>
                </a:gs>
                <a:gs pos="42857">
                  <a:srgbClr val="767676">
                    <a:alpha val="1480"/>
                  </a:srgbClr>
                </a:gs>
                <a:gs pos="57143">
                  <a:srgbClr val="767676">
                    <a:alpha val="823"/>
                  </a:srgbClr>
                </a:gs>
                <a:gs pos="71429">
                  <a:srgbClr val="767676">
                    <a:alpha val="386"/>
                  </a:srgbClr>
                </a:gs>
                <a:gs pos="85714">
                  <a:srgbClr val="767676">
                    <a:alpha val="153"/>
                  </a:srgbClr>
                </a:gs>
                <a:gs pos="100000">
                  <a:srgbClr val="767676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4524959">
              <a:off x="3251605" y="1398586"/>
              <a:ext cx="511513" cy="135900"/>
            </a:xfrm>
            <a:prstGeom prst="ellipse">
              <a:avLst/>
            </a:prstGeom>
            <a:gradFill>
              <a:gsLst>
                <a:gs pos="0">
                  <a:srgbClr val="474849">
                    <a:alpha val="3979"/>
                  </a:srgbClr>
                </a:gs>
                <a:gs pos="14286">
                  <a:srgbClr val="474849">
                    <a:alpha val="3663"/>
                  </a:srgbClr>
                </a:gs>
                <a:gs pos="28571">
                  <a:srgbClr val="474849">
                    <a:alpha val="2856"/>
                  </a:srgbClr>
                </a:gs>
                <a:gs pos="42857">
                  <a:srgbClr val="474849">
                    <a:alpha val="1883"/>
                  </a:srgbClr>
                </a:gs>
                <a:gs pos="57143">
                  <a:srgbClr val="474849">
                    <a:alpha val="1048"/>
                  </a:srgbClr>
                </a:gs>
                <a:gs pos="71429">
                  <a:srgbClr val="474849">
                    <a:alpha val="492"/>
                  </a:srgbClr>
                </a:gs>
                <a:gs pos="85714">
                  <a:srgbClr val="474849">
                    <a:alpha val="195"/>
                  </a:srgbClr>
                </a:gs>
                <a:gs pos="100000">
                  <a:srgbClr val="474849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10670402">
              <a:off x="2723889" y="1307150"/>
              <a:ext cx="363754" cy="52068"/>
            </a:xfrm>
            <a:prstGeom prst="ellipse">
              <a:avLst/>
            </a:prstGeom>
            <a:gradFill>
              <a:gsLst>
                <a:gs pos="0">
                  <a:srgbClr val="F6F7F7">
                    <a:alpha val="32049"/>
                  </a:srgbClr>
                </a:gs>
                <a:gs pos="14286">
                  <a:srgbClr val="F6F7F7">
                    <a:alpha val="29892"/>
                  </a:srgbClr>
                </a:gs>
                <a:gs pos="28571">
                  <a:srgbClr val="F6F7F7">
                    <a:alpha val="24099"/>
                  </a:srgbClr>
                </a:gs>
                <a:gs pos="42857">
                  <a:srgbClr val="F6F7F7">
                    <a:alpha val="16545"/>
                  </a:srgbClr>
                </a:gs>
                <a:gs pos="57143">
                  <a:srgbClr val="F6F7F7">
                    <a:alpha val="9536"/>
                  </a:srgbClr>
                </a:gs>
                <a:gs pos="71429">
                  <a:srgbClr val="F6F7F7">
                    <a:alpha val="4583"/>
                  </a:srgbClr>
                </a:gs>
                <a:gs pos="85714">
                  <a:srgbClr val="F6F7F7">
                    <a:alpha val="1838"/>
                  </a:srgbClr>
                </a:gs>
                <a:gs pos="100000">
                  <a:srgbClr val="F6F7F7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5607547">
              <a:off x="981638" y="1670459"/>
              <a:ext cx="541840" cy="538949"/>
            </a:xfrm>
            <a:prstGeom prst="ellipse">
              <a:avLst/>
            </a:prstGeom>
            <a:gradFill>
              <a:gsLst>
                <a:gs pos="0">
                  <a:srgbClr val="5C5D5D">
                    <a:alpha val="5913"/>
                  </a:srgbClr>
                </a:gs>
                <a:gs pos="14286">
                  <a:srgbClr val="5C5D5D">
                    <a:alpha val="5448"/>
                  </a:srgbClr>
                </a:gs>
                <a:gs pos="28571">
                  <a:srgbClr val="5C5D5D">
                    <a:alpha val="4257"/>
                  </a:srgbClr>
                </a:gs>
                <a:gs pos="42857">
                  <a:srgbClr val="5C5D5D">
                    <a:alpha val="2813"/>
                  </a:srgbClr>
                </a:gs>
                <a:gs pos="57143">
                  <a:srgbClr val="5C5D5D">
                    <a:alpha val="1568"/>
                  </a:srgbClr>
                </a:gs>
                <a:gs pos="71429">
                  <a:srgbClr val="5C5D5D">
                    <a:alpha val="737"/>
                  </a:srgbClr>
                </a:gs>
                <a:gs pos="85714">
                  <a:srgbClr val="5C5D5D">
                    <a:alpha val="292"/>
                  </a:srgbClr>
                </a:gs>
                <a:gs pos="100000">
                  <a:srgbClr val="5C5D5D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7959645">
              <a:off x="12319" y="988902"/>
              <a:ext cx="706524" cy="129832"/>
            </a:xfrm>
            <a:prstGeom prst="ellipse">
              <a:avLst/>
            </a:prstGeom>
            <a:gradFill>
              <a:gsLst>
                <a:gs pos="0">
                  <a:srgbClr val="7E7D7E">
                    <a:alpha val="8722"/>
                  </a:srgbClr>
                </a:gs>
                <a:gs pos="14286">
                  <a:srgbClr val="7E7D7E">
                    <a:alpha val="8046"/>
                  </a:srgbClr>
                </a:gs>
                <a:gs pos="28571">
                  <a:srgbClr val="7E7D7E">
                    <a:alpha val="6305"/>
                  </a:srgbClr>
                </a:gs>
                <a:gs pos="42857">
                  <a:srgbClr val="7E7D7E">
                    <a:alpha val="4182"/>
                  </a:srgbClr>
                </a:gs>
                <a:gs pos="57143">
                  <a:srgbClr val="7E7D7E">
                    <a:alpha val="2339"/>
                  </a:srgbClr>
                </a:gs>
                <a:gs pos="71429">
                  <a:srgbClr val="7E7D7E">
                    <a:alpha val="1102"/>
                  </a:srgbClr>
                </a:gs>
                <a:gs pos="85714">
                  <a:srgbClr val="7E7D7E">
                    <a:alpha val="437"/>
                  </a:srgbClr>
                </a:gs>
                <a:gs pos="100000">
                  <a:srgbClr val="7E7D7E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5908264">
              <a:off x="656517" y="375618"/>
              <a:ext cx="544020" cy="543398"/>
            </a:xfrm>
            <a:prstGeom prst="ellipse">
              <a:avLst/>
            </a:prstGeom>
            <a:gradFill>
              <a:gsLst>
                <a:gs pos="0">
                  <a:srgbClr val="6E6D6C">
                    <a:alpha val="4722"/>
                  </a:srgbClr>
                </a:gs>
                <a:gs pos="14286">
                  <a:srgbClr val="6E6D6C">
                    <a:alpha val="4349"/>
                  </a:srgbClr>
                </a:gs>
                <a:gs pos="28571">
                  <a:srgbClr val="6E6D6C">
                    <a:alpha val="3393"/>
                  </a:srgbClr>
                </a:gs>
                <a:gs pos="42857">
                  <a:srgbClr val="6E6D6C">
                    <a:alpha val="2239"/>
                  </a:srgbClr>
                </a:gs>
                <a:gs pos="57143">
                  <a:srgbClr val="6E6D6C">
                    <a:alpha val="1247"/>
                  </a:srgbClr>
                </a:gs>
                <a:gs pos="71429">
                  <a:srgbClr val="6E6D6C">
                    <a:alpha val="586"/>
                  </a:srgbClr>
                </a:gs>
                <a:gs pos="85714">
                  <a:srgbClr val="6E6D6C">
                    <a:alpha val="232"/>
                  </a:srgbClr>
                </a:gs>
                <a:gs pos="100000">
                  <a:srgbClr val="6E6D6C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4777873">
              <a:off x="3046549" y="1945402"/>
              <a:ext cx="612115" cy="517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5464273">
              <a:off x="1280428" y="3516115"/>
              <a:ext cx="572919" cy="638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8454700">
              <a:off x="1032858" y="2377539"/>
              <a:ext cx="569011" cy="136772"/>
            </a:xfrm>
            <a:prstGeom prst="ellipse">
              <a:avLst/>
            </a:prstGeom>
            <a:gradFill>
              <a:gsLst>
                <a:gs pos="0">
                  <a:srgbClr val="666565">
                    <a:alpha val="18678"/>
                  </a:srgbClr>
                </a:gs>
                <a:gs pos="14286">
                  <a:srgbClr val="666565">
                    <a:alpha val="17307"/>
                  </a:srgbClr>
                </a:gs>
                <a:gs pos="28571">
                  <a:srgbClr val="666565">
                    <a:alpha val="13718"/>
                  </a:srgbClr>
                </a:gs>
                <a:gs pos="42857">
                  <a:srgbClr val="666565">
                    <a:alpha val="9225"/>
                  </a:srgbClr>
                </a:gs>
                <a:gs pos="57143">
                  <a:srgbClr val="666565">
                    <a:alpha val="5221"/>
                  </a:srgbClr>
                </a:gs>
                <a:gs pos="71429">
                  <a:srgbClr val="666565">
                    <a:alpha val="2479"/>
                  </a:srgbClr>
                </a:gs>
                <a:gs pos="85714">
                  <a:srgbClr val="666565">
                    <a:alpha val="988"/>
                  </a:srgbClr>
                </a:gs>
                <a:gs pos="100000">
                  <a:srgbClr val="666565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6441485">
              <a:off x="263416" y="3070133"/>
              <a:ext cx="784099" cy="122751"/>
            </a:xfrm>
            <a:prstGeom prst="ellipse">
              <a:avLst/>
            </a:prstGeom>
            <a:gradFill>
              <a:gsLst>
                <a:gs pos="0">
                  <a:srgbClr val="28292B">
                    <a:alpha val="11726"/>
                  </a:srgbClr>
                </a:gs>
                <a:gs pos="14286">
                  <a:srgbClr val="28292B">
                    <a:alpha val="10831"/>
                  </a:srgbClr>
                </a:gs>
                <a:gs pos="28571">
                  <a:srgbClr val="28292B">
                    <a:alpha val="8516"/>
                  </a:srgbClr>
                </a:gs>
                <a:gs pos="42857">
                  <a:srgbClr val="28292B">
                    <a:alpha val="5671"/>
                  </a:srgbClr>
                </a:gs>
                <a:gs pos="57143">
                  <a:srgbClr val="28292B">
                    <a:alpha val="3183"/>
                  </a:srgbClr>
                </a:gs>
                <a:gs pos="71429">
                  <a:srgbClr val="28292B">
                    <a:alpha val="1503"/>
                  </a:srgbClr>
                </a:gs>
                <a:gs pos="85714">
                  <a:srgbClr val="28292B">
                    <a:alpha val="597"/>
                  </a:srgbClr>
                </a:gs>
                <a:gs pos="100000">
                  <a:srgbClr val="28292B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5249645">
              <a:off x="1628875" y="3552187"/>
              <a:ext cx="478587" cy="71832"/>
            </a:xfrm>
            <a:prstGeom prst="ellipse">
              <a:avLst/>
            </a:prstGeom>
            <a:gradFill>
              <a:gsLst>
                <a:gs pos="0">
                  <a:srgbClr val="F7F6F6">
                    <a:alpha val="32968"/>
                  </a:srgbClr>
                </a:gs>
                <a:gs pos="14286">
                  <a:srgbClr val="F7F6F6">
                    <a:alpha val="30764"/>
                  </a:srgbClr>
                </a:gs>
                <a:gs pos="28571">
                  <a:srgbClr val="F7F6F6">
                    <a:alpha val="24833"/>
                  </a:srgbClr>
                </a:gs>
                <a:gs pos="42857">
                  <a:srgbClr val="F7F6F6">
                    <a:alpha val="17075"/>
                  </a:srgbClr>
                </a:gs>
                <a:gs pos="57143">
                  <a:srgbClr val="F7F6F6">
                    <a:alpha val="9855"/>
                  </a:srgbClr>
                </a:gs>
                <a:gs pos="71429">
                  <a:srgbClr val="F7F6F6">
                    <a:alpha val="4740"/>
                  </a:srgbClr>
                </a:gs>
                <a:gs pos="85714">
                  <a:srgbClr val="F7F6F6">
                    <a:alpha val="1902"/>
                  </a:srgbClr>
                </a:gs>
                <a:gs pos="100000">
                  <a:srgbClr val="F7F6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5131117">
              <a:off x="1893276" y="3028783"/>
              <a:ext cx="511112" cy="36845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10248342">
              <a:off x="772369" y="1231771"/>
              <a:ext cx="524530" cy="499497"/>
            </a:xfrm>
            <a:prstGeom prst="ellipse">
              <a:avLst/>
            </a:prstGeom>
            <a:gradFill>
              <a:gsLst>
                <a:gs pos="0">
                  <a:srgbClr val="7C7B78">
                    <a:alpha val="6167"/>
                  </a:srgbClr>
                </a:gs>
                <a:gs pos="14286">
                  <a:srgbClr val="7C7B78">
                    <a:alpha val="5683"/>
                  </a:srgbClr>
                </a:gs>
                <a:gs pos="28571">
                  <a:srgbClr val="7C7B78">
                    <a:alpha val="4441"/>
                  </a:srgbClr>
                </a:gs>
                <a:gs pos="42857">
                  <a:srgbClr val="7C7B78">
                    <a:alpha val="2936"/>
                  </a:srgbClr>
                </a:gs>
                <a:gs pos="57143">
                  <a:srgbClr val="7C7B78">
                    <a:alpha val="1638"/>
                  </a:srgbClr>
                </a:gs>
                <a:gs pos="71429">
                  <a:srgbClr val="7C7B78">
                    <a:alpha val="770"/>
                  </a:srgbClr>
                </a:gs>
                <a:gs pos="85714">
                  <a:srgbClr val="7C7B78">
                    <a:alpha val="305"/>
                  </a:srgbClr>
                </a:gs>
                <a:gs pos="100000">
                  <a:srgbClr val="7C7B78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3675262">
              <a:off x="1449523" y="3515796"/>
              <a:ext cx="168887" cy="113992"/>
            </a:xfrm>
            <a:prstGeom prst="ellipse">
              <a:avLst/>
            </a:prstGeom>
            <a:gradFill>
              <a:gsLst>
                <a:gs pos="0">
                  <a:srgbClr val="E0DFE0">
                    <a:alpha val="32968"/>
                  </a:srgbClr>
                </a:gs>
                <a:gs pos="14286">
                  <a:srgbClr val="E0DFE0">
                    <a:alpha val="30764"/>
                  </a:srgbClr>
                </a:gs>
                <a:gs pos="28571">
                  <a:srgbClr val="E0DFE0">
                    <a:alpha val="24833"/>
                  </a:srgbClr>
                </a:gs>
                <a:gs pos="42857">
                  <a:srgbClr val="E0DFE0">
                    <a:alpha val="17075"/>
                  </a:srgbClr>
                </a:gs>
                <a:gs pos="57143">
                  <a:srgbClr val="E0DFE0">
                    <a:alpha val="9855"/>
                  </a:srgbClr>
                </a:gs>
                <a:gs pos="71429">
                  <a:srgbClr val="E0DFE0">
                    <a:alpha val="4740"/>
                  </a:srgbClr>
                </a:gs>
                <a:gs pos="85714">
                  <a:srgbClr val="E0DFE0">
                    <a:alpha val="1902"/>
                  </a:srgbClr>
                </a:gs>
                <a:gs pos="100000">
                  <a:srgbClr val="E0D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5061407">
              <a:off x="2270137" y="1293140"/>
              <a:ext cx="544384" cy="52638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5636978">
              <a:off x="-138140" y="2175587"/>
              <a:ext cx="742986" cy="85617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5400000">
              <a:off x="3016892" y="140184"/>
              <a:ext cx="59447" cy="59447"/>
            </a:xfrm>
            <a:prstGeom prst="ellipse">
              <a:avLst/>
            </a:prstGeom>
            <a:gradFill>
              <a:gsLst>
                <a:gs pos="0">
                  <a:srgbClr val="6A6B6B">
                    <a:alpha val="13992"/>
                  </a:srgbClr>
                </a:gs>
                <a:gs pos="14286">
                  <a:srgbClr val="6A6B6B">
                    <a:alpha val="12937"/>
                  </a:srgbClr>
                </a:gs>
                <a:gs pos="28571">
                  <a:srgbClr val="6A6B6B">
                    <a:alpha val="10198"/>
                  </a:srgbClr>
                </a:gs>
                <a:gs pos="42857">
                  <a:srgbClr val="6A6B6B">
                    <a:alpha val="6812"/>
                  </a:srgbClr>
                </a:gs>
                <a:gs pos="57143">
                  <a:srgbClr val="6A6B6B">
                    <a:alpha val="3834"/>
                  </a:srgbClr>
                </a:gs>
                <a:gs pos="71429">
                  <a:srgbClr val="6A6B6B">
                    <a:alpha val="1813"/>
                  </a:srgbClr>
                </a:gs>
                <a:gs pos="85714">
                  <a:srgbClr val="6A6B6B">
                    <a:alpha val="721"/>
                  </a:srgbClr>
                </a:gs>
                <a:gs pos="100000">
                  <a:srgbClr val="6A6B6B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5400000">
              <a:off x="27745" y="3517924"/>
              <a:ext cx="65127" cy="65127"/>
            </a:xfrm>
            <a:prstGeom prst="ellipse">
              <a:avLst/>
            </a:prstGeom>
            <a:gradFill>
              <a:gsLst>
                <a:gs pos="0">
                  <a:srgbClr val="9F9E9E">
                    <a:alpha val="12458"/>
                  </a:srgbClr>
                </a:gs>
                <a:gs pos="14286">
                  <a:srgbClr val="9F9E9E">
                    <a:alpha val="11511"/>
                  </a:srgbClr>
                </a:gs>
                <a:gs pos="28571">
                  <a:srgbClr val="9F9E9E">
                    <a:alpha val="9058"/>
                  </a:srgbClr>
                </a:gs>
                <a:gs pos="42857">
                  <a:srgbClr val="9F9E9E">
                    <a:alpha val="6038"/>
                  </a:srgbClr>
                </a:gs>
                <a:gs pos="57143">
                  <a:srgbClr val="9F9E9E">
                    <a:alpha val="3392"/>
                  </a:srgbClr>
                </a:gs>
                <a:gs pos="71429">
                  <a:srgbClr val="9F9E9E">
                    <a:alpha val="1602"/>
                  </a:srgbClr>
                </a:gs>
                <a:gs pos="85714">
                  <a:srgbClr val="9F9E9E">
                    <a:alpha val="637"/>
                  </a:srgbClr>
                </a:gs>
                <a:gs pos="100000">
                  <a:srgbClr val="9F9E9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4642326">
              <a:off x="3112548" y="742157"/>
              <a:ext cx="560110" cy="154897"/>
            </a:xfrm>
            <a:prstGeom prst="ellipse">
              <a:avLst/>
            </a:prstGeom>
            <a:gradFill>
              <a:gsLst>
                <a:gs pos="0">
                  <a:srgbClr val="202423">
                    <a:alpha val="10022"/>
                  </a:srgbClr>
                </a:gs>
                <a:gs pos="14286">
                  <a:srgbClr val="202423">
                    <a:alpha val="9250"/>
                  </a:srgbClr>
                </a:gs>
                <a:gs pos="28571">
                  <a:srgbClr val="202423">
                    <a:alpha val="7259"/>
                  </a:srgbClr>
                </a:gs>
                <a:gs pos="42857">
                  <a:srgbClr val="202423">
                    <a:alpha val="4823"/>
                  </a:srgbClr>
                </a:gs>
                <a:gs pos="57143">
                  <a:srgbClr val="202423">
                    <a:alpha val="2702"/>
                  </a:srgbClr>
                </a:gs>
                <a:gs pos="71429">
                  <a:srgbClr val="202423">
                    <a:alpha val="1274"/>
                  </a:srgbClr>
                </a:gs>
                <a:gs pos="85714">
                  <a:srgbClr val="202423">
                    <a:alpha val="506"/>
                  </a:srgbClr>
                </a:gs>
                <a:gs pos="100000">
                  <a:srgbClr val="202423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-10766271">
              <a:off x="3361854" y="1273201"/>
              <a:ext cx="555680" cy="546389"/>
            </a:xfrm>
            <a:prstGeom prst="ellipse">
              <a:avLst/>
            </a:prstGeom>
            <a:gradFill>
              <a:gsLst>
                <a:gs pos="0">
                  <a:srgbClr val="7D7D7D">
                    <a:alpha val="1924"/>
                  </a:srgbClr>
                </a:gs>
                <a:gs pos="14286">
                  <a:srgbClr val="7D7D7D">
                    <a:alpha val="1770"/>
                  </a:srgbClr>
                </a:gs>
                <a:gs pos="28571">
                  <a:srgbClr val="7D7D7D">
                    <a:alpha val="1377"/>
                  </a:srgbClr>
                </a:gs>
                <a:gs pos="42857">
                  <a:srgbClr val="7D7D7D">
                    <a:alpha val="905"/>
                  </a:srgbClr>
                </a:gs>
                <a:gs pos="57143">
                  <a:srgbClr val="7D7D7D">
                    <a:alpha val="503"/>
                  </a:srgbClr>
                </a:gs>
                <a:gs pos="71429">
                  <a:srgbClr val="7D7D7D">
                    <a:alpha val="236"/>
                  </a:srgbClr>
                </a:gs>
                <a:gs pos="85714">
                  <a:srgbClr val="7D7D7D">
                    <a:alpha val="93"/>
                  </a:srgbClr>
                </a:gs>
                <a:gs pos="100000">
                  <a:srgbClr val="7D7D7D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5988260">
              <a:off x="-288115" y="1902331"/>
              <a:ext cx="592115" cy="516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10730735">
              <a:off x="791618" y="1261307"/>
              <a:ext cx="313330" cy="52090"/>
            </a:xfrm>
            <a:prstGeom prst="ellipse">
              <a:avLst/>
            </a:prstGeom>
            <a:gradFill>
              <a:gsLst>
                <a:gs pos="0">
                  <a:srgbClr val="F7F7F6">
                    <a:alpha val="32968"/>
                  </a:srgbClr>
                </a:gs>
                <a:gs pos="14286">
                  <a:srgbClr val="F7F7F6">
                    <a:alpha val="30764"/>
                  </a:srgbClr>
                </a:gs>
                <a:gs pos="28571">
                  <a:srgbClr val="F7F7F6">
                    <a:alpha val="24833"/>
                  </a:srgbClr>
                </a:gs>
                <a:gs pos="42857">
                  <a:srgbClr val="F7F7F6">
                    <a:alpha val="17075"/>
                  </a:srgbClr>
                </a:gs>
                <a:gs pos="57143">
                  <a:srgbClr val="F7F7F6">
                    <a:alpha val="9855"/>
                  </a:srgbClr>
                </a:gs>
                <a:gs pos="71429">
                  <a:srgbClr val="F7F7F6">
                    <a:alpha val="4740"/>
                  </a:srgbClr>
                </a:gs>
                <a:gs pos="85714">
                  <a:srgbClr val="F7F7F6">
                    <a:alpha val="1902"/>
                  </a:srgbClr>
                </a:gs>
                <a:gs pos="100000">
                  <a:srgbClr val="F7F7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5065450">
              <a:off x="2442003" y="3515311"/>
              <a:ext cx="612423" cy="54777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10089415">
              <a:off x="3303868" y="-216968"/>
              <a:ext cx="473359" cy="433936"/>
            </a:xfrm>
            <a:prstGeom prst="ellipse">
              <a:avLst/>
            </a:prstGeom>
            <a:gradFill>
              <a:gsLst>
                <a:gs pos="0">
                  <a:srgbClr val="75757B">
                    <a:alpha val="2272"/>
                  </a:srgbClr>
                </a:gs>
                <a:gs pos="14286">
                  <a:srgbClr val="75757B">
                    <a:alpha val="2090"/>
                  </a:srgbClr>
                </a:gs>
                <a:gs pos="28571">
                  <a:srgbClr val="75757B">
                    <a:alpha val="1627"/>
                  </a:srgbClr>
                </a:gs>
                <a:gs pos="42857">
                  <a:srgbClr val="75757B">
                    <a:alpha val="1070"/>
                  </a:srgbClr>
                </a:gs>
                <a:gs pos="57143">
                  <a:srgbClr val="75757B">
                    <a:alpha val="594"/>
                  </a:srgbClr>
                </a:gs>
                <a:gs pos="71429">
                  <a:srgbClr val="75757B">
                    <a:alpha val="279"/>
                  </a:srgbClr>
                </a:gs>
                <a:gs pos="85714">
                  <a:srgbClr val="75757B">
                    <a:alpha val="110"/>
                  </a:srgbClr>
                </a:gs>
                <a:gs pos="100000">
                  <a:srgbClr val="75757B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5468830">
              <a:off x="2518535" y="761659"/>
              <a:ext cx="544250" cy="542960"/>
            </a:xfrm>
            <a:prstGeom prst="ellipse">
              <a:avLst/>
            </a:prstGeom>
            <a:gradFill>
              <a:gsLst>
                <a:gs pos="0">
                  <a:srgbClr val="656464">
                    <a:alpha val="1509"/>
                  </a:srgbClr>
                </a:gs>
                <a:gs pos="14286">
                  <a:srgbClr val="656464">
                    <a:alpha val="1387"/>
                  </a:srgbClr>
                </a:gs>
                <a:gs pos="28571">
                  <a:srgbClr val="656464">
                    <a:alpha val="1079"/>
                  </a:srgbClr>
                </a:gs>
                <a:gs pos="42857">
                  <a:srgbClr val="656464">
                    <a:alpha val="709"/>
                  </a:srgbClr>
                </a:gs>
                <a:gs pos="57143">
                  <a:srgbClr val="656464">
                    <a:alpha val="394"/>
                  </a:srgbClr>
                </a:gs>
                <a:gs pos="71429">
                  <a:srgbClr val="656464">
                    <a:alpha val="184"/>
                  </a:srgbClr>
                </a:gs>
                <a:gs pos="85714">
                  <a:srgbClr val="656464">
                    <a:alpha val="73"/>
                  </a:srgbClr>
                </a:gs>
                <a:gs pos="100000">
                  <a:srgbClr val="656464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10686061">
              <a:off x="2407387" y="632825"/>
              <a:ext cx="544991" cy="541272"/>
            </a:xfrm>
            <a:prstGeom prst="ellipse">
              <a:avLst/>
            </a:prstGeom>
            <a:gradFill>
              <a:gsLst>
                <a:gs pos="0">
                  <a:srgbClr val="6B6B6B">
                    <a:alpha val="4201"/>
                  </a:srgbClr>
                </a:gs>
                <a:gs pos="14286">
                  <a:srgbClr val="6B6B6B">
                    <a:alpha val="3868"/>
                  </a:srgbClr>
                </a:gs>
                <a:gs pos="28571">
                  <a:srgbClr val="6B6B6B">
                    <a:alpha val="3017"/>
                  </a:srgbClr>
                </a:gs>
                <a:gs pos="42857">
                  <a:srgbClr val="6B6B6B">
                    <a:alpha val="1989"/>
                  </a:srgbClr>
                </a:gs>
                <a:gs pos="57143">
                  <a:srgbClr val="6B6B6B">
                    <a:alpha val="1107"/>
                  </a:srgbClr>
                </a:gs>
                <a:gs pos="71429">
                  <a:srgbClr val="6B6B6B">
                    <a:alpha val="520"/>
                  </a:srgbClr>
                </a:gs>
                <a:gs pos="85714">
                  <a:srgbClr val="6B6B6B">
                    <a:alpha val="206"/>
                  </a:srgbClr>
                </a:gs>
                <a:gs pos="100000">
                  <a:srgbClr val="6B6B6B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5749486">
              <a:off x="159969" y="382979"/>
              <a:ext cx="576471" cy="48088"/>
            </a:xfrm>
            <a:prstGeom prst="ellipse">
              <a:avLst/>
            </a:prstGeom>
            <a:gradFill>
              <a:gsLst>
                <a:gs pos="0">
                  <a:srgbClr val="F9FAFA">
                    <a:alpha val="32968"/>
                  </a:srgbClr>
                </a:gs>
                <a:gs pos="14286">
                  <a:srgbClr val="F9FAFA">
                    <a:alpha val="30764"/>
                  </a:srgbClr>
                </a:gs>
                <a:gs pos="28571">
                  <a:srgbClr val="F9FAFA">
                    <a:alpha val="24833"/>
                  </a:srgbClr>
                </a:gs>
                <a:gs pos="42857">
                  <a:srgbClr val="F9FAFA">
                    <a:alpha val="17075"/>
                  </a:srgbClr>
                </a:gs>
                <a:gs pos="57143">
                  <a:srgbClr val="F9FAFA">
                    <a:alpha val="9855"/>
                  </a:srgbClr>
                </a:gs>
                <a:gs pos="71429">
                  <a:srgbClr val="F9FAFA">
                    <a:alpha val="4740"/>
                  </a:srgbClr>
                </a:gs>
                <a:gs pos="85714">
                  <a:srgbClr val="F9FAFA">
                    <a:alpha val="1902"/>
                  </a:srgbClr>
                </a:gs>
                <a:gs pos="100000">
                  <a:srgbClr val="F9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4549165">
              <a:off x="1346807" y="1187442"/>
              <a:ext cx="533878" cy="527950"/>
            </a:xfrm>
            <a:prstGeom prst="ellipse">
              <a:avLst/>
            </a:prstGeom>
            <a:gradFill>
              <a:gsLst>
                <a:gs pos="0">
                  <a:srgbClr val="2D2B2A">
                    <a:alpha val="2473"/>
                  </a:srgbClr>
                </a:gs>
                <a:gs pos="14286">
                  <a:srgbClr val="2D2B2A">
                    <a:alpha val="2275"/>
                  </a:srgbClr>
                </a:gs>
                <a:gs pos="28571">
                  <a:srgbClr val="2D2B2A">
                    <a:alpha val="1771"/>
                  </a:srgbClr>
                </a:gs>
                <a:gs pos="42857">
                  <a:srgbClr val="2D2B2A">
                    <a:alpha val="1165"/>
                  </a:srgbClr>
                </a:gs>
                <a:gs pos="57143">
                  <a:srgbClr val="2D2B2A">
                    <a:alpha val="647"/>
                  </a:srgbClr>
                </a:gs>
                <a:gs pos="71429">
                  <a:srgbClr val="2D2B2A">
                    <a:alpha val="304"/>
                  </a:srgbClr>
                </a:gs>
                <a:gs pos="85714">
                  <a:srgbClr val="2D2B2A">
                    <a:alpha val="120"/>
                  </a:srgbClr>
                </a:gs>
                <a:gs pos="100000">
                  <a:srgbClr val="2D2B2A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9592663">
              <a:off x="1780475" y="1756154"/>
              <a:ext cx="531467" cy="518731"/>
            </a:xfrm>
            <a:prstGeom prst="ellipse">
              <a:avLst/>
            </a:prstGeom>
            <a:gradFill>
              <a:gsLst>
                <a:gs pos="0">
                  <a:srgbClr val="8A8889">
                    <a:alpha val="4973"/>
                  </a:srgbClr>
                </a:gs>
                <a:gs pos="14286">
                  <a:srgbClr val="8A8889">
                    <a:alpha val="4580"/>
                  </a:srgbClr>
                </a:gs>
                <a:gs pos="28571">
                  <a:srgbClr val="8A8889">
                    <a:alpha val="3575"/>
                  </a:srgbClr>
                </a:gs>
                <a:gs pos="42857">
                  <a:srgbClr val="8A8889">
                    <a:alpha val="2359"/>
                  </a:srgbClr>
                </a:gs>
                <a:gs pos="57143">
                  <a:srgbClr val="8A8889">
                    <a:alpha val="1314"/>
                  </a:srgbClr>
                </a:gs>
                <a:gs pos="71429">
                  <a:srgbClr val="8A8889">
                    <a:alpha val="617"/>
                  </a:srgbClr>
                </a:gs>
                <a:gs pos="85714">
                  <a:srgbClr val="8A8889">
                    <a:alpha val="245"/>
                  </a:srgbClr>
                </a:gs>
                <a:gs pos="100000">
                  <a:srgbClr val="8A8889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10675382">
              <a:off x="3024898" y="1736965"/>
              <a:ext cx="566510" cy="522234"/>
            </a:xfrm>
            <a:prstGeom prst="ellipse">
              <a:avLst/>
            </a:prstGeom>
            <a:gradFill>
              <a:gsLst>
                <a:gs pos="0">
                  <a:srgbClr val="686868">
                    <a:alpha val="10903"/>
                  </a:srgbClr>
                </a:gs>
                <a:gs pos="14286">
                  <a:srgbClr val="686868">
                    <a:alpha val="10067"/>
                  </a:srgbClr>
                </a:gs>
                <a:gs pos="28571">
                  <a:srgbClr val="686868">
                    <a:alpha val="7909"/>
                  </a:srgbClr>
                </a:gs>
                <a:gs pos="42857">
                  <a:srgbClr val="686868">
                    <a:alpha val="5261"/>
                  </a:srgbClr>
                </a:gs>
                <a:gs pos="57143">
                  <a:srgbClr val="686868">
                    <a:alpha val="2950"/>
                  </a:srgbClr>
                </a:gs>
                <a:gs pos="71429">
                  <a:srgbClr val="686868">
                    <a:alpha val="1392"/>
                  </a:srgbClr>
                </a:gs>
                <a:gs pos="85714">
                  <a:srgbClr val="686868">
                    <a:alpha val="553"/>
                  </a:srgbClr>
                </a:gs>
                <a:gs pos="100000">
                  <a:srgbClr val="686868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9826923">
              <a:off x="652327" y="421702"/>
              <a:ext cx="556022" cy="549558"/>
            </a:xfrm>
            <a:prstGeom prst="ellipse">
              <a:avLst/>
            </a:prstGeom>
            <a:gradFill>
              <a:gsLst>
                <a:gs pos="0">
                  <a:srgbClr val="777777">
                    <a:alpha val="1662"/>
                  </a:srgbClr>
                </a:gs>
                <a:gs pos="14286">
                  <a:srgbClr val="777777">
                    <a:alpha val="1528"/>
                  </a:srgbClr>
                </a:gs>
                <a:gs pos="28571">
                  <a:srgbClr val="777777">
                    <a:alpha val="1189"/>
                  </a:srgbClr>
                </a:gs>
                <a:gs pos="42857">
                  <a:srgbClr val="777777">
                    <a:alpha val="781"/>
                  </a:srgbClr>
                </a:gs>
                <a:gs pos="57143">
                  <a:srgbClr val="777777">
                    <a:alpha val="434"/>
                  </a:srgbClr>
                </a:gs>
                <a:gs pos="71429">
                  <a:srgbClr val="777777">
                    <a:alpha val="203"/>
                  </a:srgbClr>
                </a:gs>
                <a:gs pos="85714">
                  <a:srgbClr val="777777">
                    <a:alpha val="80"/>
                  </a:srgbClr>
                </a:gs>
                <a:gs pos="100000">
                  <a:srgbClr val="777777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10795802">
              <a:off x="1740291" y="902836"/>
              <a:ext cx="371776" cy="611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5076576">
              <a:off x="1232401" y="3028001"/>
              <a:ext cx="536044" cy="534945"/>
            </a:xfrm>
            <a:prstGeom prst="ellipse">
              <a:avLst/>
            </a:prstGeom>
            <a:gradFill>
              <a:gsLst>
                <a:gs pos="0">
                  <a:srgbClr val="727272">
                    <a:alpha val="5194"/>
                  </a:srgbClr>
                </a:gs>
                <a:gs pos="14286">
                  <a:srgbClr val="727272">
                    <a:alpha val="4784"/>
                  </a:srgbClr>
                </a:gs>
                <a:gs pos="28571">
                  <a:srgbClr val="727272">
                    <a:alpha val="3735"/>
                  </a:srgbClr>
                </a:gs>
                <a:gs pos="42857">
                  <a:srgbClr val="727272">
                    <a:alpha val="2466"/>
                  </a:srgbClr>
                </a:gs>
                <a:gs pos="57143">
                  <a:srgbClr val="727272">
                    <a:alpha val="1374"/>
                  </a:srgbClr>
                </a:gs>
                <a:gs pos="71429">
                  <a:srgbClr val="727272">
                    <a:alpha val="645"/>
                  </a:srgbClr>
                </a:gs>
                <a:gs pos="85714">
                  <a:srgbClr val="727272">
                    <a:alpha val="256"/>
                  </a:srgbClr>
                </a:gs>
                <a:gs pos="100000">
                  <a:srgbClr val="727272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4681947">
              <a:off x="3213350" y="3016034"/>
              <a:ext cx="642947" cy="531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4950883">
              <a:off x="1344865" y="380302"/>
              <a:ext cx="528580" cy="525340"/>
            </a:xfrm>
            <a:prstGeom prst="ellipse">
              <a:avLst/>
            </a:prstGeom>
            <a:gradFill>
              <a:gsLst>
                <a:gs pos="0">
                  <a:srgbClr val="4A4B4B">
                    <a:alpha val="2852"/>
                  </a:srgbClr>
                </a:gs>
                <a:gs pos="14286">
                  <a:srgbClr val="4A4B4B">
                    <a:alpha val="2624"/>
                  </a:srgbClr>
                </a:gs>
                <a:gs pos="28571">
                  <a:srgbClr val="4A4B4B">
                    <a:alpha val="2043"/>
                  </a:srgbClr>
                </a:gs>
                <a:gs pos="42857">
                  <a:srgbClr val="4A4B4B">
                    <a:alpha val="1345"/>
                  </a:srgbClr>
                </a:gs>
                <a:gs pos="57143">
                  <a:srgbClr val="4A4B4B">
                    <a:alpha val="748"/>
                  </a:srgbClr>
                </a:gs>
                <a:gs pos="71429">
                  <a:srgbClr val="4A4B4B">
                    <a:alpha val="351"/>
                  </a:srgbClr>
                </a:gs>
                <a:gs pos="85714">
                  <a:srgbClr val="4A4B4B">
                    <a:alpha val="139"/>
                  </a:srgbClr>
                </a:gs>
                <a:gs pos="100000">
                  <a:srgbClr val="4A4B4B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5168676">
              <a:off x="2209160" y="3567197"/>
              <a:ext cx="528579" cy="78785"/>
            </a:xfrm>
            <a:prstGeom prst="ellipse">
              <a:avLst/>
            </a:prstGeom>
            <a:gradFill>
              <a:gsLst>
                <a:gs pos="0">
                  <a:srgbClr val="D6D7D8">
                    <a:alpha val="32968"/>
                  </a:srgbClr>
                </a:gs>
                <a:gs pos="14286">
                  <a:srgbClr val="D6D7D8">
                    <a:alpha val="30764"/>
                  </a:srgbClr>
                </a:gs>
                <a:gs pos="28571">
                  <a:srgbClr val="D6D7D8">
                    <a:alpha val="24833"/>
                  </a:srgbClr>
                </a:gs>
                <a:gs pos="42857">
                  <a:srgbClr val="D6D7D8">
                    <a:alpha val="17075"/>
                  </a:srgbClr>
                </a:gs>
                <a:gs pos="57143">
                  <a:srgbClr val="D6D7D8">
                    <a:alpha val="9855"/>
                  </a:srgbClr>
                </a:gs>
                <a:gs pos="71429">
                  <a:srgbClr val="D6D7D8">
                    <a:alpha val="4740"/>
                  </a:srgbClr>
                </a:gs>
                <a:gs pos="85714">
                  <a:srgbClr val="D6D7D8">
                    <a:alpha val="1902"/>
                  </a:srgbClr>
                </a:gs>
                <a:gs pos="100000">
                  <a:srgbClr val="D6D7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5316038">
              <a:off x="722684" y="-11243"/>
              <a:ext cx="509112" cy="508876"/>
            </a:xfrm>
            <a:prstGeom prst="ellipse">
              <a:avLst/>
            </a:prstGeom>
            <a:gradFill>
              <a:gsLst>
                <a:gs pos="0">
                  <a:srgbClr val="5F5F5E">
                    <a:alpha val="3365"/>
                  </a:srgbClr>
                </a:gs>
                <a:gs pos="14286">
                  <a:srgbClr val="5F5F5E">
                    <a:alpha val="3097"/>
                  </a:srgbClr>
                </a:gs>
                <a:gs pos="28571">
                  <a:srgbClr val="5F5F5E">
                    <a:alpha val="2413"/>
                  </a:srgbClr>
                </a:gs>
                <a:gs pos="42857">
                  <a:srgbClr val="5F5F5E">
                    <a:alpha val="1589"/>
                  </a:srgbClr>
                </a:gs>
                <a:gs pos="57143">
                  <a:srgbClr val="5F5F5E">
                    <a:alpha val="884"/>
                  </a:srgbClr>
                </a:gs>
                <a:gs pos="71429">
                  <a:srgbClr val="5F5F5E">
                    <a:alpha val="415"/>
                  </a:srgbClr>
                </a:gs>
                <a:gs pos="85714">
                  <a:srgbClr val="5F5F5E">
                    <a:alpha val="164"/>
                  </a:srgbClr>
                </a:gs>
                <a:gs pos="100000">
                  <a:srgbClr val="5F5F5E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10742001">
              <a:off x="2937069" y="2045583"/>
              <a:ext cx="506593" cy="496903"/>
            </a:xfrm>
            <a:prstGeom prst="ellipse">
              <a:avLst/>
            </a:prstGeom>
            <a:gradFill>
              <a:gsLst>
                <a:gs pos="0">
                  <a:srgbClr val="767575">
                    <a:alpha val="3629"/>
                  </a:srgbClr>
                </a:gs>
                <a:gs pos="14286">
                  <a:srgbClr val="767575">
                    <a:alpha val="3340"/>
                  </a:srgbClr>
                </a:gs>
                <a:gs pos="28571">
                  <a:srgbClr val="767575">
                    <a:alpha val="2604"/>
                  </a:srgbClr>
                </a:gs>
                <a:gs pos="42857">
                  <a:srgbClr val="767575">
                    <a:alpha val="1715"/>
                  </a:srgbClr>
                </a:gs>
                <a:gs pos="57143">
                  <a:srgbClr val="767575">
                    <a:alpha val="954"/>
                  </a:srgbClr>
                </a:gs>
                <a:gs pos="71429">
                  <a:srgbClr val="767575">
                    <a:alpha val="448"/>
                  </a:srgbClr>
                </a:gs>
                <a:gs pos="85714">
                  <a:srgbClr val="767575">
                    <a:alpha val="177"/>
                  </a:srgbClr>
                </a:gs>
                <a:gs pos="100000">
                  <a:srgbClr val="767575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5513354">
              <a:off x="769461" y="1586566"/>
              <a:ext cx="589757" cy="50754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10579139">
              <a:off x="57152" y="1569171"/>
              <a:ext cx="537463" cy="536706"/>
            </a:xfrm>
            <a:prstGeom prst="ellipse">
              <a:avLst/>
            </a:prstGeom>
            <a:gradFill>
              <a:gsLst>
                <a:gs pos="0">
                  <a:srgbClr val="5A5A5A">
                    <a:alpha val="13544"/>
                  </a:srgbClr>
                </a:gs>
                <a:gs pos="14286">
                  <a:srgbClr val="5A5A5A">
                    <a:alpha val="12520"/>
                  </a:srgbClr>
                </a:gs>
                <a:gs pos="28571">
                  <a:srgbClr val="5A5A5A">
                    <a:alpha val="9865"/>
                  </a:srgbClr>
                </a:gs>
                <a:gs pos="42857">
                  <a:srgbClr val="5A5A5A">
                    <a:alpha val="6585"/>
                  </a:srgbClr>
                </a:gs>
                <a:gs pos="57143">
                  <a:srgbClr val="5A5A5A">
                    <a:alpha val="3704"/>
                  </a:srgbClr>
                </a:gs>
                <a:gs pos="71429">
                  <a:srgbClr val="5A5A5A">
                    <a:alpha val="1751"/>
                  </a:srgbClr>
                </a:gs>
                <a:gs pos="85714">
                  <a:srgbClr val="5A5A5A">
                    <a:alpha val="696"/>
                  </a:srgbClr>
                </a:gs>
                <a:gs pos="100000">
                  <a:srgbClr val="5A5A5A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5823819">
              <a:off x="2128268" y="1642940"/>
              <a:ext cx="532428" cy="529540"/>
            </a:xfrm>
            <a:prstGeom prst="ellipse">
              <a:avLst/>
            </a:prstGeom>
            <a:gradFill>
              <a:gsLst>
                <a:gs pos="0">
                  <a:srgbClr val="4E4D49">
                    <a:alpha val="7838"/>
                  </a:srgbClr>
                </a:gs>
                <a:gs pos="14286">
                  <a:srgbClr val="4E4D49">
                    <a:alpha val="7228"/>
                  </a:srgbClr>
                </a:gs>
                <a:gs pos="28571">
                  <a:srgbClr val="4E4D49">
                    <a:alpha val="5659"/>
                  </a:srgbClr>
                </a:gs>
                <a:gs pos="42857">
                  <a:srgbClr val="4E4D49">
                    <a:alpha val="3749"/>
                  </a:srgbClr>
                </a:gs>
                <a:gs pos="57143">
                  <a:srgbClr val="4E4D49">
                    <a:alpha val="2095"/>
                  </a:srgbClr>
                </a:gs>
                <a:gs pos="71429">
                  <a:srgbClr val="4E4D49">
                    <a:alpha val="986"/>
                  </a:srgbClr>
                </a:gs>
                <a:gs pos="85714">
                  <a:srgbClr val="4E4D49">
                    <a:alpha val="391"/>
                  </a:srgbClr>
                </a:gs>
                <a:gs pos="100000">
                  <a:srgbClr val="4E4D49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10711002">
              <a:off x="1785673" y="1041787"/>
              <a:ext cx="748858" cy="186097"/>
            </a:xfrm>
            <a:prstGeom prst="ellipse">
              <a:avLst/>
            </a:prstGeom>
            <a:gradFill>
              <a:gsLst>
                <a:gs pos="0">
                  <a:srgbClr val="7A7A7A">
                    <a:alpha val="3422"/>
                  </a:srgbClr>
                </a:gs>
                <a:gs pos="14286">
                  <a:srgbClr val="7A7A7A">
                    <a:alpha val="3150"/>
                  </a:srgbClr>
                </a:gs>
                <a:gs pos="28571">
                  <a:srgbClr val="7A7A7A">
                    <a:alpha val="2455"/>
                  </a:srgbClr>
                </a:gs>
                <a:gs pos="42857">
                  <a:srgbClr val="7A7A7A">
                    <a:alpha val="1617"/>
                  </a:srgbClr>
                </a:gs>
                <a:gs pos="57143">
                  <a:srgbClr val="7A7A7A">
                    <a:alpha val="899"/>
                  </a:srgbClr>
                </a:gs>
                <a:gs pos="71429">
                  <a:srgbClr val="7A7A7A">
                    <a:alpha val="422"/>
                  </a:srgbClr>
                </a:gs>
                <a:gs pos="85714">
                  <a:srgbClr val="7A7A7A">
                    <a:alpha val="167"/>
                  </a:srgbClr>
                </a:gs>
                <a:gs pos="100000">
                  <a:srgbClr val="7A7A7A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3899068">
              <a:off x="47049" y="686342"/>
              <a:ext cx="562994" cy="526315"/>
            </a:xfrm>
            <a:prstGeom prst="ellipse">
              <a:avLst/>
            </a:prstGeom>
            <a:gradFill>
              <a:gsLst>
                <a:gs pos="0">
                  <a:srgbClr val="6A6A6A">
                    <a:alpha val="9609"/>
                  </a:srgbClr>
                </a:gs>
                <a:gs pos="14286">
                  <a:srgbClr val="6A6A6A">
                    <a:alpha val="8867"/>
                  </a:srgbClr>
                </a:gs>
                <a:gs pos="28571">
                  <a:srgbClr val="6A6A6A">
                    <a:alpha val="6956"/>
                  </a:srgbClr>
                </a:gs>
                <a:gs pos="42857">
                  <a:srgbClr val="6A6A6A">
                    <a:alpha val="4619"/>
                  </a:srgbClr>
                </a:gs>
                <a:gs pos="57143">
                  <a:srgbClr val="6A6A6A">
                    <a:alpha val="2586"/>
                  </a:srgbClr>
                </a:gs>
                <a:gs pos="71429">
                  <a:srgbClr val="6A6A6A">
                    <a:alpha val="1219"/>
                  </a:srgbClr>
                </a:gs>
                <a:gs pos="85714">
                  <a:srgbClr val="6A6A6A">
                    <a:alpha val="484"/>
                  </a:srgbClr>
                </a:gs>
                <a:gs pos="100000">
                  <a:srgbClr val="6A6A6A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4398028">
              <a:off x="1246784" y="394365"/>
              <a:ext cx="512879" cy="506909"/>
            </a:xfrm>
            <a:prstGeom prst="ellipse">
              <a:avLst/>
            </a:prstGeom>
            <a:gradFill>
              <a:gsLst>
                <a:gs pos="0">
                  <a:srgbClr val="373837">
                    <a:alpha val="4433"/>
                  </a:srgbClr>
                </a:gs>
                <a:gs pos="14286">
                  <a:srgbClr val="373837">
                    <a:alpha val="4082"/>
                  </a:srgbClr>
                </a:gs>
                <a:gs pos="28571">
                  <a:srgbClr val="373837">
                    <a:alpha val="3184"/>
                  </a:srgbClr>
                </a:gs>
                <a:gs pos="42857">
                  <a:srgbClr val="373837">
                    <a:alpha val="2100"/>
                  </a:srgbClr>
                </a:gs>
                <a:gs pos="57143">
                  <a:srgbClr val="373837">
                    <a:alpha val="1169"/>
                  </a:srgbClr>
                </a:gs>
                <a:gs pos="71429">
                  <a:srgbClr val="373837">
                    <a:alpha val="549"/>
                  </a:srgbClr>
                </a:gs>
                <a:gs pos="85714">
                  <a:srgbClr val="373837">
                    <a:alpha val="217"/>
                  </a:srgbClr>
                </a:gs>
                <a:gs pos="100000">
                  <a:srgbClr val="373837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5399369">
              <a:off x="1738849" y="1414418"/>
              <a:ext cx="716623" cy="177215"/>
            </a:xfrm>
            <a:prstGeom prst="ellipse">
              <a:avLst/>
            </a:prstGeom>
            <a:gradFill>
              <a:gsLst>
                <a:gs pos="0">
                  <a:srgbClr val="514F4E">
                    <a:alpha val="7623"/>
                  </a:srgbClr>
                </a:gs>
                <a:gs pos="14286">
                  <a:srgbClr val="514F4E">
                    <a:alpha val="7029"/>
                  </a:srgbClr>
                </a:gs>
                <a:gs pos="28571">
                  <a:srgbClr val="514F4E">
                    <a:alpha val="5502"/>
                  </a:srgbClr>
                </a:gs>
                <a:gs pos="42857">
                  <a:srgbClr val="514F4E">
                    <a:alpha val="3644"/>
                  </a:srgbClr>
                </a:gs>
                <a:gs pos="57143">
                  <a:srgbClr val="514F4E">
                    <a:alpha val="2036"/>
                  </a:srgbClr>
                </a:gs>
                <a:gs pos="71429">
                  <a:srgbClr val="514F4E">
                    <a:alpha val="958"/>
                  </a:srgbClr>
                </a:gs>
                <a:gs pos="85714">
                  <a:srgbClr val="514F4E">
                    <a:alpha val="380"/>
                  </a:srgbClr>
                </a:gs>
                <a:gs pos="100000">
                  <a:srgbClr val="514F4E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4894857">
              <a:off x="2380960" y="1778299"/>
              <a:ext cx="410541" cy="49059"/>
            </a:xfrm>
            <a:prstGeom prst="ellipse">
              <a:avLst/>
            </a:prstGeom>
            <a:gradFill>
              <a:gsLst>
                <a:gs pos="0">
                  <a:srgbClr val="E8E7E7">
                    <a:alpha val="31269"/>
                  </a:srgbClr>
                </a:gs>
                <a:gs pos="14286">
                  <a:srgbClr val="E8E7E7">
                    <a:alpha val="29153"/>
                  </a:srgbClr>
                </a:gs>
                <a:gs pos="28571">
                  <a:srgbClr val="E8E7E7">
                    <a:alpha val="23478"/>
                  </a:srgbClr>
                </a:gs>
                <a:gs pos="42857">
                  <a:srgbClr val="E8E7E7">
                    <a:alpha val="16098"/>
                  </a:srgbClr>
                </a:gs>
                <a:gs pos="57143">
                  <a:srgbClr val="E8E7E7">
                    <a:alpha val="9268"/>
                  </a:srgbClr>
                </a:gs>
                <a:gs pos="71429">
                  <a:srgbClr val="E8E7E7">
                    <a:alpha val="4450"/>
                  </a:srgbClr>
                </a:gs>
                <a:gs pos="85714">
                  <a:srgbClr val="E8E7E7">
                    <a:alpha val="1784"/>
                  </a:srgbClr>
                </a:gs>
                <a:gs pos="100000">
                  <a:srgbClr val="E8E7E7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10681675">
              <a:off x="-12028" y="1802170"/>
              <a:ext cx="467662" cy="123993"/>
            </a:xfrm>
            <a:prstGeom prst="ellipse">
              <a:avLst/>
            </a:prstGeom>
            <a:gradFill>
              <a:gsLst>
                <a:gs pos="0">
                  <a:srgbClr val="3C3C3F">
                    <a:alpha val="8726"/>
                  </a:srgbClr>
                </a:gs>
                <a:gs pos="14286">
                  <a:srgbClr val="3C3C3F">
                    <a:alpha val="8049"/>
                  </a:srgbClr>
                </a:gs>
                <a:gs pos="28571">
                  <a:srgbClr val="3C3C3F">
                    <a:alpha val="6308"/>
                  </a:srgbClr>
                </a:gs>
                <a:gs pos="42857">
                  <a:srgbClr val="3C3C3F">
                    <a:alpha val="4184"/>
                  </a:srgbClr>
                </a:gs>
                <a:gs pos="57143">
                  <a:srgbClr val="3C3C3F">
                    <a:alpha val="2340"/>
                  </a:srgbClr>
                </a:gs>
                <a:gs pos="71429">
                  <a:srgbClr val="3C3C3F">
                    <a:alpha val="1102"/>
                  </a:srgbClr>
                </a:gs>
                <a:gs pos="85714">
                  <a:srgbClr val="3C3C3F">
                    <a:alpha val="437"/>
                  </a:srgbClr>
                </a:gs>
                <a:gs pos="100000">
                  <a:srgbClr val="3C3C3F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5882274">
              <a:off x="26129" y="69472"/>
              <a:ext cx="505342" cy="458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5752203">
              <a:off x="-174306" y="1962999"/>
              <a:ext cx="536832" cy="528163"/>
            </a:xfrm>
            <a:prstGeom prst="ellipse">
              <a:avLst/>
            </a:prstGeom>
            <a:gradFill>
              <a:gsLst>
                <a:gs pos="0">
                  <a:srgbClr val="545554">
                    <a:alpha val="2110"/>
                  </a:srgbClr>
                </a:gs>
                <a:gs pos="14286">
                  <a:srgbClr val="545554">
                    <a:alpha val="1941"/>
                  </a:srgbClr>
                </a:gs>
                <a:gs pos="28571">
                  <a:srgbClr val="545554">
                    <a:alpha val="1510"/>
                  </a:srgbClr>
                </a:gs>
                <a:gs pos="42857">
                  <a:srgbClr val="545554">
                    <a:alpha val="993"/>
                  </a:srgbClr>
                </a:gs>
                <a:gs pos="57143">
                  <a:srgbClr val="545554">
                    <a:alpha val="552"/>
                  </a:srgbClr>
                </a:gs>
                <a:gs pos="71429">
                  <a:srgbClr val="545554">
                    <a:alpha val="259"/>
                  </a:srgbClr>
                </a:gs>
                <a:gs pos="85714">
                  <a:srgbClr val="545554">
                    <a:alpha val="102"/>
                  </a:srgbClr>
                </a:gs>
                <a:gs pos="100000">
                  <a:srgbClr val="545554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5401772">
              <a:off x="2146671" y="639647"/>
              <a:ext cx="652476" cy="157681"/>
            </a:xfrm>
            <a:prstGeom prst="ellipse">
              <a:avLst/>
            </a:prstGeom>
            <a:gradFill>
              <a:gsLst>
                <a:gs pos="0">
                  <a:srgbClr val="000500">
                    <a:alpha val="10199"/>
                  </a:srgbClr>
                </a:gs>
                <a:gs pos="14286">
                  <a:srgbClr val="000500">
                    <a:alpha val="9414"/>
                  </a:srgbClr>
                </a:gs>
                <a:gs pos="28571">
                  <a:srgbClr val="000500">
                    <a:alpha val="7389"/>
                  </a:srgbClr>
                </a:gs>
                <a:gs pos="42857">
                  <a:srgbClr val="000500">
                    <a:alpha val="4911"/>
                  </a:srgbClr>
                </a:gs>
                <a:gs pos="57143">
                  <a:srgbClr val="000500">
                    <a:alpha val="2752"/>
                  </a:srgbClr>
                </a:gs>
                <a:gs pos="71429">
                  <a:srgbClr val="000500">
                    <a:alpha val="1298"/>
                  </a:srgbClr>
                </a:gs>
                <a:gs pos="85714">
                  <a:srgbClr val="000500">
                    <a:alpha val="515"/>
                  </a:srgbClr>
                </a:gs>
                <a:gs pos="100000">
                  <a:srgbClr val="0005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6603988">
              <a:off x="1743054" y="1418197"/>
              <a:ext cx="619666" cy="163291"/>
            </a:xfrm>
            <a:prstGeom prst="ellipse">
              <a:avLst/>
            </a:prstGeom>
            <a:gradFill>
              <a:gsLst>
                <a:gs pos="0">
                  <a:srgbClr val="6A6969">
                    <a:alpha val="9137"/>
                  </a:srgbClr>
                </a:gs>
                <a:gs pos="14286">
                  <a:srgbClr val="6A6969">
                    <a:alpha val="8430"/>
                  </a:srgbClr>
                </a:gs>
                <a:gs pos="28571">
                  <a:srgbClr val="6A6969">
                    <a:alpha val="6609"/>
                  </a:srgbClr>
                </a:gs>
                <a:gs pos="42857">
                  <a:srgbClr val="6A6969">
                    <a:alpha val="4386"/>
                  </a:srgbClr>
                </a:gs>
                <a:gs pos="57143">
                  <a:srgbClr val="6A6969">
                    <a:alpha val="2455"/>
                  </a:srgbClr>
                </a:gs>
                <a:gs pos="71429">
                  <a:srgbClr val="6A6969">
                    <a:alpha val="1157"/>
                  </a:srgbClr>
                </a:gs>
                <a:gs pos="85714">
                  <a:srgbClr val="6A6969">
                    <a:alpha val="459"/>
                  </a:srgbClr>
                </a:gs>
                <a:gs pos="100000">
                  <a:srgbClr val="6A6969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5731216">
              <a:off x="351618" y="1425657"/>
              <a:ext cx="884005" cy="165406"/>
            </a:xfrm>
            <a:prstGeom prst="ellipse">
              <a:avLst/>
            </a:prstGeom>
            <a:gradFill>
              <a:gsLst>
                <a:gs pos="0">
                  <a:srgbClr val="8C8C8B">
                    <a:alpha val="4822"/>
                  </a:srgbClr>
                </a:gs>
                <a:gs pos="14286">
                  <a:srgbClr val="8C8C8B">
                    <a:alpha val="4441"/>
                  </a:srgbClr>
                </a:gs>
                <a:gs pos="28571">
                  <a:srgbClr val="8C8C8B">
                    <a:alpha val="3466"/>
                  </a:srgbClr>
                </a:gs>
                <a:gs pos="42857">
                  <a:srgbClr val="8C8C8B">
                    <a:alpha val="2287"/>
                  </a:srgbClr>
                </a:gs>
                <a:gs pos="57143">
                  <a:srgbClr val="8C8C8B">
                    <a:alpha val="1274"/>
                  </a:srgbClr>
                </a:gs>
                <a:gs pos="71429">
                  <a:srgbClr val="8C8C8B">
                    <a:alpha val="598"/>
                  </a:srgbClr>
                </a:gs>
                <a:gs pos="85714">
                  <a:srgbClr val="8C8C8B">
                    <a:alpha val="237"/>
                  </a:srgbClr>
                </a:gs>
                <a:gs pos="100000">
                  <a:srgbClr val="8C8C8B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6379313">
              <a:off x="2816434" y="1998077"/>
              <a:ext cx="537935" cy="528726"/>
            </a:xfrm>
            <a:prstGeom prst="ellipse">
              <a:avLst/>
            </a:prstGeom>
            <a:gradFill>
              <a:gsLst>
                <a:gs pos="0">
                  <a:srgbClr val="515153">
                    <a:alpha val="3731"/>
                  </a:srgbClr>
                </a:gs>
                <a:gs pos="14286">
                  <a:srgbClr val="515153">
                    <a:alpha val="3435"/>
                  </a:srgbClr>
                </a:gs>
                <a:gs pos="28571">
                  <a:srgbClr val="515153">
                    <a:alpha val="2677"/>
                  </a:srgbClr>
                </a:gs>
                <a:gs pos="42857">
                  <a:srgbClr val="515153">
                    <a:alpha val="1764"/>
                  </a:srgbClr>
                </a:gs>
                <a:gs pos="57143">
                  <a:srgbClr val="515153">
                    <a:alpha val="981"/>
                  </a:srgbClr>
                </a:gs>
                <a:gs pos="71429">
                  <a:srgbClr val="515153">
                    <a:alpha val="461"/>
                  </a:srgbClr>
                </a:gs>
                <a:gs pos="85714">
                  <a:srgbClr val="515153">
                    <a:alpha val="182"/>
                  </a:srgbClr>
                </a:gs>
                <a:gs pos="100000">
                  <a:srgbClr val="515153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5942024">
              <a:off x="1495693" y="972089"/>
              <a:ext cx="522799" cy="520664"/>
            </a:xfrm>
            <a:prstGeom prst="ellipse">
              <a:avLst/>
            </a:prstGeom>
            <a:gradFill>
              <a:gsLst>
                <a:gs pos="0">
                  <a:srgbClr val="636361">
                    <a:alpha val="2144"/>
                  </a:srgbClr>
                </a:gs>
                <a:gs pos="14286">
                  <a:srgbClr val="636361">
                    <a:alpha val="1972"/>
                  </a:srgbClr>
                </a:gs>
                <a:gs pos="28571">
                  <a:srgbClr val="636361">
                    <a:alpha val="1535"/>
                  </a:srgbClr>
                </a:gs>
                <a:gs pos="42857">
                  <a:srgbClr val="636361">
                    <a:alpha val="1009"/>
                  </a:srgbClr>
                </a:gs>
                <a:gs pos="57143">
                  <a:srgbClr val="636361">
                    <a:alpha val="561"/>
                  </a:srgbClr>
                </a:gs>
                <a:gs pos="71429">
                  <a:srgbClr val="636361">
                    <a:alpha val="263"/>
                  </a:srgbClr>
                </a:gs>
                <a:gs pos="85714">
                  <a:srgbClr val="636361">
                    <a:alpha val="104"/>
                  </a:srgbClr>
                </a:gs>
                <a:gs pos="100000">
                  <a:srgbClr val="636361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6397942">
              <a:off x="543298" y="511217"/>
              <a:ext cx="722144" cy="201274"/>
            </a:xfrm>
            <a:prstGeom prst="ellipse">
              <a:avLst/>
            </a:prstGeom>
            <a:gradFill>
              <a:gsLst>
                <a:gs pos="0">
                  <a:srgbClr val="565556">
                    <a:alpha val="7549"/>
                  </a:srgbClr>
                </a:gs>
                <a:gs pos="14286">
                  <a:srgbClr val="565556">
                    <a:alpha val="6961"/>
                  </a:srgbClr>
                </a:gs>
                <a:gs pos="28571">
                  <a:srgbClr val="565556">
                    <a:alpha val="5448"/>
                  </a:srgbClr>
                </a:gs>
                <a:gs pos="42857">
                  <a:srgbClr val="565556">
                    <a:alpha val="3608"/>
                  </a:srgbClr>
                </a:gs>
                <a:gs pos="57143">
                  <a:srgbClr val="565556">
                    <a:alpha val="2015"/>
                  </a:srgbClr>
                </a:gs>
                <a:gs pos="71429">
                  <a:srgbClr val="565556">
                    <a:alpha val="949"/>
                  </a:srgbClr>
                </a:gs>
                <a:gs pos="85714">
                  <a:srgbClr val="565556">
                    <a:alpha val="376"/>
                  </a:srgbClr>
                </a:gs>
                <a:gs pos="100000">
                  <a:srgbClr val="565556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5400000">
              <a:off x="3547303" y="1843556"/>
              <a:ext cx="65388" cy="65388"/>
            </a:xfrm>
            <a:prstGeom prst="ellipse">
              <a:avLst/>
            </a:prstGeom>
            <a:gradFill>
              <a:gsLst>
                <a:gs pos="0">
                  <a:srgbClr val="9A9A9A">
                    <a:alpha val="12387"/>
                  </a:srgbClr>
                </a:gs>
                <a:gs pos="14286">
                  <a:srgbClr val="9A9A9A">
                    <a:alpha val="11445"/>
                  </a:srgbClr>
                </a:gs>
                <a:gs pos="28571">
                  <a:srgbClr val="9A9A9A">
                    <a:alpha val="9006"/>
                  </a:srgbClr>
                </a:gs>
                <a:gs pos="42857">
                  <a:srgbClr val="9A9A9A">
                    <a:alpha val="6002"/>
                  </a:srgbClr>
                </a:gs>
                <a:gs pos="57143">
                  <a:srgbClr val="9A9A9A">
                    <a:alpha val="3372"/>
                  </a:srgbClr>
                </a:gs>
                <a:gs pos="71429">
                  <a:srgbClr val="9A9A9A">
                    <a:alpha val="1593"/>
                  </a:srgbClr>
                </a:gs>
                <a:gs pos="85714">
                  <a:srgbClr val="9A9A9A">
                    <a:alpha val="633"/>
                  </a:srgbClr>
                </a:gs>
                <a:gs pos="100000">
                  <a:srgbClr val="9A9A9A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3873375">
              <a:off x="147812" y="983667"/>
              <a:ext cx="516216" cy="512322"/>
            </a:xfrm>
            <a:prstGeom prst="ellipse">
              <a:avLst/>
            </a:prstGeom>
            <a:gradFill>
              <a:gsLst>
                <a:gs pos="0">
                  <a:srgbClr val="6F6F6F">
                    <a:alpha val="6079"/>
                  </a:srgbClr>
                </a:gs>
                <a:gs pos="14286">
                  <a:srgbClr val="6F6F6F">
                    <a:alpha val="5601"/>
                  </a:srgbClr>
                </a:gs>
                <a:gs pos="28571">
                  <a:srgbClr val="6F6F6F">
                    <a:alpha val="4377"/>
                  </a:srgbClr>
                </a:gs>
                <a:gs pos="42857">
                  <a:srgbClr val="6F6F6F">
                    <a:alpha val="2893"/>
                  </a:srgbClr>
                </a:gs>
                <a:gs pos="57143">
                  <a:srgbClr val="6F6F6F">
                    <a:alpha val="1614"/>
                  </a:srgbClr>
                </a:gs>
                <a:gs pos="71429">
                  <a:srgbClr val="6F6F6F">
                    <a:alpha val="759"/>
                  </a:srgbClr>
                </a:gs>
                <a:gs pos="85714">
                  <a:srgbClr val="6F6F6F">
                    <a:alpha val="301"/>
                  </a:srgbClr>
                </a:gs>
                <a:gs pos="100000">
                  <a:srgbClr val="6F6F6F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-10605718">
              <a:off x="1363099" y="2815397"/>
              <a:ext cx="538249" cy="534626"/>
            </a:xfrm>
            <a:prstGeom prst="ellipse">
              <a:avLst/>
            </a:prstGeom>
            <a:gradFill>
              <a:gsLst>
                <a:gs pos="0">
                  <a:srgbClr val="626262">
                    <a:alpha val="5790"/>
                  </a:srgbClr>
                </a:gs>
                <a:gs pos="14286">
                  <a:srgbClr val="626262">
                    <a:alpha val="5335"/>
                  </a:srgbClr>
                </a:gs>
                <a:gs pos="28571">
                  <a:srgbClr val="626262">
                    <a:alpha val="4167"/>
                  </a:srgbClr>
                </a:gs>
                <a:gs pos="42857">
                  <a:srgbClr val="626262">
                    <a:alpha val="2753"/>
                  </a:srgbClr>
                </a:gs>
                <a:gs pos="57143">
                  <a:srgbClr val="626262">
                    <a:alpha val="1535"/>
                  </a:srgbClr>
                </a:gs>
                <a:gs pos="71429">
                  <a:srgbClr val="626262">
                    <a:alpha val="722"/>
                  </a:srgbClr>
                </a:gs>
                <a:gs pos="85714">
                  <a:srgbClr val="626262">
                    <a:alpha val="286"/>
                  </a:srgbClr>
                </a:gs>
                <a:gs pos="100000">
                  <a:srgbClr val="626262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10701128">
              <a:off x="2627739" y="612582"/>
              <a:ext cx="341559" cy="49890"/>
            </a:xfrm>
            <a:prstGeom prst="ellipse">
              <a:avLst/>
            </a:prstGeom>
            <a:gradFill>
              <a:gsLst>
                <a:gs pos="0">
                  <a:srgbClr val="DFDFE0">
                    <a:alpha val="32735"/>
                  </a:srgbClr>
                </a:gs>
                <a:gs pos="14286">
                  <a:srgbClr val="DFDFE0">
                    <a:alpha val="30543"/>
                  </a:srgbClr>
                </a:gs>
                <a:gs pos="28571">
                  <a:srgbClr val="DFDFE0">
                    <a:alpha val="24647"/>
                  </a:srgbClr>
                </a:gs>
                <a:gs pos="42857">
                  <a:srgbClr val="DFDFE0">
                    <a:alpha val="16941"/>
                  </a:srgbClr>
                </a:gs>
                <a:gs pos="57143">
                  <a:srgbClr val="DFDFE0">
                    <a:alpha val="9774"/>
                  </a:srgbClr>
                </a:gs>
                <a:gs pos="71429">
                  <a:srgbClr val="DFDFE0">
                    <a:alpha val="4700"/>
                  </a:srgbClr>
                </a:gs>
                <a:gs pos="85714">
                  <a:srgbClr val="DFDFE0">
                    <a:alpha val="1886"/>
                  </a:srgbClr>
                </a:gs>
                <a:gs pos="100000">
                  <a:srgbClr val="DFDFE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5204039">
              <a:off x="2968458" y="3444610"/>
              <a:ext cx="776283" cy="137659"/>
            </a:xfrm>
            <a:prstGeom prst="ellipse">
              <a:avLst/>
            </a:prstGeom>
            <a:gradFill>
              <a:gsLst>
                <a:gs pos="0">
                  <a:srgbClr val="858786">
                    <a:alpha val="6942"/>
                  </a:srgbClr>
                </a:gs>
                <a:gs pos="14286">
                  <a:srgbClr val="858786">
                    <a:alpha val="6399"/>
                  </a:srgbClr>
                </a:gs>
                <a:gs pos="28571">
                  <a:srgbClr val="858786">
                    <a:alpha val="5005"/>
                  </a:srgbClr>
                </a:gs>
                <a:gs pos="42857">
                  <a:srgbClr val="858786">
                    <a:alpha val="3312"/>
                  </a:srgbClr>
                </a:gs>
                <a:gs pos="57143">
                  <a:srgbClr val="858786">
                    <a:alpha val="1849"/>
                  </a:srgbClr>
                </a:gs>
                <a:gs pos="71429">
                  <a:srgbClr val="858786">
                    <a:alpha val="870"/>
                  </a:srgbClr>
                </a:gs>
                <a:gs pos="85714">
                  <a:srgbClr val="858786">
                    <a:alpha val="345"/>
                  </a:srgbClr>
                </a:gs>
                <a:gs pos="100000">
                  <a:srgbClr val="858786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8817395">
              <a:off x="2811802" y="736894"/>
              <a:ext cx="544389" cy="130175"/>
            </a:xfrm>
            <a:prstGeom prst="ellipse">
              <a:avLst/>
            </a:prstGeom>
            <a:gradFill>
              <a:gsLst>
                <a:gs pos="0">
                  <a:srgbClr val="878887">
                    <a:alpha val="7714"/>
                  </a:srgbClr>
                </a:gs>
                <a:gs pos="14286">
                  <a:srgbClr val="878887">
                    <a:alpha val="7113"/>
                  </a:srgbClr>
                </a:gs>
                <a:gs pos="28571">
                  <a:srgbClr val="878887">
                    <a:alpha val="5568"/>
                  </a:srgbClr>
                </a:gs>
                <a:gs pos="42857">
                  <a:srgbClr val="878887">
                    <a:alpha val="3688"/>
                  </a:srgbClr>
                </a:gs>
                <a:gs pos="57143">
                  <a:srgbClr val="878887">
                    <a:alpha val="2061"/>
                  </a:srgbClr>
                </a:gs>
                <a:gs pos="71429">
                  <a:srgbClr val="878887">
                    <a:alpha val="970"/>
                  </a:srgbClr>
                </a:gs>
                <a:gs pos="85714">
                  <a:srgbClr val="878887">
                    <a:alpha val="385"/>
                  </a:srgbClr>
                </a:gs>
                <a:gs pos="100000">
                  <a:srgbClr val="878887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4990956">
              <a:off x="1405139" y="1796652"/>
              <a:ext cx="837378" cy="88588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5421940">
              <a:off x="1179576" y="2763366"/>
              <a:ext cx="713778" cy="184598"/>
            </a:xfrm>
            <a:prstGeom prst="ellipse">
              <a:avLst/>
            </a:prstGeom>
            <a:gradFill>
              <a:gsLst>
                <a:gs pos="0">
                  <a:srgbClr val="464747">
                    <a:alpha val="2634"/>
                  </a:srgbClr>
                </a:gs>
                <a:gs pos="14286">
                  <a:srgbClr val="464747">
                    <a:alpha val="2424"/>
                  </a:srgbClr>
                </a:gs>
                <a:gs pos="28571">
                  <a:srgbClr val="464747">
                    <a:alpha val="1887"/>
                  </a:srgbClr>
                </a:gs>
                <a:gs pos="42857">
                  <a:srgbClr val="464747">
                    <a:alpha val="1242"/>
                  </a:srgbClr>
                </a:gs>
                <a:gs pos="57143">
                  <a:srgbClr val="464747">
                    <a:alpha val="690"/>
                  </a:srgbClr>
                </a:gs>
                <a:gs pos="71429">
                  <a:srgbClr val="464747">
                    <a:alpha val="324"/>
                  </a:srgbClr>
                </a:gs>
                <a:gs pos="85714">
                  <a:srgbClr val="464747">
                    <a:alpha val="128"/>
                  </a:srgbClr>
                </a:gs>
                <a:gs pos="100000">
                  <a:srgbClr val="464747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5997956">
              <a:off x="-416745" y="383727"/>
              <a:ext cx="901408" cy="357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5398715">
              <a:off x="1254262" y="-22978"/>
              <a:ext cx="529258" cy="525761"/>
            </a:xfrm>
            <a:prstGeom prst="ellipse">
              <a:avLst/>
            </a:prstGeom>
            <a:gradFill>
              <a:gsLst>
                <a:gs pos="0">
                  <a:srgbClr val="555455">
                    <a:alpha val="2439"/>
                  </a:srgbClr>
                </a:gs>
                <a:gs pos="14286">
                  <a:srgbClr val="555455">
                    <a:alpha val="2244"/>
                  </a:srgbClr>
                </a:gs>
                <a:gs pos="28571">
                  <a:srgbClr val="555455">
                    <a:alpha val="1747"/>
                  </a:srgbClr>
                </a:gs>
                <a:gs pos="42857">
                  <a:srgbClr val="555455">
                    <a:alpha val="1149"/>
                  </a:srgbClr>
                </a:gs>
                <a:gs pos="57143">
                  <a:srgbClr val="555455">
                    <a:alpha val="638"/>
                  </a:srgbClr>
                </a:gs>
                <a:gs pos="71429">
                  <a:srgbClr val="555455">
                    <a:alpha val="299"/>
                  </a:srgbClr>
                </a:gs>
                <a:gs pos="85714">
                  <a:srgbClr val="555455">
                    <a:alpha val="118"/>
                  </a:srgbClr>
                </a:gs>
                <a:gs pos="100000">
                  <a:srgbClr val="555455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5676542">
              <a:off x="3324414" y="626847"/>
              <a:ext cx="543693" cy="119533"/>
            </a:xfrm>
            <a:prstGeom prst="ellipse">
              <a:avLst/>
            </a:prstGeom>
            <a:gradFill>
              <a:gsLst>
                <a:gs pos="0">
                  <a:srgbClr val="A3A3A3">
                    <a:alpha val="4285"/>
                  </a:srgbClr>
                </a:gs>
                <a:gs pos="14286">
                  <a:srgbClr val="A3A3A3">
                    <a:alpha val="3946"/>
                  </a:srgbClr>
                </a:gs>
                <a:gs pos="28571">
                  <a:srgbClr val="A3A3A3">
                    <a:alpha val="3077"/>
                  </a:srgbClr>
                </a:gs>
                <a:gs pos="42857">
                  <a:srgbClr val="A3A3A3">
                    <a:alpha val="2029"/>
                  </a:srgbClr>
                </a:gs>
                <a:gs pos="57143">
                  <a:srgbClr val="A3A3A3">
                    <a:alpha val="1130"/>
                  </a:srgbClr>
                </a:gs>
                <a:gs pos="71429">
                  <a:srgbClr val="A3A3A3">
                    <a:alpha val="530"/>
                  </a:srgbClr>
                </a:gs>
                <a:gs pos="85714">
                  <a:srgbClr val="A3A3A3">
                    <a:alpha val="210"/>
                  </a:srgbClr>
                </a:gs>
                <a:gs pos="100000">
                  <a:srgbClr val="A3A3A3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5272587">
              <a:off x="2233222" y="-62962"/>
              <a:ext cx="508259" cy="504453"/>
            </a:xfrm>
            <a:prstGeom prst="ellipse">
              <a:avLst/>
            </a:prstGeom>
            <a:gradFill>
              <a:gsLst>
                <a:gs pos="0">
                  <a:srgbClr val="5E5E5C">
                    <a:alpha val="2706"/>
                  </a:srgbClr>
                </a:gs>
                <a:gs pos="14286">
                  <a:srgbClr val="5E5E5C">
                    <a:alpha val="2490"/>
                  </a:srgbClr>
                </a:gs>
                <a:gs pos="28571">
                  <a:srgbClr val="5E5E5C">
                    <a:alpha val="1939"/>
                  </a:srgbClr>
                </a:gs>
                <a:gs pos="42857">
                  <a:srgbClr val="5E5E5C">
                    <a:alpha val="1276"/>
                  </a:srgbClr>
                </a:gs>
                <a:gs pos="57143">
                  <a:srgbClr val="5E5E5C">
                    <a:alpha val="709"/>
                  </a:srgbClr>
                </a:gs>
                <a:gs pos="71429">
                  <a:srgbClr val="5E5E5C">
                    <a:alpha val="333"/>
                  </a:srgbClr>
                </a:gs>
                <a:gs pos="85714">
                  <a:srgbClr val="5E5E5C">
                    <a:alpha val="132"/>
                  </a:srgbClr>
                </a:gs>
                <a:gs pos="100000">
                  <a:srgbClr val="5E5E5C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5231778">
              <a:off x="3335335" y="2026774"/>
              <a:ext cx="573780" cy="543816"/>
            </a:xfrm>
            <a:prstGeom prst="ellipse">
              <a:avLst/>
            </a:prstGeom>
            <a:gradFill>
              <a:gsLst>
                <a:gs pos="0">
                  <a:srgbClr val="706F6F">
                    <a:alpha val="14111"/>
                  </a:srgbClr>
                </a:gs>
                <a:gs pos="14286">
                  <a:srgbClr val="706F6F">
                    <a:alpha val="13048"/>
                  </a:srgbClr>
                </a:gs>
                <a:gs pos="28571">
                  <a:srgbClr val="706F6F">
                    <a:alpha val="10287"/>
                  </a:srgbClr>
                </a:gs>
                <a:gs pos="42857">
                  <a:srgbClr val="706F6F">
                    <a:alpha val="6873"/>
                  </a:srgbClr>
                </a:gs>
                <a:gs pos="57143">
                  <a:srgbClr val="706F6F">
                    <a:alpha val="3869"/>
                  </a:srgbClr>
                </a:gs>
                <a:gs pos="71429">
                  <a:srgbClr val="706F6F">
                    <a:alpha val="1830"/>
                  </a:srgbClr>
                </a:gs>
                <a:gs pos="85714">
                  <a:srgbClr val="706F6F">
                    <a:alpha val="728"/>
                  </a:srgbClr>
                </a:gs>
                <a:gs pos="100000">
                  <a:srgbClr val="706F6F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10727876">
              <a:off x="960805" y="2469099"/>
              <a:ext cx="536203" cy="534882"/>
            </a:xfrm>
            <a:prstGeom prst="ellipse">
              <a:avLst/>
            </a:prstGeom>
            <a:gradFill>
              <a:gsLst>
                <a:gs pos="0">
                  <a:srgbClr val="464545">
                    <a:alpha val="2657"/>
                  </a:srgbClr>
                </a:gs>
                <a:gs pos="14286">
                  <a:srgbClr val="464545">
                    <a:alpha val="2445"/>
                  </a:srgbClr>
                </a:gs>
                <a:gs pos="28571">
                  <a:srgbClr val="464545">
                    <a:alpha val="1904"/>
                  </a:srgbClr>
                </a:gs>
                <a:gs pos="42857">
                  <a:srgbClr val="464545">
                    <a:alpha val="1253"/>
                  </a:srgbClr>
                </a:gs>
                <a:gs pos="57143">
                  <a:srgbClr val="464545">
                    <a:alpha val="696"/>
                  </a:srgbClr>
                </a:gs>
                <a:gs pos="71429">
                  <a:srgbClr val="464545">
                    <a:alpha val="326"/>
                  </a:srgbClr>
                </a:gs>
                <a:gs pos="85714">
                  <a:srgbClr val="464545">
                    <a:alpha val="129"/>
                  </a:srgbClr>
                </a:gs>
                <a:gs pos="100000">
                  <a:srgbClr val="464545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5051946">
              <a:off x="3112082" y="3015811"/>
              <a:ext cx="285504" cy="64226"/>
            </a:xfrm>
            <a:prstGeom prst="ellipse">
              <a:avLst/>
            </a:prstGeom>
            <a:gradFill>
              <a:gsLst>
                <a:gs pos="0">
                  <a:srgbClr val="FFFFFF">
                    <a:alpha val="24700"/>
                  </a:srgbClr>
                </a:gs>
                <a:gs pos="14286">
                  <a:srgbClr val="FFFFFF">
                    <a:alpha val="22952"/>
                  </a:srgbClr>
                </a:gs>
                <a:gs pos="28571">
                  <a:srgbClr val="FFFFFF">
                    <a:alpha val="18327"/>
                  </a:srgbClr>
                </a:gs>
                <a:gs pos="42857">
                  <a:srgbClr val="FFFFFF">
                    <a:alpha val="12435"/>
                  </a:srgbClr>
                </a:gs>
                <a:gs pos="57143">
                  <a:srgbClr val="FFFFFF">
                    <a:alpha val="7094"/>
                  </a:srgbClr>
                </a:gs>
                <a:gs pos="71429">
                  <a:srgbClr val="FFFFFF">
                    <a:alpha val="3386"/>
                  </a:srgbClr>
                </a:gs>
                <a:gs pos="85714">
                  <a:srgbClr val="FFFFFF">
                    <a:alpha val="1353"/>
                  </a:srgbClr>
                </a:gs>
                <a:gs pos="100000">
                  <a:srgbClr val="FFFFFF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5245280">
              <a:off x="231422" y="3062834"/>
              <a:ext cx="338537" cy="78788"/>
            </a:xfrm>
            <a:prstGeom prst="ellipse">
              <a:avLst/>
            </a:prstGeom>
            <a:gradFill>
              <a:gsLst>
                <a:gs pos="0">
                  <a:srgbClr val="D8D7D7">
                    <a:alpha val="32574"/>
                  </a:srgbClr>
                </a:gs>
                <a:gs pos="14286">
                  <a:srgbClr val="D8D7D7">
                    <a:alpha val="30390"/>
                  </a:srgbClr>
                </a:gs>
                <a:gs pos="28571">
                  <a:srgbClr val="D8D7D7">
                    <a:alpha val="24518"/>
                  </a:srgbClr>
                </a:gs>
                <a:gs pos="42857">
                  <a:srgbClr val="D8D7D7">
                    <a:alpha val="16847"/>
                  </a:srgbClr>
                </a:gs>
                <a:gs pos="57143">
                  <a:srgbClr val="D8D7D7">
                    <a:alpha val="9718"/>
                  </a:srgbClr>
                </a:gs>
                <a:gs pos="71429">
                  <a:srgbClr val="D8D7D7">
                    <a:alpha val="4673"/>
                  </a:srgbClr>
                </a:gs>
                <a:gs pos="85714">
                  <a:srgbClr val="D8D7D7">
                    <a:alpha val="1874"/>
                  </a:srgbClr>
                </a:gs>
                <a:gs pos="100000">
                  <a:srgbClr val="D8D7D7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5181710">
              <a:off x="2018953" y="2220791"/>
              <a:ext cx="722900" cy="129722"/>
            </a:xfrm>
            <a:prstGeom prst="ellipse">
              <a:avLst/>
            </a:prstGeom>
            <a:gradFill>
              <a:gsLst>
                <a:gs pos="0">
                  <a:srgbClr val="030202">
                    <a:alpha val="16280"/>
                  </a:srgbClr>
                </a:gs>
                <a:gs pos="14286">
                  <a:srgbClr val="030202">
                    <a:alpha val="15068"/>
                  </a:srgbClr>
                </a:gs>
                <a:gs pos="28571">
                  <a:srgbClr val="030202">
                    <a:alpha val="11909"/>
                  </a:srgbClr>
                </a:gs>
                <a:gs pos="42857">
                  <a:srgbClr val="030202">
                    <a:alpha val="7981"/>
                  </a:srgbClr>
                </a:gs>
                <a:gs pos="57143">
                  <a:srgbClr val="030202">
                    <a:alpha val="4504"/>
                  </a:srgbClr>
                </a:gs>
                <a:gs pos="71429">
                  <a:srgbClr val="030202">
                    <a:alpha val="2134"/>
                  </a:srgbClr>
                </a:gs>
                <a:gs pos="85714">
                  <a:srgbClr val="030202">
                    <a:alpha val="849"/>
                  </a:srgbClr>
                </a:gs>
                <a:gs pos="100000">
                  <a:srgbClr val="030202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6705489">
              <a:off x="626468" y="8625"/>
              <a:ext cx="570104" cy="151224"/>
            </a:xfrm>
            <a:prstGeom prst="ellipse">
              <a:avLst/>
            </a:prstGeom>
            <a:gradFill>
              <a:gsLst>
                <a:gs pos="0">
                  <a:srgbClr val="7E7F7C">
                    <a:alpha val="1872"/>
                  </a:srgbClr>
                </a:gs>
                <a:gs pos="14286">
                  <a:srgbClr val="7E7F7C">
                    <a:alpha val="1721"/>
                  </a:srgbClr>
                </a:gs>
                <a:gs pos="28571">
                  <a:srgbClr val="7E7F7C">
                    <a:alpha val="1339"/>
                  </a:srgbClr>
                </a:gs>
                <a:gs pos="42857">
                  <a:srgbClr val="7E7F7C">
                    <a:alpha val="880"/>
                  </a:srgbClr>
                </a:gs>
                <a:gs pos="57143">
                  <a:srgbClr val="7E7F7C">
                    <a:alpha val="489"/>
                  </a:srgbClr>
                </a:gs>
                <a:gs pos="71429">
                  <a:srgbClr val="7E7F7C">
                    <a:alpha val="229"/>
                  </a:srgbClr>
                </a:gs>
                <a:gs pos="85714">
                  <a:srgbClr val="7E7F7C">
                    <a:alpha val="91"/>
                  </a:srgbClr>
                </a:gs>
                <a:gs pos="100000">
                  <a:srgbClr val="7E7F7C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8243077">
              <a:off x="646922" y="117166"/>
              <a:ext cx="561813" cy="342792"/>
            </a:xfrm>
            <a:prstGeom prst="ellipse">
              <a:avLst/>
            </a:prstGeom>
            <a:gradFill>
              <a:gsLst>
                <a:gs pos="0">
                  <a:srgbClr val="454447">
                    <a:alpha val="4932"/>
                  </a:srgbClr>
                </a:gs>
                <a:gs pos="14286">
                  <a:srgbClr val="454447">
                    <a:alpha val="4543"/>
                  </a:srgbClr>
                </a:gs>
                <a:gs pos="28571">
                  <a:srgbClr val="454447">
                    <a:alpha val="3545"/>
                  </a:srgbClr>
                </a:gs>
                <a:gs pos="42857">
                  <a:srgbClr val="454447">
                    <a:alpha val="2340"/>
                  </a:srgbClr>
                </a:gs>
                <a:gs pos="57143">
                  <a:srgbClr val="454447">
                    <a:alpha val="1303"/>
                  </a:srgbClr>
                </a:gs>
                <a:gs pos="71429">
                  <a:srgbClr val="454447">
                    <a:alpha val="612"/>
                  </a:srgbClr>
                </a:gs>
                <a:gs pos="85714">
                  <a:srgbClr val="454447">
                    <a:alpha val="243"/>
                  </a:srgbClr>
                </a:gs>
                <a:gs pos="100000">
                  <a:srgbClr val="454447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10585380">
              <a:off x="1511194" y="923871"/>
              <a:ext cx="505379" cy="503870"/>
            </a:xfrm>
            <a:prstGeom prst="ellipse">
              <a:avLst/>
            </a:prstGeom>
            <a:gradFill>
              <a:gsLst>
                <a:gs pos="0">
                  <a:srgbClr val="5B5C5E">
                    <a:alpha val="2621"/>
                  </a:srgbClr>
                </a:gs>
                <a:gs pos="14286">
                  <a:srgbClr val="5B5C5E">
                    <a:alpha val="2412"/>
                  </a:srgbClr>
                </a:gs>
                <a:gs pos="28571">
                  <a:srgbClr val="5B5C5E">
                    <a:alpha val="1878"/>
                  </a:srgbClr>
                </a:gs>
                <a:gs pos="42857">
                  <a:srgbClr val="5B5C5E">
                    <a:alpha val="1236"/>
                  </a:srgbClr>
                </a:gs>
                <a:gs pos="57143">
                  <a:srgbClr val="5B5C5E">
                    <a:alpha val="687"/>
                  </a:srgbClr>
                </a:gs>
                <a:gs pos="71429">
                  <a:srgbClr val="5B5C5E">
                    <a:alpha val="322"/>
                  </a:srgbClr>
                </a:gs>
                <a:gs pos="85714">
                  <a:srgbClr val="5B5C5E">
                    <a:alpha val="127"/>
                  </a:srgbClr>
                </a:gs>
                <a:gs pos="100000">
                  <a:srgbClr val="5B5C5E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5524088">
              <a:off x="-213465" y="2760432"/>
              <a:ext cx="638732" cy="153487"/>
            </a:xfrm>
            <a:prstGeom prst="ellipse">
              <a:avLst/>
            </a:prstGeom>
            <a:gradFill>
              <a:gsLst>
                <a:gs pos="0">
                  <a:srgbClr val="999999">
                    <a:alpha val="2586"/>
                  </a:srgbClr>
                </a:gs>
                <a:gs pos="14286">
                  <a:srgbClr val="999999">
                    <a:alpha val="2380"/>
                  </a:srgbClr>
                </a:gs>
                <a:gs pos="28571">
                  <a:srgbClr val="999999">
                    <a:alpha val="1853"/>
                  </a:srgbClr>
                </a:gs>
                <a:gs pos="42857">
                  <a:srgbClr val="999999">
                    <a:alpha val="1219"/>
                  </a:srgbClr>
                </a:gs>
                <a:gs pos="57143">
                  <a:srgbClr val="999999">
                    <a:alpha val="677"/>
                  </a:srgbClr>
                </a:gs>
                <a:gs pos="71429">
                  <a:srgbClr val="999999">
                    <a:alpha val="318"/>
                  </a:srgbClr>
                </a:gs>
                <a:gs pos="85714">
                  <a:srgbClr val="999999">
                    <a:alpha val="126"/>
                  </a:srgbClr>
                </a:gs>
                <a:gs pos="100000">
                  <a:srgbClr val="999999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9442626">
              <a:off x="2798819" y="1160425"/>
              <a:ext cx="427253" cy="406764"/>
            </a:xfrm>
            <a:prstGeom prst="ellipse">
              <a:avLst/>
            </a:prstGeom>
            <a:gradFill>
              <a:gsLst>
                <a:gs pos="0">
                  <a:srgbClr val="7F7F7D">
                    <a:alpha val="2532"/>
                  </a:srgbClr>
                </a:gs>
                <a:gs pos="14286">
                  <a:srgbClr val="7F7F7D">
                    <a:alpha val="2330"/>
                  </a:srgbClr>
                </a:gs>
                <a:gs pos="28571">
                  <a:srgbClr val="7F7F7D">
                    <a:alpha val="1814"/>
                  </a:srgbClr>
                </a:gs>
                <a:gs pos="42857">
                  <a:srgbClr val="7F7F7D">
                    <a:alpha val="1193"/>
                  </a:srgbClr>
                </a:gs>
                <a:gs pos="57143">
                  <a:srgbClr val="7F7F7D">
                    <a:alpha val="663"/>
                  </a:srgbClr>
                </a:gs>
                <a:gs pos="71429">
                  <a:srgbClr val="7F7F7D">
                    <a:alpha val="311"/>
                  </a:srgbClr>
                </a:gs>
                <a:gs pos="85714">
                  <a:srgbClr val="7F7F7D">
                    <a:alpha val="123"/>
                  </a:srgbClr>
                </a:gs>
                <a:gs pos="100000">
                  <a:srgbClr val="7F7F7D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682105">
              <a:off x="2858905" y="1221516"/>
              <a:ext cx="508255" cy="507422"/>
            </a:xfrm>
            <a:prstGeom prst="ellipse">
              <a:avLst/>
            </a:prstGeom>
            <a:gradFill>
              <a:gsLst>
                <a:gs pos="0">
                  <a:srgbClr val="575656">
                    <a:alpha val="1904"/>
                  </a:srgbClr>
                </a:gs>
                <a:gs pos="14286">
                  <a:srgbClr val="575656">
                    <a:alpha val="1751"/>
                  </a:srgbClr>
                </a:gs>
                <a:gs pos="28571">
                  <a:srgbClr val="575656">
                    <a:alpha val="1362"/>
                  </a:srgbClr>
                </a:gs>
                <a:gs pos="42857">
                  <a:srgbClr val="575656">
                    <a:alpha val="896"/>
                  </a:srgbClr>
                </a:gs>
                <a:gs pos="57143">
                  <a:srgbClr val="575656">
                    <a:alpha val="497"/>
                  </a:srgbClr>
                </a:gs>
                <a:gs pos="71429">
                  <a:srgbClr val="575656">
                    <a:alpha val="233"/>
                  </a:srgbClr>
                </a:gs>
                <a:gs pos="85714">
                  <a:srgbClr val="575656">
                    <a:alpha val="92"/>
                  </a:srgbClr>
                </a:gs>
                <a:gs pos="100000">
                  <a:srgbClr val="57565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9668569">
              <a:off x="1296525" y="2742035"/>
              <a:ext cx="672478" cy="164989"/>
            </a:xfrm>
            <a:prstGeom prst="ellipse">
              <a:avLst/>
            </a:prstGeom>
            <a:gradFill>
              <a:gsLst>
                <a:gs pos="0">
                  <a:srgbClr val="636463">
                    <a:alpha val="9642"/>
                  </a:srgbClr>
                </a:gs>
                <a:gs pos="14286">
                  <a:srgbClr val="636463">
                    <a:alpha val="8898"/>
                  </a:srgbClr>
                </a:gs>
                <a:gs pos="28571">
                  <a:srgbClr val="636463">
                    <a:alpha val="6980"/>
                  </a:srgbClr>
                </a:gs>
                <a:gs pos="42857">
                  <a:srgbClr val="636463">
                    <a:alpha val="4635"/>
                  </a:srgbClr>
                </a:gs>
                <a:gs pos="57143">
                  <a:srgbClr val="636463">
                    <a:alpha val="2595"/>
                  </a:srgbClr>
                </a:gs>
                <a:gs pos="71429">
                  <a:srgbClr val="636463">
                    <a:alpha val="1223"/>
                  </a:srgbClr>
                </a:gs>
                <a:gs pos="85714">
                  <a:srgbClr val="636463">
                    <a:alpha val="486"/>
                  </a:srgbClr>
                </a:gs>
                <a:gs pos="100000">
                  <a:srgbClr val="636463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5724044">
              <a:off x="1251179" y="461082"/>
              <a:ext cx="680219" cy="181626"/>
            </a:xfrm>
            <a:prstGeom prst="ellipse">
              <a:avLst/>
            </a:prstGeom>
            <a:gradFill>
              <a:gsLst>
                <a:gs pos="0">
                  <a:srgbClr val="919191">
                    <a:alpha val="4669"/>
                  </a:srgbClr>
                </a:gs>
                <a:gs pos="14286">
                  <a:srgbClr val="919191">
                    <a:alpha val="4299"/>
                  </a:srgbClr>
                </a:gs>
                <a:gs pos="28571">
                  <a:srgbClr val="919191">
                    <a:alpha val="3354"/>
                  </a:srgbClr>
                </a:gs>
                <a:gs pos="42857">
                  <a:srgbClr val="919191">
                    <a:alpha val="2213"/>
                  </a:srgbClr>
                </a:gs>
                <a:gs pos="57143">
                  <a:srgbClr val="919191">
                    <a:alpha val="1232"/>
                  </a:srgbClr>
                </a:gs>
                <a:gs pos="71429">
                  <a:srgbClr val="919191">
                    <a:alpha val="579"/>
                  </a:srgbClr>
                </a:gs>
                <a:gs pos="85714">
                  <a:srgbClr val="919191">
                    <a:alpha val="229"/>
                  </a:srgbClr>
                </a:gs>
                <a:gs pos="100000">
                  <a:srgbClr val="919191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10579394">
              <a:off x="1252399" y="2508446"/>
              <a:ext cx="204934" cy="70912"/>
            </a:xfrm>
            <a:prstGeom prst="ellipse">
              <a:avLst/>
            </a:prstGeom>
            <a:gradFill>
              <a:gsLst>
                <a:gs pos="0">
                  <a:srgbClr val="EDEEEE">
                    <a:alpha val="32968"/>
                  </a:srgbClr>
                </a:gs>
                <a:gs pos="14286">
                  <a:srgbClr val="EDEEEE">
                    <a:alpha val="30764"/>
                  </a:srgbClr>
                </a:gs>
                <a:gs pos="28571">
                  <a:srgbClr val="EDEEEE">
                    <a:alpha val="24833"/>
                  </a:srgbClr>
                </a:gs>
                <a:gs pos="42857">
                  <a:srgbClr val="EDEEEE">
                    <a:alpha val="17075"/>
                  </a:srgbClr>
                </a:gs>
                <a:gs pos="57143">
                  <a:srgbClr val="EDEEEE">
                    <a:alpha val="9855"/>
                  </a:srgbClr>
                </a:gs>
                <a:gs pos="71429">
                  <a:srgbClr val="EDEEEE">
                    <a:alpha val="4740"/>
                  </a:srgbClr>
                </a:gs>
                <a:gs pos="85714">
                  <a:srgbClr val="EDEEEE">
                    <a:alpha val="1902"/>
                  </a:srgbClr>
                </a:gs>
                <a:gs pos="100000">
                  <a:srgbClr val="EDE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5809287">
              <a:off x="991551" y="2300880"/>
              <a:ext cx="575389" cy="153458"/>
            </a:xfrm>
            <a:prstGeom prst="ellipse">
              <a:avLst/>
            </a:prstGeom>
            <a:gradFill>
              <a:gsLst>
                <a:gs pos="0">
                  <a:srgbClr val="494848">
                    <a:alpha val="5906"/>
                  </a:srgbClr>
                </a:gs>
                <a:gs pos="14286">
                  <a:srgbClr val="494848">
                    <a:alpha val="5441"/>
                  </a:srgbClr>
                </a:gs>
                <a:gs pos="28571">
                  <a:srgbClr val="494848">
                    <a:alpha val="4251"/>
                  </a:srgbClr>
                </a:gs>
                <a:gs pos="42857">
                  <a:srgbClr val="494848">
                    <a:alpha val="2809"/>
                  </a:srgbClr>
                </a:gs>
                <a:gs pos="57143">
                  <a:srgbClr val="494848">
                    <a:alpha val="1567"/>
                  </a:srgbClr>
                </a:gs>
                <a:gs pos="71429">
                  <a:srgbClr val="494848">
                    <a:alpha val="736"/>
                  </a:srgbClr>
                </a:gs>
                <a:gs pos="85714">
                  <a:srgbClr val="494848">
                    <a:alpha val="292"/>
                  </a:srgbClr>
                </a:gs>
                <a:gs pos="100000">
                  <a:srgbClr val="494848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4802206">
              <a:off x="3242102" y="3340466"/>
              <a:ext cx="692901" cy="54429"/>
            </a:xfrm>
            <a:prstGeom prst="ellipse">
              <a:avLst/>
            </a:prstGeom>
            <a:gradFill>
              <a:gsLst>
                <a:gs pos="0">
                  <a:srgbClr val="F1F1F2">
                    <a:alpha val="32968"/>
                  </a:srgbClr>
                </a:gs>
                <a:gs pos="14286">
                  <a:srgbClr val="F1F1F2">
                    <a:alpha val="30764"/>
                  </a:srgbClr>
                </a:gs>
                <a:gs pos="28571">
                  <a:srgbClr val="F1F1F2">
                    <a:alpha val="24833"/>
                  </a:srgbClr>
                </a:gs>
                <a:gs pos="42857">
                  <a:srgbClr val="F1F1F2">
                    <a:alpha val="17075"/>
                  </a:srgbClr>
                </a:gs>
                <a:gs pos="57143">
                  <a:srgbClr val="F1F1F2">
                    <a:alpha val="9855"/>
                  </a:srgbClr>
                </a:gs>
                <a:gs pos="71429">
                  <a:srgbClr val="F1F1F2">
                    <a:alpha val="4740"/>
                  </a:srgbClr>
                </a:gs>
                <a:gs pos="85714">
                  <a:srgbClr val="F1F1F2">
                    <a:alpha val="1902"/>
                  </a:srgbClr>
                </a:gs>
                <a:gs pos="100000">
                  <a:srgbClr val="F1F1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4711890">
              <a:off x="2232685" y="1147125"/>
              <a:ext cx="540617" cy="533642"/>
            </a:xfrm>
            <a:prstGeom prst="ellipse">
              <a:avLst/>
            </a:prstGeom>
            <a:gradFill>
              <a:gsLst>
                <a:gs pos="0">
                  <a:srgbClr val="737373">
                    <a:alpha val="6515"/>
                  </a:srgbClr>
                </a:gs>
                <a:gs pos="14286">
                  <a:srgbClr val="737373">
                    <a:alpha val="6004"/>
                  </a:srgbClr>
                </a:gs>
                <a:gs pos="28571">
                  <a:srgbClr val="737373">
                    <a:alpha val="4694"/>
                  </a:srgbClr>
                </a:gs>
                <a:gs pos="42857">
                  <a:srgbClr val="737373">
                    <a:alpha val="3104"/>
                  </a:srgbClr>
                </a:gs>
                <a:gs pos="57143">
                  <a:srgbClr val="737373">
                    <a:alpha val="1732"/>
                  </a:srgbClr>
                </a:gs>
                <a:gs pos="71429">
                  <a:srgbClr val="737373">
                    <a:alpha val="815"/>
                  </a:srgbClr>
                </a:gs>
                <a:gs pos="85714">
                  <a:srgbClr val="737373">
                    <a:alpha val="323"/>
                  </a:srgbClr>
                </a:gs>
                <a:gs pos="100000">
                  <a:srgbClr val="737373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4659446">
              <a:off x="3255707" y="922646"/>
              <a:ext cx="775098" cy="51665"/>
            </a:xfrm>
            <a:prstGeom prst="ellipse">
              <a:avLst/>
            </a:prstGeom>
            <a:gradFill>
              <a:gsLst>
                <a:gs pos="0">
                  <a:srgbClr val="E8E7E8">
                    <a:alpha val="27555"/>
                  </a:srgbClr>
                </a:gs>
                <a:gs pos="14286">
                  <a:srgbClr val="E8E7E8">
                    <a:alpha val="25641"/>
                  </a:srgbClr>
                </a:gs>
                <a:gs pos="28571">
                  <a:srgbClr val="E8E7E8">
                    <a:alpha val="20549"/>
                  </a:srgbClr>
                </a:gs>
                <a:gs pos="42857">
                  <a:srgbClr val="E8E7E8">
                    <a:alpha val="14005"/>
                  </a:srgbClr>
                </a:gs>
                <a:gs pos="57143">
                  <a:srgbClr val="E8E7E8">
                    <a:alpha val="8021"/>
                  </a:srgbClr>
                </a:gs>
                <a:gs pos="71429">
                  <a:srgbClr val="E8E7E8">
                    <a:alpha val="3838"/>
                  </a:srgbClr>
                </a:gs>
                <a:gs pos="85714">
                  <a:srgbClr val="E8E7E8">
                    <a:alpha val="1536"/>
                  </a:srgbClr>
                </a:gs>
                <a:gs pos="100000">
                  <a:srgbClr val="E8E7E8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4828858">
              <a:off x="-314409" y="1768102"/>
              <a:ext cx="629456" cy="152505"/>
            </a:xfrm>
            <a:prstGeom prst="ellipse">
              <a:avLst/>
            </a:prstGeom>
            <a:gradFill>
              <a:gsLst>
                <a:gs pos="0">
                  <a:srgbClr val="59595B">
                    <a:alpha val="9281"/>
                  </a:srgbClr>
                </a:gs>
                <a:gs pos="14286">
                  <a:srgbClr val="59595B">
                    <a:alpha val="8563"/>
                  </a:srgbClr>
                </a:gs>
                <a:gs pos="28571">
                  <a:srgbClr val="59595B">
                    <a:alpha val="6715"/>
                  </a:srgbClr>
                </a:gs>
                <a:gs pos="42857">
                  <a:srgbClr val="59595B">
                    <a:alpha val="4457"/>
                  </a:srgbClr>
                </a:gs>
                <a:gs pos="57143">
                  <a:srgbClr val="59595B">
                    <a:alpha val="2495"/>
                  </a:srgbClr>
                </a:gs>
                <a:gs pos="71429">
                  <a:srgbClr val="59595B">
                    <a:alpha val="1176"/>
                  </a:srgbClr>
                </a:gs>
                <a:gs pos="85714">
                  <a:srgbClr val="59595B">
                    <a:alpha val="467"/>
                  </a:srgbClr>
                </a:gs>
                <a:gs pos="100000">
                  <a:srgbClr val="59595B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-8277207">
              <a:off x="646867" y="2857336"/>
              <a:ext cx="623002" cy="408159"/>
            </a:xfrm>
            <a:prstGeom prst="ellipse">
              <a:avLst/>
            </a:prstGeom>
            <a:gradFill>
              <a:gsLst>
                <a:gs pos="0">
                  <a:srgbClr val="000004">
                    <a:alpha val="3577"/>
                  </a:srgbClr>
                </a:gs>
                <a:gs pos="14286">
                  <a:srgbClr val="000004">
                    <a:alpha val="3293"/>
                  </a:srgbClr>
                </a:gs>
                <a:gs pos="28571">
                  <a:srgbClr val="000004">
                    <a:alpha val="2566"/>
                  </a:srgbClr>
                </a:gs>
                <a:gs pos="42857">
                  <a:srgbClr val="000004">
                    <a:alpha val="1691"/>
                  </a:srgbClr>
                </a:gs>
                <a:gs pos="57143">
                  <a:srgbClr val="000004">
                    <a:alpha val="940"/>
                  </a:srgbClr>
                </a:gs>
                <a:gs pos="71429">
                  <a:srgbClr val="000004">
                    <a:alpha val="441"/>
                  </a:srgbClr>
                </a:gs>
                <a:gs pos="85714">
                  <a:srgbClr val="000004">
                    <a:alpha val="175"/>
                  </a:srgbClr>
                </a:gs>
                <a:gs pos="100000">
                  <a:srgbClr val="000004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4778686">
              <a:off x="3064317" y="2383528"/>
              <a:ext cx="749376" cy="91169"/>
            </a:xfrm>
            <a:prstGeom prst="ellipse">
              <a:avLst/>
            </a:prstGeom>
            <a:gradFill>
              <a:gsLst>
                <a:gs pos="0">
                  <a:srgbClr val="000001">
                    <a:alpha val="28196"/>
                  </a:srgbClr>
                </a:gs>
                <a:gs pos="14286">
                  <a:srgbClr val="000001">
                    <a:alpha val="26246"/>
                  </a:srgbClr>
                </a:gs>
                <a:gs pos="28571">
                  <a:srgbClr val="000001">
                    <a:alpha val="21052"/>
                  </a:srgbClr>
                </a:gs>
                <a:gs pos="42857">
                  <a:srgbClr val="000001">
                    <a:alpha val="14362"/>
                  </a:srgbClr>
                </a:gs>
                <a:gs pos="57143">
                  <a:srgbClr val="000001">
                    <a:alpha val="8232"/>
                  </a:srgbClr>
                </a:gs>
                <a:gs pos="71429">
                  <a:srgbClr val="000001">
                    <a:alpha val="3942"/>
                  </a:srgbClr>
                </a:gs>
                <a:gs pos="85714">
                  <a:srgbClr val="000001">
                    <a:alpha val="1578"/>
                  </a:srgbClr>
                </a:gs>
                <a:gs pos="100000">
                  <a:srgbClr val="000001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5219264">
              <a:off x="2734680" y="3036365"/>
              <a:ext cx="518338" cy="94978"/>
            </a:xfrm>
            <a:prstGeom prst="ellipse">
              <a:avLst/>
            </a:prstGeom>
            <a:gradFill>
              <a:gsLst>
                <a:gs pos="0">
                  <a:srgbClr val="000002">
                    <a:alpha val="14419"/>
                  </a:srgbClr>
                </a:gs>
                <a:gs pos="14286">
                  <a:srgbClr val="000002">
                    <a:alpha val="13335"/>
                  </a:srgbClr>
                </a:gs>
                <a:gs pos="28571">
                  <a:srgbClr val="000002">
                    <a:alpha val="10517"/>
                  </a:srgbClr>
                </a:gs>
                <a:gs pos="42857">
                  <a:srgbClr val="000002">
                    <a:alpha val="7029"/>
                  </a:srgbClr>
                </a:gs>
                <a:gs pos="57143">
                  <a:srgbClr val="000002">
                    <a:alpha val="3958"/>
                  </a:srgbClr>
                </a:gs>
                <a:gs pos="71429">
                  <a:srgbClr val="000002">
                    <a:alpha val="1873"/>
                  </a:srgbClr>
                </a:gs>
                <a:gs pos="85714">
                  <a:srgbClr val="000002">
                    <a:alpha val="745"/>
                  </a:srgbClr>
                </a:gs>
                <a:gs pos="100000">
                  <a:srgbClr val="000002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5055222">
              <a:off x="1421939" y="792388"/>
              <a:ext cx="506116" cy="495569"/>
            </a:xfrm>
            <a:prstGeom prst="ellipse">
              <a:avLst/>
            </a:prstGeom>
            <a:gradFill>
              <a:gsLst>
                <a:gs pos="0">
                  <a:srgbClr val="5D5B5B">
                    <a:alpha val="8288"/>
                  </a:srgbClr>
                </a:gs>
                <a:gs pos="14286">
                  <a:srgbClr val="5D5B5B">
                    <a:alpha val="7644"/>
                  </a:srgbClr>
                </a:gs>
                <a:gs pos="28571">
                  <a:srgbClr val="5D5B5B">
                    <a:alpha val="5987"/>
                  </a:srgbClr>
                </a:gs>
                <a:gs pos="42857">
                  <a:srgbClr val="5D5B5B">
                    <a:alpha val="3969"/>
                  </a:srgbClr>
                </a:gs>
                <a:gs pos="57143">
                  <a:srgbClr val="5D5B5B">
                    <a:alpha val="2219"/>
                  </a:srgbClr>
                </a:gs>
                <a:gs pos="71429">
                  <a:srgbClr val="5D5B5B">
                    <a:alpha val="1045"/>
                  </a:srgbClr>
                </a:gs>
                <a:gs pos="85714">
                  <a:srgbClr val="5D5B5B">
                    <a:alpha val="414"/>
                  </a:srgbClr>
                </a:gs>
                <a:gs pos="100000">
                  <a:srgbClr val="5D5B5B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5686665">
              <a:off x="424692" y="3538321"/>
              <a:ext cx="519749" cy="38796"/>
            </a:xfrm>
            <a:prstGeom prst="ellipse">
              <a:avLst/>
            </a:prstGeom>
            <a:gradFill>
              <a:gsLst>
                <a:gs pos="0">
                  <a:srgbClr val="F2F2F1">
                    <a:alpha val="32801"/>
                  </a:srgbClr>
                </a:gs>
                <a:gs pos="14286">
                  <a:srgbClr val="F2F2F1">
                    <a:alpha val="30605"/>
                  </a:srgbClr>
                </a:gs>
                <a:gs pos="28571">
                  <a:srgbClr val="F2F2F1">
                    <a:alpha val="24700"/>
                  </a:srgbClr>
                </a:gs>
                <a:gs pos="42857">
                  <a:srgbClr val="F2F2F1">
                    <a:alpha val="16979"/>
                  </a:srgbClr>
                </a:gs>
                <a:gs pos="57143">
                  <a:srgbClr val="F2F2F1">
                    <a:alpha val="9797"/>
                  </a:srgbClr>
                </a:gs>
                <a:gs pos="71429">
                  <a:srgbClr val="F2F2F1">
                    <a:alpha val="4712"/>
                  </a:srgbClr>
                </a:gs>
                <a:gs pos="85714">
                  <a:srgbClr val="F2F2F1">
                    <a:alpha val="1890"/>
                  </a:srgbClr>
                </a:gs>
                <a:gs pos="100000">
                  <a:srgbClr val="F2F2F1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5887737">
              <a:off x="1204220" y="1006838"/>
              <a:ext cx="664818" cy="170872"/>
            </a:xfrm>
            <a:prstGeom prst="ellipse">
              <a:avLst/>
            </a:prstGeom>
            <a:gradFill>
              <a:gsLst>
                <a:gs pos="0">
                  <a:srgbClr val="676767">
                    <a:alpha val="4512"/>
                  </a:srgbClr>
                </a:gs>
                <a:gs pos="14286">
                  <a:srgbClr val="676767">
                    <a:alpha val="4155"/>
                  </a:srgbClr>
                </a:gs>
                <a:gs pos="28571">
                  <a:srgbClr val="676767">
                    <a:alpha val="3242"/>
                  </a:srgbClr>
                </a:gs>
                <a:gs pos="42857">
                  <a:srgbClr val="676767">
                    <a:alpha val="2138"/>
                  </a:srgbClr>
                </a:gs>
                <a:gs pos="57143">
                  <a:srgbClr val="676767">
                    <a:alpha val="1190"/>
                  </a:srgbClr>
                </a:gs>
                <a:gs pos="71429">
                  <a:srgbClr val="676767">
                    <a:alpha val="559"/>
                  </a:srgbClr>
                </a:gs>
                <a:gs pos="85714">
                  <a:srgbClr val="676767">
                    <a:alpha val="221"/>
                  </a:srgbClr>
                </a:gs>
                <a:gs pos="100000">
                  <a:srgbClr val="676767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5869133">
              <a:off x="1162482" y="1474130"/>
              <a:ext cx="515160" cy="510650"/>
            </a:xfrm>
            <a:prstGeom prst="ellipse">
              <a:avLst/>
            </a:prstGeom>
            <a:gradFill>
              <a:gsLst>
                <a:gs pos="0">
                  <a:srgbClr val="494948">
                    <a:alpha val="5652"/>
                  </a:srgbClr>
                </a:gs>
                <a:gs pos="14286">
                  <a:srgbClr val="494948">
                    <a:alpha val="5207"/>
                  </a:srgbClr>
                </a:gs>
                <a:gs pos="28571">
                  <a:srgbClr val="494948">
                    <a:alpha val="4067"/>
                  </a:srgbClr>
                </a:gs>
                <a:gs pos="42857">
                  <a:srgbClr val="494948">
                    <a:alpha val="2687"/>
                  </a:srgbClr>
                </a:gs>
                <a:gs pos="57143">
                  <a:srgbClr val="494948">
                    <a:alpha val="1498"/>
                  </a:srgbClr>
                </a:gs>
                <a:gs pos="71429">
                  <a:srgbClr val="494948">
                    <a:alpha val="704"/>
                  </a:srgbClr>
                </a:gs>
                <a:gs pos="85714">
                  <a:srgbClr val="494948">
                    <a:alpha val="279"/>
                  </a:srgbClr>
                </a:gs>
                <a:gs pos="100000">
                  <a:srgbClr val="494948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5276414">
              <a:off x="1710777" y="635548"/>
              <a:ext cx="721938" cy="176319"/>
            </a:xfrm>
            <a:prstGeom prst="ellipse">
              <a:avLst/>
            </a:prstGeom>
            <a:gradFill>
              <a:gsLst>
                <a:gs pos="0">
                  <a:srgbClr val="4A4C4D">
                    <a:alpha val="5807"/>
                  </a:srgbClr>
                </a:gs>
                <a:gs pos="14286">
                  <a:srgbClr val="4A4C4D">
                    <a:alpha val="5350"/>
                  </a:srgbClr>
                </a:gs>
                <a:gs pos="28571">
                  <a:srgbClr val="4A4C4D">
                    <a:alpha val="4179"/>
                  </a:srgbClr>
                </a:gs>
                <a:gs pos="42857">
                  <a:srgbClr val="4A4C4D">
                    <a:alpha val="2761"/>
                  </a:srgbClr>
                </a:gs>
                <a:gs pos="57143">
                  <a:srgbClr val="4A4C4D">
                    <a:alpha val="1540"/>
                  </a:srgbClr>
                </a:gs>
                <a:gs pos="71429">
                  <a:srgbClr val="4A4C4D">
                    <a:alpha val="724"/>
                  </a:srgbClr>
                </a:gs>
                <a:gs pos="85714">
                  <a:srgbClr val="4A4C4D">
                    <a:alpha val="287"/>
                  </a:srgbClr>
                </a:gs>
                <a:gs pos="100000">
                  <a:srgbClr val="4A4C4D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10580523">
              <a:off x="1519041" y="2397474"/>
              <a:ext cx="532843" cy="512120"/>
            </a:xfrm>
            <a:prstGeom prst="ellipse">
              <a:avLst/>
            </a:prstGeom>
            <a:gradFill>
              <a:gsLst>
                <a:gs pos="0">
                  <a:srgbClr val="101110">
                    <a:alpha val="3374"/>
                  </a:srgbClr>
                </a:gs>
                <a:gs pos="14286">
                  <a:srgbClr val="101110">
                    <a:alpha val="3105"/>
                  </a:srgbClr>
                </a:gs>
                <a:gs pos="28571">
                  <a:srgbClr val="101110">
                    <a:alpha val="2419"/>
                  </a:srgbClr>
                </a:gs>
                <a:gs pos="42857">
                  <a:srgbClr val="101110">
                    <a:alpha val="1594"/>
                  </a:srgbClr>
                </a:gs>
                <a:gs pos="57143">
                  <a:srgbClr val="101110">
                    <a:alpha val="886"/>
                  </a:srgbClr>
                </a:gs>
                <a:gs pos="71429">
                  <a:srgbClr val="101110">
                    <a:alpha val="416"/>
                  </a:srgbClr>
                </a:gs>
                <a:gs pos="85714">
                  <a:srgbClr val="101110">
                    <a:alpha val="165"/>
                  </a:srgbClr>
                </a:gs>
                <a:gs pos="100000">
                  <a:srgbClr val="10111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4250024">
              <a:off x="-121202" y="1569083"/>
              <a:ext cx="524902" cy="510345"/>
            </a:xfrm>
            <a:prstGeom prst="ellipse">
              <a:avLst/>
            </a:prstGeom>
            <a:gradFill>
              <a:gsLst>
                <a:gs pos="0">
                  <a:srgbClr val="525456">
                    <a:alpha val="8100"/>
                  </a:srgbClr>
                </a:gs>
                <a:gs pos="14286">
                  <a:srgbClr val="525456">
                    <a:alpha val="7470"/>
                  </a:srgbClr>
                </a:gs>
                <a:gs pos="28571">
                  <a:srgbClr val="525456">
                    <a:alpha val="5850"/>
                  </a:srgbClr>
                </a:gs>
                <a:gs pos="42857">
                  <a:srgbClr val="525456">
                    <a:alpha val="3877"/>
                  </a:srgbClr>
                </a:gs>
                <a:gs pos="57143">
                  <a:srgbClr val="525456">
                    <a:alpha val="2167"/>
                  </a:srgbClr>
                </a:gs>
                <a:gs pos="71429">
                  <a:srgbClr val="525456">
                    <a:alpha val="1020"/>
                  </a:srgbClr>
                </a:gs>
                <a:gs pos="85714">
                  <a:srgbClr val="525456">
                    <a:alpha val="405"/>
                  </a:srgbClr>
                </a:gs>
                <a:gs pos="100000">
                  <a:srgbClr val="525456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10445422">
              <a:off x="2225857" y="904192"/>
              <a:ext cx="309205" cy="5022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5681836">
              <a:off x="361194" y="2025159"/>
              <a:ext cx="892957" cy="37072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998259">
              <a:off x="-115472" y="2395466"/>
              <a:ext cx="661908" cy="163428"/>
            </a:xfrm>
            <a:prstGeom prst="ellipse">
              <a:avLst/>
            </a:prstGeom>
            <a:gradFill>
              <a:gsLst>
                <a:gs pos="0">
                  <a:srgbClr val="7D7C7C">
                    <a:alpha val="6944"/>
                  </a:srgbClr>
                </a:gs>
                <a:gs pos="14286">
                  <a:srgbClr val="7D7C7C">
                    <a:alpha val="6401"/>
                  </a:srgbClr>
                </a:gs>
                <a:gs pos="28571">
                  <a:srgbClr val="7D7C7C">
                    <a:alpha val="5006"/>
                  </a:srgbClr>
                </a:gs>
                <a:gs pos="42857">
                  <a:srgbClr val="7D7C7C">
                    <a:alpha val="3313"/>
                  </a:srgbClr>
                </a:gs>
                <a:gs pos="57143">
                  <a:srgbClr val="7D7C7C">
                    <a:alpha val="1849"/>
                  </a:srgbClr>
                </a:gs>
                <a:gs pos="71429">
                  <a:srgbClr val="7D7C7C">
                    <a:alpha val="870"/>
                  </a:srgbClr>
                </a:gs>
                <a:gs pos="85714">
                  <a:srgbClr val="7D7C7C">
                    <a:alpha val="345"/>
                  </a:srgbClr>
                </a:gs>
                <a:gs pos="100000">
                  <a:srgbClr val="7D7C7C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4790780">
              <a:off x="3246174" y="2037363"/>
              <a:ext cx="751354" cy="603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5462290">
              <a:off x="946404" y="2229216"/>
              <a:ext cx="702482" cy="52563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5181310">
              <a:off x="2284341" y="2439765"/>
              <a:ext cx="728559" cy="52246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10243825">
              <a:off x="1119051" y="33884"/>
              <a:ext cx="513719" cy="507692"/>
            </a:xfrm>
            <a:prstGeom prst="ellipse">
              <a:avLst/>
            </a:prstGeom>
            <a:gradFill>
              <a:gsLst>
                <a:gs pos="0">
                  <a:srgbClr val="6D6D6D">
                    <a:alpha val="4404"/>
                  </a:srgbClr>
                </a:gs>
                <a:gs pos="14286">
                  <a:srgbClr val="6D6D6D">
                    <a:alpha val="4055"/>
                  </a:srgbClr>
                </a:gs>
                <a:gs pos="28571">
                  <a:srgbClr val="6D6D6D">
                    <a:alpha val="3163"/>
                  </a:srgbClr>
                </a:gs>
                <a:gs pos="42857">
                  <a:srgbClr val="6D6D6D">
                    <a:alpha val="2086"/>
                  </a:srgbClr>
                </a:gs>
                <a:gs pos="57143">
                  <a:srgbClr val="6D6D6D">
                    <a:alpha val="1161"/>
                  </a:srgbClr>
                </a:gs>
                <a:gs pos="71429">
                  <a:srgbClr val="6D6D6D">
                    <a:alpha val="545"/>
                  </a:srgbClr>
                </a:gs>
                <a:gs pos="85714">
                  <a:srgbClr val="6D6D6D">
                    <a:alpha val="216"/>
                  </a:srgbClr>
                </a:gs>
                <a:gs pos="100000">
                  <a:srgbClr val="6D6D6D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7031498">
              <a:off x="2808181" y="342097"/>
              <a:ext cx="549806" cy="519949"/>
            </a:xfrm>
            <a:prstGeom prst="ellipse">
              <a:avLst/>
            </a:prstGeom>
            <a:gradFill>
              <a:gsLst>
                <a:gs pos="0">
                  <a:srgbClr val="8C8B8C">
                    <a:alpha val="4170"/>
                  </a:srgbClr>
                </a:gs>
                <a:gs pos="14286">
                  <a:srgbClr val="8C8B8C">
                    <a:alpha val="3839"/>
                  </a:srgbClr>
                </a:gs>
                <a:gs pos="28571">
                  <a:srgbClr val="8C8B8C">
                    <a:alpha val="2994"/>
                  </a:srgbClr>
                </a:gs>
                <a:gs pos="42857">
                  <a:srgbClr val="8C8B8C">
                    <a:alpha val="1974"/>
                  </a:srgbClr>
                </a:gs>
                <a:gs pos="57143">
                  <a:srgbClr val="8C8B8C">
                    <a:alpha val="1099"/>
                  </a:srgbClr>
                </a:gs>
                <a:gs pos="71429">
                  <a:srgbClr val="8C8B8C">
                    <a:alpha val="516"/>
                  </a:srgbClr>
                </a:gs>
                <a:gs pos="85714">
                  <a:srgbClr val="8C8B8C">
                    <a:alpha val="204"/>
                  </a:srgbClr>
                </a:gs>
                <a:gs pos="100000">
                  <a:srgbClr val="8C8B8C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5516195">
              <a:off x="1295994" y="2041317"/>
              <a:ext cx="552506" cy="142702"/>
            </a:xfrm>
            <a:prstGeom prst="ellipse">
              <a:avLst/>
            </a:prstGeom>
            <a:gradFill>
              <a:gsLst>
                <a:gs pos="0">
                  <a:srgbClr val="000000">
                    <a:alpha val="15555"/>
                  </a:srgbClr>
                </a:gs>
                <a:gs pos="14286">
                  <a:srgbClr val="000000">
                    <a:alpha val="14392"/>
                  </a:srgbClr>
                </a:gs>
                <a:gs pos="28571">
                  <a:srgbClr val="000000">
                    <a:alpha val="11366"/>
                  </a:srgbClr>
                </a:gs>
                <a:gs pos="42857">
                  <a:srgbClr val="000000">
                    <a:alpha val="7609"/>
                  </a:srgbClr>
                </a:gs>
                <a:gs pos="57143">
                  <a:srgbClr val="000000">
                    <a:alpha val="4290"/>
                  </a:srgbClr>
                </a:gs>
                <a:gs pos="71429">
                  <a:srgbClr val="000000">
                    <a:alpha val="2032"/>
                  </a:srgbClr>
                </a:gs>
                <a:gs pos="85714">
                  <a:srgbClr val="000000">
                    <a:alpha val="808"/>
                  </a:srgbClr>
                </a:gs>
                <a:gs pos="100000">
                  <a:srgbClr val="00000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4957401">
              <a:off x="2842057" y="3561993"/>
              <a:ext cx="384203" cy="42570"/>
            </a:xfrm>
            <a:prstGeom prst="ellipse">
              <a:avLst/>
            </a:prstGeom>
            <a:gradFill>
              <a:gsLst>
                <a:gs pos="0">
                  <a:srgbClr val="F7F7F7">
                    <a:alpha val="28603"/>
                  </a:srgbClr>
                </a:gs>
                <a:gs pos="14286">
                  <a:srgbClr val="F7F7F7">
                    <a:alpha val="26631"/>
                  </a:srgbClr>
                </a:gs>
                <a:gs pos="28571">
                  <a:srgbClr val="F7F7F7">
                    <a:alpha val="21372"/>
                  </a:srgbClr>
                </a:gs>
                <a:gs pos="42857">
                  <a:srgbClr val="F7F7F7">
                    <a:alpha val="14590"/>
                  </a:srgbClr>
                </a:gs>
                <a:gs pos="57143">
                  <a:srgbClr val="F7F7F7">
                    <a:alpha val="8368"/>
                  </a:srgbClr>
                </a:gs>
                <a:gs pos="71429">
                  <a:srgbClr val="F7F7F7">
                    <a:alpha val="4008"/>
                  </a:srgbClr>
                </a:gs>
                <a:gs pos="85714">
                  <a:srgbClr val="F7F7F7">
                    <a:alpha val="1605"/>
                  </a:srgbClr>
                </a:gs>
                <a:gs pos="100000">
                  <a:srgbClr val="F7F7F7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10657153">
              <a:off x="1020311" y="2069991"/>
              <a:ext cx="496834" cy="494150"/>
            </a:xfrm>
            <a:prstGeom prst="ellipse">
              <a:avLst/>
            </a:prstGeom>
            <a:gradFill>
              <a:gsLst>
                <a:gs pos="0">
                  <a:srgbClr val="585858">
                    <a:alpha val="5666"/>
                  </a:srgbClr>
                </a:gs>
                <a:gs pos="14286">
                  <a:srgbClr val="585858">
                    <a:alpha val="5220"/>
                  </a:srgbClr>
                </a:gs>
                <a:gs pos="28571">
                  <a:srgbClr val="585858">
                    <a:alpha val="4077"/>
                  </a:srgbClr>
                </a:gs>
                <a:gs pos="42857">
                  <a:srgbClr val="585858">
                    <a:alpha val="2694"/>
                  </a:srgbClr>
                </a:gs>
                <a:gs pos="57143">
                  <a:srgbClr val="585858">
                    <a:alpha val="1502"/>
                  </a:srgbClr>
                </a:gs>
                <a:gs pos="71429">
                  <a:srgbClr val="585858">
                    <a:alpha val="706"/>
                  </a:srgbClr>
                </a:gs>
                <a:gs pos="85714">
                  <a:srgbClr val="585858">
                    <a:alpha val="280"/>
                  </a:srgbClr>
                </a:gs>
                <a:gs pos="100000">
                  <a:srgbClr val="585858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5229543">
              <a:off x="2424693" y="2312340"/>
              <a:ext cx="454225" cy="85863"/>
            </a:xfrm>
            <a:prstGeom prst="ellipse">
              <a:avLst/>
            </a:prstGeom>
            <a:gradFill>
              <a:gsLst>
                <a:gs pos="0">
                  <a:srgbClr val="000000">
                    <a:alpha val="7418"/>
                  </a:srgbClr>
                </a:gs>
                <a:gs pos="14286">
                  <a:srgbClr val="000000">
                    <a:alpha val="6839"/>
                  </a:srgbClr>
                </a:gs>
                <a:gs pos="28571">
                  <a:srgbClr val="000000">
                    <a:alpha val="5352"/>
                  </a:srgbClr>
                </a:gs>
                <a:gs pos="42857">
                  <a:srgbClr val="000000">
                    <a:alpha val="3544"/>
                  </a:srgbClr>
                </a:gs>
                <a:gs pos="57143">
                  <a:srgbClr val="000000">
                    <a:alpha val="1979"/>
                  </a:srgbClr>
                </a:gs>
                <a:gs pos="71429">
                  <a:srgbClr val="000000">
                    <a:alpha val="931"/>
                  </a:srgbClr>
                </a:gs>
                <a:gs pos="85714">
                  <a:srgbClr val="000000">
                    <a:alpha val="369"/>
                  </a:srgbClr>
                </a:gs>
                <a:gs pos="100000">
                  <a:srgbClr val="00000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5300497">
              <a:off x="1600935" y="1966550"/>
              <a:ext cx="560799" cy="525942"/>
            </a:xfrm>
            <a:prstGeom prst="ellipse">
              <a:avLst/>
            </a:prstGeom>
            <a:gradFill>
              <a:gsLst>
                <a:gs pos="0">
                  <a:srgbClr val="504F4F">
                    <a:alpha val="7420"/>
                  </a:srgbClr>
                </a:gs>
                <a:gs pos="14286">
                  <a:srgbClr val="504F4F">
                    <a:alpha val="6841"/>
                  </a:srgbClr>
                </a:gs>
                <a:gs pos="28571">
                  <a:srgbClr val="504F4F">
                    <a:alpha val="5353"/>
                  </a:srgbClr>
                </a:gs>
                <a:gs pos="42857">
                  <a:srgbClr val="504F4F">
                    <a:alpha val="3544"/>
                  </a:srgbClr>
                </a:gs>
                <a:gs pos="57143">
                  <a:srgbClr val="504F4F">
                    <a:alpha val="1980"/>
                  </a:srgbClr>
                </a:gs>
                <a:gs pos="71429">
                  <a:srgbClr val="504F4F">
                    <a:alpha val="932"/>
                  </a:srgbClr>
                </a:gs>
                <a:gs pos="85714">
                  <a:srgbClr val="504F4F">
                    <a:alpha val="369"/>
                  </a:srgbClr>
                </a:gs>
                <a:gs pos="100000">
                  <a:srgbClr val="504F4F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6352976">
              <a:off x="1280615" y="2762243"/>
              <a:ext cx="508616" cy="492015"/>
            </a:xfrm>
            <a:prstGeom prst="ellipse">
              <a:avLst/>
            </a:prstGeom>
            <a:gradFill>
              <a:gsLst>
                <a:gs pos="0">
                  <a:srgbClr val="504F50">
                    <a:alpha val="6742"/>
                  </a:srgbClr>
                </a:gs>
                <a:gs pos="14286">
                  <a:srgbClr val="504F50">
                    <a:alpha val="6214"/>
                  </a:srgbClr>
                </a:gs>
                <a:gs pos="28571">
                  <a:srgbClr val="504F50">
                    <a:alpha val="4859"/>
                  </a:srgbClr>
                </a:gs>
                <a:gs pos="42857">
                  <a:srgbClr val="504F50">
                    <a:alpha val="3214"/>
                  </a:srgbClr>
                </a:gs>
                <a:gs pos="57143">
                  <a:srgbClr val="504F50">
                    <a:alpha val="1794"/>
                  </a:srgbClr>
                </a:gs>
                <a:gs pos="71429">
                  <a:srgbClr val="504F50">
                    <a:alpha val="844"/>
                  </a:srgbClr>
                </a:gs>
                <a:gs pos="85714">
                  <a:srgbClr val="504F50">
                    <a:alpha val="335"/>
                  </a:srgbClr>
                </a:gs>
                <a:gs pos="100000">
                  <a:srgbClr val="504F5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5067901">
              <a:off x="2491952" y="2880213"/>
              <a:ext cx="529002" cy="524512"/>
            </a:xfrm>
            <a:prstGeom prst="ellipse">
              <a:avLst/>
            </a:prstGeom>
            <a:gradFill>
              <a:gsLst>
                <a:gs pos="0">
                  <a:srgbClr val="505150">
                    <a:alpha val="6358"/>
                  </a:srgbClr>
                </a:gs>
                <a:gs pos="14286">
                  <a:srgbClr val="505150">
                    <a:alpha val="5859"/>
                  </a:srgbClr>
                </a:gs>
                <a:gs pos="28571">
                  <a:srgbClr val="505150">
                    <a:alpha val="4580"/>
                  </a:srgbClr>
                </a:gs>
                <a:gs pos="42857">
                  <a:srgbClr val="505150">
                    <a:alpha val="3028"/>
                  </a:srgbClr>
                </a:gs>
                <a:gs pos="57143">
                  <a:srgbClr val="505150">
                    <a:alpha val="1689"/>
                  </a:srgbClr>
                </a:gs>
                <a:gs pos="71429">
                  <a:srgbClr val="505150">
                    <a:alpha val="794"/>
                  </a:srgbClr>
                </a:gs>
                <a:gs pos="85714">
                  <a:srgbClr val="505150">
                    <a:alpha val="315"/>
                  </a:srgbClr>
                </a:gs>
                <a:gs pos="100000">
                  <a:srgbClr val="505150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229313">
              <a:off x="3281689" y="1536233"/>
              <a:ext cx="717787" cy="528247"/>
            </a:xfrm>
            <a:prstGeom prst="ellipse">
              <a:avLst/>
            </a:prstGeom>
            <a:gradFill>
              <a:gsLst>
                <a:gs pos="0">
                  <a:srgbClr val="C2C2C2">
                    <a:alpha val="1824"/>
                  </a:srgbClr>
                </a:gs>
                <a:gs pos="14286">
                  <a:srgbClr val="C2C2C2">
                    <a:alpha val="1678"/>
                  </a:srgbClr>
                </a:gs>
                <a:gs pos="28571">
                  <a:srgbClr val="C2C2C2">
                    <a:alpha val="1305"/>
                  </a:srgbClr>
                </a:gs>
                <a:gs pos="42857">
                  <a:srgbClr val="C2C2C2">
                    <a:alpha val="858"/>
                  </a:srgbClr>
                </a:gs>
                <a:gs pos="57143">
                  <a:srgbClr val="C2C2C2">
                    <a:alpha val="476"/>
                  </a:srgbClr>
                </a:gs>
                <a:gs pos="71429">
                  <a:srgbClr val="C2C2C2">
                    <a:alpha val="223"/>
                  </a:srgbClr>
                </a:gs>
                <a:gs pos="85714">
                  <a:srgbClr val="C2C2C2">
                    <a:alpha val="88"/>
                  </a:srgbClr>
                </a:gs>
                <a:gs pos="100000">
                  <a:srgbClr val="C2C2C2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-10391584">
              <a:off x="-279735" y="2244815"/>
              <a:ext cx="587529" cy="148718"/>
            </a:xfrm>
            <a:prstGeom prst="ellipse">
              <a:avLst/>
            </a:prstGeom>
            <a:gradFill>
              <a:gsLst>
                <a:gs pos="0">
                  <a:srgbClr val="AAA9AA">
                    <a:alpha val="1822"/>
                  </a:srgbClr>
                </a:gs>
                <a:gs pos="14286">
                  <a:srgbClr val="AAA9AA">
                    <a:alpha val="1676"/>
                  </a:srgbClr>
                </a:gs>
                <a:gs pos="28571">
                  <a:srgbClr val="AAA9AA">
                    <a:alpha val="1304"/>
                  </a:srgbClr>
                </a:gs>
                <a:gs pos="42857">
                  <a:srgbClr val="AAA9AA">
                    <a:alpha val="857"/>
                  </a:srgbClr>
                </a:gs>
                <a:gs pos="57143">
                  <a:srgbClr val="AAA9AA">
                    <a:alpha val="476"/>
                  </a:srgbClr>
                </a:gs>
                <a:gs pos="71429">
                  <a:srgbClr val="AAA9AA">
                    <a:alpha val="223"/>
                  </a:srgbClr>
                </a:gs>
                <a:gs pos="85714">
                  <a:srgbClr val="AAA9AA">
                    <a:alpha val="88"/>
                  </a:srgbClr>
                </a:gs>
                <a:gs pos="100000">
                  <a:srgbClr val="AAA9AA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6389100">
              <a:off x="-5655" y="2576197"/>
              <a:ext cx="857705" cy="248205"/>
            </a:xfrm>
            <a:prstGeom prst="ellipse">
              <a:avLst/>
            </a:prstGeom>
            <a:gradFill>
              <a:gsLst>
                <a:gs pos="0">
                  <a:srgbClr val="050000">
                    <a:alpha val="2403"/>
                  </a:srgbClr>
                </a:gs>
                <a:gs pos="14286">
                  <a:srgbClr val="050000">
                    <a:alpha val="2211"/>
                  </a:srgbClr>
                </a:gs>
                <a:gs pos="28571">
                  <a:srgbClr val="050000">
                    <a:alpha val="1721"/>
                  </a:srgbClr>
                </a:gs>
                <a:gs pos="42857">
                  <a:srgbClr val="050000">
                    <a:alpha val="1132"/>
                  </a:srgbClr>
                </a:gs>
                <a:gs pos="57143">
                  <a:srgbClr val="050000">
                    <a:alpha val="629"/>
                  </a:srgbClr>
                </a:gs>
                <a:gs pos="71429">
                  <a:srgbClr val="050000">
                    <a:alpha val="295"/>
                  </a:srgbClr>
                </a:gs>
                <a:gs pos="85714">
                  <a:srgbClr val="050000">
                    <a:alpha val="117"/>
                  </a:srgbClr>
                </a:gs>
                <a:gs pos="100000">
                  <a:srgbClr val="0500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6535602">
              <a:off x="2055973" y="1667670"/>
              <a:ext cx="413977" cy="411579"/>
            </a:xfrm>
            <a:prstGeom prst="ellipse">
              <a:avLst/>
            </a:prstGeom>
            <a:gradFill>
              <a:gsLst>
                <a:gs pos="0">
                  <a:srgbClr val="6D6E6E">
                    <a:alpha val="5490"/>
                  </a:srgbClr>
                </a:gs>
                <a:gs pos="14286">
                  <a:srgbClr val="6D6E6E">
                    <a:alpha val="5057"/>
                  </a:srgbClr>
                </a:gs>
                <a:gs pos="28571">
                  <a:srgbClr val="6D6E6E">
                    <a:alpha val="3949"/>
                  </a:srgbClr>
                </a:gs>
                <a:gs pos="42857">
                  <a:srgbClr val="6D6E6E">
                    <a:alpha val="2608"/>
                  </a:srgbClr>
                </a:gs>
                <a:gs pos="57143">
                  <a:srgbClr val="6D6E6E">
                    <a:alpha val="1454"/>
                  </a:srgbClr>
                </a:gs>
                <a:gs pos="71429">
                  <a:srgbClr val="6D6E6E">
                    <a:alpha val="683"/>
                  </a:srgbClr>
                </a:gs>
                <a:gs pos="85714">
                  <a:srgbClr val="6D6E6E">
                    <a:alpha val="271"/>
                  </a:srgbClr>
                </a:gs>
                <a:gs pos="100000">
                  <a:srgbClr val="6D6E6E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9231019">
              <a:off x="1066949" y="2674897"/>
              <a:ext cx="539655" cy="481329"/>
            </a:xfrm>
            <a:prstGeom prst="ellipse">
              <a:avLst/>
            </a:prstGeom>
            <a:gradFill>
              <a:gsLst>
                <a:gs pos="0">
                  <a:srgbClr val="5A5B5A">
                    <a:alpha val="7712"/>
                  </a:srgbClr>
                </a:gs>
                <a:gs pos="14286">
                  <a:srgbClr val="5A5B5A">
                    <a:alpha val="7111"/>
                  </a:srgbClr>
                </a:gs>
                <a:gs pos="28571">
                  <a:srgbClr val="5A5B5A">
                    <a:alpha val="5566"/>
                  </a:srgbClr>
                </a:gs>
                <a:gs pos="42857">
                  <a:srgbClr val="5A5B5A">
                    <a:alpha val="3687"/>
                  </a:srgbClr>
                </a:gs>
                <a:gs pos="57143">
                  <a:srgbClr val="5A5B5A">
                    <a:alpha val="2060"/>
                  </a:srgbClr>
                </a:gs>
                <a:gs pos="71429">
                  <a:srgbClr val="5A5B5A">
                    <a:alpha val="970"/>
                  </a:srgbClr>
                </a:gs>
                <a:gs pos="85714">
                  <a:srgbClr val="5A5B5A">
                    <a:alpha val="385"/>
                  </a:srgbClr>
                </a:gs>
                <a:gs pos="100000">
                  <a:srgbClr val="5A5B5A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3722767">
              <a:off x="987813" y="2085720"/>
              <a:ext cx="501638" cy="493773"/>
            </a:xfrm>
            <a:prstGeom prst="ellipse">
              <a:avLst/>
            </a:prstGeom>
            <a:gradFill>
              <a:gsLst>
                <a:gs pos="0">
                  <a:srgbClr val="525250">
                    <a:alpha val="4070"/>
                  </a:srgbClr>
                </a:gs>
                <a:gs pos="14286">
                  <a:srgbClr val="525250">
                    <a:alpha val="3747"/>
                  </a:srgbClr>
                </a:gs>
                <a:gs pos="28571">
                  <a:srgbClr val="525250">
                    <a:alpha val="2922"/>
                  </a:srgbClr>
                </a:gs>
                <a:gs pos="42857">
                  <a:srgbClr val="525250">
                    <a:alpha val="1926"/>
                  </a:srgbClr>
                </a:gs>
                <a:gs pos="57143">
                  <a:srgbClr val="525250">
                    <a:alpha val="1072"/>
                  </a:srgbClr>
                </a:gs>
                <a:gs pos="71429">
                  <a:srgbClr val="525250">
                    <a:alpha val="503"/>
                  </a:srgbClr>
                </a:gs>
                <a:gs pos="85714">
                  <a:srgbClr val="525250">
                    <a:alpha val="199"/>
                  </a:srgbClr>
                </a:gs>
                <a:gs pos="100000">
                  <a:srgbClr val="52525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10465852">
              <a:off x="1443710" y="2690146"/>
              <a:ext cx="506508" cy="133933"/>
            </a:xfrm>
            <a:prstGeom prst="ellipse">
              <a:avLst/>
            </a:prstGeom>
            <a:gradFill>
              <a:gsLst>
                <a:gs pos="0">
                  <a:srgbClr val="424040">
                    <a:alpha val="5209"/>
                  </a:srgbClr>
                </a:gs>
                <a:gs pos="14286">
                  <a:srgbClr val="424040">
                    <a:alpha val="4798"/>
                  </a:srgbClr>
                </a:gs>
                <a:gs pos="28571">
                  <a:srgbClr val="424040">
                    <a:alpha val="3746"/>
                  </a:srgbClr>
                </a:gs>
                <a:gs pos="42857">
                  <a:srgbClr val="424040">
                    <a:alpha val="2473"/>
                  </a:srgbClr>
                </a:gs>
                <a:gs pos="57143">
                  <a:srgbClr val="424040">
                    <a:alpha val="1378"/>
                  </a:srgbClr>
                </a:gs>
                <a:gs pos="71429">
                  <a:srgbClr val="424040">
                    <a:alpha val="647"/>
                  </a:srgbClr>
                </a:gs>
                <a:gs pos="85714">
                  <a:srgbClr val="424040">
                    <a:alpha val="256"/>
                  </a:srgbClr>
                </a:gs>
                <a:gs pos="100000">
                  <a:srgbClr val="42404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4903040">
              <a:off x="2365827" y="301070"/>
              <a:ext cx="1043152" cy="30605"/>
            </a:xfrm>
            <a:prstGeom prst="ellipse">
              <a:avLst/>
            </a:prstGeom>
            <a:gradFill>
              <a:gsLst>
                <a:gs pos="0">
                  <a:srgbClr val="1C1B19">
                    <a:alpha val="32968"/>
                  </a:srgbClr>
                </a:gs>
                <a:gs pos="14286">
                  <a:srgbClr val="1C1B19">
                    <a:alpha val="30764"/>
                  </a:srgbClr>
                </a:gs>
                <a:gs pos="28571">
                  <a:srgbClr val="1C1B19">
                    <a:alpha val="24833"/>
                  </a:srgbClr>
                </a:gs>
                <a:gs pos="42857">
                  <a:srgbClr val="1C1B19">
                    <a:alpha val="17075"/>
                  </a:srgbClr>
                </a:gs>
                <a:gs pos="57143">
                  <a:srgbClr val="1C1B19">
                    <a:alpha val="9855"/>
                  </a:srgbClr>
                </a:gs>
                <a:gs pos="71429">
                  <a:srgbClr val="1C1B19">
                    <a:alpha val="4740"/>
                  </a:srgbClr>
                </a:gs>
                <a:gs pos="85714">
                  <a:srgbClr val="1C1B19">
                    <a:alpha val="1902"/>
                  </a:srgbClr>
                </a:gs>
                <a:gs pos="100000">
                  <a:srgbClr val="1C1B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5434932">
              <a:off x="1651883" y="1111616"/>
              <a:ext cx="497934" cy="497553"/>
            </a:xfrm>
            <a:prstGeom prst="ellipse">
              <a:avLst/>
            </a:prstGeom>
            <a:gradFill>
              <a:gsLst>
                <a:gs pos="0">
                  <a:srgbClr val="403D3C">
                    <a:alpha val="1865"/>
                  </a:srgbClr>
                </a:gs>
                <a:gs pos="14286">
                  <a:srgbClr val="403D3C">
                    <a:alpha val="1716"/>
                  </a:srgbClr>
                </a:gs>
                <a:gs pos="28571">
                  <a:srgbClr val="403D3C">
                    <a:alpha val="1335"/>
                  </a:srgbClr>
                </a:gs>
                <a:gs pos="42857">
                  <a:srgbClr val="403D3C">
                    <a:alpha val="877"/>
                  </a:srgbClr>
                </a:gs>
                <a:gs pos="57143">
                  <a:srgbClr val="403D3C">
                    <a:alpha val="487"/>
                  </a:srgbClr>
                </a:gs>
                <a:gs pos="71429">
                  <a:srgbClr val="403D3C">
                    <a:alpha val="228"/>
                  </a:srgbClr>
                </a:gs>
                <a:gs pos="85714">
                  <a:srgbClr val="403D3C">
                    <a:alpha val="90"/>
                  </a:srgbClr>
                </a:gs>
                <a:gs pos="100000">
                  <a:srgbClr val="403D3C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9794817">
              <a:off x="1660273" y="1985896"/>
              <a:ext cx="698919" cy="186455"/>
            </a:xfrm>
            <a:prstGeom prst="ellipse">
              <a:avLst/>
            </a:prstGeom>
            <a:gradFill>
              <a:gsLst>
                <a:gs pos="0">
                  <a:srgbClr val="5F6060">
                    <a:alpha val="6515"/>
                  </a:srgbClr>
                </a:gs>
                <a:gs pos="14286">
                  <a:srgbClr val="5F6060">
                    <a:alpha val="6004"/>
                  </a:srgbClr>
                </a:gs>
                <a:gs pos="28571">
                  <a:srgbClr val="5F6060">
                    <a:alpha val="4694"/>
                  </a:srgbClr>
                </a:gs>
                <a:gs pos="42857">
                  <a:srgbClr val="5F6060">
                    <a:alpha val="3104"/>
                  </a:srgbClr>
                </a:gs>
                <a:gs pos="57143">
                  <a:srgbClr val="5F6060">
                    <a:alpha val="1732"/>
                  </a:srgbClr>
                </a:gs>
                <a:gs pos="71429">
                  <a:srgbClr val="5F6060">
                    <a:alpha val="815"/>
                  </a:srgbClr>
                </a:gs>
                <a:gs pos="85714">
                  <a:srgbClr val="5F6060">
                    <a:alpha val="323"/>
                  </a:srgbClr>
                </a:gs>
                <a:gs pos="100000">
                  <a:srgbClr val="5F606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5468622">
              <a:off x="1858913" y="1131444"/>
              <a:ext cx="401709" cy="572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4522496">
              <a:off x="1706973" y="53215"/>
              <a:ext cx="533666" cy="141367"/>
            </a:xfrm>
            <a:prstGeom prst="ellipse">
              <a:avLst/>
            </a:prstGeom>
            <a:gradFill>
              <a:gsLst>
                <a:gs pos="0">
                  <a:srgbClr val="868788">
                    <a:alpha val="6535"/>
                  </a:srgbClr>
                </a:gs>
                <a:gs pos="14286">
                  <a:srgbClr val="868788">
                    <a:alpha val="6022"/>
                  </a:srgbClr>
                </a:gs>
                <a:gs pos="28571">
                  <a:srgbClr val="868788">
                    <a:alpha val="4708"/>
                  </a:srgbClr>
                </a:gs>
                <a:gs pos="42857">
                  <a:srgbClr val="868788">
                    <a:alpha val="3114"/>
                  </a:srgbClr>
                </a:gs>
                <a:gs pos="57143">
                  <a:srgbClr val="868788">
                    <a:alpha val="1738"/>
                  </a:srgbClr>
                </a:gs>
                <a:gs pos="71429">
                  <a:srgbClr val="868788">
                    <a:alpha val="817"/>
                  </a:srgbClr>
                </a:gs>
                <a:gs pos="85714">
                  <a:srgbClr val="868788">
                    <a:alpha val="324"/>
                  </a:srgbClr>
                </a:gs>
                <a:gs pos="100000">
                  <a:srgbClr val="868788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7896384">
              <a:off x="3285697" y="2393408"/>
              <a:ext cx="438885" cy="401493"/>
            </a:xfrm>
            <a:prstGeom prst="ellipse">
              <a:avLst/>
            </a:prstGeom>
            <a:gradFill>
              <a:gsLst>
                <a:gs pos="0">
                  <a:srgbClr val="000C00">
                    <a:alpha val="3587"/>
                  </a:srgbClr>
                </a:gs>
                <a:gs pos="14286">
                  <a:srgbClr val="000C00">
                    <a:alpha val="3301"/>
                  </a:srgbClr>
                </a:gs>
                <a:gs pos="28571">
                  <a:srgbClr val="000C00">
                    <a:alpha val="2573"/>
                  </a:srgbClr>
                </a:gs>
                <a:gs pos="42857">
                  <a:srgbClr val="000C00">
                    <a:alpha val="1695"/>
                  </a:srgbClr>
                </a:gs>
                <a:gs pos="57143">
                  <a:srgbClr val="000C00">
                    <a:alpha val="943"/>
                  </a:srgbClr>
                </a:gs>
                <a:gs pos="71429">
                  <a:srgbClr val="000C00">
                    <a:alpha val="442"/>
                  </a:srgbClr>
                </a:gs>
                <a:gs pos="85714">
                  <a:srgbClr val="000C00">
                    <a:alpha val="175"/>
                  </a:srgbClr>
                </a:gs>
                <a:gs pos="100000">
                  <a:srgbClr val="000C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5260427">
              <a:off x="1191529" y="274421"/>
              <a:ext cx="694026" cy="182989"/>
            </a:xfrm>
            <a:prstGeom prst="ellipse">
              <a:avLst/>
            </a:prstGeom>
            <a:gradFill>
              <a:gsLst>
                <a:gs pos="0">
                  <a:srgbClr val="82807E">
                    <a:alpha val="4879"/>
                  </a:srgbClr>
                </a:gs>
                <a:gs pos="14286">
                  <a:srgbClr val="82807E">
                    <a:alpha val="4494"/>
                  </a:srgbClr>
                </a:gs>
                <a:gs pos="28571">
                  <a:srgbClr val="82807E">
                    <a:alpha val="3507"/>
                  </a:srgbClr>
                </a:gs>
                <a:gs pos="42857">
                  <a:srgbClr val="82807E">
                    <a:alpha val="2314"/>
                  </a:srgbClr>
                </a:gs>
                <a:gs pos="57143">
                  <a:srgbClr val="82807E">
                    <a:alpha val="1289"/>
                  </a:srgbClr>
                </a:gs>
                <a:gs pos="71429">
                  <a:srgbClr val="82807E">
                    <a:alpha val="606"/>
                  </a:srgbClr>
                </a:gs>
                <a:gs pos="85714">
                  <a:srgbClr val="82807E">
                    <a:alpha val="240"/>
                  </a:srgbClr>
                </a:gs>
                <a:gs pos="100000">
                  <a:srgbClr val="82807E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3435366">
              <a:off x="2422362" y="1700884"/>
              <a:ext cx="895261" cy="200666"/>
            </a:xfrm>
            <a:prstGeom prst="ellipse">
              <a:avLst/>
            </a:prstGeom>
            <a:gradFill>
              <a:gsLst>
                <a:gs pos="0">
                  <a:srgbClr val="878687">
                    <a:alpha val="5832"/>
                  </a:srgbClr>
                </a:gs>
                <a:gs pos="14286">
                  <a:srgbClr val="878687">
                    <a:alpha val="5374"/>
                  </a:srgbClr>
                </a:gs>
                <a:gs pos="28571">
                  <a:srgbClr val="878687">
                    <a:alpha val="4198"/>
                  </a:srgbClr>
                </a:gs>
                <a:gs pos="42857">
                  <a:srgbClr val="878687">
                    <a:alpha val="2774"/>
                  </a:srgbClr>
                </a:gs>
                <a:gs pos="57143">
                  <a:srgbClr val="878687">
                    <a:alpha val="1547"/>
                  </a:srgbClr>
                </a:gs>
                <a:gs pos="71429">
                  <a:srgbClr val="878687">
                    <a:alpha val="727"/>
                  </a:srgbClr>
                </a:gs>
                <a:gs pos="85714">
                  <a:srgbClr val="878687">
                    <a:alpha val="288"/>
                  </a:srgbClr>
                </a:gs>
                <a:gs pos="100000">
                  <a:srgbClr val="878687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8394640">
              <a:off x="2555940" y="334201"/>
              <a:ext cx="638440" cy="558130"/>
            </a:xfrm>
            <a:prstGeom prst="ellipse">
              <a:avLst/>
            </a:prstGeom>
            <a:gradFill>
              <a:gsLst>
                <a:gs pos="0">
                  <a:srgbClr val="979796">
                    <a:alpha val="1923"/>
                  </a:srgbClr>
                </a:gs>
                <a:gs pos="14286">
                  <a:srgbClr val="979796">
                    <a:alpha val="1769"/>
                  </a:srgbClr>
                </a:gs>
                <a:gs pos="28571">
                  <a:srgbClr val="979796">
                    <a:alpha val="1376"/>
                  </a:srgbClr>
                </a:gs>
                <a:gs pos="42857">
                  <a:srgbClr val="979796">
                    <a:alpha val="905"/>
                  </a:srgbClr>
                </a:gs>
                <a:gs pos="57143">
                  <a:srgbClr val="979796">
                    <a:alpha val="502"/>
                  </a:srgbClr>
                </a:gs>
                <a:gs pos="71429">
                  <a:srgbClr val="979796">
                    <a:alpha val="235"/>
                  </a:srgbClr>
                </a:gs>
                <a:gs pos="85714">
                  <a:srgbClr val="979796">
                    <a:alpha val="93"/>
                  </a:srgbClr>
                </a:gs>
                <a:gs pos="100000">
                  <a:srgbClr val="979796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6209239">
              <a:off x="1993533" y="1185479"/>
              <a:ext cx="533782" cy="528313"/>
            </a:xfrm>
            <a:prstGeom prst="ellipse">
              <a:avLst/>
            </a:prstGeom>
            <a:gradFill>
              <a:gsLst>
                <a:gs pos="0">
                  <a:srgbClr val="595A59">
                    <a:alpha val="10468"/>
                  </a:srgbClr>
                </a:gs>
                <a:gs pos="14286">
                  <a:srgbClr val="595A59">
                    <a:alpha val="9663"/>
                  </a:srgbClr>
                </a:gs>
                <a:gs pos="28571">
                  <a:srgbClr val="595A59">
                    <a:alpha val="7587"/>
                  </a:srgbClr>
                </a:gs>
                <a:gs pos="42857">
                  <a:srgbClr val="595A59">
                    <a:alpha val="5044"/>
                  </a:srgbClr>
                </a:gs>
                <a:gs pos="57143">
                  <a:srgbClr val="595A59">
                    <a:alpha val="2827"/>
                  </a:srgbClr>
                </a:gs>
                <a:gs pos="71429">
                  <a:srgbClr val="595A59">
                    <a:alpha val="1333"/>
                  </a:srgbClr>
                </a:gs>
                <a:gs pos="85714">
                  <a:srgbClr val="595A59">
                    <a:alpha val="529"/>
                  </a:srgbClr>
                </a:gs>
                <a:gs pos="100000">
                  <a:srgbClr val="595A59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-10168212">
              <a:off x="-81817" y="2113282"/>
              <a:ext cx="495537" cy="490171"/>
            </a:xfrm>
            <a:prstGeom prst="ellipse">
              <a:avLst/>
            </a:prstGeom>
            <a:gradFill>
              <a:gsLst>
                <a:gs pos="0">
                  <a:srgbClr val="7A7A79">
                    <a:alpha val="1255"/>
                  </a:srgbClr>
                </a:gs>
                <a:gs pos="14286">
                  <a:srgbClr val="7A7A79">
                    <a:alpha val="1154"/>
                  </a:srgbClr>
                </a:gs>
                <a:gs pos="28571">
                  <a:srgbClr val="7A7A79">
                    <a:alpha val="897"/>
                  </a:srgbClr>
                </a:gs>
                <a:gs pos="42857">
                  <a:srgbClr val="7A7A79">
                    <a:alpha val="589"/>
                  </a:srgbClr>
                </a:gs>
                <a:gs pos="57143">
                  <a:srgbClr val="7A7A79">
                    <a:alpha val="327"/>
                  </a:srgbClr>
                </a:gs>
                <a:gs pos="71429">
                  <a:srgbClr val="7A7A79">
                    <a:alpha val="153"/>
                  </a:srgbClr>
                </a:gs>
                <a:gs pos="85714">
                  <a:srgbClr val="7A7A79">
                    <a:alpha val="61"/>
                  </a:srgbClr>
                </a:gs>
                <a:gs pos="100000">
                  <a:srgbClr val="7A7A79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10400126">
              <a:off x="1067738" y="2753984"/>
              <a:ext cx="510568" cy="504387"/>
            </a:xfrm>
            <a:prstGeom prst="ellipse">
              <a:avLst/>
            </a:prstGeom>
            <a:gradFill>
              <a:gsLst>
                <a:gs pos="0">
                  <a:srgbClr val="6B6B6B">
                    <a:alpha val="1572"/>
                  </a:srgbClr>
                </a:gs>
                <a:gs pos="14286">
                  <a:srgbClr val="6B6B6B">
                    <a:alpha val="1446"/>
                  </a:srgbClr>
                </a:gs>
                <a:gs pos="28571">
                  <a:srgbClr val="6B6B6B">
                    <a:alpha val="1124"/>
                  </a:srgbClr>
                </a:gs>
                <a:gs pos="42857">
                  <a:srgbClr val="6B6B6B">
                    <a:alpha val="739"/>
                  </a:srgbClr>
                </a:gs>
                <a:gs pos="57143">
                  <a:srgbClr val="6B6B6B">
                    <a:alpha val="410"/>
                  </a:srgbClr>
                </a:gs>
                <a:gs pos="71429">
                  <a:srgbClr val="6B6B6B">
                    <a:alpha val="192"/>
                  </a:srgbClr>
                </a:gs>
                <a:gs pos="85714">
                  <a:srgbClr val="6B6B6B">
                    <a:alpha val="76"/>
                  </a:srgbClr>
                </a:gs>
                <a:gs pos="100000">
                  <a:srgbClr val="6B6B6B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545154">
              <a:off x="3257656" y="378084"/>
              <a:ext cx="596035" cy="141673"/>
            </a:xfrm>
            <a:prstGeom prst="ellipse">
              <a:avLst/>
            </a:prstGeom>
            <a:gradFill>
              <a:gsLst>
                <a:gs pos="0">
                  <a:srgbClr val="565755">
                    <a:alpha val="7977"/>
                  </a:srgbClr>
                </a:gs>
                <a:gs pos="14286">
                  <a:srgbClr val="565755">
                    <a:alpha val="7356"/>
                  </a:srgbClr>
                </a:gs>
                <a:gs pos="28571">
                  <a:srgbClr val="565755">
                    <a:alpha val="5760"/>
                  </a:srgbClr>
                </a:gs>
                <a:gs pos="42857">
                  <a:srgbClr val="565755">
                    <a:alpha val="3817"/>
                  </a:srgbClr>
                </a:gs>
                <a:gs pos="57143">
                  <a:srgbClr val="565755">
                    <a:alpha val="2133"/>
                  </a:srgbClr>
                </a:gs>
                <a:gs pos="71429">
                  <a:srgbClr val="565755">
                    <a:alpha val="1004"/>
                  </a:srgbClr>
                </a:gs>
                <a:gs pos="85714">
                  <a:srgbClr val="565755">
                    <a:alpha val="398"/>
                  </a:srgbClr>
                </a:gs>
                <a:gs pos="100000">
                  <a:srgbClr val="565755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10534876">
              <a:off x="1493523" y="778362"/>
              <a:ext cx="491893" cy="489414"/>
            </a:xfrm>
            <a:prstGeom prst="ellipse">
              <a:avLst/>
            </a:prstGeom>
            <a:gradFill>
              <a:gsLst>
                <a:gs pos="0">
                  <a:srgbClr val="474646">
                    <a:alpha val="3673"/>
                  </a:srgbClr>
                </a:gs>
                <a:gs pos="14286">
                  <a:srgbClr val="474646">
                    <a:alpha val="3381"/>
                  </a:srgbClr>
                </a:gs>
                <a:gs pos="28571">
                  <a:srgbClr val="474646">
                    <a:alpha val="2635"/>
                  </a:srgbClr>
                </a:gs>
                <a:gs pos="42857">
                  <a:srgbClr val="474646">
                    <a:alpha val="1736"/>
                  </a:srgbClr>
                </a:gs>
                <a:gs pos="57143">
                  <a:srgbClr val="474646">
                    <a:alpha val="966"/>
                  </a:srgbClr>
                </a:gs>
                <a:gs pos="71429">
                  <a:srgbClr val="474646">
                    <a:alpha val="453"/>
                  </a:srgbClr>
                </a:gs>
                <a:gs pos="85714">
                  <a:srgbClr val="474646">
                    <a:alpha val="180"/>
                  </a:srgbClr>
                </a:gs>
                <a:gs pos="100000">
                  <a:srgbClr val="474646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400000">
              <a:off x="3511137" y="407424"/>
              <a:ext cx="63754" cy="63754"/>
            </a:xfrm>
            <a:prstGeom prst="ellipse">
              <a:avLst/>
            </a:prstGeom>
            <a:gradFill>
              <a:gsLst>
                <a:gs pos="0">
                  <a:srgbClr val="7A7A7A">
                    <a:alpha val="12831"/>
                  </a:srgbClr>
                </a:gs>
                <a:gs pos="14286">
                  <a:srgbClr val="7A7A7A">
                    <a:alpha val="11858"/>
                  </a:srgbClr>
                </a:gs>
                <a:gs pos="28571">
                  <a:srgbClr val="7A7A7A">
                    <a:alpha val="9335"/>
                  </a:srgbClr>
                </a:gs>
                <a:gs pos="42857">
                  <a:srgbClr val="7A7A7A">
                    <a:alpha val="6226"/>
                  </a:srgbClr>
                </a:gs>
                <a:gs pos="57143">
                  <a:srgbClr val="7A7A7A">
                    <a:alpha val="3499"/>
                  </a:srgbClr>
                </a:gs>
                <a:gs pos="71429">
                  <a:srgbClr val="7A7A7A">
                    <a:alpha val="1653"/>
                  </a:srgbClr>
                </a:gs>
                <a:gs pos="85714">
                  <a:srgbClr val="7A7A7A">
                    <a:alpha val="657"/>
                  </a:srgbClr>
                </a:gs>
                <a:gs pos="100000">
                  <a:srgbClr val="7A7A7A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10367164">
              <a:off x="-32307" y="-267935"/>
              <a:ext cx="551129" cy="535871"/>
            </a:xfrm>
            <a:prstGeom prst="ellipse">
              <a:avLst/>
            </a:prstGeom>
            <a:gradFill>
              <a:gsLst>
                <a:gs pos="0">
                  <a:srgbClr val="222322">
                    <a:alpha val="5484"/>
                  </a:srgbClr>
                </a:gs>
                <a:gs pos="14286">
                  <a:srgbClr val="222322">
                    <a:alpha val="5052"/>
                  </a:srgbClr>
                </a:gs>
                <a:gs pos="28571">
                  <a:srgbClr val="222322">
                    <a:alpha val="3945"/>
                  </a:srgbClr>
                </a:gs>
                <a:gs pos="42857">
                  <a:srgbClr val="222322">
                    <a:alpha val="2605"/>
                  </a:srgbClr>
                </a:gs>
                <a:gs pos="57143">
                  <a:srgbClr val="222322">
                    <a:alpha val="1452"/>
                  </a:srgbClr>
                </a:gs>
                <a:gs pos="71429">
                  <a:srgbClr val="222322">
                    <a:alpha val="682"/>
                  </a:srgbClr>
                </a:gs>
                <a:gs pos="85714">
                  <a:srgbClr val="222322">
                    <a:alpha val="270"/>
                  </a:srgbClr>
                </a:gs>
                <a:gs pos="100000">
                  <a:srgbClr val="222322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4681239">
              <a:off x="3301489" y="3382402"/>
              <a:ext cx="571607" cy="107473"/>
            </a:xfrm>
            <a:prstGeom prst="ellipse">
              <a:avLst/>
            </a:prstGeom>
            <a:gradFill>
              <a:gsLst>
                <a:gs pos="0">
                  <a:srgbClr val="221923">
                    <a:alpha val="10125"/>
                  </a:srgbClr>
                </a:gs>
                <a:gs pos="14286">
                  <a:srgbClr val="221923">
                    <a:alpha val="9346"/>
                  </a:srgbClr>
                </a:gs>
                <a:gs pos="28571">
                  <a:srgbClr val="221923">
                    <a:alpha val="7335"/>
                  </a:srgbClr>
                </a:gs>
                <a:gs pos="42857">
                  <a:srgbClr val="221923">
                    <a:alpha val="4874"/>
                  </a:srgbClr>
                </a:gs>
                <a:gs pos="57143">
                  <a:srgbClr val="221923">
                    <a:alpha val="2731"/>
                  </a:srgbClr>
                </a:gs>
                <a:gs pos="71429">
                  <a:srgbClr val="221923">
                    <a:alpha val="1288"/>
                  </a:srgbClr>
                </a:gs>
                <a:gs pos="85714">
                  <a:srgbClr val="221923">
                    <a:alpha val="511"/>
                  </a:srgbClr>
                </a:gs>
                <a:gs pos="100000">
                  <a:srgbClr val="221923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5169233">
              <a:off x="3052" y="310145"/>
              <a:ext cx="524181" cy="520725"/>
            </a:xfrm>
            <a:prstGeom prst="ellipse">
              <a:avLst/>
            </a:prstGeom>
            <a:gradFill>
              <a:gsLst>
                <a:gs pos="0">
                  <a:srgbClr val="4D4C4C">
                    <a:alpha val="5943"/>
                  </a:srgbClr>
                </a:gs>
                <a:gs pos="14286">
                  <a:srgbClr val="4D4C4C">
                    <a:alpha val="5475"/>
                  </a:srgbClr>
                </a:gs>
                <a:gs pos="28571">
                  <a:srgbClr val="4D4C4C">
                    <a:alpha val="4278"/>
                  </a:srgbClr>
                </a:gs>
                <a:gs pos="42857">
                  <a:srgbClr val="4D4C4C">
                    <a:alpha val="2827"/>
                  </a:srgbClr>
                </a:gs>
                <a:gs pos="57143">
                  <a:srgbClr val="4D4C4C">
                    <a:alpha val="1577"/>
                  </a:srgbClr>
                </a:gs>
                <a:gs pos="71429">
                  <a:srgbClr val="4D4C4C">
                    <a:alpha val="741"/>
                  </a:srgbClr>
                </a:gs>
                <a:gs pos="85714">
                  <a:srgbClr val="4D4C4C">
                    <a:alpha val="294"/>
                  </a:srgbClr>
                </a:gs>
                <a:gs pos="100000">
                  <a:srgbClr val="4D4C4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6059252">
              <a:off x="-27473" y="2646333"/>
              <a:ext cx="378533" cy="68783"/>
            </a:xfrm>
            <a:prstGeom prst="ellipse">
              <a:avLst/>
            </a:prstGeom>
            <a:gradFill>
              <a:gsLst>
                <a:gs pos="0">
                  <a:srgbClr val="F1F1F1">
                    <a:alpha val="31213"/>
                  </a:srgbClr>
                </a:gs>
                <a:gs pos="14286">
                  <a:srgbClr val="F1F1F1">
                    <a:alpha val="29099"/>
                  </a:srgbClr>
                </a:gs>
                <a:gs pos="28571">
                  <a:srgbClr val="F1F1F1">
                    <a:alpha val="23433"/>
                  </a:srgbClr>
                </a:gs>
                <a:gs pos="42857">
                  <a:srgbClr val="F1F1F1">
                    <a:alpha val="16066"/>
                  </a:srgbClr>
                </a:gs>
                <a:gs pos="57143">
                  <a:srgbClr val="F1F1F1">
                    <a:alpha val="9248"/>
                  </a:srgbClr>
                </a:gs>
                <a:gs pos="71429">
                  <a:srgbClr val="F1F1F1">
                    <a:alpha val="4441"/>
                  </a:srgbClr>
                </a:gs>
                <a:gs pos="85714">
                  <a:srgbClr val="F1F1F1">
                    <a:alpha val="1780"/>
                  </a:srgbClr>
                </a:gs>
                <a:gs pos="100000">
                  <a:srgbClr val="F1F1F1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5198173">
              <a:off x="2662245" y="2494638"/>
              <a:ext cx="507063" cy="57019"/>
            </a:xfrm>
            <a:prstGeom prst="ellipse">
              <a:avLst/>
            </a:prstGeom>
            <a:gradFill>
              <a:gsLst>
                <a:gs pos="0">
                  <a:srgbClr val="F0F0F0">
                    <a:alpha val="25397"/>
                  </a:srgbClr>
                </a:gs>
                <a:gs pos="14286">
                  <a:srgbClr val="F0F0F0">
                    <a:alpha val="23608"/>
                  </a:srgbClr>
                </a:gs>
                <a:gs pos="28571">
                  <a:srgbClr val="F0F0F0">
                    <a:alpha val="18868"/>
                  </a:srgbClr>
                </a:gs>
                <a:gs pos="42857">
                  <a:srgbClr val="F0F0F0">
                    <a:alpha val="12816"/>
                  </a:srgbClr>
                </a:gs>
                <a:gs pos="57143">
                  <a:srgbClr val="F0F0F0">
                    <a:alpha val="7318"/>
                  </a:srgbClr>
                </a:gs>
                <a:gs pos="71429">
                  <a:srgbClr val="F0F0F0">
                    <a:alpha val="3495"/>
                  </a:srgbClr>
                </a:gs>
                <a:gs pos="85714">
                  <a:srgbClr val="F0F0F0">
                    <a:alpha val="1397"/>
                  </a:srgbClr>
                </a:gs>
                <a:gs pos="100000">
                  <a:srgbClr val="F0F0F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4763869">
              <a:off x="369344" y="3210044"/>
              <a:ext cx="530048" cy="526325"/>
            </a:xfrm>
            <a:prstGeom prst="ellipse">
              <a:avLst/>
            </a:prstGeom>
            <a:gradFill>
              <a:gsLst>
                <a:gs pos="0">
                  <a:srgbClr val="565655">
                    <a:alpha val="6482"/>
                  </a:srgbClr>
                </a:gs>
                <a:gs pos="14286">
                  <a:srgbClr val="565655">
                    <a:alpha val="5974"/>
                  </a:srgbClr>
                </a:gs>
                <a:gs pos="28571">
                  <a:srgbClr val="565655">
                    <a:alpha val="4670"/>
                  </a:srgbClr>
                </a:gs>
                <a:gs pos="42857">
                  <a:srgbClr val="565655">
                    <a:alpha val="3088"/>
                  </a:srgbClr>
                </a:gs>
                <a:gs pos="57143">
                  <a:srgbClr val="565655">
                    <a:alpha val="1723"/>
                  </a:srgbClr>
                </a:gs>
                <a:gs pos="71429">
                  <a:srgbClr val="565655">
                    <a:alpha val="810"/>
                  </a:srgbClr>
                </a:gs>
                <a:gs pos="85714">
                  <a:srgbClr val="565655">
                    <a:alpha val="321"/>
                  </a:srgbClr>
                </a:gs>
                <a:gs pos="100000">
                  <a:srgbClr val="565655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8429215">
              <a:off x="-356008" y="215377"/>
              <a:ext cx="712015" cy="233875"/>
            </a:xfrm>
            <a:prstGeom prst="ellipse">
              <a:avLst/>
            </a:prstGeom>
            <a:gradFill>
              <a:gsLst>
                <a:gs pos="0">
                  <a:srgbClr val="5D5B5D">
                    <a:alpha val="32968"/>
                  </a:srgbClr>
                </a:gs>
                <a:gs pos="14286">
                  <a:srgbClr val="5D5B5D">
                    <a:alpha val="30764"/>
                  </a:srgbClr>
                </a:gs>
                <a:gs pos="28571">
                  <a:srgbClr val="5D5B5D">
                    <a:alpha val="24833"/>
                  </a:srgbClr>
                </a:gs>
                <a:gs pos="42857">
                  <a:srgbClr val="5D5B5D">
                    <a:alpha val="17075"/>
                  </a:srgbClr>
                </a:gs>
                <a:gs pos="57143">
                  <a:srgbClr val="5D5B5D">
                    <a:alpha val="9855"/>
                  </a:srgbClr>
                </a:gs>
                <a:gs pos="71429">
                  <a:srgbClr val="5D5B5D">
                    <a:alpha val="4740"/>
                  </a:srgbClr>
                </a:gs>
                <a:gs pos="85714">
                  <a:srgbClr val="5D5B5D">
                    <a:alpha val="1902"/>
                  </a:srgbClr>
                </a:gs>
                <a:gs pos="100000">
                  <a:srgbClr val="5D5B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4627240">
              <a:off x="3328356" y="3186602"/>
              <a:ext cx="465407" cy="43400"/>
            </a:xfrm>
            <a:prstGeom prst="ellipse">
              <a:avLst/>
            </a:prstGeom>
            <a:gradFill>
              <a:gsLst>
                <a:gs pos="0">
                  <a:srgbClr val="D8D9D8">
                    <a:alpha val="32950"/>
                  </a:srgbClr>
                </a:gs>
                <a:gs pos="14286">
                  <a:srgbClr val="D8D9D8">
                    <a:alpha val="30747"/>
                  </a:srgbClr>
                </a:gs>
                <a:gs pos="28571">
                  <a:srgbClr val="D8D9D8">
                    <a:alpha val="24819"/>
                  </a:srgbClr>
                </a:gs>
                <a:gs pos="42857">
                  <a:srgbClr val="D8D9D8">
                    <a:alpha val="17065"/>
                  </a:srgbClr>
                </a:gs>
                <a:gs pos="57143">
                  <a:srgbClr val="D8D9D8">
                    <a:alpha val="9849"/>
                  </a:srgbClr>
                </a:gs>
                <a:gs pos="71429">
                  <a:srgbClr val="D8D9D8">
                    <a:alpha val="4737"/>
                  </a:srgbClr>
                </a:gs>
                <a:gs pos="85714">
                  <a:srgbClr val="D8D9D8">
                    <a:alpha val="1901"/>
                  </a:srgbClr>
                </a:gs>
                <a:gs pos="100000">
                  <a:srgbClr val="D8D9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5478230">
              <a:off x="638554" y="3116838"/>
              <a:ext cx="741132" cy="136086"/>
            </a:xfrm>
            <a:prstGeom prst="ellipse">
              <a:avLst/>
            </a:prstGeom>
            <a:gradFill>
              <a:gsLst>
                <a:gs pos="0">
                  <a:srgbClr val="000002">
                    <a:alpha val="9262"/>
                  </a:srgbClr>
                </a:gs>
                <a:gs pos="14286">
                  <a:srgbClr val="000002">
                    <a:alpha val="8546"/>
                  </a:srgbClr>
                </a:gs>
                <a:gs pos="28571">
                  <a:srgbClr val="000002">
                    <a:alpha val="6701"/>
                  </a:srgbClr>
                </a:gs>
                <a:gs pos="42857">
                  <a:srgbClr val="000002">
                    <a:alpha val="4448"/>
                  </a:srgbClr>
                </a:gs>
                <a:gs pos="57143">
                  <a:srgbClr val="000002">
                    <a:alpha val="2489"/>
                  </a:srgbClr>
                </a:gs>
                <a:gs pos="71429">
                  <a:srgbClr val="000002">
                    <a:alpha val="1173"/>
                  </a:srgbClr>
                </a:gs>
                <a:gs pos="85714">
                  <a:srgbClr val="000002">
                    <a:alpha val="466"/>
                  </a:srgbClr>
                </a:gs>
                <a:gs pos="100000">
                  <a:srgbClr val="000002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4237313">
              <a:off x="3320706" y="754262"/>
              <a:ext cx="654668" cy="155649"/>
            </a:xfrm>
            <a:prstGeom prst="ellipse">
              <a:avLst/>
            </a:prstGeom>
            <a:gradFill>
              <a:gsLst>
                <a:gs pos="0">
                  <a:srgbClr val="444444">
                    <a:alpha val="32968"/>
                  </a:srgbClr>
                </a:gs>
                <a:gs pos="14286">
                  <a:srgbClr val="444444">
                    <a:alpha val="30764"/>
                  </a:srgbClr>
                </a:gs>
                <a:gs pos="28571">
                  <a:srgbClr val="444444">
                    <a:alpha val="24833"/>
                  </a:srgbClr>
                </a:gs>
                <a:gs pos="42857">
                  <a:srgbClr val="444444">
                    <a:alpha val="17075"/>
                  </a:srgbClr>
                </a:gs>
                <a:gs pos="57143">
                  <a:srgbClr val="444444">
                    <a:alpha val="9855"/>
                  </a:srgbClr>
                </a:gs>
                <a:gs pos="71429">
                  <a:srgbClr val="444444">
                    <a:alpha val="4740"/>
                  </a:srgbClr>
                </a:gs>
                <a:gs pos="85714">
                  <a:srgbClr val="444444">
                    <a:alpha val="1902"/>
                  </a:srgbClr>
                </a:gs>
                <a:gs pos="100000">
                  <a:srgbClr val="4444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9901398">
              <a:off x="2447658" y="300471"/>
              <a:ext cx="587911" cy="577439"/>
            </a:xfrm>
            <a:prstGeom prst="ellipse">
              <a:avLst/>
            </a:prstGeom>
            <a:gradFill>
              <a:gsLst>
                <a:gs pos="0">
                  <a:srgbClr val="15111C">
                    <a:alpha val="1441"/>
                  </a:srgbClr>
                </a:gs>
                <a:gs pos="14286">
                  <a:srgbClr val="15111C">
                    <a:alpha val="1325"/>
                  </a:srgbClr>
                </a:gs>
                <a:gs pos="28571">
                  <a:srgbClr val="15111C">
                    <a:alpha val="1031"/>
                  </a:srgbClr>
                </a:gs>
                <a:gs pos="42857">
                  <a:srgbClr val="15111C">
                    <a:alpha val="677"/>
                  </a:srgbClr>
                </a:gs>
                <a:gs pos="57143">
                  <a:srgbClr val="15111C">
                    <a:alpha val="376"/>
                  </a:srgbClr>
                </a:gs>
                <a:gs pos="71429">
                  <a:srgbClr val="15111C">
                    <a:alpha val="176"/>
                  </a:srgbClr>
                </a:gs>
                <a:gs pos="85714">
                  <a:srgbClr val="15111C">
                    <a:alpha val="70"/>
                  </a:srgbClr>
                </a:gs>
                <a:gs pos="100000">
                  <a:srgbClr val="15111C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4792291">
              <a:off x="2988543" y="3201991"/>
              <a:ext cx="596792" cy="35277"/>
            </a:xfrm>
            <a:prstGeom prst="ellipse">
              <a:avLst/>
            </a:prstGeom>
            <a:gradFill>
              <a:gsLst>
                <a:gs pos="0">
                  <a:srgbClr val="979997">
                    <a:alpha val="32968"/>
                  </a:srgbClr>
                </a:gs>
                <a:gs pos="14286">
                  <a:srgbClr val="979997">
                    <a:alpha val="30764"/>
                  </a:srgbClr>
                </a:gs>
                <a:gs pos="28571">
                  <a:srgbClr val="979997">
                    <a:alpha val="24833"/>
                  </a:srgbClr>
                </a:gs>
                <a:gs pos="42857">
                  <a:srgbClr val="979997">
                    <a:alpha val="17075"/>
                  </a:srgbClr>
                </a:gs>
                <a:gs pos="57143">
                  <a:srgbClr val="979997">
                    <a:alpha val="9855"/>
                  </a:srgbClr>
                </a:gs>
                <a:gs pos="71429">
                  <a:srgbClr val="979997">
                    <a:alpha val="4740"/>
                  </a:srgbClr>
                </a:gs>
                <a:gs pos="85714">
                  <a:srgbClr val="979997">
                    <a:alpha val="1902"/>
                  </a:srgbClr>
                </a:gs>
                <a:gs pos="100000">
                  <a:srgbClr val="9799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5578386">
              <a:off x="-119209" y="2336501"/>
              <a:ext cx="520972" cy="502680"/>
            </a:xfrm>
            <a:prstGeom prst="ellipse">
              <a:avLst/>
            </a:prstGeom>
            <a:gradFill>
              <a:gsLst>
                <a:gs pos="0">
                  <a:srgbClr val="767677">
                    <a:alpha val="9849"/>
                  </a:srgbClr>
                </a:gs>
                <a:gs pos="14286">
                  <a:srgbClr val="767677">
                    <a:alpha val="9090"/>
                  </a:srgbClr>
                </a:gs>
                <a:gs pos="28571">
                  <a:srgbClr val="767677">
                    <a:alpha val="7132"/>
                  </a:srgbClr>
                </a:gs>
                <a:gs pos="42857">
                  <a:srgbClr val="767677">
                    <a:alpha val="4738"/>
                  </a:srgbClr>
                </a:gs>
                <a:gs pos="57143">
                  <a:srgbClr val="767677">
                    <a:alpha val="2654"/>
                  </a:srgbClr>
                </a:gs>
                <a:gs pos="71429">
                  <a:srgbClr val="767677">
                    <a:alpha val="1251"/>
                  </a:srgbClr>
                </a:gs>
                <a:gs pos="85714">
                  <a:srgbClr val="767677">
                    <a:alpha val="497"/>
                  </a:srgbClr>
                </a:gs>
                <a:gs pos="100000">
                  <a:srgbClr val="767677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5017111">
              <a:off x="3194253" y="2842921"/>
              <a:ext cx="712075" cy="185698"/>
            </a:xfrm>
            <a:prstGeom prst="ellipse">
              <a:avLst/>
            </a:prstGeom>
            <a:gradFill>
              <a:gsLst>
                <a:gs pos="0">
                  <a:srgbClr val="8C8C8B">
                    <a:alpha val="7273"/>
                  </a:srgbClr>
                </a:gs>
                <a:gs pos="14286">
                  <a:srgbClr val="8C8C8B">
                    <a:alpha val="6705"/>
                  </a:srgbClr>
                </a:gs>
                <a:gs pos="28571">
                  <a:srgbClr val="8C8C8B">
                    <a:alpha val="5246"/>
                  </a:srgbClr>
                </a:gs>
                <a:gs pos="42857">
                  <a:srgbClr val="8C8C8B">
                    <a:alpha val="3473"/>
                  </a:srgbClr>
                </a:gs>
                <a:gs pos="57143">
                  <a:srgbClr val="8C8C8B">
                    <a:alpha val="1939"/>
                  </a:srgbClr>
                </a:gs>
                <a:gs pos="71429">
                  <a:srgbClr val="8C8C8B">
                    <a:alpha val="913"/>
                  </a:srgbClr>
                </a:gs>
                <a:gs pos="85714">
                  <a:srgbClr val="8C8C8B">
                    <a:alpha val="362"/>
                  </a:srgbClr>
                </a:gs>
                <a:gs pos="100000">
                  <a:srgbClr val="8C8C8B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5583989">
              <a:off x="1533471" y="1018349"/>
              <a:ext cx="574859" cy="146871"/>
            </a:xfrm>
            <a:prstGeom prst="ellipse">
              <a:avLst/>
            </a:prstGeom>
            <a:gradFill>
              <a:gsLst>
                <a:gs pos="0">
                  <a:srgbClr val="A3A4A3">
                    <a:alpha val="1775"/>
                  </a:srgbClr>
                </a:gs>
                <a:gs pos="14286">
                  <a:srgbClr val="A3A4A3">
                    <a:alpha val="1632"/>
                  </a:srgbClr>
                </a:gs>
                <a:gs pos="28571">
                  <a:srgbClr val="A3A4A3">
                    <a:alpha val="1270"/>
                  </a:srgbClr>
                </a:gs>
                <a:gs pos="42857">
                  <a:srgbClr val="A3A4A3">
                    <a:alpha val="835"/>
                  </a:srgbClr>
                </a:gs>
                <a:gs pos="57143">
                  <a:srgbClr val="A3A4A3">
                    <a:alpha val="463"/>
                  </a:srgbClr>
                </a:gs>
                <a:gs pos="71429">
                  <a:srgbClr val="A3A4A3">
                    <a:alpha val="217"/>
                  </a:srgbClr>
                </a:gs>
                <a:gs pos="85714">
                  <a:srgbClr val="A3A4A3">
                    <a:alpha val="86"/>
                  </a:srgbClr>
                </a:gs>
                <a:gs pos="100000">
                  <a:srgbClr val="A3A4A3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6030457">
              <a:off x="238209" y="2619340"/>
              <a:ext cx="429950" cy="60167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4039588">
              <a:off x="1567446" y="1080232"/>
              <a:ext cx="918411" cy="127425"/>
            </a:xfrm>
            <a:prstGeom prst="ellipse">
              <a:avLst/>
            </a:prstGeom>
            <a:gradFill>
              <a:gsLst>
                <a:gs pos="0">
                  <a:srgbClr val="5F6160">
                    <a:alpha val="32968"/>
                  </a:srgbClr>
                </a:gs>
                <a:gs pos="14286">
                  <a:srgbClr val="5F6160">
                    <a:alpha val="30764"/>
                  </a:srgbClr>
                </a:gs>
                <a:gs pos="28571">
                  <a:srgbClr val="5F6160">
                    <a:alpha val="24833"/>
                  </a:srgbClr>
                </a:gs>
                <a:gs pos="42857">
                  <a:srgbClr val="5F6160">
                    <a:alpha val="17075"/>
                  </a:srgbClr>
                </a:gs>
                <a:gs pos="57143">
                  <a:srgbClr val="5F6160">
                    <a:alpha val="9855"/>
                  </a:srgbClr>
                </a:gs>
                <a:gs pos="71429">
                  <a:srgbClr val="5F6160">
                    <a:alpha val="4740"/>
                  </a:srgbClr>
                </a:gs>
                <a:gs pos="85714">
                  <a:srgbClr val="5F6160">
                    <a:alpha val="1902"/>
                  </a:srgbClr>
                </a:gs>
                <a:gs pos="100000">
                  <a:srgbClr val="5F61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9986806">
              <a:off x="-188397" y="1732692"/>
              <a:ext cx="697408" cy="194414"/>
            </a:xfrm>
            <a:prstGeom prst="ellipse">
              <a:avLst/>
            </a:prstGeom>
            <a:gradFill>
              <a:gsLst>
                <a:gs pos="0">
                  <a:srgbClr val="737170">
                    <a:alpha val="4021"/>
                  </a:srgbClr>
                </a:gs>
                <a:gs pos="14286">
                  <a:srgbClr val="737170">
                    <a:alpha val="3702"/>
                  </a:srgbClr>
                </a:gs>
                <a:gs pos="28571">
                  <a:srgbClr val="737170">
                    <a:alpha val="2886"/>
                  </a:srgbClr>
                </a:gs>
                <a:gs pos="42857">
                  <a:srgbClr val="737170">
                    <a:alpha val="1903"/>
                  </a:srgbClr>
                </a:gs>
                <a:gs pos="57143">
                  <a:srgbClr val="737170">
                    <a:alpha val="1059"/>
                  </a:srgbClr>
                </a:gs>
                <a:gs pos="71429">
                  <a:srgbClr val="737170">
                    <a:alpha val="497"/>
                  </a:srgbClr>
                </a:gs>
                <a:gs pos="85714">
                  <a:srgbClr val="737170">
                    <a:alpha val="197"/>
                  </a:srgbClr>
                </a:gs>
                <a:gs pos="100000">
                  <a:srgbClr val="737170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5400000">
              <a:off x="3462909" y="2606809"/>
              <a:ext cx="64213" cy="64213"/>
            </a:xfrm>
            <a:prstGeom prst="ellipse">
              <a:avLst/>
            </a:prstGeom>
            <a:gradFill>
              <a:gsLst>
                <a:gs pos="0">
                  <a:srgbClr val="676767">
                    <a:alpha val="12707"/>
                  </a:srgbClr>
                </a:gs>
                <a:gs pos="14286">
                  <a:srgbClr val="676767">
                    <a:alpha val="11742"/>
                  </a:srgbClr>
                </a:gs>
                <a:gs pos="28571">
                  <a:srgbClr val="676767">
                    <a:alpha val="9243"/>
                  </a:srgbClr>
                </a:gs>
                <a:gs pos="42857">
                  <a:srgbClr val="676767">
                    <a:alpha val="6163"/>
                  </a:srgbClr>
                </a:gs>
                <a:gs pos="57143">
                  <a:srgbClr val="676767">
                    <a:alpha val="3463"/>
                  </a:srgbClr>
                </a:gs>
                <a:gs pos="71429">
                  <a:srgbClr val="676767">
                    <a:alpha val="1636"/>
                  </a:srgbClr>
                </a:gs>
                <a:gs pos="85714">
                  <a:srgbClr val="676767">
                    <a:alpha val="650"/>
                  </a:srgbClr>
                </a:gs>
                <a:gs pos="100000">
                  <a:srgbClr val="676767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381185">
              <a:off x="202176" y="-266698"/>
              <a:ext cx="546528" cy="538796"/>
            </a:xfrm>
            <a:prstGeom prst="ellipse">
              <a:avLst/>
            </a:prstGeom>
            <a:gradFill>
              <a:gsLst>
                <a:gs pos="0">
                  <a:srgbClr val="636464">
                    <a:alpha val="9491"/>
                  </a:srgbClr>
                </a:gs>
                <a:gs pos="14286">
                  <a:srgbClr val="636464">
                    <a:alpha val="8758"/>
                  </a:srgbClr>
                </a:gs>
                <a:gs pos="28571">
                  <a:srgbClr val="636464">
                    <a:alpha val="6869"/>
                  </a:srgbClr>
                </a:gs>
                <a:gs pos="42857">
                  <a:srgbClr val="636464">
                    <a:alpha val="4561"/>
                  </a:srgbClr>
                </a:gs>
                <a:gs pos="57143">
                  <a:srgbClr val="636464">
                    <a:alpha val="2553"/>
                  </a:srgbClr>
                </a:gs>
                <a:gs pos="71429">
                  <a:srgbClr val="636464">
                    <a:alpha val="1203"/>
                  </a:srgbClr>
                </a:gs>
                <a:gs pos="85714">
                  <a:srgbClr val="636464">
                    <a:alpha val="478"/>
                  </a:srgbClr>
                </a:gs>
                <a:gs pos="100000">
                  <a:srgbClr val="636464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662127">
              <a:off x="-204990" y="2471110"/>
              <a:ext cx="504863" cy="496705"/>
            </a:xfrm>
            <a:prstGeom prst="ellipse">
              <a:avLst/>
            </a:prstGeom>
            <a:gradFill>
              <a:gsLst>
                <a:gs pos="0">
                  <a:srgbClr val="5D5C5D">
                    <a:alpha val="2559"/>
                  </a:srgbClr>
                </a:gs>
                <a:gs pos="14286">
                  <a:srgbClr val="5D5C5D">
                    <a:alpha val="2355"/>
                  </a:srgbClr>
                </a:gs>
                <a:gs pos="28571">
                  <a:srgbClr val="5D5C5D">
                    <a:alpha val="1833"/>
                  </a:srgbClr>
                </a:gs>
                <a:gs pos="42857">
                  <a:srgbClr val="5D5C5D">
                    <a:alpha val="1206"/>
                  </a:srgbClr>
                </a:gs>
                <a:gs pos="57143">
                  <a:srgbClr val="5D5C5D">
                    <a:alpha val="670"/>
                  </a:srgbClr>
                </a:gs>
                <a:gs pos="71429">
                  <a:srgbClr val="5D5C5D">
                    <a:alpha val="314"/>
                  </a:srgbClr>
                </a:gs>
                <a:gs pos="85714">
                  <a:srgbClr val="5D5C5D">
                    <a:alpha val="124"/>
                  </a:srgbClr>
                </a:gs>
                <a:gs pos="100000">
                  <a:srgbClr val="5D5C5D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9773788">
              <a:off x="2025740" y="1575252"/>
              <a:ext cx="512453" cy="491647"/>
            </a:xfrm>
            <a:prstGeom prst="ellipse">
              <a:avLst/>
            </a:prstGeom>
            <a:gradFill>
              <a:gsLst>
                <a:gs pos="0">
                  <a:srgbClr val="504E4C">
                    <a:alpha val="12983"/>
                  </a:srgbClr>
                </a:gs>
                <a:gs pos="14286">
                  <a:srgbClr val="504E4C">
                    <a:alpha val="11998"/>
                  </a:srgbClr>
                </a:gs>
                <a:gs pos="28571">
                  <a:srgbClr val="504E4C">
                    <a:alpha val="9448"/>
                  </a:srgbClr>
                </a:gs>
                <a:gs pos="42857">
                  <a:srgbClr val="504E4C">
                    <a:alpha val="6302"/>
                  </a:srgbClr>
                </a:gs>
                <a:gs pos="57143">
                  <a:srgbClr val="504E4C">
                    <a:alpha val="3543"/>
                  </a:srgbClr>
                </a:gs>
                <a:gs pos="71429">
                  <a:srgbClr val="504E4C">
                    <a:alpha val="1674"/>
                  </a:srgbClr>
                </a:gs>
                <a:gs pos="85714">
                  <a:srgbClr val="504E4C">
                    <a:alpha val="665"/>
                  </a:srgbClr>
                </a:gs>
                <a:gs pos="100000">
                  <a:srgbClr val="504E4C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10362054">
              <a:off x="-227219" y="-204700"/>
              <a:ext cx="520929" cy="508453"/>
            </a:xfrm>
            <a:prstGeom prst="ellipse">
              <a:avLst/>
            </a:prstGeom>
            <a:gradFill>
              <a:gsLst>
                <a:gs pos="0">
                  <a:srgbClr val="5A595B">
                    <a:alpha val="4140"/>
                  </a:srgbClr>
                </a:gs>
                <a:gs pos="14286">
                  <a:srgbClr val="5A595B">
                    <a:alpha val="3811"/>
                  </a:srgbClr>
                </a:gs>
                <a:gs pos="28571">
                  <a:srgbClr val="5A595B">
                    <a:alpha val="2972"/>
                  </a:srgbClr>
                </a:gs>
                <a:gs pos="42857">
                  <a:srgbClr val="5A595B">
                    <a:alpha val="1960"/>
                  </a:srgbClr>
                </a:gs>
                <a:gs pos="57143">
                  <a:srgbClr val="5A595B">
                    <a:alpha val="1091"/>
                  </a:srgbClr>
                </a:gs>
                <a:gs pos="71429">
                  <a:srgbClr val="5A595B">
                    <a:alpha val="512"/>
                  </a:srgbClr>
                </a:gs>
                <a:gs pos="85714">
                  <a:srgbClr val="5A595B">
                    <a:alpha val="203"/>
                  </a:srgbClr>
                </a:gs>
                <a:gs pos="100000">
                  <a:srgbClr val="5A595B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-10019034">
              <a:off x="13075" y="3180605"/>
              <a:ext cx="865396" cy="212244"/>
            </a:xfrm>
            <a:prstGeom prst="ellipse">
              <a:avLst/>
            </a:prstGeom>
            <a:gradFill>
              <a:gsLst>
                <a:gs pos="0">
                  <a:srgbClr val="2F3232">
                    <a:alpha val="5441"/>
                  </a:srgbClr>
                </a:gs>
                <a:gs pos="14286">
                  <a:srgbClr val="2F3232">
                    <a:alpha val="5012"/>
                  </a:srgbClr>
                </a:gs>
                <a:gs pos="28571">
                  <a:srgbClr val="2F3232">
                    <a:alpha val="3914"/>
                  </a:srgbClr>
                </a:gs>
                <a:gs pos="42857">
                  <a:srgbClr val="2F3232">
                    <a:alpha val="2585"/>
                  </a:srgbClr>
                </a:gs>
                <a:gs pos="57143">
                  <a:srgbClr val="2F3232">
                    <a:alpha val="1441"/>
                  </a:srgbClr>
                </a:gs>
                <a:gs pos="71429">
                  <a:srgbClr val="2F3232">
                    <a:alpha val="677"/>
                  </a:srgbClr>
                </a:gs>
                <a:gs pos="85714">
                  <a:srgbClr val="2F3232">
                    <a:alpha val="268"/>
                  </a:srgbClr>
                </a:gs>
                <a:gs pos="100000">
                  <a:srgbClr val="2F3232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5343842">
              <a:off x="1338687" y="2896207"/>
              <a:ext cx="470297" cy="44580"/>
            </a:xfrm>
            <a:prstGeom prst="ellipse">
              <a:avLst/>
            </a:prstGeom>
            <a:gradFill>
              <a:gsLst>
                <a:gs pos="0">
                  <a:srgbClr val="F8F8F8">
                    <a:alpha val="31765"/>
                  </a:srgbClr>
                </a:gs>
                <a:gs pos="14286">
                  <a:srgbClr val="F8F8F8">
                    <a:alpha val="29622"/>
                  </a:srgbClr>
                </a:gs>
                <a:gs pos="28571">
                  <a:srgbClr val="F8F8F8">
                    <a:alpha val="23873"/>
                  </a:srgbClr>
                </a:gs>
                <a:gs pos="42857">
                  <a:srgbClr val="F8F8F8">
                    <a:alpha val="16382"/>
                  </a:srgbClr>
                </a:gs>
                <a:gs pos="57143">
                  <a:srgbClr val="F8F8F8">
                    <a:alpha val="9438"/>
                  </a:srgbClr>
                </a:gs>
                <a:gs pos="71429">
                  <a:srgbClr val="F8F8F8">
                    <a:alpha val="4534"/>
                  </a:srgbClr>
                </a:gs>
                <a:gs pos="85714">
                  <a:srgbClr val="F8F8F8">
                    <a:alpha val="1818"/>
                  </a:srgbClr>
                </a:gs>
                <a:gs pos="100000">
                  <a:srgbClr val="F8F8F8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5922634">
              <a:off x="1510617" y="1693850"/>
              <a:ext cx="646920" cy="136361"/>
            </a:xfrm>
            <a:prstGeom prst="ellipse">
              <a:avLst/>
            </a:prstGeom>
            <a:gradFill>
              <a:gsLst>
                <a:gs pos="0">
                  <a:srgbClr val="79797A">
                    <a:alpha val="8636"/>
                  </a:srgbClr>
                </a:gs>
                <a:gs pos="14286">
                  <a:srgbClr val="79797A">
                    <a:alpha val="7966"/>
                  </a:srgbClr>
                </a:gs>
                <a:gs pos="28571">
                  <a:srgbClr val="79797A">
                    <a:alpha val="6242"/>
                  </a:srgbClr>
                </a:gs>
                <a:gs pos="42857">
                  <a:srgbClr val="79797A">
                    <a:alpha val="4139"/>
                  </a:srgbClr>
                </a:gs>
                <a:gs pos="57143">
                  <a:srgbClr val="79797A">
                    <a:alpha val="2315"/>
                  </a:srgbClr>
                </a:gs>
                <a:gs pos="71429">
                  <a:srgbClr val="79797A">
                    <a:alpha val="1091"/>
                  </a:srgbClr>
                </a:gs>
                <a:gs pos="85714">
                  <a:srgbClr val="79797A">
                    <a:alpha val="433"/>
                  </a:srgbClr>
                </a:gs>
                <a:gs pos="100000">
                  <a:srgbClr val="79797A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205099">
              <a:off x="1981854" y="1540114"/>
              <a:ext cx="672916" cy="60761"/>
            </a:xfrm>
            <a:prstGeom prst="ellipse">
              <a:avLst/>
            </a:prstGeom>
            <a:gradFill>
              <a:gsLst>
                <a:gs pos="0">
                  <a:srgbClr val="F8F8F8">
                    <a:alpha val="29949"/>
                  </a:srgbClr>
                </a:gs>
                <a:gs pos="14286">
                  <a:srgbClr val="F8F8F8">
                    <a:alpha val="27903"/>
                  </a:srgbClr>
                </a:gs>
                <a:gs pos="28571">
                  <a:srgbClr val="F8F8F8">
                    <a:alpha val="22432"/>
                  </a:srgbClr>
                </a:gs>
                <a:gs pos="42857">
                  <a:srgbClr val="F8F8F8">
                    <a:alpha val="15348"/>
                  </a:srgbClr>
                </a:gs>
                <a:gs pos="57143">
                  <a:srgbClr val="F8F8F8">
                    <a:alpha val="8819"/>
                  </a:srgbClr>
                </a:gs>
                <a:gs pos="71429">
                  <a:srgbClr val="F8F8F8">
                    <a:alpha val="4230"/>
                  </a:srgbClr>
                </a:gs>
                <a:gs pos="85714">
                  <a:srgbClr val="F8F8F8">
                    <a:alpha val="1694"/>
                  </a:srgbClr>
                </a:gs>
                <a:gs pos="100000">
                  <a:srgbClr val="F8F8F8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4979892">
              <a:off x="2916664" y="1659818"/>
              <a:ext cx="798632" cy="1106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10765425">
              <a:off x="-180185" y="1049682"/>
              <a:ext cx="593822" cy="581619"/>
            </a:xfrm>
            <a:prstGeom prst="ellipse">
              <a:avLst/>
            </a:prstGeom>
            <a:gradFill>
              <a:gsLst>
                <a:gs pos="0">
                  <a:srgbClr val="545454">
                    <a:alpha val="1216"/>
                  </a:srgbClr>
                </a:gs>
                <a:gs pos="14286">
                  <a:srgbClr val="545454">
                    <a:alpha val="1119"/>
                  </a:srgbClr>
                </a:gs>
                <a:gs pos="28571">
                  <a:srgbClr val="545454">
                    <a:alpha val="870"/>
                  </a:srgbClr>
                </a:gs>
                <a:gs pos="42857">
                  <a:srgbClr val="545454">
                    <a:alpha val="571"/>
                  </a:srgbClr>
                </a:gs>
                <a:gs pos="57143">
                  <a:srgbClr val="545454">
                    <a:alpha val="317"/>
                  </a:srgbClr>
                </a:gs>
                <a:gs pos="71429">
                  <a:srgbClr val="545454">
                    <a:alpha val="148"/>
                  </a:srgbClr>
                </a:gs>
                <a:gs pos="85714">
                  <a:srgbClr val="545454">
                    <a:alpha val="59"/>
                  </a:srgbClr>
                </a:gs>
                <a:gs pos="100000">
                  <a:srgbClr val="545454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5823884">
              <a:off x="2061151" y="1166581"/>
              <a:ext cx="910721" cy="198754"/>
            </a:xfrm>
            <a:prstGeom prst="ellipse">
              <a:avLst/>
            </a:prstGeom>
            <a:gradFill>
              <a:gsLst>
                <a:gs pos="0">
                  <a:srgbClr val="7C7B7B">
                    <a:alpha val="4058"/>
                  </a:srgbClr>
                </a:gs>
                <a:gs pos="14286">
                  <a:srgbClr val="7C7B7B">
                    <a:alpha val="3736"/>
                  </a:srgbClr>
                </a:gs>
                <a:gs pos="28571">
                  <a:srgbClr val="7C7B7B">
                    <a:alpha val="2913"/>
                  </a:srgbClr>
                </a:gs>
                <a:gs pos="42857">
                  <a:srgbClr val="7C7B7B">
                    <a:alpha val="1920"/>
                  </a:srgbClr>
                </a:gs>
                <a:gs pos="57143">
                  <a:srgbClr val="7C7B7B">
                    <a:alpha val="1069"/>
                  </a:srgbClr>
                </a:gs>
                <a:gs pos="71429">
                  <a:srgbClr val="7C7B7B">
                    <a:alpha val="502"/>
                  </a:srgbClr>
                </a:gs>
                <a:gs pos="85714">
                  <a:srgbClr val="7C7B7B">
                    <a:alpha val="199"/>
                  </a:srgbClr>
                </a:gs>
                <a:gs pos="100000">
                  <a:srgbClr val="7C7B7B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5073505">
              <a:off x="2951724" y="37568"/>
              <a:ext cx="620390" cy="10043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4872311">
              <a:off x="2528056" y="2320476"/>
              <a:ext cx="672458" cy="103184"/>
            </a:xfrm>
            <a:prstGeom prst="ellipse">
              <a:avLst/>
            </a:prstGeom>
            <a:gradFill>
              <a:gsLst>
                <a:gs pos="0">
                  <a:srgbClr val="9B9B9B">
                    <a:alpha val="5863"/>
                  </a:srgbClr>
                </a:gs>
                <a:gs pos="14286">
                  <a:srgbClr val="9B9B9B">
                    <a:alpha val="5402"/>
                  </a:srgbClr>
                </a:gs>
                <a:gs pos="28571">
                  <a:srgbClr val="9B9B9B">
                    <a:alpha val="4220"/>
                  </a:srgbClr>
                </a:gs>
                <a:gs pos="42857">
                  <a:srgbClr val="9B9B9B">
                    <a:alpha val="2788"/>
                  </a:srgbClr>
                </a:gs>
                <a:gs pos="57143">
                  <a:srgbClr val="9B9B9B">
                    <a:alpha val="1555"/>
                  </a:srgbClr>
                </a:gs>
                <a:gs pos="71429">
                  <a:srgbClr val="9B9B9B">
                    <a:alpha val="731"/>
                  </a:srgbClr>
                </a:gs>
                <a:gs pos="85714">
                  <a:srgbClr val="9B9B9B">
                    <a:alpha val="290"/>
                  </a:srgbClr>
                </a:gs>
                <a:gs pos="100000">
                  <a:srgbClr val="9B9B9B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5400000">
              <a:off x="3526789" y="1735785"/>
              <a:ext cx="65219" cy="65219"/>
            </a:xfrm>
            <a:prstGeom prst="ellipse">
              <a:avLst/>
            </a:prstGeom>
            <a:gradFill>
              <a:gsLst>
                <a:gs pos="0">
                  <a:srgbClr val="8A8A8A">
                    <a:alpha val="12433"/>
                  </a:srgbClr>
                </a:gs>
                <a:gs pos="14286">
                  <a:srgbClr val="8A8A8A">
                    <a:alpha val="11488"/>
                  </a:srgbClr>
                </a:gs>
                <a:gs pos="28571">
                  <a:srgbClr val="8A8A8A">
                    <a:alpha val="9040"/>
                  </a:srgbClr>
                </a:gs>
                <a:gs pos="42857">
                  <a:srgbClr val="8A8A8A">
                    <a:alpha val="6025"/>
                  </a:srgbClr>
                </a:gs>
                <a:gs pos="57143">
                  <a:srgbClr val="8A8A8A">
                    <a:alpha val="3385"/>
                  </a:srgbClr>
                </a:gs>
                <a:gs pos="71429">
                  <a:srgbClr val="8A8A8A">
                    <a:alpha val="1599"/>
                  </a:srgbClr>
                </a:gs>
                <a:gs pos="85714">
                  <a:srgbClr val="8A8A8A">
                    <a:alpha val="635"/>
                  </a:srgbClr>
                </a:gs>
                <a:gs pos="100000">
                  <a:srgbClr val="8A8A8A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5270560">
              <a:off x="1488433" y="3298842"/>
              <a:ext cx="786361" cy="832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10220529">
              <a:off x="196279" y="3215137"/>
              <a:ext cx="630969" cy="145167"/>
            </a:xfrm>
            <a:prstGeom prst="ellipse">
              <a:avLst/>
            </a:prstGeom>
            <a:gradFill>
              <a:gsLst>
                <a:gs pos="0">
                  <a:srgbClr val="A0A1A1">
                    <a:alpha val="5038"/>
                  </a:srgbClr>
                </a:gs>
                <a:gs pos="14286">
                  <a:srgbClr val="A0A1A1">
                    <a:alpha val="4640"/>
                  </a:srgbClr>
                </a:gs>
                <a:gs pos="28571">
                  <a:srgbClr val="A0A1A1">
                    <a:alpha val="3622"/>
                  </a:srgbClr>
                </a:gs>
                <a:gs pos="42857">
                  <a:srgbClr val="A0A1A1">
                    <a:alpha val="2391"/>
                  </a:srgbClr>
                </a:gs>
                <a:gs pos="57143">
                  <a:srgbClr val="A0A1A1">
                    <a:alpha val="1332"/>
                  </a:srgbClr>
                </a:gs>
                <a:gs pos="71429">
                  <a:srgbClr val="A0A1A1">
                    <a:alpha val="626"/>
                  </a:srgbClr>
                </a:gs>
                <a:gs pos="85714">
                  <a:srgbClr val="A0A1A1">
                    <a:alpha val="248"/>
                  </a:srgbClr>
                </a:gs>
                <a:gs pos="100000">
                  <a:srgbClr val="A0A1A1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10750997">
              <a:off x="-75261" y="1827047"/>
              <a:ext cx="417491" cy="668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4956035">
              <a:off x="2442892" y="11705"/>
              <a:ext cx="350868" cy="43871"/>
            </a:xfrm>
            <a:prstGeom prst="ellipse">
              <a:avLst/>
            </a:prstGeom>
            <a:gradFill>
              <a:gsLst>
                <a:gs pos="0">
                  <a:srgbClr val="D4D4D5">
                    <a:alpha val="32520"/>
                  </a:srgbClr>
                </a:gs>
                <a:gs pos="14286">
                  <a:srgbClr val="D4D4D5">
                    <a:alpha val="30339"/>
                  </a:srgbClr>
                </a:gs>
                <a:gs pos="28571">
                  <a:srgbClr val="D4D4D5">
                    <a:alpha val="24475"/>
                  </a:srgbClr>
                </a:gs>
                <a:gs pos="42857">
                  <a:srgbClr val="D4D4D5">
                    <a:alpha val="16817"/>
                  </a:srgbClr>
                </a:gs>
                <a:gs pos="57143">
                  <a:srgbClr val="D4D4D5">
                    <a:alpha val="9699"/>
                  </a:srgbClr>
                </a:gs>
                <a:gs pos="71429">
                  <a:srgbClr val="D4D4D5">
                    <a:alpha val="4663"/>
                  </a:srgbClr>
                </a:gs>
                <a:gs pos="85714">
                  <a:srgbClr val="D4D4D5">
                    <a:alpha val="1871"/>
                  </a:srgbClr>
                </a:gs>
                <a:gs pos="100000">
                  <a:srgbClr val="D4D4D5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9796476">
              <a:off x="2383573" y="241293"/>
              <a:ext cx="603778" cy="522390"/>
            </a:xfrm>
            <a:prstGeom prst="ellipse">
              <a:avLst/>
            </a:prstGeom>
            <a:gradFill>
              <a:gsLst>
                <a:gs pos="0">
                  <a:srgbClr val="91908E">
                    <a:alpha val="4447"/>
                  </a:srgbClr>
                </a:gs>
                <a:gs pos="14286">
                  <a:srgbClr val="91908E">
                    <a:alpha val="4095"/>
                  </a:srgbClr>
                </a:gs>
                <a:gs pos="28571">
                  <a:srgbClr val="91908E">
                    <a:alpha val="3194"/>
                  </a:srgbClr>
                </a:gs>
                <a:gs pos="42857">
                  <a:srgbClr val="91908E">
                    <a:alpha val="2107"/>
                  </a:srgbClr>
                </a:gs>
                <a:gs pos="57143">
                  <a:srgbClr val="91908E">
                    <a:alpha val="1173"/>
                  </a:srgbClr>
                </a:gs>
                <a:gs pos="71429">
                  <a:srgbClr val="91908E">
                    <a:alpha val="551"/>
                  </a:srgbClr>
                </a:gs>
                <a:gs pos="85714">
                  <a:srgbClr val="91908E">
                    <a:alpha val="218"/>
                  </a:srgbClr>
                </a:gs>
                <a:gs pos="100000">
                  <a:srgbClr val="91908E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9873528">
              <a:off x="1234072" y="-160725"/>
              <a:ext cx="483451" cy="321450"/>
            </a:xfrm>
            <a:prstGeom prst="ellipse">
              <a:avLst/>
            </a:prstGeom>
            <a:gradFill>
              <a:gsLst>
                <a:gs pos="0">
                  <a:srgbClr val="FDFDFD">
                    <a:alpha val="11418"/>
                  </a:srgbClr>
                </a:gs>
                <a:gs pos="14286">
                  <a:srgbClr val="FDFDFD">
                    <a:alpha val="10545"/>
                  </a:srgbClr>
                </a:gs>
                <a:gs pos="28571">
                  <a:srgbClr val="FDFDFD">
                    <a:alpha val="8289"/>
                  </a:srgbClr>
                </a:gs>
                <a:gs pos="42857">
                  <a:srgbClr val="FDFDFD">
                    <a:alpha val="5517"/>
                  </a:srgbClr>
                </a:gs>
                <a:gs pos="57143">
                  <a:srgbClr val="FDFDFD">
                    <a:alpha val="3096"/>
                  </a:srgbClr>
                </a:gs>
                <a:gs pos="71429">
                  <a:srgbClr val="FDFDFD">
                    <a:alpha val="1461"/>
                  </a:srgbClr>
                </a:gs>
                <a:gs pos="85714">
                  <a:srgbClr val="FDFDFD">
                    <a:alpha val="580"/>
                  </a:srgbClr>
                </a:gs>
                <a:gs pos="100000">
                  <a:srgbClr val="FDFDFD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3407692">
              <a:off x="2988217" y="722569"/>
              <a:ext cx="807968" cy="256172"/>
            </a:xfrm>
            <a:prstGeom prst="ellipse">
              <a:avLst/>
            </a:prstGeom>
            <a:gradFill>
              <a:gsLst>
                <a:gs pos="0">
                  <a:srgbClr val="919191">
                    <a:alpha val="3608"/>
                  </a:srgbClr>
                </a:gs>
                <a:gs pos="14286">
                  <a:srgbClr val="919191">
                    <a:alpha val="3321"/>
                  </a:srgbClr>
                </a:gs>
                <a:gs pos="28571">
                  <a:srgbClr val="919191">
                    <a:alpha val="2588"/>
                  </a:srgbClr>
                </a:gs>
                <a:gs pos="42857">
                  <a:srgbClr val="919191">
                    <a:alpha val="1705"/>
                  </a:srgbClr>
                </a:gs>
                <a:gs pos="57143">
                  <a:srgbClr val="919191">
                    <a:alpha val="949"/>
                  </a:srgbClr>
                </a:gs>
                <a:gs pos="71429">
                  <a:srgbClr val="919191">
                    <a:alpha val="445"/>
                  </a:srgbClr>
                </a:gs>
                <a:gs pos="85714">
                  <a:srgbClr val="919191">
                    <a:alpha val="176"/>
                  </a:srgbClr>
                </a:gs>
                <a:gs pos="100000">
                  <a:srgbClr val="919191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5773501">
              <a:off x="-256905" y="2519182"/>
              <a:ext cx="896041" cy="84737"/>
            </a:xfrm>
            <a:prstGeom prst="ellipse">
              <a:avLst/>
            </a:prstGeom>
            <a:gradFill>
              <a:gsLst>
                <a:gs pos="0">
                  <a:srgbClr val="000001">
                    <a:alpha val="30004"/>
                  </a:srgbClr>
                </a:gs>
                <a:gs pos="14286">
                  <a:srgbClr val="000001">
                    <a:alpha val="27955"/>
                  </a:srgbClr>
                </a:gs>
                <a:gs pos="28571">
                  <a:srgbClr val="000001">
                    <a:alpha val="22476"/>
                  </a:srgbClr>
                </a:gs>
                <a:gs pos="42857">
                  <a:srgbClr val="000001">
                    <a:alpha val="15379"/>
                  </a:srgbClr>
                </a:gs>
                <a:gs pos="57143">
                  <a:srgbClr val="000001">
                    <a:alpha val="8837"/>
                  </a:srgbClr>
                </a:gs>
                <a:gs pos="71429">
                  <a:srgbClr val="000001">
                    <a:alpha val="4239"/>
                  </a:srgbClr>
                </a:gs>
                <a:gs pos="85714">
                  <a:srgbClr val="000001">
                    <a:alpha val="1698"/>
                  </a:srgbClr>
                </a:gs>
                <a:gs pos="100000">
                  <a:srgbClr val="000001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6177799">
              <a:off x="2315587" y="863411"/>
              <a:ext cx="901179" cy="223840"/>
            </a:xfrm>
            <a:prstGeom prst="ellipse">
              <a:avLst/>
            </a:prstGeom>
            <a:gradFill>
              <a:gsLst>
                <a:gs pos="0">
                  <a:srgbClr val="919192">
                    <a:alpha val="2708"/>
                  </a:srgbClr>
                </a:gs>
                <a:gs pos="14286">
                  <a:srgbClr val="919192">
                    <a:alpha val="2491"/>
                  </a:srgbClr>
                </a:gs>
                <a:gs pos="28571">
                  <a:srgbClr val="919192">
                    <a:alpha val="1940"/>
                  </a:srgbClr>
                </a:gs>
                <a:gs pos="42857">
                  <a:srgbClr val="919192">
                    <a:alpha val="1277"/>
                  </a:srgbClr>
                </a:gs>
                <a:gs pos="57143">
                  <a:srgbClr val="919192">
                    <a:alpha val="709"/>
                  </a:srgbClr>
                </a:gs>
                <a:gs pos="71429">
                  <a:srgbClr val="919192">
                    <a:alpha val="333"/>
                  </a:srgbClr>
                </a:gs>
                <a:gs pos="85714">
                  <a:srgbClr val="919192">
                    <a:alpha val="132"/>
                  </a:srgbClr>
                </a:gs>
                <a:gs pos="100000">
                  <a:srgbClr val="919192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2997986">
              <a:off x="2278787" y="1040379"/>
              <a:ext cx="802441" cy="147768"/>
            </a:xfrm>
            <a:prstGeom prst="ellipse">
              <a:avLst/>
            </a:prstGeom>
            <a:gradFill>
              <a:gsLst>
                <a:gs pos="0">
                  <a:srgbClr val="4A4A46">
                    <a:alpha val="4563"/>
                  </a:srgbClr>
                </a:gs>
                <a:gs pos="14286">
                  <a:srgbClr val="4A4A46">
                    <a:alpha val="4202"/>
                  </a:srgbClr>
                </a:gs>
                <a:gs pos="28571">
                  <a:srgbClr val="4A4A46">
                    <a:alpha val="3278"/>
                  </a:srgbClr>
                </a:gs>
                <a:gs pos="42857">
                  <a:srgbClr val="4A4A46">
                    <a:alpha val="2162"/>
                  </a:srgbClr>
                </a:gs>
                <a:gs pos="57143">
                  <a:srgbClr val="4A4A46">
                    <a:alpha val="1204"/>
                  </a:srgbClr>
                </a:gs>
                <a:gs pos="71429">
                  <a:srgbClr val="4A4A46">
                    <a:alpha val="565"/>
                  </a:srgbClr>
                </a:gs>
                <a:gs pos="85714">
                  <a:srgbClr val="4A4A46">
                    <a:alpha val="224"/>
                  </a:srgbClr>
                </a:gs>
                <a:gs pos="100000">
                  <a:srgbClr val="4A4A46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5951836">
              <a:off x="-146877" y="28187"/>
              <a:ext cx="421431" cy="49020"/>
            </a:xfrm>
            <a:prstGeom prst="ellipse">
              <a:avLst/>
            </a:prstGeom>
            <a:gradFill>
              <a:gsLst>
                <a:gs pos="0">
                  <a:srgbClr val="FBFAFB">
                    <a:alpha val="32968"/>
                  </a:srgbClr>
                </a:gs>
                <a:gs pos="14286">
                  <a:srgbClr val="FBFAFB">
                    <a:alpha val="30764"/>
                  </a:srgbClr>
                </a:gs>
                <a:gs pos="28571">
                  <a:srgbClr val="FBFAFB">
                    <a:alpha val="24833"/>
                  </a:srgbClr>
                </a:gs>
                <a:gs pos="42857">
                  <a:srgbClr val="FBFAFB">
                    <a:alpha val="17075"/>
                  </a:srgbClr>
                </a:gs>
                <a:gs pos="57143">
                  <a:srgbClr val="FBFAFB">
                    <a:alpha val="9855"/>
                  </a:srgbClr>
                </a:gs>
                <a:gs pos="71429">
                  <a:srgbClr val="FBFAFB">
                    <a:alpha val="4740"/>
                  </a:srgbClr>
                </a:gs>
                <a:gs pos="85714">
                  <a:srgbClr val="FBFAFB">
                    <a:alpha val="1902"/>
                  </a:srgbClr>
                </a:gs>
                <a:gs pos="100000">
                  <a:srgbClr val="FBFA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10113233">
              <a:off x="3209681" y="1559078"/>
              <a:ext cx="605806" cy="350459"/>
            </a:xfrm>
            <a:prstGeom prst="ellipse">
              <a:avLst/>
            </a:prstGeom>
            <a:gradFill>
              <a:gsLst>
                <a:gs pos="0">
                  <a:srgbClr val="060000">
                    <a:alpha val="2320"/>
                  </a:srgbClr>
                </a:gs>
                <a:gs pos="14286">
                  <a:srgbClr val="060000">
                    <a:alpha val="2135"/>
                  </a:srgbClr>
                </a:gs>
                <a:gs pos="28571">
                  <a:srgbClr val="060000">
                    <a:alpha val="1661"/>
                  </a:srgbClr>
                </a:gs>
                <a:gs pos="42857">
                  <a:srgbClr val="060000">
                    <a:alpha val="1093"/>
                  </a:srgbClr>
                </a:gs>
                <a:gs pos="57143">
                  <a:srgbClr val="060000">
                    <a:alpha val="607"/>
                  </a:srgbClr>
                </a:gs>
                <a:gs pos="71429">
                  <a:srgbClr val="060000">
                    <a:alpha val="285"/>
                  </a:srgbClr>
                </a:gs>
                <a:gs pos="85714">
                  <a:srgbClr val="060000">
                    <a:alpha val="113"/>
                  </a:srgbClr>
                </a:gs>
                <a:gs pos="100000">
                  <a:srgbClr val="0600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5496550">
              <a:off x="1320788" y="863472"/>
              <a:ext cx="478995" cy="47570"/>
            </a:xfrm>
            <a:prstGeom prst="ellipse">
              <a:avLst/>
            </a:prstGeom>
            <a:gradFill>
              <a:gsLst>
                <a:gs pos="0">
                  <a:srgbClr val="EDEDED">
                    <a:alpha val="30549"/>
                  </a:srgbClr>
                </a:gs>
                <a:gs pos="14286">
                  <a:srgbClr val="EDEDED">
                    <a:alpha val="28471"/>
                  </a:srgbClr>
                </a:gs>
                <a:gs pos="28571">
                  <a:srgbClr val="EDEDED">
                    <a:alpha val="22907"/>
                  </a:srgbClr>
                </a:gs>
                <a:gs pos="42857">
                  <a:srgbClr val="EDEDED">
                    <a:alpha val="15688"/>
                  </a:srgbClr>
                </a:gs>
                <a:gs pos="57143">
                  <a:srgbClr val="EDEDED">
                    <a:alpha val="9022"/>
                  </a:srgbClr>
                </a:gs>
                <a:gs pos="71429">
                  <a:srgbClr val="EDEDED">
                    <a:alpha val="4329"/>
                  </a:srgbClr>
                </a:gs>
                <a:gs pos="85714">
                  <a:srgbClr val="EDEDED">
                    <a:alpha val="1735"/>
                  </a:srgbClr>
                </a:gs>
                <a:gs pos="100000">
                  <a:srgbClr val="EDEDED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3681550">
              <a:off x="3226962" y="3176177"/>
              <a:ext cx="644114" cy="495127"/>
            </a:xfrm>
            <a:prstGeom prst="ellipse">
              <a:avLst/>
            </a:prstGeom>
            <a:gradFill>
              <a:gsLst>
                <a:gs pos="0">
                  <a:srgbClr val="383737">
                    <a:alpha val="6432"/>
                  </a:srgbClr>
                </a:gs>
                <a:gs pos="14286">
                  <a:srgbClr val="383737">
                    <a:alpha val="5927"/>
                  </a:srgbClr>
                </a:gs>
                <a:gs pos="28571">
                  <a:srgbClr val="383737">
                    <a:alpha val="4633"/>
                  </a:srgbClr>
                </a:gs>
                <a:gs pos="42857">
                  <a:srgbClr val="383737">
                    <a:alpha val="3064"/>
                  </a:srgbClr>
                </a:gs>
                <a:gs pos="57143">
                  <a:srgbClr val="383737">
                    <a:alpha val="1709"/>
                  </a:srgbClr>
                </a:gs>
                <a:gs pos="71429">
                  <a:srgbClr val="383737">
                    <a:alpha val="804"/>
                  </a:srgbClr>
                </a:gs>
                <a:gs pos="85714">
                  <a:srgbClr val="383737">
                    <a:alpha val="319"/>
                  </a:srgbClr>
                </a:gs>
                <a:gs pos="100000">
                  <a:srgbClr val="383737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10705111">
              <a:off x="3354807" y="752649"/>
              <a:ext cx="212087" cy="56436"/>
            </a:xfrm>
            <a:prstGeom prst="ellipse">
              <a:avLst/>
            </a:prstGeom>
            <a:gradFill>
              <a:gsLst>
                <a:gs pos="0">
                  <a:srgbClr val="D9D9DA">
                    <a:alpha val="32968"/>
                  </a:srgbClr>
                </a:gs>
                <a:gs pos="14286">
                  <a:srgbClr val="D9D9DA">
                    <a:alpha val="30764"/>
                  </a:srgbClr>
                </a:gs>
                <a:gs pos="28571">
                  <a:srgbClr val="D9D9DA">
                    <a:alpha val="24833"/>
                  </a:srgbClr>
                </a:gs>
                <a:gs pos="42857">
                  <a:srgbClr val="D9D9DA">
                    <a:alpha val="17075"/>
                  </a:srgbClr>
                </a:gs>
                <a:gs pos="57143">
                  <a:srgbClr val="D9D9DA">
                    <a:alpha val="9855"/>
                  </a:srgbClr>
                </a:gs>
                <a:gs pos="71429">
                  <a:srgbClr val="D9D9DA">
                    <a:alpha val="4740"/>
                  </a:srgbClr>
                </a:gs>
                <a:gs pos="85714">
                  <a:srgbClr val="D9D9DA">
                    <a:alpha val="1902"/>
                  </a:srgbClr>
                </a:gs>
                <a:gs pos="100000">
                  <a:srgbClr val="D9D9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5607061">
              <a:off x="509363" y="1951115"/>
              <a:ext cx="551294" cy="64442"/>
            </a:xfrm>
            <a:prstGeom prst="ellipse">
              <a:avLst/>
            </a:prstGeom>
            <a:gradFill>
              <a:gsLst>
                <a:gs pos="0">
                  <a:srgbClr val="FEFDFE">
                    <a:alpha val="30521"/>
                  </a:srgbClr>
                </a:gs>
                <a:gs pos="14286">
                  <a:srgbClr val="FEFDFE">
                    <a:alpha val="28444"/>
                  </a:srgbClr>
                </a:gs>
                <a:gs pos="28571">
                  <a:srgbClr val="FEFDFE">
                    <a:alpha val="22885"/>
                  </a:srgbClr>
                </a:gs>
                <a:gs pos="42857">
                  <a:srgbClr val="FEFDFE">
                    <a:alpha val="15672"/>
                  </a:srgbClr>
                </a:gs>
                <a:gs pos="57143">
                  <a:srgbClr val="FEFDFE">
                    <a:alpha val="9013"/>
                  </a:srgbClr>
                </a:gs>
                <a:gs pos="71429">
                  <a:srgbClr val="FEFDFE">
                    <a:alpha val="4325"/>
                  </a:srgbClr>
                </a:gs>
                <a:gs pos="85714">
                  <a:srgbClr val="FEFDFE">
                    <a:alpha val="1733"/>
                  </a:srgbClr>
                </a:gs>
                <a:gs pos="100000">
                  <a:srgbClr val="FEFDFE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5145869">
              <a:off x="1774232" y="119581"/>
              <a:ext cx="906983" cy="103809"/>
            </a:xfrm>
            <a:prstGeom prst="ellipse">
              <a:avLst/>
            </a:prstGeom>
            <a:gradFill>
              <a:gsLst>
                <a:gs pos="0">
                  <a:srgbClr val="000007">
                    <a:alpha val="14469"/>
                  </a:srgbClr>
                </a:gs>
                <a:gs pos="14286">
                  <a:srgbClr val="000007">
                    <a:alpha val="13381"/>
                  </a:srgbClr>
                </a:gs>
                <a:gs pos="28571">
                  <a:srgbClr val="000007">
                    <a:alpha val="10554"/>
                  </a:srgbClr>
                </a:gs>
                <a:gs pos="42857">
                  <a:srgbClr val="000007">
                    <a:alpha val="7055"/>
                  </a:srgbClr>
                </a:gs>
                <a:gs pos="57143">
                  <a:srgbClr val="000007">
                    <a:alpha val="3973"/>
                  </a:srgbClr>
                </a:gs>
                <a:gs pos="71429">
                  <a:srgbClr val="000007">
                    <a:alpha val="1880"/>
                  </a:srgbClr>
                </a:gs>
                <a:gs pos="85714">
                  <a:srgbClr val="000007">
                    <a:alpha val="748"/>
                  </a:srgbClr>
                </a:gs>
                <a:gs pos="100000">
                  <a:srgbClr val="000007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4923115">
              <a:off x="2311596" y="800712"/>
              <a:ext cx="830770" cy="79079"/>
            </a:xfrm>
            <a:prstGeom prst="ellipse">
              <a:avLst/>
            </a:prstGeom>
            <a:gradFill>
              <a:gsLst>
                <a:gs pos="0">
                  <a:srgbClr val="000000">
                    <a:alpha val="28603"/>
                  </a:srgbClr>
                </a:gs>
                <a:gs pos="14286">
                  <a:srgbClr val="000000">
                    <a:alpha val="26631"/>
                  </a:srgbClr>
                </a:gs>
                <a:gs pos="28571">
                  <a:srgbClr val="000000">
                    <a:alpha val="21372"/>
                  </a:srgbClr>
                </a:gs>
                <a:gs pos="42857">
                  <a:srgbClr val="000000">
                    <a:alpha val="14590"/>
                  </a:srgbClr>
                </a:gs>
                <a:gs pos="57143">
                  <a:srgbClr val="000000">
                    <a:alpha val="8368"/>
                  </a:srgbClr>
                </a:gs>
                <a:gs pos="71429">
                  <a:srgbClr val="000000">
                    <a:alpha val="4008"/>
                  </a:srgbClr>
                </a:gs>
                <a:gs pos="85714">
                  <a:srgbClr val="000000">
                    <a:alpha val="1605"/>
                  </a:srgbClr>
                </a:gs>
                <a:gs pos="100000">
                  <a:srgbClr val="000000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5411421">
              <a:off x="1310656" y="1638691"/>
              <a:ext cx="510082" cy="66624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5852242">
              <a:off x="-73278" y="1938890"/>
              <a:ext cx="661205" cy="60279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6220442">
              <a:off x="1689475" y="741745"/>
              <a:ext cx="549923" cy="471881"/>
            </a:xfrm>
            <a:prstGeom prst="ellipse">
              <a:avLst/>
            </a:prstGeom>
            <a:gradFill>
              <a:gsLst>
                <a:gs pos="0">
                  <a:srgbClr val="71716F">
                    <a:alpha val="6670"/>
                  </a:srgbClr>
                </a:gs>
                <a:gs pos="14286">
                  <a:srgbClr val="71716F">
                    <a:alpha val="6147"/>
                  </a:srgbClr>
                </a:gs>
                <a:gs pos="28571">
                  <a:srgbClr val="71716F">
                    <a:alpha val="4807"/>
                  </a:srgbClr>
                </a:gs>
                <a:gs pos="42857">
                  <a:srgbClr val="71716F">
                    <a:alpha val="3179"/>
                  </a:srgbClr>
                </a:gs>
                <a:gs pos="57143">
                  <a:srgbClr val="71716F">
                    <a:alpha val="1774"/>
                  </a:srgbClr>
                </a:gs>
                <a:gs pos="71429">
                  <a:srgbClr val="71716F">
                    <a:alpha val="835"/>
                  </a:srgbClr>
                </a:gs>
                <a:gs pos="85714">
                  <a:srgbClr val="71716F">
                    <a:alpha val="331"/>
                  </a:srgbClr>
                </a:gs>
                <a:gs pos="100000">
                  <a:srgbClr val="71716F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5225714">
              <a:off x="1724893" y="2917849"/>
              <a:ext cx="847983" cy="65804"/>
            </a:xfrm>
            <a:prstGeom prst="ellipse">
              <a:avLst/>
            </a:prstGeom>
            <a:gradFill>
              <a:gsLst>
                <a:gs pos="0">
                  <a:srgbClr val="000002">
                    <a:alpha val="19073"/>
                  </a:srgbClr>
                </a:gs>
                <a:gs pos="14286">
                  <a:srgbClr val="000002">
                    <a:alpha val="17675"/>
                  </a:srgbClr>
                </a:gs>
                <a:gs pos="28571">
                  <a:srgbClr val="000002">
                    <a:alpha val="14017"/>
                  </a:srgbClr>
                </a:gs>
                <a:gs pos="42857">
                  <a:srgbClr val="000002">
                    <a:alpha val="9431"/>
                  </a:srgbClr>
                </a:gs>
                <a:gs pos="57143">
                  <a:srgbClr val="000002">
                    <a:alpha val="5341"/>
                  </a:srgbClr>
                </a:gs>
                <a:gs pos="71429">
                  <a:srgbClr val="000002">
                    <a:alpha val="2537"/>
                  </a:srgbClr>
                </a:gs>
                <a:gs pos="85714">
                  <a:srgbClr val="000002">
                    <a:alpha val="1011"/>
                  </a:srgbClr>
                </a:gs>
                <a:gs pos="100000">
                  <a:srgbClr val="000002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10122634">
              <a:off x="2098305" y="3253462"/>
              <a:ext cx="240020" cy="88299"/>
            </a:xfrm>
            <a:prstGeom prst="ellipse">
              <a:avLst/>
            </a:prstGeom>
            <a:gradFill>
              <a:gsLst>
                <a:gs pos="0">
                  <a:srgbClr val="E6E6E6">
                    <a:alpha val="32968"/>
                  </a:srgbClr>
                </a:gs>
                <a:gs pos="14286">
                  <a:srgbClr val="E6E6E6">
                    <a:alpha val="30764"/>
                  </a:srgbClr>
                </a:gs>
                <a:gs pos="28571">
                  <a:srgbClr val="E6E6E6">
                    <a:alpha val="24833"/>
                  </a:srgbClr>
                </a:gs>
                <a:gs pos="42857">
                  <a:srgbClr val="E6E6E6">
                    <a:alpha val="17075"/>
                  </a:srgbClr>
                </a:gs>
                <a:gs pos="57143">
                  <a:srgbClr val="E6E6E6">
                    <a:alpha val="9855"/>
                  </a:srgbClr>
                </a:gs>
                <a:gs pos="71429">
                  <a:srgbClr val="E6E6E6">
                    <a:alpha val="4740"/>
                  </a:srgbClr>
                </a:gs>
                <a:gs pos="85714">
                  <a:srgbClr val="E6E6E6">
                    <a:alpha val="1902"/>
                  </a:srgbClr>
                </a:gs>
                <a:gs pos="100000">
                  <a:srgbClr val="E6E6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4453601">
              <a:off x="1372692" y="43900"/>
              <a:ext cx="386864" cy="42540"/>
            </a:xfrm>
            <a:prstGeom prst="ellipse">
              <a:avLst/>
            </a:prstGeom>
            <a:gradFill>
              <a:gsLst>
                <a:gs pos="0">
                  <a:srgbClr val="FFFFFF">
                    <a:alpha val="7808"/>
                  </a:srgbClr>
                </a:gs>
                <a:gs pos="14286">
                  <a:srgbClr val="FFFFFF">
                    <a:alpha val="7199"/>
                  </a:srgbClr>
                </a:gs>
                <a:gs pos="28571">
                  <a:srgbClr val="FFFFFF">
                    <a:alpha val="5636"/>
                  </a:srgbClr>
                </a:gs>
                <a:gs pos="42857">
                  <a:srgbClr val="FFFFFF">
                    <a:alpha val="3734"/>
                  </a:srgbClr>
                </a:gs>
                <a:gs pos="57143">
                  <a:srgbClr val="FFFFFF">
                    <a:alpha val="2086"/>
                  </a:srgbClr>
                </a:gs>
                <a:gs pos="71429">
                  <a:srgbClr val="FFFFFF">
                    <a:alpha val="982"/>
                  </a:srgbClr>
                </a:gs>
                <a:gs pos="85714">
                  <a:srgbClr val="FFFFFF">
                    <a:alpha val="390"/>
                  </a:srgbClr>
                </a:gs>
                <a:gs pos="100000">
                  <a:srgbClr val="FFFFFF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6550475">
              <a:off x="2319973" y="1453702"/>
              <a:ext cx="613000" cy="450317"/>
            </a:xfrm>
            <a:prstGeom prst="ellipse">
              <a:avLst/>
            </a:prstGeom>
            <a:gradFill>
              <a:gsLst>
                <a:gs pos="0">
                  <a:srgbClr val="959695">
                    <a:alpha val="3536"/>
                  </a:srgbClr>
                </a:gs>
                <a:gs pos="14286">
                  <a:srgbClr val="959695">
                    <a:alpha val="3255"/>
                  </a:srgbClr>
                </a:gs>
                <a:gs pos="28571">
                  <a:srgbClr val="959695">
                    <a:alpha val="2536"/>
                  </a:srgbClr>
                </a:gs>
                <a:gs pos="42857">
                  <a:srgbClr val="959695">
                    <a:alpha val="1671"/>
                  </a:srgbClr>
                </a:gs>
                <a:gs pos="57143">
                  <a:srgbClr val="959695">
                    <a:alpha val="929"/>
                  </a:srgbClr>
                </a:gs>
                <a:gs pos="71429">
                  <a:srgbClr val="959695">
                    <a:alpha val="436"/>
                  </a:srgbClr>
                </a:gs>
                <a:gs pos="85714">
                  <a:srgbClr val="959695">
                    <a:alpha val="173"/>
                  </a:srgbClr>
                </a:gs>
                <a:gs pos="100000">
                  <a:srgbClr val="959695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5208735">
              <a:off x="1423777" y="2588567"/>
              <a:ext cx="818974" cy="157410"/>
            </a:xfrm>
            <a:prstGeom prst="ellipse">
              <a:avLst/>
            </a:prstGeom>
            <a:gradFill>
              <a:gsLst>
                <a:gs pos="0">
                  <a:srgbClr val="010001">
                    <a:alpha val="4628"/>
                  </a:srgbClr>
                </a:gs>
                <a:gs pos="14286">
                  <a:srgbClr val="010001">
                    <a:alpha val="4261"/>
                  </a:srgbClr>
                </a:gs>
                <a:gs pos="28571">
                  <a:srgbClr val="010001">
                    <a:alpha val="3325"/>
                  </a:srgbClr>
                </a:gs>
                <a:gs pos="42857">
                  <a:srgbClr val="010001">
                    <a:alpha val="2193"/>
                  </a:srgbClr>
                </a:gs>
                <a:gs pos="57143">
                  <a:srgbClr val="010001">
                    <a:alpha val="1221"/>
                  </a:srgbClr>
                </a:gs>
                <a:gs pos="71429">
                  <a:srgbClr val="010001">
                    <a:alpha val="574"/>
                  </a:srgbClr>
                </a:gs>
                <a:gs pos="85714">
                  <a:srgbClr val="010001">
                    <a:alpha val="227"/>
                  </a:srgbClr>
                </a:gs>
                <a:gs pos="100000">
                  <a:srgbClr val="010001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4892082">
              <a:off x="1952661" y="3082535"/>
              <a:ext cx="367904" cy="46006"/>
            </a:xfrm>
            <a:prstGeom prst="ellipse">
              <a:avLst/>
            </a:prstGeom>
            <a:gradFill>
              <a:gsLst>
                <a:gs pos="0">
                  <a:srgbClr val="FEFEFE">
                    <a:alpha val="25260"/>
                  </a:srgbClr>
                </a:gs>
                <a:gs pos="14286">
                  <a:srgbClr val="FEFEFE">
                    <a:alpha val="23479"/>
                  </a:srgbClr>
                </a:gs>
                <a:gs pos="28571">
                  <a:srgbClr val="FEFEFE">
                    <a:alpha val="18762"/>
                  </a:srgbClr>
                </a:gs>
                <a:gs pos="42857">
                  <a:srgbClr val="FEFEFE">
                    <a:alpha val="12741"/>
                  </a:srgbClr>
                </a:gs>
                <a:gs pos="57143">
                  <a:srgbClr val="FEFEFE">
                    <a:alpha val="7274"/>
                  </a:srgbClr>
                </a:gs>
                <a:gs pos="71429">
                  <a:srgbClr val="FEFEFE">
                    <a:alpha val="3473"/>
                  </a:srgbClr>
                </a:gs>
                <a:gs pos="85714">
                  <a:srgbClr val="FEFEFE">
                    <a:alpha val="1388"/>
                  </a:srgbClr>
                </a:gs>
                <a:gs pos="100000">
                  <a:srgbClr val="FEFEFE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5752548">
              <a:off x="266218" y="1239890"/>
              <a:ext cx="634273" cy="61137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10050997">
              <a:off x="132872" y="2295605"/>
              <a:ext cx="558392" cy="555084"/>
            </a:xfrm>
            <a:prstGeom prst="ellipse">
              <a:avLst/>
            </a:prstGeom>
            <a:gradFill>
              <a:gsLst>
                <a:gs pos="0">
                  <a:srgbClr val="484848">
                    <a:alpha val="2804"/>
                  </a:srgbClr>
                </a:gs>
                <a:gs pos="14286">
                  <a:srgbClr val="484848">
                    <a:alpha val="2580"/>
                  </a:srgbClr>
                </a:gs>
                <a:gs pos="28571">
                  <a:srgbClr val="484848">
                    <a:alpha val="2009"/>
                  </a:srgbClr>
                </a:gs>
                <a:gs pos="42857">
                  <a:srgbClr val="484848">
                    <a:alpha val="1322"/>
                  </a:srgbClr>
                </a:gs>
                <a:gs pos="57143">
                  <a:srgbClr val="484848">
                    <a:alpha val="735"/>
                  </a:srgbClr>
                </a:gs>
                <a:gs pos="71429">
                  <a:srgbClr val="484848">
                    <a:alpha val="345"/>
                  </a:srgbClr>
                </a:gs>
                <a:gs pos="85714">
                  <a:srgbClr val="484848">
                    <a:alpha val="136"/>
                  </a:srgbClr>
                </a:gs>
                <a:gs pos="100000">
                  <a:srgbClr val="484848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5284543">
              <a:off x="1636522" y="1190743"/>
              <a:ext cx="893171" cy="74861"/>
            </a:xfrm>
            <a:prstGeom prst="ellipse">
              <a:avLst/>
            </a:prstGeom>
            <a:gradFill>
              <a:gsLst>
                <a:gs pos="0">
                  <a:srgbClr val="050000">
                    <a:alpha val="9087"/>
                  </a:srgbClr>
                </a:gs>
                <a:gs pos="14286">
                  <a:srgbClr val="050000">
                    <a:alpha val="8384"/>
                  </a:srgbClr>
                </a:gs>
                <a:gs pos="28571">
                  <a:srgbClr val="050000">
                    <a:alpha val="6573"/>
                  </a:srgbClr>
                </a:gs>
                <a:gs pos="42857">
                  <a:srgbClr val="050000">
                    <a:alpha val="4362"/>
                  </a:srgbClr>
                </a:gs>
                <a:gs pos="57143">
                  <a:srgbClr val="050000">
                    <a:alpha val="2441"/>
                  </a:srgbClr>
                </a:gs>
                <a:gs pos="71429">
                  <a:srgbClr val="050000">
                    <a:alpha val="1150"/>
                  </a:srgbClr>
                </a:gs>
                <a:gs pos="85714">
                  <a:srgbClr val="050000">
                    <a:alpha val="456"/>
                  </a:srgbClr>
                </a:gs>
                <a:gs pos="100000">
                  <a:srgbClr val="050000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5766829">
              <a:off x="538198" y="164623"/>
              <a:ext cx="768365" cy="75222"/>
            </a:xfrm>
            <a:prstGeom prst="ellipse">
              <a:avLst/>
            </a:prstGeom>
            <a:gradFill>
              <a:gsLst>
                <a:gs pos="0">
                  <a:srgbClr val="000000">
                    <a:alpha val="32096"/>
                  </a:srgbClr>
                </a:gs>
                <a:gs pos="14286">
                  <a:srgbClr val="000000">
                    <a:alpha val="29937"/>
                  </a:srgbClr>
                </a:gs>
                <a:gs pos="28571">
                  <a:srgbClr val="000000">
                    <a:alpha val="24137"/>
                  </a:srgbClr>
                </a:gs>
                <a:gs pos="42857">
                  <a:srgbClr val="000000">
                    <a:alpha val="16572"/>
                  </a:srgbClr>
                </a:gs>
                <a:gs pos="57143">
                  <a:srgbClr val="000000">
                    <a:alpha val="9552"/>
                  </a:srgbClr>
                </a:gs>
                <a:gs pos="71429">
                  <a:srgbClr val="000000">
                    <a:alpha val="4591"/>
                  </a:srgbClr>
                </a:gs>
                <a:gs pos="85714">
                  <a:srgbClr val="000000">
                    <a:alpha val="1841"/>
                  </a:srgbClr>
                </a:gs>
                <a:gs pos="100000">
                  <a:srgbClr val="0000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5732125">
              <a:off x="635412" y="1120299"/>
              <a:ext cx="419678" cy="62171"/>
            </a:xfrm>
            <a:prstGeom prst="ellipse">
              <a:avLst/>
            </a:prstGeom>
            <a:gradFill>
              <a:gsLst>
                <a:gs pos="0">
                  <a:srgbClr val="E4E4E4">
                    <a:alpha val="32968"/>
                  </a:srgbClr>
                </a:gs>
                <a:gs pos="14286">
                  <a:srgbClr val="E4E4E4">
                    <a:alpha val="30764"/>
                  </a:srgbClr>
                </a:gs>
                <a:gs pos="28571">
                  <a:srgbClr val="E4E4E4">
                    <a:alpha val="24833"/>
                  </a:srgbClr>
                </a:gs>
                <a:gs pos="42857">
                  <a:srgbClr val="E4E4E4">
                    <a:alpha val="17075"/>
                  </a:srgbClr>
                </a:gs>
                <a:gs pos="57143">
                  <a:srgbClr val="E4E4E4">
                    <a:alpha val="9855"/>
                  </a:srgbClr>
                </a:gs>
                <a:gs pos="71429">
                  <a:srgbClr val="E4E4E4">
                    <a:alpha val="4740"/>
                  </a:srgbClr>
                </a:gs>
                <a:gs pos="85714">
                  <a:srgbClr val="E4E4E4">
                    <a:alpha val="1902"/>
                  </a:srgbClr>
                </a:gs>
                <a:gs pos="100000">
                  <a:srgbClr val="E4E4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789880">
              <a:off x="3226348" y="131069"/>
              <a:ext cx="292786" cy="42530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5200828">
              <a:off x="1996137" y="3567773"/>
              <a:ext cx="349443" cy="62926"/>
            </a:xfrm>
            <a:prstGeom prst="ellipse">
              <a:avLst/>
            </a:prstGeom>
            <a:gradFill>
              <a:gsLst>
                <a:gs pos="0">
                  <a:srgbClr val="FFFFFF">
                    <a:alpha val="32957"/>
                  </a:srgbClr>
                </a:gs>
                <a:gs pos="14286">
                  <a:srgbClr val="FFFFFF">
                    <a:alpha val="30754"/>
                  </a:srgbClr>
                </a:gs>
                <a:gs pos="28571">
                  <a:srgbClr val="FFFFFF">
                    <a:alpha val="24824"/>
                  </a:srgbClr>
                </a:gs>
                <a:gs pos="42857">
                  <a:srgbClr val="FFFFFF">
                    <a:alpha val="17069"/>
                  </a:srgbClr>
                </a:gs>
                <a:gs pos="57143">
                  <a:srgbClr val="FFFFFF">
                    <a:alpha val="9851"/>
                  </a:srgbClr>
                </a:gs>
                <a:gs pos="71429">
                  <a:srgbClr val="FFFFFF">
                    <a:alpha val="4739"/>
                  </a:srgbClr>
                </a:gs>
                <a:gs pos="85714">
                  <a:srgbClr val="FFFFFF">
                    <a:alpha val="1901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10627268">
              <a:off x="3499217" y="1473429"/>
              <a:ext cx="225837" cy="64104"/>
            </a:xfrm>
            <a:prstGeom prst="ellipse">
              <a:avLst/>
            </a:prstGeom>
            <a:gradFill>
              <a:gsLst>
                <a:gs pos="0">
                  <a:srgbClr val="F8F6F6">
                    <a:alpha val="32911"/>
                  </a:srgbClr>
                </a:gs>
                <a:gs pos="14286">
                  <a:srgbClr val="F8F6F6">
                    <a:alpha val="30709"/>
                  </a:srgbClr>
                </a:gs>
                <a:gs pos="28571">
                  <a:srgbClr val="F8F6F6">
                    <a:alpha val="24787"/>
                  </a:srgbClr>
                </a:gs>
                <a:gs pos="42857">
                  <a:srgbClr val="F8F6F6">
                    <a:alpha val="17042"/>
                  </a:srgbClr>
                </a:gs>
                <a:gs pos="57143">
                  <a:srgbClr val="F8F6F6">
                    <a:alpha val="9835"/>
                  </a:srgbClr>
                </a:gs>
                <a:gs pos="71429">
                  <a:srgbClr val="F8F6F6">
                    <a:alpha val="4730"/>
                  </a:srgbClr>
                </a:gs>
                <a:gs pos="85714">
                  <a:srgbClr val="F8F6F6">
                    <a:alpha val="1898"/>
                  </a:srgbClr>
                </a:gs>
                <a:gs pos="100000">
                  <a:srgbClr val="F8F6F6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4849314">
              <a:off x="970747" y="2893494"/>
              <a:ext cx="703230" cy="538884"/>
            </a:xfrm>
            <a:prstGeom prst="ellipse">
              <a:avLst/>
            </a:prstGeom>
            <a:gradFill>
              <a:gsLst>
                <a:gs pos="0">
                  <a:srgbClr val="000100">
                    <a:alpha val="5363"/>
                  </a:srgbClr>
                </a:gs>
                <a:gs pos="14286">
                  <a:srgbClr val="000100">
                    <a:alpha val="4940"/>
                  </a:srgbClr>
                </a:gs>
                <a:gs pos="28571">
                  <a:srgbClr val="000100">
                    <a:alpha val="3858"/>
                  </a:srgbClr>
                </a:gs>
                <a:gs pos="42857">
                  <a:srgbClr val="000100">
                    <a:alpha val="2547"/>
                  </a:srgbClr>
                </a:gs>
                <a:gs pos="57143">
                  <a:srgbClr val="000100">
                    <a:alpha val="1420"/>
                  </a:srgbClr>
                </a:gs>
                <a:gs pos="71429">
                  <a:srgbClr val="000100">
                    <a:alpha val="667"/>
                  </a:srgbClr>
                </a:gs>
                <a:gs pos="85714">
                  <a:srgbClr val="000100">
                    <a:alpha val="264"/>
                  </a:srgbClr>
                </a:gs>
                <a:gs pos="100000">
                  <a:srgbClr val="000100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5741904">
              <a:off x="1344858" y="228239"/>
              <a:ext cx="864521" cy="79789"/>
            </a:xfrm>
            <a:prstGeom prst="ellipse">
              <a:avLst/>
            </a:prstGeom>
            <a:gradFill>
              <a:gsLst>
                <a:gs pos="0">
                  <a:srgbClr val="000000">
                    <a:alpha val="17968"/>
                  </a:srgbClr>
                </a:gs>
                <a:gs pos="14286">
                  <a:srgbClr val="000000">
                    <a:alpha val="16643"/>
                  </a:srgbClr>
                </a:gs>
                <a:gs pos="28571">
                  <a:srgbClr val="000000">
                    <a:alpha val="13181"/>
                  </a:srgbClr>
                </a:gs>
                <a:gs pos="42857">
                  <a:srgbClr val="000000">
                    <a:alpha val="8854"/>
                  </a:srgbClr>
                </a:gs>
                <a:gs pos="57143">
                  <a:srgbClr val="000000">
                    <a:alpha val="5007"/>
                  </a:srgbClr>
                </a:gs>
                <a:gs pos="71429">
                  <a:srgbClr val="000000">
                    <a:alpha val="2376"/>
                  </a:srgbClr>
                </a:gs>
                <a:gs pos="85714">
                  <a:srgbClr val="000000">
                    <a:alpha val="946"/>
                  </a:srgbClr>
                </a:gs>
                <a:gs pos="100000">
                  <a:srgbClr val="000000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-8698240">
              <a:off x="3175305" y="3109571"/>
              <a:ext cx="691271" cy="543275"/>
            </a:xfrm>
            <a:prstGeom prst="ellipse">
              <a:avLst/>
            </a:prstGeom>
            <a:gradFill>
              <a:gsLst>
                <a:gs pos="0">
                  <a:srgbClr val="949494">
                    <a:alpha val="2916"/>
                  </a:srgbClr>
                </a:gs>
                <a:gs pos="14286">
                  <a:srgbClr val="949494">
                    <a:alpha val="2683"/>
                  </a:srgbClr>
                </a:gs>
                <a:gs pos="28571">
                  <a:srgbClr val="949494">
                    <a:alpha val="2090"/>
                  </a:srgbClr>
                </a:gs>
                <a:gs pos="42857">
                  <a:srgbClr val="949494">
                    <a:alpha val="1376"/>
                  </a:srgbClr>
                </a:gs>
                <a:gs pos="57143">
                  <a:srgbClr val="949494">
                    <a:alpha val="765"/>
                  </a:srgbClr>
                </a:gs>
                <a:gs pos="71429">
                  <a:srgbClr val="949494">
                    <a:alpha val="359"/>
                  </a:srgbClr>
                </a:gs>
                <a:gs pos="85714">
                  <a:srgbClr val="949494">
                    <a:alpha val="142"/>
                  </a:srgbClr>
                </a:gs>
                <a:gs pos="100000">
                  <a:srgbClr val="949494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5576541">
              <a:off x="1669504" y="746271"/>
              <a:ext cx="545828" cy="475441"/>
            </a:xfrm>
            <a:prstGeom prst="ellipse">
              <a:avLst/>
            </a:prstGeom>
            <a:gradFill>
              <a:gsLst>
                <a:gs pos="0">
                  <a:srgbClr val="505356">
                    <a:alpha val="6536"/>
                  </a:srgbClr>
                </a:gs>
                <a:gs pos="14286">
                  <a:srgbClr val="505356">
                    <a:alpha val="6024"/>
                  </a:srgbClr>
                </a:gs>
                <a:gs pos="28571">
                  <a:srgbClr val="505356">
                    <a:alpha val="4709"/>
                  </a:srgbClr>
                </a:gs>
                <a:gs pos="42857">
                  <a:srgbClr val="505356">
                    <a:alpha val="3114"/>
                  </a:srgbClr>
                </a:gs>
                <a:gs pos="57143">
                  <a:srgbClr val="505356">
                    <a:alpha val="1738"/>
                  </a:srgbClr>
                </a:gs>
                <a:gs pos="71429">
                  <a:srgbClr val="505356">
                    <a:alpha val="817"/>
                  </a:srgbClr>
                </a:gs>
                <a:gs pos="85714">
                  <a:srgbClr val="505356">
                    <a:alpha val="324"/>
                  </a:srgbClr>
                </a:gs>
                <a:gs pos="100000">
                  <a:srgbClr val="505356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5551038">
              <a:off x="1389105" y="636653"/>
              <a:ext cx="812637" cy="876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4539631">
              <a:off x="2937234" y="4377"/>
              <a:ext cx="591154" cy="566899"/>
            </a:xfrm>
            <a:prstGeom prst="ellipse">
              <a:avLst/>
            </a:prstGeom>
            <a:gradFill>
              <a:gsLst>
                <a:gs pos="0">
                  <a:srgbClr val="8A8B8B">
                    <a:alpha val="1579"/>
                  </a:srgbClr>
                </a:gs>
                <a:gs pos="14286">
                  <a:srgbClr val="8A8B8B">
                    <a:alpha val="1452"/>
                  </a:srgbClr>
                </a:gs>
                <a:gs pos="28571">
                  <a:srgbClr val="8A8B8B">
                    <a:alpha val="1129"/>
                  </a:srgbClr>
                </a:gs>
                <a:gs pos="42857">
                  <a:srgbClr val="8A8B8B">
                    <a:alpha val="742"/>
                  </a:srgbClr>
                </a:gs>
                <a:gs pos="57143">
                  <a:srgbClr val="8A8B8B">
                    <a:alpha val="412"/>
                  </a:srgbClr>
                </a:gs>
                <a:gs pos="71429">
                  <a:srgbClr val="8A8B8B">
                    <a:alpha val="193"/>
                  </a:srgbClr>
                </a:gs>
                <a:gs pos="85714">
                  <a:srgbClr val="8A8B8B">
                    <a:alpha val="76"/>
                  </a:srgbClr>
                </a:gs>
                <a:gs pos="100000">
                  <a:srgbClr val="8A8B8B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5604303">
              <a:off x="1126794" y="938114"/>
              <a:ext cx="408554" cy="60254"/>
            </a:xfrm>
            <a:prstGeom prst="ellipse">
              <a:avLst/>
            </a:prstGeom>
            <a:gradFill>
              <a:gsLst>
                <a:gs pos="0">
                  <a:srgbClr val="F3F2F3">
                    <a:alpha val="32968"/>
                  </a:srgbClr>
                </a:gs>
                <a:gs pos="14286">
                  <a:srgbClr val="F3F2F3">
                    <a:alpha val="30764"/>
                  </a:srgbClr>
                </a:gs>
                <a:gs pos="28571">
                  <a:srgbClr val="F3F2F3">
                    <a:alpha val="24833"/>
                  </a:srgbClr>
                </a:gs>
                <a:gs pos="42857">
                  <a:srgbClr val="F3F2F3">
                    <a:alpha val="17075"/>
                  </a:srgbClr>
                </a:gs>
                <a:gs pos="57143">
                  <a:srgbClr val="F3F2F3">
                    <a:alpha val="9855"/>
                  </a:srgbClr>
                </a:gs>
                <a:gs pos="71429">
                  <a:srgbClr val="F3F2F3">
                    <a:alpha val="4740"/>
                  </a:srgbClr>
                </a:gs>
                <a:gs pos="85714">
                  <a:srgbClr val="F3F2F3">
                    <a:alpha val="1902"/>
                  </a:srgbClr>
                </a:gs>
                <a:gs pos="100000">
                  <a:srgbClr val="F3F2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-8534209">
              <a:off x="-182436" y="40690"/>
              <a:ext cx="573091" cy="548741"/>
            </a:xfrm>
            <a:prstGeom prst="ellipse">
              <a:avLst/>
            </a:prstGeom>
            <a:gradFill>
              <a:gsLst>
                <a:gs pos="0">
                  <a:srgbClr val="3B3B3D">
                    <a:alpha val="6689"/>
                  </a:srgbClr>
                </a:gs>
                <a:gs pos="14286">
                  <a:srgbClr val="3B3B3D">
                    <a:alpha val="6165"/>
                  </a:srgbClr>
                </a:gs>
                <a:gs pos="28571">
                  <a:srgbClr val="3B3B3D">
                    <a:alpha val="4820"/>
                  </a:srgbClr>
                </a:gs>
                <a:gs pos="42857">
                  <a:srgbClr val="3B3B3D">
                    <a:alpha val="3189"/>
                  </a:srgbClr>
                </a:gs>
                <a:gs pos="57143">
                  <a:srgbClr val="3B3B3D">
                    <a:alpha val="1780"/>
                  </a:srgbClr>
                </a:gs>
                <a:gs pos="71429">
                  <a:srgbClr val="3B3B3D">
                    <a:alpha val="837"/>
                  </a:srgbClr>
                </a:gs>
                <a:gs pos="85714">
                  <a:srgbClr val="3B3B3D">
                    <a:alpha val="332"/>
                  </a:srgbClr>
                </a:gs>
                <a:gs pos="100000">
                  <a:srgbClr val="3B3B3D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4935083">
              <a:off x="2718878" y="2854792"/>
              <a:ext cx="465023" cy="54047"/>
            </a:xfrm>
            <a:prstGeom prst="ellipse">
              <a:avLst/>
            </a:prstGeom>
            <a:gradFill>
              <a:gsLst>
                <a:gs pos="0">
                  <a:srgbClr val="D1D1D1">
                    <a:alpha val="32967"/>
                  </a:srgbClr>
                </a:gs>
                <a:gs pos="14286">
                  <a:srgbClr val="D1D1D1">
                    <a:alpha val="30763"/>
                  </a:srgbClr>
                </a:gs>
                <a:gs pos="28571">
                  <a:srgbClr val="D1D1D1">
                    <a:alpha val="24832"/>
                  </a:srgbClr>
                </a:gs>
                <a:gs pos="42857">
                  <a:srgbClr val="D1D1D1">
                    <a:alpha val="17075"/>
                  </a:srgbClr>
                </a:gs>
                <a:gs pos="57143">
                  <a:srgbClr val="D1D1D1">
                    <a:alpha val="9854"/>
                  </a:srgbClr>
                </a:gs>
                <a:gs pos="71429">
                  <a:srgbClr val="D1D1D1">
                    <a:alpha val="4740"/>
                  </a:srgbClr>
                </a:gs>
                <a:gs pos="85714">
                  <a:srgbClr val="D1D1D1">
                    <a:alpha val="1902"/>
                  </a:srgbClr>
                </a:gs>
                <a:gs pos="100000">
                  <a:srgbClr val="D1D1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4851874">
              <a:off x="1147916" y="3282644"/>
              <a:ext cx="788908" cy="189391"/>
            </a:xfrm>
            <a:prstGeom prst="ellipse">
              <a:avLst/>
            </a:prstGeom>
            <a:gradFill>
              <a:gsLst>
                <a:gs pos="0">
                  <a:srgbClr val="06000C">
                    <a:alpha val="3634"/>
                  </a:srgbClr>
                </a:gs>
                <a:gs pos="14286">
                  <a:srgbClr val="06000C">
                    <a:alpha val="3345"/>
                  </a:srgbClr>
                </a:gs>
                <a:gs pos="28571">
                  <a:srgbClr val="06000C">
                    <a:alpha val="2607"/>
                  </a:srgbClr>
                </a:gs>
                <a:gs pos="42857">
                  <a:srgbClr val="06000C">
                    <a:alpha val="1718"/>
                  </a:srgbClr>
                </a:gs>
                <a:gs pos="57143">
                  <a:srgbClr val="06000C">
                    <a:alpha val="956"/>
                  </a:srgbClr>
                </a:gs>
                <a:gs pos="71429">
                  <a:srgbClr val="06000C">
                    <a:alpha val="448"/>
                  </a:srgbClr>
                </a:gs>
                <a:gs pos="85714">
                  <a:srgbClr val="06000C">
                    <a:alpha val="178"/>
                  </a:srgbClr>
                </a:gs>
                <a:gs pos="100000">
                  <a:srgbClr val="06000C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5802119">
              <a:off x="2752565" y="15045"/>
              <a:ext cx="620230" cy="90321"/>
            </a:xfrm>
            <a:prstGeom prst="ellipse">
              <a:avLst/>
            </a:prstGeom>
            <a:gradFill>
              <a:gsLst>
                <a:gs pos="0">
                  <a:srgbClr val="A2A3A2">
                    <a:alpha val="18270"/>
                  </a:srgbClr>
                </a:gs>
                <a:gs pos="14286">
                  <a:srgbClr val="A2A3A2">
                    <a:alpha val="16925"/>
                  </a:srgbClr>
                </a:gs>
                <a:gs pos="28571">
                  <a:srgbClr val="A2A3A2">
                    <a:alpha val="13409"/>
                  </a:srgbClr>
                </a:gs>
                <a:gs pos="42857">
                  <a:srgbClr val="A2A3A2">
                    <a:alpha val="9011"/>
                  </a:srgbClr>
                </a:gs>
                <a:gs pos="57143">
                  <a:srgbClr val="A2A3A2">
                    <a:alpha val="5098"/>
                  </a:srgbClr>
                </a:gs>
                <a:gs pos="71429">
                  <a:srgbClr val="A2A3A2">
                    <a:alpha val="2420"/>
                  </a:srgbClr>
                </a:gs>
                <a:gs pos="85714">
                  <a:srgbClr val="A2A3A2">
                    <a:alpha val="964"/>
                  </a:srgbClr>
                </a:gs>
                <a:gs pos="100000">
                  <a:srgbClr val="A2A3A2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5461015">
              <a:off x="1322343" y="2031966"/>
              <a:ext cx="486787" cy="65803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10187539">
              <a:off x="170361" y="3239994"/>
              <a:ext cx="819794" cy="78892"/>
            </a:xfrm>
            <a:prstGeom prst="ellipse">
              <a:avLst/>
            </a:prstGeom>
            <a:gradFill>
              <a:gsLst>
                <a:gs pos="0">
                  <a:srgbClr val="000904">
                    <a:alpha val="8953"/>
                  </a:srgbClr>
                </a:gs>
                <a:gs pos="14286">
                  <a:srgbClr val="000904">
                    <a:alpha val="8260"/>
                  </a:srgbClr>
                </a:gs>
                <a:gs pos="28571">
                  <a:srgbClr val="000904">
                    <a:alpha val="6475"/>
                  </a:srgbClr>
                </a:gs>
                <a:gs pos="42857">
                  <a:srgbClr val="000904">
                    <a:alpha val="4296"/>
                  </a:srgbClr>
                </a:gs>
                <a:gs pos="57143">
                  <a:srgbClr val="000904">
                    <a:alpha val="2403"/>
                  </a:srgbClr>
                </a:gs>
                <a:gs pos="71429">
                  <a:srgbClr val="000904">
                    <a:alpha val="1132"/>
                  </a:srgbClr>
                </a:gs>
                <a:gs pos="85714">
                  <a:srgbClr val="000904">
                    <a:alpha val="449"/>
                  </a:srgbClr>
                </a:gs>
                <a:gs pos="100000">
                  <a:srgbClr val="000904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4917820">
              <a:off x="2407869" y="371259"/>
              <a:ext cx="507729" cy="42841"/>
            </a:xfrm>
            <a:prstGeom prst="ellipse">
              <a:avLst/>
            </a:prstGeom>
            <a:gradFill>
              <a:gsLst>
                <a:gs pos="0">
                  <a:srgbClr val="DAD9D9">
                    <a:alpha val="32968"/>
                  </a:srgbClr>
                </a:gs>
                <a:gs pos="14286">
                  <a:srgbClr val="DAD9D9">
                    <a:alpha val="30764"/>
                  </a:srgbClr>
                </a:gs>
                <a:gs pos="28571">
                  <a:srgbClr val="DAD9D9">
                    <a:alpha val="24833"/>
                  </a:srgbClr>
                </a:gs>
                <a:gs pos="42857">
                  <a:srgbClr val="DAD9D9">
                    <a:alpha val="17075"/>
                  </a:srgbClr>
                </a:gs>
                <a:gs pos="57143">
                  <a:srgbClr val="DAD9D9">
                    <a:alpha val="9855"/>
                  </a:srgbClr>
                </a:gs>
                <a:gs pos="71429">
                  <a:srgbClr val="DAD9D9">
                    <a:alpha val="4740"/>
                  </a:srgbClr>
                </a:gs>
                <a:gs pos="85714">
                  <a:srgbClr val="DAD9D9">
                    <a:alpha val="1902"/>
                  </a:srgbClr>
                </a:gs>
                <a:gs pos="100000">
                  <a:srgbClr val="DA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5640641">
              <a:off x="158999" y="2949115"/>
              <a:ext cx="523542" cy="655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5571991">
              <a:off x="2023496" y="3282991"/>
              <a:ext cx="266403" cy="79014"/>
            </a:xfrm>
            <a:prstGeom prst="ellipse">
              <a:avLst/>
            </a:prstGeom>
            <a:gradFill>
              <a:gsLst>
                <a:gs pos="0">
                  <a:srgbClr val="FFFFFF">
                    <a:alpha val="21034"/>
                  </a:srgbClr>
                </a:gs>
                <a:gs pos="14286">
                  <a:srgbClr val="FFFFFF">
                    <a:alpha val="19511"/>
                  </a:srgbClr>
                </a:gs>
                <a:gs pos="28571">
                  <a:srgbClr val="FFFFFF">
                    <a:alpha val="15509"/>
                  </a:srgbClr>
                </a:gs>
                <a:gs pos="42857">
                  <a:srgbClr val="FFFFFF">
                    <a:alpha val="10465"/>
                  </a:srgbClr>
                </a:gs>
                <a:gs pos="57143">
                  <a:srgbClr val="FFFFFF">
                    <a:alpha val="5941"/>
                  </a:srgbClr>
                </a:gs>
                <a:gs pos="71429">
                  <a:srgbClr val="FFFFFF">
                    <a:alpha val="2826"/>
                  </a:srgbClr>
                </a:gs>
                <a:gs pos="85714">
                  <a:srgbClr val="FFFFFF">
                    <a:alpha val="1127"/>
                  </a:srgbClr>
                </a:gs>
                <a:gs pos="100000">
                  <a:srgbClr val="FF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4831286">
              <a:off x="3026193" y="1322708"/>
              <a:ext cx="967522" cy="76375"/>
            </a:xfrm>
            <a:prstGeom prst="ellipse">
              <a:avLst/>
            </a:prstGeom>
            <a:gradFill>
              <a:gsLst>
                <a:gs pos="0">
                  <a:srgbClr val="000000">
                    <a:alpha val="24126"/>
                  </a:srgbClr>
                </a:gs>
                <a:gs pos="14286">
                  <a:srgbClr val="000000">
                    <a:alpha val="22413"/>
                  </a:srgbClr>
                </a:gs>
                <a:gs pos="28571">
                  <a:srgbClr val="000000">
                    <a:alpha val="17884"/>
                  </a:srgbClr>
                </a:gs>
                <a:gs pos="42857">
                  <a:srgbClr val="000000">
                    <a:alpha val="12124"/>
                  </a:srgbClr>
                </a:gs>
                <a:gs pos="57143">
                  <a:srgbClr val="000000">
                    <a:alpha val="6911"/>
                  </a:srgbClr>
                </a:gs>
                <a:gs pos="71429">
                  <a:srgbClr val="000000">
                    <a:alpha val="3297"/>
                  </a:srgbClr>
                </a:gs>
                <a:gs pos="85714">
                  <a:srgbClr val="000000">
                    <a:alpha val="1317"/>
                  </a:srgbClr>
                </a:gs>
                <a:gs pos="100000">
                  <a:srgbClr val="000000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4933558">
              <a:off x="3069487" y="3550081"/>
              <a:ext cx="533301" cy="612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10083277">
              <a:off x="1076738" y="1763126"/>
              <a:ext cx="595948" cy="576948"/>
            </a:xfrm>
            <a:prstGeom prst="ellipse">
              <a:avLst/>
            </a:prstGeom>
            <a:gradFill>
              <a:gsLst>
                <a:gs pos="0">
                  <a:srgbClr val="010105">
                    <a:alpha val="4975"/>
                  </a:srgbClr>
                </a:gs>
                <a:gs pos="14286">
                  <a:srgbClr val="010105">
                    <a:alpha val="4582"/>
                  </a:srgbClr>
                </a:gs>
                <a:gs pos="28571">
                  <a:srgbClr val="010105">
                    <a:alpha val="3576"/>
                  </a:srgbClr>
                </a:gs>
                <a:gs pos="42857">
                  <a:srgbClr val="010105">
                    <a:alpha val="2360"/>
                  </a:srgbClr>
                </a:gs>
                <a:gs pos="57143">
                  <a:srgbClr val="010105">
                    <a:alpha val="1315"/>
                  </a:srgbClr>
                </a:gs>
                <a:gs pos="71429">
                  <a:srgbClr val="010105">
                    <a:alpha val="618"/>
                  </a:srgbClr>
                </a:gs>
                <a:gs pos="85714">
                  <a:srgbClr val="010105">
                    <a:alpha val="245"/>
                  </a:srgbClr>
                </a:gs>
                <a:gs pos="100000">
                  <a:srgbClr val="010105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5280122">
              <a:off x="2125365" y="3229023"/>
              <a:ext cx="679076" cy="102171"/>
            </a:xfrm>
            <a:prstGeom prst="ellipse">
              <a:avLst/>
            </a:prstGeom>
            <a:gradFill>
              <a:gsLst>
                <a:gs pos="0">
                  <a:srgbClr val="00000A">
                    <a:alpha val="32264"/>
                  </a:srgbClr>
                </a:gs>
                <a:gs pos="14286">
                  <a:srgbClr val="00000A">
                    <a:alpha val="30096"/>
                  </a:srgbClr>
                </a:gs>
                <a:gs pos="28571">
                  <a:srgbClr val="00000A">
                    <a:alpha val="24271"/>
                  </a:srgbClr>
                </a:gs>
                <a:gs pos="42857">
                  <a:srgbClr val="00000A">
                    <a:alpha val="16669"/>
                  </a:srgbClr>
                </a:gs>
                <a:gs pos="57143">
                  <a:srgbClr val="00000A">
                    <a:alpha val="9610"/>
                  </a:srgbClr>
                </a:gs>
                <a:gs pos="71429">
                  <a:srgbClr val="00000A">
                    <a:alpha val="4620"/>
                  </a:srgbClr>
                </a:gs>
                <a:gs pos="85714">
                  <a:srgbClr val="00000A">
                    <a:alpha val="1853"/>
                  </a:srgbClr>
                </a:gs>
                <a:gs pos="100000">
                  <a:srgbClr val="00000A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10509667">
              <a:off x="2796723" y="198796"/>
              <a:ext cx="545693" cy="463729"/>
            </a:xfrm>
            <a:prstGeom prst="ellipse">
              <a:avLst/>
            </a:prstGeom>
            <a:gradFill>
              <a:gsLst>
                <a:gs pos="0">
                  <a:srgbClr val="6D6C6D">
                    <a:alpha val="22480"/>
                  </a:srgbClr>
                </a:gs>
                <a:gs pos="14286">
                  <a:srgbClr val="6D6C6D">
                    <a:alpha val="20867"/>
                  </a:srgbClr>
                </a:gs>
                <a:gs pos="28571">
                  <a:srgbClr val="6D6C6D">
                    <a:alpha val="16616"/>
                  </a:srgbClr>
                </a:gs>
                <a:gs pos="42857">
                  <a:srgbClr val="6D6C6D">
                    <a:alpha val="11236"/>
                  </a:srgbClr>
                </a:gs>
                <a:gs pos="57143">
                  <a:srgbClr val="6D6C6D">
                    <a:alpha val="6391"/>
                  </a:srgbClr>
                </a:gs>
                <a:gs pos="71429">
                  <a:srgbClr val="6D6C6D">
                    <a:alpha val="3044"/>
                  </a:srgbClr>
                </a:gs>
                <a:gs pos="85714">
                  <a:srgbClr val="6D6C6D">
                    <a:alpha val="1215"/>
                  </a:srgbClr>
                </a:gs>
                <a:gs pos="100000">
                  <a:srgbClr val="6D6C6D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836670">
              <a:off x="2674588" y="1669544"/>
              <a:ext cx="795821" cy="102380"/>
            </a:xfrm>
            <a:prstGeom prst="ellipse">
              <a:avLst/>
            </a:prstGeom>
            <a:gradFill>
              <a:gsLst>
                <a:gs pos="0">
                  <a:srgbClr val="000100">
                    <a:alpha val="20745"/>
                  </a:srgbClr>
                </a:gs>
                <a:gs pos="14286">
                  <a:srgbClr val="000100">
                    <a:alpha val="19240"/>
                  </a:srgbClr>
                </a:gs>
                <a:gs pos="28571">
                  <a:srgbClr val="000100">
                    <a:alpha val="15288"/>
                  </a:srgbClr>
                </a:gs>
                <a:gs pos="42857">
                  <a:srgbClr val="000100">
                    <a:alpha val="10312"/>
                  </a:srgbClr>
                </a:gs>
                <a:gs pos="57143">
                  <a:srgbClr val="000100">
                    <a:alpha val="5852"/>
                  </a:srgbClr>
                </a:gs>
                <a:gs pos="71429">
                  <a:srgbClr val="000100">
                    <a:alpha val="2783"/>
                  </a:srgbClr>
                </a:gs>
                <a:gs pos="85714">
                  <a:srgbClr val="000100">
                    <a:alpha val="1110"/>
                  </a:srgbClr>
                </a:gs>
                <a:gs pos="100000">
                  <a:srgbClr val="000100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9232414">
              <a:off x="2226380" y="1066065"/>
              <a:ext cx="548232" cy="530649"/>
            </a:xfrm>
            <a:prstGeom prst="ellipse">
              <a:avLst/>
            </a:prstGeom>
            <a:gradFill>
              <a:gsLst>
                <a:gs pos="0">
                  <a:srgbClr val="464949">
                    <a:alpha val="4854"/>
                  </a:srgbClr>
                </a:gs>
                <a:gs pos="14286">
                  <a:srgbClr val="464949">
                    <a:alpha val="4470"/>
                  </a:srgbClr>
                </a:gs>
                <a:gs pos="28571">
                  <a:srgbClr val="464949">
                    <a:alpha val="3489"/>
                  </a:srgbClr>
                </a:gs>
                <a:gs pos="42857">
                  <a:srgbClr val="464949">
                    <a:alpha val="2302"/>
                  </a:srgbClr>
                </a:gs>
                <a:gs pos="57143">
                  <a:srgbClr val="464949">
                    <a:alpha val="1282"/>
                  </a:srgbClr>
                </a:gs>
                <a:gs pos="71429">
                  <a:srgbClr val="464949">
                    <a:alpha val="602"/>
                  </a:srgbClr>
                </a:gs>
                <a:gs pos="85714">
                  <a:srgbClr val="464949">
                    <a:alpha val="239"/>
                  </a:srgbClr>
                </a:gs>
                <a:gs pos="100000">
                  <a:srgbClr val="464949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7444844">
              <a:off x="740587" y="607850"/>
              <a:ext cx="632386" cy="542082"/>
            </a:xfrm>
            <a:prstGeom prst="ellipse">
              <a:avLst/>
            </a:prstGeom>
            <a:gradFill>
              <a:gsLst>
                <a:gs pos="0">
                  <a:srgbClr val="0B0009">
                    <a:alpha val="4757"/>
                  </a:srgbClr>
                </a:gs>
                <a:gs pos="14286">
                  <a:srgbClr val="0B0009">
                    <a:alpha val="4381"/>
                  </a:srgbClr>
                </a:gs>
                <a:gs pos="28571">
                  <a:srgbClr val="0B0009">
                    <a:alpha val="3418"/>
                  </a:srgbClr>
                </a:gs>
                <a:gs pos="42857">
                  <a:srgbClr val="0B0009">
                    <a:alpha val="2255"/>
                  </a:srgbClr>
                </a:gs>
                <a:gs pos="57143">
                  <a:srgbClr val="0B0009">
                    <a:alpha val="1256"/>
                  </a:srgbClr>
                </a:gs>
                <a:gs pos="71429">
                  <a:srgbClr val="0B0009">
                    <a:alpha val="590"/>
                  </a:srgbClr>
                </a:gs>
                <a:gs pos="85714">
                  <a:srgbClr val="0B0009">
                    <a:alpha val="234"/>
                  </a:srgbClr>
                </a:gs>
                <a:gs pos="100000">
                  <a:srgbClr val="0B0009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3972973">
              <a:off x="743285" y="893858"/>
              <a:ext cx="600006" cy="585076"/>
            </a:xfrm>
            <a:prstGeom prst="ellipse">
              <a:avLst/>
            </a:prstGeom>
            <a:gradFill>
              <a:gsLst>
                <a:gs pos="0">
                  <a:srgbClr val="3C3731">
                    <a:alpha val="2833"/>
                  </a:srgbClr>
                </a:gs>
                <a:gs pos="14286">
                  <a:srgbClr val="3C3731">
                    <a:alpha val="2607"/>
                  </a:srgbClr>
                </a:gs>
                <a:gs pos="28571">
                  <a:srgbClr val="3C3731">
                    <a:alpha val="2030"/>
                  </a:srgbClr>
                </a:gs>
                <a:gs pos="42857">
                  <a:srgbClr val="3C3731">
                    <a:alpha val="1336"/>
                  </a:srgbClr>
                </a:gs>
                <a:gs pos="57143">
                  <a:srgbClr val="3C3731">
                    <a:alpha val="743"/>
                  </a:srgbClr>
                </a:gs>
                <a:gs pos="71429">
                  <a:srgbClr val="3C3731">
                    <a:alpha val="348"/>
                  </a:srgbClr>
                </a:gs>
                <a:gs pos="85714">
                  <a:srgbClr val="3C3731">
                    <a:alpha val="138"/>
                  </a:srgbClr>
                </a:gs>
                <a:gs pos="100000">
                  <a:srgbClr val="3C3731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10535754">
              <a:off x="2400199" y="3000976"/>
              <a:ext cx="574131" cy="543151"/>
            </a:xfrm>
            <a:prstGeom prst="ellipse">
              <a:avLst/>
            </a:prstGeom>
            <a:gradFill>
              <a:gsLst>
                <a:gs pos="0">
                  <a:srgbClr val="6D6C6D">
                    <a:alpha val="3828"/>
                  </a:srgbClr>
                </a:gs>
                <a:gs pos="14286">
                  <a:srgbClr val="6D6C6D">
                    <a:alpha val="3523"/>
                  </a:srgbClr>
                </a:gs>
                <a:gs pos="28571">
                  <a:srgbClr val="6D6C6D">
                    <a:alpha val="2747"/>
                  </a:srgbClr>
                </a:gs>
                <a:gs pos="42857">
                  <a:srgbClr val="6D6C6D">
                    <a:alpha val="1810"/>
                  </a:srgbClr>
                </a:gs>
                <a:gs pos="57143">
                  <a:srgbClr val="6D6C6D">
                    <a:alpha val="1007"/>
                  </a:srgbClr>
                </a:gs>
                <a:gs pos="71429">
                  <a:srgbClr val="6D6C6D">
                    <a:alpha val="473"/>
                  </a:srgbClr>
                </a:gs>
                <a:gs pos="85714">
                  <a:srgbClr val="6D6C6D">
                    <a:alpha val="187"/>
                  </a:srgbClr>
                </a:gs>
                <a:gs pos="100000">
                  <a:srgbClr val="6D6C6D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10416868">
              <a:off x="928641" y="1998331"/>
              <a:ext cx="603354" cy="476194"/>
            </a:xfrm>
            <a:prstGeom prst="ellipse">
              <a:avLst/>
            </a:prstGeom>
            <a:gradFill>
              <a:gsLst>
                <a:gs pos="0">
                  <a:srgbClr val="2D2F2F">
                    <a:alpha val="6035"/>
                  </a:srgbClr>
                </a:gs>
                <a:gs pos="14286">
                  <a:srgbClr val="2D2F2F">
                    <a:alpha val="5561"/>
                  </a:srgbClr>
                </a:gs>
                <a:gs pos="28571">
                  <a:srgbClr val="2D2F2F">
                    <a:alpha val="4345"/>
                  </a:srgbClr>
                </a:gs>
                <a:gs pos="42857">
                  <a:srgbClr val="2D2F2F">
                    <a:alpha val="2872"/>
                  </a:srgbClr>
                </a:gs>
                <a:gs pos="57143">
                  <a:srgbClr val="2D2F2F">
                    <a:alpha val="1602"/>
                  </a:srgbClr>
                </a:gs>
                <a:gs pos="71429">
                  <a:srgbClr val="2D2F2F">
                    <a:alpha val="753"/>
                  </a:srgbClr>
                </a:gs>
                <a:gs pos="85714">
                  <a:srgbClr val="2D2F2F">
                    <a:alpha val="298"/>
                  </a:srgbClr>
                </a:gs>
                <a:gs pos="100000">
                  <a:srgbClr val="2D2F2F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3214580">
              <a:off x="-156851" y="1280555"/>
              <a:ext cx="536343" cy="484050"/>
            </a:xfrm>
            <a:prstGeom prst="ellipse">
              <a:avLst/>
            </a:prstGeom>
            <a:gradFill>
              <a:gsLst>
                <a:gs pos="0">
                  <a:srgbClr val="6C6D6D">
                    <a:alpha val="17722"/>
                  </a:srgbClr>
                </a:gs>
                <a:gs pos="14286">
                  <a:srgbClr val="6C6D6D">
                    <a:alpha val="16414"/>
                  </a:srgbClr>
                </a:gs>
                <a:gs pos="28571">
                  <a:srgbClr val="6C6D6D">
                    <a:alpha val="12995"/>
                  </a:srgbClr>
                </a:gs>
                <a:gs pos="42857">
                  <a:srgbClr val="6C6D6D">
                    <a:alpha val="8727"/>
                  </a:srgbClr>
                </a:gs>
                <a:gs pos="57143">
                  <a:srgbClr val="6C6D6D">
                    <a:alpha val="4934"/>
                  </a:srgbClr>
                </a:gs>
                <a:gs pos="71429">
                  <a:srgbClr val="6C6D6D">
                    <a:alpha val="2341"/>
                  </a:srgbClr>
                </a:gs>
                <a:gs pos="85714">
                  <a:srgbClr val="6C6D6D">
                    <a:alpha val="932"/>
                  </a:srgbClr>
                </a:gs>
                <a:gs pos="100000">
                  <a:srgbClr val="6C6D6D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4056366">
              <a:off x="985211" y="559262"/>
              <a:ext cx="753273" cy="224595"/>
            </a:xfrm>
            <a:prstGeom prst="ellipse">
              <a:avLst/>
            </a:prstGeom>
            <a:gradFill>
              <a:gsLst>
                <a:gs pos="0">
                  <a:srgbClr val="414040">
                    <a:alpha val="9047"/>
                  </a:srgbClr>
                </a:gs>
                <a:gs pos="14286">
                  <a:srgbClr val="414040">
                    <a:alpha val="8346"/>
                  </a:srgbClr>
                </a:gs>
                <a:gs pos="28571">
                  <a:srgbClr val="414040">
                    <a:alpha val="6543"/>
                  </a:srgbClr>
                </a:gs>
                <a:gs pos="42857">
                  <a:srgbClr val="414040">
                    <a:alpha val="4341"/>
                  </a:srgbClr>
                </a:gs>
                <a:gs pos="57143">
                  <a:srgbClr val="414040">
                    <a:alpha val="2429"/>
                  </a:srgbClr>
                </a:gs>
                <a:gs pos="71429">
                  <a:srgbClr val="414040">
                    <a:alpha val="1145"/>
                  </a:srgbClr>
                </a:gs>
                <a:gs pos="85714">
                  <a:srgbClr val="414040">
                    <a:alpha val="454"/>
                  </a:srgbClr>
                </a:gs>
                <a:gs pos="100000">
                  <a:srgbClr val="414040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5275481">
              <a:off x="1323918" y="2711151"/>
              <a:ext cx="479162" cy="57594"/>
            </a:xfrm>
            <a:prstGeom prst="ellipse">
              <a:avLst/>
            </a:prstGeom>
            <a:gradFill>
              <a:gsLst>
                <a:gs pos="0">
                  <a:srgbClr val="F0F0F0">
                    <a:alpha val="32168"/>
                  </a:srgbClr>
                </a:gs>
                <a:gs pos="14286">
                  <a:srgbClr val="F0F0F0">
                    <a:alpha val="30004"/>
                  </a:srgbClr>
                </a:gs>
                <a:gs pos="28571">
                  <a:srgbClr val="F0F0F0">
                    <a:alpha val="24193"/>
                  </a:srgbClr>
                </a:gs>
                <a:gs pos="42857">
                  <a:srgbClr val="F0F0F0">
                    <a:alpha val="16613"/>
                  </a:srgbClr>
                </a:gs>
                <a:gs pos="57143">
                  <a:srgbClr val="F0F0F0">
                    <a:alpha val="9577"/>
                  </a:srgbClr>
                </a:gs>
                <a:gs pos="71429">
                  <a:srgbClr val="F0F0F0">
                    <a:alpha val="4603"/>
                  </a:srgbClr>
                </a:gs>
                <a:gs pos="85714">
                  <a:srgbClr val="F0F0F0">
                    <a:alpha val="1846"/>
                  </a:srgbClr>
                </a:gs>
                <a:gs pos="100000">
                  <a:srgbClr val="F0F0F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10670928">
              <a:off x="3091130" y="270255"/>
              <a:ext cx="628986" cy="458782"/>
            </a:xfrm>
            <a:prstGeom prst="ellipse">
              <a:avLst/>
            </a:prstGeom>
            <a:gradFill>
              <a:gsLst>
                <a:gs pos="0">
                  <a:srgbClr val="585857">
                    <a:alpha val="29734"/>
                  </a:srgbClr>
                </a:gs>
                <a:gs pos="14286">
                  <a:srgbClr val="585857">
                    <a:alpha val="27699"/>
                  </a:srgbClr>
                </a:gs>
                <a:gs pos="28571">
                  <a:srgbClr val="585857">
                    <a:alpha val="22262"/>
                  </a:srgbClr>
                </a:gs>
                <a:gs pos="42857">
                  <a:srgbClr val="585857">
                    <a:alpha val="15226"/>
                  </a:srgbClr>
                </a:gs>
                <a:gs pos="57143">
                  <a:srgbClr val="585857">
                    <a:alpha val="8746"/>
                  </a:srgbClr>
                </a:gs>
                <a:gs pos="71429">
                  <a:srgbClr val="585857">
                    <a:alpha val="4194"/>
                  </a:srgbClr>
                </a:gs>
                <a:gs pos="85714">
                  <a:srgbClr val="585857">
                    <a:alpha val="1680"/>
                  </a:srgbClr>
                </a:gs>
                <a:gs pos="100000">
                  <a:srgbClr val="585857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9265929">
              <a:off x="2910567" y="1114306"/>
              <a:ext cx="672640" cy="544896"/>
            </a:xfrm>
            <a:prstGeom prst="ellipse">
              <a:avLst/>
            </a:prstGeom>
            <a:gradFill>
              <a:gsLst>
                <a:gs pos="0">
                  <a:srgbClr val="B0B0AE">
                    <a:alpha val="1950"/>
                  </a:srgbClr>
                </a:gs>
                <a:gs pos="14286">
                  <a:srgbClr val="B0B0AE">
                    <a:alpha val="1794"/>
                  </a:srgbClr>
                </a:gs>
                <a:gs pos="28571">
                  <a:srgbClr val="B0B0AE">
                    <a:alpha val="1396"/>
                  </a:srgbClr>
                </a:gs>
                <a:gs pos="42857">
                  <a:srgbClr val="B0B0AE">
                    <a:alpha val="918"/>
                  </a:srgbClr>
                </a:gs>
                <a:gs pos="57143">
                  <a:srgbClr val="B0B0AE">
                    <a:alpha val="509"/>
                  </a:srgbClr>
                </a:gs>
                <a:gs pos="71429">
                  <a:srgbClr val="B0B0AE">
                    <a:alpha val="239"/>
                  </a:srgbClr>
                </a:gs>
                <a:gs pos="85714">
                  <a:srgbClr val="B0B0AE">
                    <a:alpha val="94"/>
                  </a:srgbClr>
                </a:gs>
                <a:gs pos="100000">
                  <a:srgbClr val="B0B0AE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7048338">
              <a:off x="3156433" y="149887"/>
              <a:ext cx="729496" cy="510928"/>
            </a:xfrm>
            <a:prstGeom prst="ellipse">
              <a:avLst/>
            </a:prstGeom>
            <a:gradFill>
              <a:gsLst>
                <a:gs pos="0">
                  <a:srgbClr val="A8A8A8">
                    <a:alpha val="4177"/>
                  </a:srgbClr>
                </a:gs>
                <a:gs pos="14286">
                  <a:srgbClr val="A8A8A8">
                    <a:alpha val="3846"/>
                  </a:srgbClr>
                </a:gs>
                <a:gs pos="28571">
                  <a:srgbClr val="A8A8A8">
                    <a:alpha val="2999"/>
                  </a:srgbClr>
                </a:gs>
                <a:gs pos="42857">
                  <a:srgbClr val="A8A8A8">
                    <a:alpha val="1977"/>
                  </a:srgbClr>
                </a:gs>
                <a:gs pos="57143">
                  <a:srgbClr val="A8A8A8">
                    <a:alpha val="1101"/>
                  </a:srgbClr>
                </a:gs>
                <a:gs pos="71429">
                  <a:srgbClr val="A8A8A8">
                    <a:alpha val="517"/>
                  </a:srgbClr>
                </a:gs>
                <a:gs pos="85714">
                  <a:srgbClr val="A8A8A8">
                    <a:alpha val="205"/>
                  </a:srgbClr>
                </a:gs>
                <a:gs pos="100000">
                  <a:srgbClr val="A8A8A8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10091022">
              <a:off x="2968850" y="3359189"/>
              <a:ext cx="639695" cy="574388"/>
            </a:xfrm>
            <a:prstGeom prst="ellipse">
              <a:avLst/>
            </a:prstGeom>
            <a:gradFill>
              <a:gsLst>
                <a:gs pos="0">
                  <a:srgbClr val="848685">
                    <a:alpha val="1768"/>
                  </a:srgbClr>
                </a:gs>
                <a:gs pos="14286">
                  <a:srgbClr val="848685">
                    <a:alpha val="1627"/>
                  </a:srgbClr>
                </a:gs>
                <a:gs pos="28571">
                  <a:srgbClr val="848685">
                    <a:alpha val="1265"/>
                  </a:srgbClr>
                </a:gs>
                <a:gs pos="42857">
                  <a:srgbClr val="848685">
                    <a:alpha val="832"/>
                  </a:srgbClr>
                </a:gs>
                <a:gs pos="57143">
                  <a:srgbClr val="848685">
                    <a:alpha val="462"/>
                  </a:srgbClr>
                </a:gs>
                <a:gs pos="71429">
                  <a:srgbClr val="848685">
                    <a:alpha val="216"/>
                  </a:srgbClr>
                </a:gs>
                <a:gs pos="85714">
                  <a:srgbClr val="848685">
                    <a:alpha val="86"/>
                  </a:srgbClr>
                </a:gs>
                <a:gs pos="100000">
                  <a:srgbClr val="848685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5953778">
              <a:off x="176452" y="1547249"/>
              <a:ext cx="817718" cy="143642"/>
            </a:xfrm>
            <a:prstGeom prst="ellipse">
              <a:avLst/>
            </a:prstGeom>
            <a:gradFill>
              <a:gsLst>
                <a:gs pos="0">
                  <a:srgbClr val="06060F">
                    <a:alpha val="14467"/>
                  </a:srgbClr>
                </a:gs>
                <a:gs pos="14286">
                  <a:srgbClr val="06060F">
                    <a:alpha val="13379"/>
                  </a:srgbClr>
                </a:gs>
                <a:gs pos="28571">
                  <a:srgbClr val="06060F">
                    <a:alpha val="10553"/>
                  </a:srgbClr>
                </a:gs>
                <a:gs pos="42857">
                  <a:srgbClr val="06060F">
                    <a:alpha val="7054"/>
                  </a:srgbClr>
                </a:gs>
                <a:gs pos="57143">
                  <a:srgbClr val="06060F">
                    <a:alpha val="3972"/>
                  </a:srgbClr>
                </a:gs>
                <a:gs pos="71429">
                  <a:srgbClr val="06060F">
                    <a:alpha val="1879"/>
                  </a:srgbClr>
                </a:gs>
                <a:gs pos="85714">
                  <a:srgbClr val="06060F">
                    <a:alpha val="747"/>
                  </a:srgbClr>
                </a:gs>
                <a:gs pos="100000">
                  <a:srgbClr val="06060F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4368213">
              <a:off x="1278229" y="3340393"/>
              <a:ext cx="540736" cy="140293"/>
            </a:xfrm>
            <a:prstGeom prst="ellipse">
              <a:avLst/>
            </a:prstGeom>
            <a:gradFill>
              <a:gsLst>
                <a:gs pos="0">
                  <a:srgbClr val="535252">
                    <a:alpha val="3507"/>
                  </a:srgbClr>
                </a:gs>
                <a:gs pos="14286">
                  <a:srgbClr val="535252">
                    <a:alpha val="3228"/>
                  </a:srgbClr>
                </a:gs>
                <a:gs pos="28571">
                  <a:srgbClr val="535252">
                    <a:alpha val="2516"/>
                  </a:srgbClr>
                </a:gs>
                <a:gs pos="42857">
                  <a:srgbClr val="535252">
                    <a:alpha val="1657"/>
                  </a:srgbClr>
                </a:gs>
                <a:gs pos="57143">
                  <a:srgbClr val="535252">
                    <a:alpha val="922"/>
                  </a:srgbClr>
                </a:gs>
                <a:gs pos="71429">
                  <a:srgbClr val="535252">
                    <a:alpha val="433"/>
                  </a:srgbClr>
                </a:gs>
                <a:gs pos="85714">
                  <a:srgbClr val="535252">
                    <a:alpha val="171"/>
                  </a:srgbClr>
                </a:gs>
                <a:gs pos="100000">
                  <a:srgbClr val="535252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4965344">
              <a:off x="2673245" y="2860260"/>
              <a:ext cx="590230" cy="26435"/>
            </a:xfrm>
            <a:prstGeom prst="ellipse">
              <a:avLst/>
            </a:prstGeom>
            <a:gradFill>
              <a:gsLst>
                <a:gs pos="0">
                  <a:srgbClr val="A3A1A1">
                    <a:alpha val="31822"/>
                  </a:srgbClr>
                </a:gs>
                <a:gs pos="14286">
                  <a:srgbClr val="A3A1A1">
                    <a:alpha val="29677"/>
                  </a:srgbClr>
                </a:gs>
                <a:gs pos="28571">
                  <a:srgbClr val="A3A1A1">
                    <a:alpha val="23918"/>
                  </a:srgbClr>
                </a:gs>
                <a:gs pos="42857">
                  <a:srgbClr val="A3A1A1">
                    <a:alpha val="16415"/>
                  </a:srgbClr>
                </a:gs>
                <a:gs pos="57143">
                  <a:srgbClr val="A3A1A1">
                    <a:alpha val="9458"/>
                  </a:srgbClr>
                </a:gs>
                <a:gs pos="71429">
                  <a:srgbClr val="A3A1A1">
                    <a:alpha val="4544"/>
                  </a:srgbClr>
                </a:gs>
                <a:gs pos="85714">
                  <a:srgbClr val="A3A1A1">
                    <a:alpha val="1822"/>
                  </a:srgbClr>
                </a:gs>
                <a:gs pos="100000">
                  <a:srgbClr val="A3A1A1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4943772">
              <a:off x="3054049" y="2006456"/>
              <a:ext cx="651602" cy="529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125552">
              <a:off x="1850350" y="1239976"/>
              <a:ext cx="422602" cy="48493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5693810">
              <a:off x="601938" y="401461"/>
              <a:ext cx="572902" cy="32402"/>
            </a:xfrm>
            <a:prstGeom prst="ellipse">
              <a:avLst/>
            </a:prstGeom>
            <a:gradFill>
              <a:gsLst>
                <a:gs pos="0">
                  <a:srgbClr val="D7D8D8">
                    <a:alpha val="32968"/>
                  </a:srgbClr>
                </a:gs>
                <a:gs pos="14286">
                  <a:srgbClr val="D7D8D8">
                    <a:alpha val="30764"/>
                  </a:srgbClr>
                </a:gs>
                <a:gs pos="28571">
                  <a:srgbClr val="D7D8D8">
                    <a:alpha val="24833"/>
                  </a:srgbClr>
                </a:gs>
                <a:gs pos="42857">
                  <a:srgbClr val="D7D8D8">
                    <a:alpha val="17075"/>
                  </a:srgbClr>
                </a:gs>
                <a:gs pos="57143">
                  <a:srgbClr val="D7D8D8">
                    <a:alpha val="9855"/>
                  </a:srgbClr>
                </a:gs>
                <a:gs pos="71429">
                  <a:srgbClr val="D7D8D8">
                    <a:alpha val="4740"/>
                  </a:srgbClr>
                </a:gs>
                <a:gs pos="85714">
                  <a:srgbClr val="D7D8D8">
                    <a:alpha val="1902"/>
                  </a:srgbClr>
                </a:gs>
                <a:gs pos="100000">
                  <a:srgbClr val="D7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4587810">
              <a:off x="-257788" y="2945099"/>
              <a:ext cx="598499" cy="556387"/>
            </a:xfrm>
            <a:prstGeom prst="ellipse">
              <a:avLst/>
            </a:prstGeom>
            <a:gradFill>
              <a:gsLst>
                <a:gs pos="0">
                  <a:srgbClr val="050400">
                    <a:alpha val="1261"/>
                  </a:srgbClr>
                </a:gs>
                <a:gs pos="14286">
                  <a:srgbClr val="050400">
                    <a:alpha val="1160"/>
                  </a:srgbClr>
                </a:gs>
                <a:gs pos="28571">
                  <a:srgbClr val="050400">
                    <a:alpha val="902"/>
                  </a:srgbClr>
                </a:gs>
                <a:gs pos="42857">
                  <a:srgbClr val="050400">
                    <a:alpha val="592"/>
                  </a:srgbClr>
                </a:gs>
                <a:gs pos="57143">
                  <a:srgbClr val="050400">
                    <a:alpha val="329"/>
                  </a:srgbClr>
                </a:gs>
                <a:gs pos="71429">
                  <a:srgbClr val="050400">
                    <a:alpha val="154"/>
                  </a:srgbClr>
                </a:gs>
                <a:gs pos="85714">
                  <a:srgbClr val="050400">
                    <a:alpha val="61"/>
                  </a:srgbClr>
                </a:gs>
                <a:gs pos="100000">
                  <a:srgbClr val="05040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5777892">
              <a:off x="486323" y="16631"/>
              <a:ext cx="743696" cy="159227"/>
            </a:xfrm>
            <a:prstGeom prst="ellipse">
              <a:avLst/>
            </a:prstGeom>
            <a:gradFill>
              <a:gsLst>
                <a:gs pos="0">
                  <a:srgbClr val="848484">
                    <a:alpha val="11281"/>
                  </a:srgbClr>
                </a:gs>
                <a:gs pos="14286">
                  <a:srgbClr val="848484">
                    <a:alpha val="10418"/>
                  </a:srgbClr>
                </a:gs>
                <a:gs pos="28571">
                  <a:srgbClr val="848484">
                    <a:alpha val="8188"/>
                  </a:srgbClr>
                </a:gs>
                <a:gs pos="42857">
                  <a:srgbClr val="848484">
                    <a:alpha val="5449"/>
                  </a:srgbClr>
                </a:gs>
                <a:gs pos="57143">
                  <a:srgbClr val="848484">
                    <a:alpha val="3057"/>
                  </a:srgbClr>
                </a:gs>
                <a:gs pos="71429">
                  <a:srgbClr val="848484">
                    <a:alpha val="1443"/>
                  </a:srgbClr>
                </a:gs>
                <a:gs pos="85714">
                  <a:srgbClr val="848484">
                    <a:alpha val="573"/>
                  </a:srgbClr>
                </a:gs>
                <a:gs pos="100000">
                  <a:srgbClr val="848484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5031818">
              <a:off x="1424652" y="889299"/>
              <a:ext cx="545422" cy="519159"/>
            </a:xfrm>
            <a:prstGeom prst="ellipse">
              <a:avLst/>
            </a:prstGeom>
            <a:gradFill>
              <a:gsLst>
                <a:gs pos="0">
                  <a:srgbClr val="434445">
                    <a:alpha val="1785"/>
                  </a:srgbClr>
                </a:gs>
                <a:gs pos="14286">
                  <a:srgbClr val="434445">
                    <a:alpha val="1641"/>
                  </a:srgbClr>
                </a:gs>
                <a:gs pos="28571">
                  <a:srgbClr val="434445">
                    <a:alpha val="1277"/>
                  </a:srgbClr>
                </a:gs>
                <a:gs pos="42857">
                  <a:srgbClr val="434445">
                    <a:alpha val="839"/>
                  </a:srgbClr>
                </a:gs>
                <a:gs pos="57143">
                  <a:srgbClr val="434445">
                    <a:alpha val="466"/>
                  </a:srgbClr>
                </a:gs>
                <a:gs pos="71429">
                  <a:srgbClr val="434445">
                    <a:alpha val="218"/>
                  </a:srgbClr>
                </a:gs>
                <a:gs pos="85714">
                  <a:srgbClr val="434445">
                    <a:alpha val="86"/>
                  </a:srgbClr>
                </a:gs>
                <a:gs pos="100000">
                  <a:srgbClr val="434445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6153933">
              <a:off x="420792" y="951048"/>
              <a:ext cx="781346" cy="117971"/>
            </a:xfrm>
            <a:prstGeom prst="ellipse">
              <a:avLst/>
            </a:prstGeom>
            <a:gradFill>
              <a:gsLst>
                <a:gs pos="0">
                  <a:srgbClr val="5A5A5A">
                    <a:alpha val="15117"/>
                  </a:srgbClr>
                </a:gs>
                <a:gs pos="14286">
                  <a:srgbClr val="5A5A5A">
                    <a:alpha val="13984"/>
                  </a:srgbClr>
                </a:gs>
                <a:gs pos="28571">
                  <a:srgbClr val="5A5A5A">
                    <a:alpha val="11038"/>
                  </a:srgbClr>
                </a:gs>
                <a:gs pos="42857">
                  <a:srgbClr val="5A5A5A">
                    <a:alpha val="7385"/>
                  </a:srgbClr>
                </a:gs>
                <a:gs pos="57143">
                  <a:srgbClr val="5A5A5A">
                    <a:alpha val="4162"/>
                  </a:srgbClr>
                </a:gs>
                <a:gs pos="71429">
                  <a:srgbClr val="5A5A5A">
                    <a:alpha val="1970"/>
                  </a:srgbClr>
                </a:gs>
                <a:gs pos="85714">
                  <a:srgbClr val="5A5A5A">
                    <a:alpha val="784"/>
                  </a:srgbClr>
                </a:gs>
                <a:gs pos="100000">
                  <a:srgbClr val="5A5A5A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5410450">
              <a:off x="1328741" y="948280"/>
              <a:ext cx="493930" cy="19812"/>
            </a:xfrm>
            <a:prstGeom prst="ellipse">
              <a:avLst/>
            </a:prstGeom>
            <a:gradFill>
              <a:gsLst>
                <a:gs pos="0">
                  <a:srgbClr val="F8F8F8">
                    <a:alpha val="30623"/>
                  </a:srgbClr>
                </a:gs>
                <a:gs pos="14286">
                  <a:srgbClr val="F8F8F8">
                    <a:alpha val="28541"/>
                  </a:srgbClr>
                </a:gs>
                <a:gs pos="28571">
                  <a:srgbClr val="F8F8F8">
                    <a:alpha val="22966"/>
                  </a:srgbClr>
                </a:gs>
                <a:gs pos="42857">
                  <a:srgbClr val="F8F8F8">
                    <a:alpha val="15730"/>
                  </a:srgbClr>
                </a:gs>
                <a:gs pos="57143">
                  <a:srgbClr val="F8F8F8">
                    <a:alpha val="9047"/>
                  </a:srgbClr>
                </a:gs>
                <a:gs pos="71429">
                  <a:srgbClr val="F8F8F8">
                    <a:alpha val="4342"/>
                  </a:srgbClr>
                </a:gs>
                <a:gs pos="85714">
                  <a:srgbClr val="F8F8F8">
                    <a:alpha val="1740"/>
                  </a:srgbClr>
                </a:gs>
                <a:gs pos="100000">
                  <a:srgbClr val="F8F8F8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7814071">
              <a:off x="1032184" y="455142"/>
              <a:ext cx="556845" cy="488055"/>
            </a:xfrm>
            <a:prstGeom prst="ellipse">
              <a:avLst/>
            </a:prstGeom>
            <a:gradFill>
              <a:gsLst>
                <a:gs pos="0">
                  <a:srgbClr val="100400">
                    <a:alpha val="3439"/>
                  </a:srgbClr>
                </a:gs>
                <a:gs pos="14286">
                  <a:srgbClr val="100400">
                    <a:alpha val="3165"/>
                  </a:srgbClr>
                </a:gs>
                <a:gs pos="28571">
                  <a:srgbClr val="100400">
                    <a:alpha val="2466"/>
                  </a:srgbClr>
                </a:gs>
                <a:gs pos="42857">
                  <a:srgbClr val="100400">
                    <a:alpha val="1625"/>
                  </a:srgbClr>
                </a:gs>
                <a:gs pos="57143">
                  <a:srgbClr val="100400">
                    <a:alpha val="904"/>
                  </a:srgbClr>
                </a:gs>
                <a:gs pos="71429">
                  <a:srgbClr val="100400">
                    <a:alpha val="424"/>
                  </a:srgbClr>
                </a:gs>
                <a:gs pos="85714">
                  <a:srgbClr val="100400">
                    <a:alpha val="168"/>
                  </a:srgbClr>
                </a:gs>
                <a:gs pos="100000">
                  <a:srgbClr val="1004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10741786">
              <a:off x="2168449" y="2765939"/>
              <a:ext cx="294606" cy="60768"/>
            </a:xfrm>
            <a:prstGeom prst="ellipse">
              <a:avLst/>
            </a:prstGeom>
            <a:gradFill>
              <a:gsLst>
                <a:gs pos="0">
                  <a:srgbClr val="DEDEDF">
                    <a:alpha val="32968"/>
                  </a:srgbClr>
                </a:gs>
                <a:gs pos="14286">
                  <a:srgbClr val="DEDEDF">
                    <a:alpha val="30764"/>
                  </a:srgbClr>
                </a:gs>
                <a:gs pos="28571">
                  <a:srgbClr val="DEDEDF">
                    <a:alpha val="24833"/>
                  </a:srgbClr>
                </a:gs>
                <a:gs pos="42857">
                  <a:srgbClr val="DEDEDF">
                    <a:alpha val="17075"/>
                  </a:srgbClr>
                </a:gs>
                <a:gs pos="57143">
                  <a:srgbClr val="DEDEDF">
                    <a:alpha val="9855"/>
                  </a:srgbClr>
                </a:gs>
                <a:gs pos="71429">
                  <a:srgbClr val="DEDEDF">
                    <a:alpha val="4740"/>
                  </a:srgbClr>
                </a:gs>
                <a:gs pos="85714">
                  <a:srgbClr val="DEDEDF">
                    <a:alpha val="1902"/>
                  </a:srgbClr>
                </a:gs>
                <a:gs pos="100000">
                  <a:srgbClr val="DEDE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5186340">
              <a:off x="681260" y="1205626"/>
              <a:ext cx="702579" cy="546363"/>
            </a:xfrm>
            <a:prstGeom prst="ellipse">
              <a:avLst/>
            </a:prstGeom>
            <a:gradFill>
              <a:gsLst>
                <a:gs pos="0">
                  <a:srgbClr val="0D0F1B">
                    <a:alpha val="6852"/>
                  </a:srgbClr>
                </a:gs>
                <a:gs pos="14286">
                  <a:srgbClr val="0D0F1B">
                    <a:alpha val="6316"/>
                  </a:srgbClr>
                </a:gs>
                <a:gs pos="28571">
                  <a:srgbClr val="0D0F1B">
                    <a:alpha val="4940"/>
                  </a:srgbClr>
                </a:gs>
                <a:gs pos="42857">
                  <a:srgbClr val="0D0F1B">
                    <a:alpha val="3268"/>
                  </a:srgbClr>
                </a:gs>
                <a:gs pos="57143">
                  <a:srgbClr val="0D0F1B">
                    <a:alpha val="1824"/>
                  </a:srgbClr>
                </a:gs>
                <a:gs pos="71429">
                  <a:srgbClr val="0D0F1B">
                    <a:alpha val="858"/>
                  </a:srgbClr>
                </a:gs>
                <a:gs pos="85714">
                  <a:srgbClr val="0D0F1B">
                    <a:alpha val="340"/>
                  </a:srgbClr>
                </a:gs>
                <a:gs pos="100000">
                  <a:srgbClr val="0D0F1B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8341767">
              <a:off x="1920762" y="605126"/>
              <a:ext cx="581716" cy="522930"/>
            </a:xfrm>
            <a:prstGeom prst="ellipse">
              <a:avLst/>
            </a:prstGeom>
            <a:gradFill>
              <a:gsLst>
                <a:gs pos="0">
                  <a:srgbClr val="79797A">
                    <a:alpha val="2158"/>
                  </a:srgbClr>
                </a:gs>
                <a:gs pos="14286">
                  <a:srgbClr val="79797A">
                    <a:alpha val="1985"/>
                  </a:srgbClr>
                </a:gs>
                <a:gs pos="28571">
                  <a:srgbClr val="79797A">
                    <a:alpha val="1545"/>
                  </a:srgbClr>
                </a:gs>
                <a:gs pos="42857">
                  <a:srgbClr val="79797A">
                    <a:alpha val="1016"/>
                  </a:srgbClr>
                </a:gs>
                <a:gs pos="57143">
                  <a:srgbClr val="79797A">
                    <a:alpha val="564"/>
                  </a:srgbClr>
                </a:gs>
                <a:gs pos="71429">
                  <a:srgbClr val="79797A">
                    <a:alpha val="265"/>
                  </a:srgbClr>
                </a:gs>
                <a:gs pos="85714">
                  <a:srgbClr val="79797A">
                    <a:alpha val="105"/>
                  </a:srgbClr>
                </a:gs>
                <a:gs pos="100000">
                  <a:srgbClr val="79797A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6674423">
              <a:off x="470239" y="2721398"/>
              <a:ext cx="600735" cy="481522"/>
            </a:xfrm>
            <a:prstGeom prst="ellipse">
              <a:avLst/>
            </a:prstGeom>
            <a:gradFill>
              <a:gsLst>
                <a:gs pos="0">
                  <a:srgbClr val="000002">
                    <a:alpha val="2591"/>
                  </a:srgbClr>
                </a:gs>
                <a:gs pos="14286">
                  <a:srgbClr val="000002">
                    <a:alpha val="2384"/>
                  </a:srgbClr>
                </a:gs>
                <a:gs pos="28571">
                  <a:srgbClr val="000002">
                    <a:alpha val="1856"/>
                  </a:srgbClr>
                </a:gs>
                <a:gs pos="42857">
                  <a:srgbClr val="000002">
                    <a:alpha val="1221"/>
                  </a:srgbClr>
                </a:gs>
                <a:gs pos="57143">
                  <a:srgbClr val="000002">
                    <a:alpha val="679"/>
                  </a:srgbClr>
                </a:gs>
                <a:gs pos="71429">
                  <a:srgbClr val="000002">
                    <a:alpha val="318"/>
                  </a:srgbClr>
                </a:gs>
                <a:gs pos="85714">
                  <a:srgbClr val="000002">
                    <a:alpha val="126"/>
                  </a:srgbClr>
                </a:gs>
                <a:gs pos="100000">
                  <a:srgbClr val="000002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4943870">
              <a:off x="2775837" y="2589286"/>
              <a:ext cx="876696" cy="78055"/>
            </a:xfrm>
            <a:prstGeom prst="ellipse">
              <a:avLst/>
            </a:prstGeom>
            <a:gradFill>
              <a:gsLst>
                <a:gs pos="0">
                  <a:srgbClr val="000000">
                    <a:alpha val="32108"/>
                  </a:srgbClr>
                </a:gs>
                <a:gs pos="14286">
                  <a:srgbClr val="000000">
                    <a:alpha val="29948"/>
                  </a:srgbClr>
                </a:gs>
                <a:gs pos="28571">
                  <a:srgbClr val="000000">
                    <a:alpha val="24146"/>
                  </a:srgbClr>
                </a:gs>
                <a:gs pos="42857">
                  <a:srgbClr val="000000">
                    <a:alpha val="16579"/>
                  </a:srgbClr>
                </a:gs>
                <a:gs pos="57143">
                  <a:srgbClr val="000000">
                    <a:alpha val="9556"/>
                  </a:srgbClr>
                </a:gs>
                <a:gs pos="71429">
                  <a:srgbClr val="000000">
                    <a:alpha val="4593"/>
                  </a:srgbClr>
                </a:gs>
                <a:gs pos="85714">
                  <a:srgbClr val="000000">
                    <a:alpha val="1842"/>
                  </a:srgbClr>
                </a:gs>
                <a:gs pos="100000">
                  <a:srgbClr val="0000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10178869">
              <a:off x="2079718" y="-240910"/>
              <a:ext cx="610092" cy="538865"/>
            </a:xfrm>
            <a:prstGeom prst="ellipse">
              <a:avLst/>
            </a:prstGeom>
            <a:gradFill>
              <a:gsLst>
                <a:gs pos="0">
                  <a:srgbClr val="99999A">
                    <a:alpha val="2714"/>
                  </a:srgbClr>
                </a:gs>
                <a:gs pos="14286">
                  <a:srgbClr val="99999A">
                    <a:alpha val="2497"/>
                  </a:srgbClr>
                </a:gs>
                <a:gs pos="28571">
                  <a:srgbClr val="99999A">
                    <a:alpha val="1945"/>
                  </a:srgbClr>
                </a:gs>
                <a:gs pos="42857">
                  <a:srgbClr val="99999A">
                    <a:alpha val="1280"/>
                  </a:srgbClr>
                </a:gs>
                <a:gs pos="57143">
                  <a:srgbClr val="99999A">
                    <a:alpha val="711"/>
                  </a:srgbClr>
                </a:gs>
                <a:gs pos="71429">
                  <a:srgbClr val="99999A">
                    <a:alpha val="334"/>
                  </a:srgbClr>
                </a:gs>
                <a:gs pos="85714">
                  <a:srgbClr val="99999A">
                    <a:alpha val="132"/>
                  </a:srgbClr>
                </a:gs>
                <a:gs pos="100000">
                  <a:srgbClr val="99999A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5552332">
              <a:off x="2126399" y="1883391"/>
              <a:ext cx="556655" cy="497899"/>
            </a:xfrm>
            <a:prstGeom prst="ellipse">
              <a:avLst/>
            </a:prstGeom>
            <a:gradFill>
              <a:gsLst>
                <a:gs pos="0">
                  <a:srgbClr val="474749">
                    <a:alpha val="2359"/>
                  </a:srgbClr>
                </a:gs>
                <a:gs pos="14286">
                  <a:srgbClr val="474749">
                    <a:alpha val="2170"/>
                  </a:srgbClr>
                </a:gs>
                <a:gs pos="28571">
                  <a:srgbClr val="474749">
                    <a:alpha val="1689"/>
                  </a:srgbClr>
                </a:gs>
                <a:gs pos="42857">
                  <a:srgbClr val="474749">
                    <a:alpha val="1111"/>
                  </a:srgbClr>
                </a:gs>
                <a:gs pos="57143">
                  <a:srgbClr val="474749">
                    <a:alpha val="617"/>
                  </a:srgbClr>
                </a:gs>
                <a:gs pos="71429">
                  <a:srgbClr val="474749">
                    <a:alpha val="289"/>
                  </a:srgbClr>
                </a:gs>
                <a:gs pos="85714">
                  <a:srgbClr val="474749">
                    <a:alpha val="115"/>
                  </a:srgbClr>
                </a:gs>
                <a:gs pos="100000">
                  <a:srgbClr val="474749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10772951">
              <a:off x="883224" y="3225113"/>
              <a:ext cx="448404" cy="68034"/>
            </a:xfrm>
            <a:prstGeom prst="ellipse">
              <a:avLst/>
            </a:prstGeom>
            <a:gradFill>
              <a:gsLst>
                <a:gs pos="0">
                  <a:srgbClr val="ECEBEB">
                    <a:alpha val="21492"/>
                  </a:srgbClr>
                </a:gs>
                <a:gs pos="14286">
                  <a:srgbClr val="ECEBEB">
                    <a:alpha val="19941"/>
                  </a:srgbClr>
                </a:gs>
                <a:gs pos="28571">
                  <a:srgbClr val="ECEBEB">
                    <a:alpha val="15859"/>
                  </a:srgbClr>
                </a:gs>
                <a:gs pos="42857">
                  <a:srgbClr val="ECEBEB">
                    <a:alpha val="10709"/>
                  </a:srgbClr>
                </a:gs>
                <a:gs pos="57143">
                  <a:srgbClr val="ECEBEB">
                    <a:alpha val="6083"/>
                  </a:srgbClr>
                </a:gs>
                <a:gs pos="71429">
                  <a:srgbClr val="ECEBEB">
                    <a:alpha val="2895"/>
                  </a:srgbClr>
                </a:gs>
                <a:gs pos="85714">
                  <a:srgbClr val="ECEBEB">
                    <a:alpha val="1155"/>
                  </a:srgbClr>
                </a:gs>
                <a:gs pos="100000">
                  <a:srgbClr val="ECEBEB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5970410">
              <a:off x="7496" y="2273362"/>
              <a:ext cx="408870" cy="62658"/>
            </a:xfrm>
            <a:prstGeom prst="ellipse">
              <a:avLst/>
            </a:prstGeom>
            <a:gradFill>
              <a:gsLst>
                <a:gs pos="0">
                  <a:srgbClr val="D5D6D5">
                    <a:alpha val="32968"/>
                  </a:srgbClr>
                </a:gs>
                <a:gs pos="14286">
                  <a:srgbClr val="D5D6D5">
                    <a:alpha val="30764"/>
                  </a:srgbClr>
                </a:gs>
                <a:gs pos="28571">
                  <a:srgbClr val="D5D6D5">
                    <a:alpha val="24833"/>
                  </a:srgbClr>
                </a:gs>
                <a:gs pos="42857">
                  <a:srgbClr val="D5D6D5">
                    <a:alpha val="17075"/>
                  </a:srgbClr>
                </a:gs>
                <a:gs pos="57143">
                  <a:srgbClr val="D5D6D5">
                    <a:alpha val="9855"/>
                  </a:srgbClr>
                </a:gs>
                <a:gs pos="71429">
                  <a:srgbClr val="D5D6D5">
                    <a:alpha val="4740"/>
                  </a:srgbClr>
                </a:gs>
                <a:gs pos="85714">
                  <a:srgbClr val="D5D6D5">
                    <a:alpha val="1902"/>
                  </a:srgbClr>
                </a:gs>
                <a:gs pos="100000">
                  <a:srgbClr val="D5D6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6528973">
              <a:off x="1050170" y="428239"/>
              <a:ext cx="602279" cy="75507"/>
            </a:xfrm>
            <a:prstGeom prst="ellipse">
              <a:avLst/>
            </a:prstGeom>
            <a:gradFill>
              <a:gsLst>
                <a:gs pos="0">
                  <a:srgbClr val="151312">
                    <a:alpha val="5961"/>
                  </a:srgbClr>
                </a:gs>
                <a:gs pos="14286">
                  <a:srgbClr val="151312">
                    <a:alpha val="5492"/>
                  </a:srgbClr>
                </a:gs>
                <a:gs pos="28571">
                  <a:srgbClr val="151312">
                    <a:alpha val="4291"/>
                  </a:srgbClr>
                </a:gs>
                <a:gs pos="42857">
                  <a:srgbClr val="151312">
                    <a:alpha val="2836"/>
                  </a:srgbClr>
                </a:gs>
                <a:gs pos="57143">
                  <a:srgbClr val="151312">
                    <a:alpha val="1581"/>
                  </a:srgbClr>
                </a:gs>
                <a:gs pos="71429">
                  <a:srgbClr val="151312">
                    <a:alpha val="743"/>
                  </a:srgbClr>
                </a:gs>
                <a:gs pos="85714">
                  <a:srgbClr val="151312">
                    <a:alpha val="295"/>
                  </a:srgbClr>
                </a:gs>
                <a:gs pos="100000">
                  <a:srgbClr val="151312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-8704868">
              <a:off x="-13293" y="1181645"/>
              <a:ext cx="577618" cy="554666"/>
            </a:xfrm>
            <a:prstGeom prst="ellipse">
              <a:avLst/>
            </a:prstGeom>
            <a:gradFill>
              <a:gsLst>
                <a:gs pos="0">
                  <a:srgbClr val="23272F">
                    <a:alpha val="1300"/>
                  </a:srgbClr>
                </a:gs>
                <a:gs pos="14286">
                  <a:srgbClr val="23272F">
                    <a:alpha val="1195"/>
                  </a:srgbClr>
                </a:gs>
                <a:gs pos="28571">
                  <a:srgbClr val="23272F">
                    <a:alpha val="929"/>
                  </a:srgbClr>
                </a:gs>
                <a:gs pos="42857">
                  <a:srgbClr val="23272F">
                    <a:alpha val="611"/>
                  </a:srgbClr>
                </a:gs>
                <a:gs pos="57143">
                  <a:srgbClr val="23272F">
                    <a:alpha val="339"/>
                  </a:srgbClr>
                </a:gs>
                <a:gs pos="71429">
                  <a:srgbClr val="23272F">
                    <a:alpha val="159"/>
                  </a:srgbClr>
                </a:gs>
                <a:gs pos="85714">
                  <a:srgbClr val="23272F">
                    <a:alpha val="63"/>
                  </a:srgbClr>
                </a:gs>
                <a:gs pos="100000">
                  <a:srgbClr val="23272F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5067457">
              <a:off x="1569507" y="2897692"/>
              <a:ext cx="552322" cy="595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5748714">
              <a:off x="585342" y="1736265"/>
              <a:ext cx="424267" cy="57781"/>
            </a:xfrm>
            <a:prstGeom prst="ellipse">
              <a:avLst/>
            </a:prstGeom>
            <a:gradFill>
              <a:gsLst>
                <a:gs pos="0">
                  <a:srgbClr val="E8E9E9">
                    <a:alpha val="31138"/>
                  </a:srgbClr>
                </a:gs>
                <a:gs pos="14286">
                  <a:srgbClr val="E8E9E9">
                    <a:alpha val="29028"/>
                  </a:srgbClr>
                </a:gs>
                <a:gs pos="28571">
                  <a:srgbClr val="E8E9E9">
                    <a:alpha val="23374"/>
                  </a:srgbClr>
                </a:gs>
                <a:gs pos="42857">
                  <a:srgbClr val="E8E9E9">
                    <a:alpha val="16023"/>
                  </a:srgbClr>
                </a:gs>
                <a:gs pos="57143">
                  <a:srgbClr val="E8E9E9">
                    <a:alpha val="9223"/>
                  </a:srgbClr>
                </a:gs>
                <a:gs pos="71429">
                  <a:srgbClr val="E8E9E9">
                    <a:alpha val="4428"/>
                  </a:srgbClr>
                </a:gs>
                <a:gs pos="85714">
                  <a:srgbClr val="E8E9E9">
                    <a:alpha val="1775"/>
                  </a:srgbClr>
                </a:gs>
                <a:gs pos="100000">
                  <a:srgbClr val="E8E9E9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917656">
              <a:off x="297598" y="1836556"/>
              <a:ext cx="467339" cy="62943"/>
            </a:xfrm>
            <a:prstGeom prst="ellipse">
              <a:avLst/>
            </a:prstGeom>
            <a:gradFill>
              <a:gsLst>
                <a:gs pos="0">
                  <a:srgbClr val="F2F2F3">
                    <a:alpha val="32968"/>
                  </a:srgbClr>
                </a:gs>
                <a:gs pos="14286">
                  <a:srgbClr val="F2F2F3">
                    <a:alpha val="30764"/>
                  </a:srgbClr>
                </a:gs>
                <a:gs pos="28571">
                  <a:srgbClr val="F2F2F3">
                    <a:alpha val="24833"/>
                  </a:srgbClr>
                </a:gs>
                <a:gs pos="42857">
                  <a:srgbClr val="F2F2F3">
                    <a:alpha val="17075"/>
                  </a:srgbClr>
                </a:gs>
                <a:gs pos="57143">
                  <a:srgbClr val="F2F2F3">
                    <a:alpha val="9855"/>
                  </a:srgbClr>
                </a:gs>
                <a:gs pos="71429">
                  <a:srgbClr val="F2F2F3">
                    <a:alpha val="4740"/>
                  </a:srgbClr>
                </a:gs>
                <a:gs pos="85714">
                  <a:srgbClr val="F2F2F3">
                    <a:alpha val="1902"/>
                  </a:srgbClr>
                </a:gs>
                <a:gs pos="100000">
                  <a:srgbClr val="F2F2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5344182">
              <a:off x="1659912" y="393057"/>
              <a:ext cx="743343" cy="69362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5422504">
              <a:off x="819189" y="1380637"/>
              <a:ext cx="517264" cy="63448"/>
            </a:xfrm>
            <a:prstGeom prst="ellipse">
              <a:avLst/>
            </a:prstGeom>
            <a:gradFill>
              <a:gsLst>
                <a:gs pos="0">
                  <a:srgbClr val="FAF9F9">
                    <a:alpha val="23385"/>
                  </a:srgbClr>
                </a:gs>
                <a:gs pos="14286">
                  <a:srgbClr val="FAF9F9">
                    <a:alpha val="21716"/>
                  </a:srgbClr>
                </a:gs>
                <a:gs pos="28571">
                  <a:srgbClr val="FAF9F9">
                    <a:alpha val="17312"/>
                  </a:srgbClr>
                </a:gs>
                <a:gs pos="42857">
                  <a:srgbClr val="FAF9F9">
                    <a:alpha val="11723"/>
                  </a:srgbClr>
                </a:gs>
                <a:gs pos="57143">
                  <a:srgbClr val="FAF9F9">
                    <a:alpha val="6676"/>
                  </a:srgbClr>
                </a:gs>
                <a:gs pos="71429">
                  <a:srgbClr val="FAF9F9">
                    <a:alpha val="3182"/>
                  </a:srgbClr>
                </a:gs>
                <a:gs pos="85714">
                  <a:srgbClr val="FAF9F9">
                    <a:alpha val="1271"/>
                  </a:srgbClr>
                </a:gs>
                <a:gs pos="100000">
                  <a:srgbClr val="FAF9F9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5811913">
              <a:off x="3969" y="214476"/>
              <a:ext cx="527526" cy="10706"/>
            </a:xfrm>
            <a:prstGeom prst="ellipse">
              <a:avLst/>
            </a:prstGeom>
            <a:gradFill>
              <a:gsLst>
                <a:gs pos="0">
                  <a:srgbClr val="BABABB">
                    <a:alpha val="21818"/>
                  </a:srgbClr>
                </a:gs>
                <a:gs pos="14286">
                  <a:srgbClr val="BABABB">
                    <a:alpha val="20246"/>
                  </a:srgbClr>
                </a:gs>
                <a:gs pos="28571">
                  <a:srgbClr val="BABABB">
                    <a:alpha val="16109"/>
                  </a:srgbClr>
                </a:gs>
                <a:gs pos="42857">
                  <a:srgbClr val="BABABB">
                    <a:alpha val="10883"/>
                  </a:srgbClr>
                </a:gs>
                <a:gs pos="57143">
                  <a:srgbClr val="BABABB">
                    <a:alpha val="6185"/>
                  </a:srgbClr>
                </a:gs>
                <a:gs pos="71429">
                  <a:srgbClr val="BABABB">
                    <a:alpha val="2944"/>
                  </a:srgbClr>
                </a:gs>
                <a:gs pos="85714">
                  <a:srgbClr val="BABABB">
                    <a:alpha val="1175"/>
                  </a:srgbClr>
                </a:gs>
                <a:gs pos="100000">
                  <a:srgbClr val="BABABB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3988723">
              <a:off x="1362252" y="213703"/>
              <a:ext cx="530649" cy="510126"/>
            </a:xfrm>
            <a:prstGeom prst="ellipse">
              <a:avLst/>
            </a:prstGeom>
            <a:gradFill>
              <a:gsLst>
                <a:gs pos="0">
                  <a:srgbClr val="000600">
                    <a:alpha val="6965"/>
                  </a:srgbClr>
                </a:gs>
                <a:gs pos="14286">
                  <a:srgbClr val="000600">
                    <a:alpha val="6420"/>
                  </a:srgbClr>
                </a:gs>
                <a:gs pos="28571">
                  <a:srgbClr val="000600">
                    <a:alpha val="5022"/>
                  </a:srgbClr>
                </a:gs>
                <a:gs pos="42857">
                  <a:srgbClr val="000600">
                    <a:alpha val="3323"/>
                  </a:srgbClr>
                </a:gs>
                <a:gs pos="57143">
                  <a:srgbClr val="000600">
                    <a:alpha val="1855"/>
                  </a:srgbClr>
                </a:gs>
                <a:gs pos="71429">
                  <a:srgbClr val="000600">
                    <a:alpha val="873"/>
                  </a:srgbClr>
                </a:gs>
                <a:gs pos="85714">
                  <a:srgbClr val="000600">
                    <a:alpha val="346"/>
                  </a:srgbClr>
                </a:gs>
                <a:gs pos="100000">
                  <a:srgbClr val="0006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10542184">
              <a:off x="967852" y="1040296"/>
              <a:ext cx="575915" cy="567035"/>
            </a:xfrm>
            <a:prstGeom prst="ellipse">
              <a:avLst/>
            </a:prstGeom>
            <a:gradFill>
              <a:gsLst>
                <a:gs pos="0">
                  <a:srgbClr val="030A00">
                    <a:alpha val="2250"/>
                  </a:srgbClr>
                </a:gs>
                <a:gs pos="14286">
                  <a:srgbClr val="030A00">
                    <a:alpha val="2070"/>
                  </a:srgbClr>
                </a:gs>
                <a:gs pos="28571">
                  <a:srgbClr val="030A00">
                    <a:alpha val="1611"/>
                  </a:srgbClr>
                </a:gs>
                <a:gs pos="42857">
                  <a:srgbClr val="030A00">
                    <a:alpha val="1059"/>
                  </a:srgbClr>
                </a:gs>
                <a:gs pos="57143">
                  <a:srgbClr val="030A00">
                    <a:alpha val="588"/>
                  </a:srgbClr>
                </a:gs>
                <a:gs pos="71429">
                  <a:srgbClr val="030A00">
                    <a:alpha val="276"/>
                  </a:srgbClr>
                </a:gs>
                <a:gs pos="85714">
                  <a:srgbClr val="030A00">
                    <a:alpha val="109"/>
                  </a:srgbClr>
                </a:gs>
                <a:gs pos="100000">
                  <a:srgbClr val="030A00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6886624">
              <a:off x="291020" y="1111716"/>
              <a:ext cx="613399" cy="532902"/>
            </a:xfrm>
            <a:prstGeom prst="ellipse">
              <a:avLst/>
            </a:prstGeom>
            <a:gradFill>
              <a:gsLst>
                <a:gs pos="0">
                  <a:srgbClr val="020909">
                    <a:alpha val="1458"/>
                  </a:srgbClr>
                </a:gs>
                <a:gs pos="14286">
                  <a:srgbClr val="020909">
                    <a:alpha val="1341"/>
                  </a:srgbClr>
                </a:gs>
                <a:gs pos="28571">
                  <a:srgbClr val="020909">
                    <a:alpha val="1042"/>
                  </a:srgbClr>
                </a:gs>
                <a:gs pos="42857">
                  <a:srgbClr val="020909">
                    <a:alpha val="685"/>
                  </a:srgbClr>
                </a:gs>
                <a:gs pos="57143">
                  <a:srgbClr val="020909">
                    <a:alpha val="380"/>
                  </a:srgbClr>
                </a:gs>
                <a:gs pos="71429">
                  <a:srgbClr val="020909">
                    <a:alpha val="178"/>
                  </a:srgbClr>
                </a:gs>
                <a:gs pos="85714">
                  <a:srgbClr val="020909">
                    <a:alpha val="70"/>
                  </a:srgbClr>
                </a:gs>
                <a:gs pos="100000">
                  <a:srgbClr val="020909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8967316">
              <a:off x="462670" y="1001158"/>
              <a:ext cx="539954" cy="137456"/>
            </a:xfrm>
            <a:prstGeom prst="ellipse">
              <a:avLst/>
            </a:prstGeom>
            <a:gradFill>
              <a:gsLst>
                <a:gs pos="0">
                  <a:srgbClr val="555457">
                    <a:alpha val="19059"/>
                  </a:srgbClr>
                </a:gs>
                <a:gs pos="14286">
                  <a:srgbClr val="555457">
                    <a:alpha val="17663"/>
                  </a:srgbClr>
                </a:gs>
                <a:gs pos="28571">
                  <a:srgbClr val="555457">
                    <a:alpha val="14007"/>
                  </a:srgbClr>
                </a:gs>
                <a:gs pos="42857">
                  <a:srgbClr val="555457">
                    <a:alpha val="9424"/>
                  </a:srgbClr>
                </a:gs>
                <a:gs pos="57143">
                  <a:srgbClr val="555457">
                    <a:alpha val="5337"/>
                  </a:srgbClr>
                </a:gs>
                <a:gs pos="71429">
                  <a:srgbClr val="555457">
                    <a:alpha val="2535"/>
                  </a:srgbClr>
                </a:gs>
                <a:gs pos="85714">
                  <a:srgbClr val="555457">
                    <a:alpha val="1010"/>
                  </a:srgbClr>
                </a:gs>
                <a:gs pos="100000">
                  <a:srgbClr val="555457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4558196">
              <a:off x="598194" y="950979"/>
              <a:ext cx="603468" cy="523014"/>
            </a:xfrm>
            <a:prstGeom prst="ellipse">
              <a:avLst/>
            </a:prstGeom>
            <a:gradFill>
              <a:gsLst>
                <a:gs pos="0">
                  <a:srgbClr val="131D1A">
                    <a:alpha val="3029"/>
                  </a:srgbClr>
                </a:gs>
                <a:gs pos="14286">
                  <a:srgbClr val="131D1A">
                    <a:alpha val="2787"/>
                  </a:srgbClr>
                </a:gs>
                <a:gs pos="28571">
                  <a:srgbClr val="131D1A">
                    <a:alpha val="2171"/>
                  </a:srgbClr>
                </a:gs>
                <a:gs pos="42857">
                  <a:srgbClr val="131D1A">
                    <a:alpha val="1429"/>
                  </a:srgbClr>
                </a:gs>
                <a:gs pos="57143">
                  <a:srgbClr val="131D1A">
                    <a:alpha val="795"/>
                  </a:srgbClr>
                </a:gs>
                <a:gs pos="71429">
                  <a:srgbClr val="131D1A">
                    <a:alpha val="373"/>
                  </a:srgbClr>
                </a:gs>
                <a:gs pos="85714">
                  <a:srgbClr val="131D1A">
                    <a:alpha val="148"/>
                  </a:srgbClr>
                </a:gs>
                <a:gs pos="100000">
                  <a:srgbClr val="131D1A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5690002">
              <a:off x="-99207" y="2742218"/>
              <a:ext cx="523934" cy="39429"/>
            </a:xfrm>
            <a:prstGeom prst="ellipse">
              <a:avLst/>
            </a:prstGeom>
            <a:gradFill>
              <a:gsLst>
                <a:gs pos="0">
                  <a:srgbClr val="DDDDDE">
                    <a:alpha val="32968"/>
                  </a:srgbClr>
                </a:gs>
                <a:gs pos="14286">
                  <a:srgbClr val="DDDDDE">
                    <a:alpha val="30764"/>
                  </a:srgbClr>
                </a:gs>
                <a:gs pos="28571">
                  <a:srgbClr val="DDDDDE">
                    <a:alpha val="24833"/>
                  </a:srgbClr>
                </a:gs>
                <a:gs pos="42857">
                  <a:srgbClr val="DDDDDE">
                    <a:alpha val="17075"/>
                  </a:srgbClr>
                </a:gs>
                <a:gs pos="57143">
                  <a:srgbClr val="DDDDDE">
                    <a:alpha val="9855"/>
                  </a:srgbClr>
                </a:gs>
                <a:gs pos="71429">
                  <a:srgbClr val="DDDDDE">
                    <a:alpha val="4740"/>
                  </a:srgbClr>
                </a:gs>
                <a:gs pos="85714">
                  <a:srgbClr val="DDDDDE">
                    <a:alpha val="1902"/>
                  </a:srgbClr>
                </a:gs>
                <a:gs pos="100000">
                  <a:srgbClr val="DDDD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4788555">
              <a:off x="2431325" y="210990"/>
              <a:ext cx="427995" cy="55304"/>
            </a:xfrm>
            <a:prstGeom prst="ellipse">
              <a:avLst/>
            </a:prstGeom>
            <a:gradFill>
              <a:gsLst>
                <a:gs pos="0">
                  <a:srgbClr val="DCDCDC">
                    <a:alpha val="32968"/>
                  </a:srgbClr>
                </a:gs>
                <a:gs pos="14286">
                  <a:srgbClr val="DCDCDC">
                    <a:alpha val="30764"/>
                  </a:srgbClr>
                </a:gs>
                <a:gs pos="28571">
                  <a:srgbClr val="DCDCDC">
                    <a:alpha val="24833"/>
                  </a:srgbClr>
                </a:gs>
                <a:gs pos="42857">
                  <a:srgbClr val="DCDCDC">
                    <a:alpha val="17075"/>
                  </a:srgbClr>
                </a:gs>
                <a:gs pos="57143">
                  <a:srgbClr val="DCDCDC">
                    <a:alpha val="9855"/>
                  </a:srgbClr>
                </a:gs>
                <a:gs pos="71429">
                  <a:srgbClr val="DCDCDC">
                    <a:alpha val="4740"/>
                  </a:srgbClr>
                </a:gs>
                <a:gs pos="85714">
                  <a:srgbClr val="DCDCDC">
                    <a:alpha val="1902"/>
                  </a:srgbClr>
                </a:gs>
                <a:gs pos="100000">
                  <a:srgbClr val="DCDC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866595">
              <a:off x="386486" y="3313151"/>
              <a:ext cx="604031" cy="1512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5454866">
              <a:off x="77110" y="2723641"/>
              <a:ext cx="121076" cy="60840"/>
            </a:xfrm>
            <a:prstGeom prst="ellipse">
              <a:avLst/>
            </a:prstGeom>
            <a:gradFill>
              <a:gsLst>
                <a:gs pos="0">
                  <a:srgbClr val="EAEBEB">
                    <a:alpha val="32867"/>
                  </a:srgbClr>
                </a:gs>
                <a:gs pos="14286">
                  <a:srgbClr val="EAEBEB">
                    <a:alpha val="30668"/>
                  </a:srgbClr>
                </a:gs>
                <a:gs pos="28571">
                  <a:srgbClr val="EAEBEB">
                    <a:alpha val="24752"/>
                  </a:srgbClr>
                </a:gs>
                <a:gs pos="42857">
                  <a:srgbClr val="EAEBEB">
                    <a:alpha val="17017"/>
                  </a:srgbClr>
                </a:gs>
                <a:gs pos="57143">
                  <a:srgbClr val="EAEBEB">
                    <a:alpha val="9820"/>
                  </a:srgbClr>
                </a:gs>
                <a:gs pos="71429">
                  <a:srgbClr val="EAEBEB">
                    <a:alpha val="4723"/>
                  </a:srgbClr>
                </a:gs>
                <a:gs pos="85714">
                  <a:srgbClr val="EAEBEB">
                    <a:alpha val="1895"/>
                  </a:srgbClr>
                </a:gs>
                <a:gs pos="100000">
                  <a:srgbClr val="EAEBEB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886901">
              <a:off x="1827282" y="57161"/>
              <a:ext cx="469259" cy="443598"/>
            </a:xfrm>
            <a:prstGeom prst="ellipse">
              <a:avLst/>
            </a:prstGeom>
            <a:gradFill>
              <a:gsLst>
                <a:gs pos="0">
                  <a:srgbClr val="6D6B6B">
                    <a:alpha val="27875"/>
                  </a:srgbClr>
                </a:gs>
                <a:gs pos="14286">
                  <a:srgbClr val="6D6B6B">
                    <a:alpha val="25943"/>
                  </a:srgbClr>
                </a:gs>
                <a:gs pos="28571">
                  <a:srgbClr val="6D6B6B">
                    <a:alpha val="20800"/>
                  </a:srgbClr>
                </a:gs>
                <a:gs pos="42857">
                  <a:srgbClr val="6D6B6B">
                    <a:alpha val="14183"/>
                  </a:srgbClr>
                </a:gs>
                <a:gs pos="57143">
                  <a:srgbClr val="6D6B6B">
                    <a:alpha val="8126"/>
                  </a:srgbClr>
                </a:gs>
                <a:gs pos="71429">
                  <a:srgbClr val="6D6B6B">
                    <a:alpha val="3890"/>
                  </a:srgbClr>
                </a:gs>
                <a:gs pos="85714">
                  <a:srgbClr val="6D6B6B">
                    <a:alpha val="1557"/>
                  </a:srgbClr>
                </a:gs>
                <a:gs pos="100000">
                  <a:srgbClr val="6D6B6B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178887">
              <a:off x="2788490" y="2115129"/>
              <a:ext cx="570506" cy="60091"/>
            </a:xfrm>
            <a:prstGeom prst="ellipse">
              <a:avLst/>
            </a:prstGeom>
            <a:gradFill>
              <a:gsLst>
                <a:gs pos="0">
                  <a:srgbClr val="414445">
                    <a:alpha val="32968"/>
                  </a:srgbClr>
                </a:gs>
                <a:gs pos="14286">
                  <a:srgbClr val="414445">
                    <a:alpha val="30764"/>
                  </a:srgbClr>
                </a:gs>
                <a:gs pos="28571">
                  <a:srgbClr val="414445">
                    <a:alpha val="24833"/>
                  </a:srgbClr>
                </a:gs>
                <a:gs pos="42857">
                  <a:srgbClr val="414445">
                    <a:alpha val="17075"/>
                  </a:srgbClr>
                </a:gs>
                <a:gs pos="57143">
                  <a:srgbClr val="414445">
                    <a:alpha val="9855"/>
                  </a:srgbClr>
                </a:gs>
                <a:gs pos="71429">
                  <a:srgbClr val="414445">
                    <a:alpha val="4740"/>
                  </a:srgbClr>
                </a:gs>
                <a:gs pos="85714">
                  <a:srgbClr val="414445">
                    <a:alpha val="1902"/>
                  </a:srgbClr>
                </a:gs>
                <a:gs pos="100000">
                  <a:srgbClr val="4144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8534578">
              <a:off x="601014" y="3354160"/>
              <a:ext cx="612333" cy="540149"/>
            </a:xfrm>
            <a:prstGeom prst="ellipse">
              <a:avLst/>
            </a:prstGeom>
            <a:gradFill>
              <a:gsLst>
                <a:gs pos="0">
                  <a:srgbClr val="2F2F2E">
                    <a:alpha val="12453"/>
                  </a:srgbClr>
                </a:gs>
                <a:gs pos="14286">
                  <a:srgbClr val="2F2F2E">
                    <a:alpha val="11507"/>
                  </a:srgbClr>
                </a:gs>
                <a:gs pos="28571">
                  <a:srgbClr val="2F2F2E">
                    <a:alpha val="9055"/>
                  </a:srgbClr>
                </a:gs>
                <a:gs pos="42857">
                  <a:srgbClr val="2F2F2E">
                    <a:alpha val="6036"/>
                  </a:srgbClr>
                </a:gs>
                <a:gs pos="57143">
                  <a:srgbClr val="2F2F2E">
                    <a:alpha val="3391"/>
                  </a:srgbClr>
                </a:gs>
                <a:gs pos="71429">
                  <a:srgbClr val="2F2F2E">
                    <a:alpha val="1602"/>
                  </a:srgbClr>
                </a:gs>
                <a:gs pos="85714">
                  <a:srgbClr val="2F2F2E">
                    <a:alpha val="636"/>
                  </a:srgbClr>
                </a:gs>
                <a:gs pos="100000">
                  <a:srgbClr val="2F2F2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3223591">
              <a:off x="1023203" y="762445"/>
              <a:ext cx="663288" cy="516798"/>
            </a:xfrm>
            <a:prstGeom prst="ellipse">
              <a:avLst/>
            </a:prstGeom>
            <a:gradFill>
              <a:gsLst>
                <a:gs pos="0">
                  <a:srgbClr val="444645">
                    <a:alpha val="4719"/>
                  </a:srgbClr>
                </a:gs>
                <a:gs pos="14286">
                  <a:srgbClr val="444645">
                    <a:alpha val="4345"/>
                  </a:srgbClr>
                </a:gs>
                <a:gs pos="28571">
                  <a:srgbClr val="444645">
                    <a:alpha val="3391"/>
                  </a:srgbClr>
                </a:gs>
                <a:gs pos="42857">
                  <a:srgbClr val="444645">
                    <a:alpha val="2237"/>
                  </a:srgbClr>
                </a:gs>
                <a:gs pos="57143">
                  <a:srgbClr val="444645">
                    <a:alpha val="1246"/>
                  </a:srgbClr>
                </a:gs>
                <a:gs pos="71429">
                  <a:srgbClr val="444645">
                    <a:alpha val="585"/>
                  </a:srgbClr>
                </a:gs>
                <a:gs pos="85714">
                  <a:srgbClr val="444645">
                    <a:alpha val="232"/>
                  </a:srgbClr>
                </a:gs>
                <a:gs pos="100000">
                  <a:srgbClr val="444645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-10679037">
              <a:off x="-115556" y="2851654"/>
              <a:ext cx="571755" cy="510702"/>
            </a:xfrm>
            <a:prstGeom prst="ellipse">
              <a:avLst/>
            </a:prstGeom>
            <a:gradFill>
              <a:gsLst>
                <a:gs pos="0">
                  <a:srgbClr val="050100">
                    <a:alpha val="2323"/>
                  </a:srgbClr>
                </a:gs>
                <a:gs pos="14286">
                  <a:srgbClr val="050100">
                    <a:alpha val="2137"/>
                  </a:srgbClr>
                </a:gs>
                <a:gs pos="28571">
                  <a:srgbClr val="050100">
                    <a:alpha val="1663"/>
                  </a:srgbClr>
                </a:gs>
                <a:gs pos="42857">
                  <a:srgbClr val="050100">
                    <a:alpha val="1094"/>
                  </a:srgbClr>
                </a:gs>
                <a:gs pos="57143">
                  <a:srgbClr val="050100">
                    <a:alpha val="608"/>
                  </a:srgbClr>
                </a:gs>
                <a:gs pos="71429">
                  <a:srgbClr val="050100">
                    <a:alpha val="285"/>
                  </a:srgbClr>
                </a:gs>
                <a:gs pos="85714">
                  <a:srgbClr val="050100">
                    <a:alpha val="113"/>
                  </a:srgbClr>
                </a:gs>
                <a:gs pos="100000">
                  <a:srgbClr val="0501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10155486">
              <a:off x="216532" y="2943468"/>
              <a:ext cx="580467" cy="491437"/>
            </a:xfrm>
            <a:prstGeom prst="ellipse">
              <a:avLst/>
            </a:prstGeom>
            <a:gradFill>
              <a:gsLst>
                <a:gs pos="0">
                  <a:srgbClr val="040300">
                    <a:alpha val="2892"/>
                  </a:srgbClr>
                </a:gs>
                <a:gs pos="14286">
                  <a:srgbClr val="040300">
                    <a:alpha val="2661"/>
                  </a:srgbClr>
                </a:gs>
                <a:gs pos="28571">
                  <a:srgbClr val="040300">
                    <a:alpha val="2073"/>
                  </a:srgbClr>
                </a:gs>
                <a:gs pos="42857">
                  <a:srgbClr val="040300">
                    <a:alpha val="1364"/>
                  </a:srgbClr>
                </a:gs>
                <a:gs pos="57143">
                  <a:srgbClr val="040300">
                    <a:alpha val="758"/>
                  </a:srgbClr>
                </a:gs>
                <a:gs pos="71429">
                  <a:srgbClr val="040300">
                    <a:alpha val="356"/>
                  </a:srgbClr>
                </a:gs>
                <a:gs pos="85714">
                  <a:srgbClr val="040300">
                    <a:alpha val="141"/>
                  </a:srgbClr>
                </a:gs>
                <a:gs pos="100000">
                  <a:srgbClr val="0403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7659216">
              <a:off x="2773908" y="1793229"/>
              <a:ext cx="585525" cy="469420"/>
            </a:xfrm>
            <a:prstGeom prst="ellipse">
              <a:avLst/>
            </a:prstGeom>
            <a:gradFill>
              <a:gsLst>
                <a:gs pos="0">
                  <a:srgbClr val="575557">
                    <a:alpha val="18008"/>
                  </a:srgbClr>
                </a:gs>
                <a:gs pos="14286">
                  <a:srgbClr val="575557">
                    <a:alpha val="16680"/>
                  </a:srgbClr>
                </a:gs>
                <a:gs pos="28571">
                  <a:srgbClr val="575557">
                    <a:alpha val="13211"/>
                  </a:srgbClr>
                </a:gs>
                <a:gs pos="42857">
                  <a:srgbClr val="575557">
                    <a:alpha val="8875"/>
                  </a:srgbClr>
                </a:gs>
                <a:gs pos="57143">
                  <a:srgbClr val="575557">
                    <a:alpha val="5019"/>
                  </a:srgbClr>
                </a:gs>
                <a:gs pos="71429">
                  <a:srgbClr val="575557">
                    <a:alpha val="2382"/>
                  </a:srgbClr>
                </a:gs>
                <a:gs pos="85714">
                  <a:srgbClr val="575557">
                    <a:alpha val="949"/>
                  </a:srgbClr>
                </a:gs>
                <a:gs pos="100000">
                  <a:srgbClr val="575557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8529365">
              <a:off x="3049823" y="3022911"/>
              <a:ext cx="564118" cy="445184"/>
            </a:xfrm>
            <a:prstGeom prst="ellipse">
              <a:avLst/>
            </a:prstGeom>
            <a:gradFill>
              <a:gsLst>
                <a:gs pos="0">
                  <a:srgbClr val="808080">
                    <a:alpha val="5209"/>
                  </a:srgbClr>
                </a:gs>
                <a:gs pos="14286">
                  <a:srgbClr val="808080">
                    <a:alpha val="4798"/>
                  </a:srgbClr>
                </a:gs>
                <a:gs pos="28571">
                  <a:srgbClr val="808080">
                    <a:alpha val="3746"/>
                  </a:srgbClr>
                </a:gs>
                <a:gs pos="42857">
                  <a:srgbClr val="808080">
                    <a:alpha val="2473"/>
                  </a:srgbClr>
                </a:gs>
                <a:gs pos="57143">
                  <a:srgbClr val="808080">
                    <a:alpha val="1378"/>
                  </a:srgbClr>
                </a:gs>
                <a:gs pos="71429">
                  <a:srgbClr val="808080">
                    <a:alpha val="647"/>
                  </a:srgbClr>
                </a:gs>
                <a:gs pos="85714">
                  <a:srgbClr val="808080">
                    <a:alpha val="256"/>
                  </a:srgbClr>
                </a:gs>
                <a:gs pos="100000">
                  <a:srgbClr val="80808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5419032">
              <a:off x="1585817" y="2880740"/>
              <a:ext cx="521020" cy="63727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5492527">
              <a:off x="2062337" y="2272699"/>
              <a:ext cx="525518" cy="522209"/>
            </a:xfrm>
            <a:prstGeom prst="ellipse">
              <a:avLst/>
            </a:prstGeom>
            <a:gradFill>
              <a:gsLst>
                <a:gs pos="0">
                  <a:srgbClr val="464649">
                    <a:alpha val="1672"/>
                  </a:srgbClr>
                </a:gs>
                <a:gs pos="14286">
                  <a:srgbClr val="464649">
                    <a:alpha val="1538"/>
                  </a:srgbClr>
                </a:gs>
                <a:gs pos="28571">
                  <a:srgbClr val="464649">
                    <a:alpha val="1196"/>
                  </a:srgbClr>
                </a:gs>
                <a:gs pos="42857">
                  <a:srgbClr val="464649">
                    <a:alpha val="786"/>
                  </a:srgbClr>
                </a:gs>
                <a:gs pos="57143">
                  <a:srgbClr val="464649">
                    <a:alpha val="436"/>
                  </a:srgbClr>
                </a:gs>
                <a:gs pos="71429">
                  <a:srgbClr val="464649">
                    <a:alpha val="204"/>
                  </a:srgbClr>
                </a:gs>
                <a:gs pos="85714">
                  <a:srgbClr val="464649">
                    <a:alpha val="81"/>
                  </a:srgbClr>
                </a:gs>
                <a:gs pos="100000">
                  <a:srgbClr val="464649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5664878">
              <a:off x="2608103" y="1809934"/>
              <a:ext cx="594005" cy="415474"/>
            </a:xfrm>
            <a:prstGeom prst="ellipse">
              <a:avLst/>
            </a:prstGeom>
            <a:gradFill>
              <a:gsLst>
                <a:gs pos="0">
                  <a:srgbClr val="A1A2A2">
                    <a:alpha val="3900"/>
                  </a:srgbClr>
                </a:gs>
                <a:gs pos="14286">
                  <a:srgbClr val="A1A2A2">
                    <a:alpha val="3591"/>
                  </a:srgbClr>
                </a:gs>
                <a:gs pos="28571">
                  <a:srgbClr val="A1A2A2">
                    <a:alpha val="2799"/>
                  </a:srgbClr>
                </a:gs>
                <a:gs pos="42857">
                  <a:srgbClr val="A1A2A2">
                    <a:alpha val="1845"/>
                  </a:srgbClr>
                </a:gs>
                <a:gs pos="57143">
                  <a:srgbClr val="A1A2A2">
                    <a:alpha val="1027"/>
                  </a:srgbClr>
                </a:gs>
                <a:gs pos="71429">
                  <a:srgbClr val="A1A2A2">
                    <a:alpha val="482"/>
                  </a:srgbClr>
                </a:gs>
                <a:gs pos="85714">
                  <a:srgbClr val="A1A2A2">
                    <a:alpha val="191"/>
                  </a:srgbClr>
                </a:gs>
                <a:gs pos="100000">
                  <a:srgbClr val="A1A2A2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-8323055">
              <a:off x="2087030" y="670456"/>
              <a:ext cx="568098" cy="467228"/>
            </a:xfrm>
            <a:prstGeom prst="ellipse">
              <a:avLst/>
            </a:prstGeom>
            <a:gradFill>
              <a:gsLst>
                <a:gs pos="0">
                  <a:srgbClr val="444347">
                    <a:alpha val="6371"/>
                  </a:srgbClr>
                </a:gs>
                <a:gs pos="14286">
                  <a:srgbClr val="444347">
                    <a:alpha val="5871"/>
                  </a:srgbClr>
                </a:gs>
                <a:gs pos="28571">
                  <a:srgbClr val="444347">
                    <a:alpha val="4589"/>
                  </a:srgbClr>
                </a:gs>
                <a:gs pos="42857">
                  <a:srgbClr val="444347">
                    <a:alpha val="3034"/>
                  </a:srgbClr>
                </a:gs>
                <a:gs pos="57143">
                  <a:srgbClr val="444347">
                    <a:alpha val="1693"/>
                  </a:srgbClr>
                </a:gs>
                <a:gs pos="71429">
                  <a:srgbClr val="444347">
                    <a:alpha val="796"/>
                  </a:srgbClr>
                </a:gs>
                <a:gs pos="85714">
                  <a:srgbClr val="444347">
                    <a:alpha val="316"/>
                  </a:srgbClr>
                </a:gs>
                <a:gs pos="100000">
                  <a:srgbClr val="444347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4881840">
              <a:off x="2790115" y="692122"/>
              <a:ext cx="704737" cy="42979"/>
            </a:xfrm>
            <a:prstGeom prst="ellipse">
              <a:avLst/>
            </a:prstGeom>
            <a:gradFill>
              <a:gsLst>
                <a:gs pos="0">
                  <a:srgbClr val="DDDDDD">
                    <a:alpha val="32965"/>
                  </a:srgbClr>
                </a:gs>
                <a:gs pos="14286">
                  <a:srgbClr val="DDDDDD">
                    <a:alpha val="30761"/>
                  </a:srgbClr>
                </a:gs>
                <a:gs pos="28571">
                  <a:srgbClr val="DDDDDD">
                    <a:alpha val="24831"/>
                  </a:srgbClr>
                </a:gs>
                <a:gs pos="42857">
                  <a:srgbClr val="DDDDDD">
                    <a:alpha val="17074"/>
                  </a:srgbClr>
                </a:gs>
                <a:gs pos="57143">
                  <a:srgbClr val="DDDDDD">
                    <a:alpha val="9854"/>
                  </a:srgbClr>
                </a:gs>
                <a:gs pos="71429">
                  <a:srgbClr val="DDDDDD">
                    <a:alpha val="4740"/>
                  </a:srgbClr>
                </a:gs>
                <a:gs pos="85714">
                  <a:srgbClr val="DDDDDD">
                    <a:alpha val="1902"/>
                  </a:srgbClr>
                </a:gs>
                <a:gs pos="100000">
                  <a:srgbClr val="DDDD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4339051">
              <a:off x="698018" y="1917472"/>
              <a:ext cx="576990" cy="511260"/>
            </a:xfrm>
            <a:prstGeom prst="ellipse">
              <a:avLst/>
            </a:prstGeom>
            <a:gradFill>
              <a:gsLst>
                <a:gs pos="0">
                  <a:srgbClr val="000004">
                    <a:alpha val="2536"/>
                  </a:srgbClr>
                </a:gs>
                <a:gs pos="14286">
                  <a:srgbClr val="000004">
                    <a:alpha val="2333"/>
                  </a:srgbClr>
                </a:gs>
                <a:gs pos="28571">
                  <a:srgbClr val="000004">
                    <a:alpha val="1816"/>
                  </a:srgbClr>
                </a:gs>
                <a:gs pos="42857">
                  <a:srgbClr val="000004">
                    <a:alpha val="1195"/>
                  </a:srgbClr>
                </a:gs>
                <a:gs pos="57143">
                  <a:srgbClr val="000004">
                    <a:alpha val="664"/>
                  </a:srgbClr>
                </a:gs>
                <a:gs pos="71429">
                  <a:srgbClr val="000004">
                    <a:alpha val="311"/>
                  </a:srgbClr>
                </a:gs>
                <a:gs pos="85714">
                  <a:srgbClr val="000004">
                    <a:alpha val="123"/>
                  </a:srgbClr>
                </a:gs>
                <a:gs pos="100000">
                  <a:srgbClr val="000004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10335327">
              <a:off x="2444462" y="2670033"/>
              <a:ext cx="624158" cy="527356"/>
            </a:xfrm>
            <a:prstGeom prst="ellipse">
              <a:avLst/>
            </a:prstGeom>
            <a:gradFill>
              <a:gsLst>
                <a:gs pos="0">
                  <a:srgbClr val="000300">
                    <a:alpha val="2172"/>
                  </a:srgbClr>
                </a:gs>
                <a:gs pos="14286">
                  <a:srgbClr val="000300">
                    <a:alpha val="1998"/>
                  </a:srgbClr>
                </a:gs>
                <a:gs pos="28571">
                  <a:srgbClr val="000300">
                    <a:alpha val="1555"/>
                  </a:srgbClr>
                </a:gs>
                <a:gs pos="42857">
                  <a:srgbClr val="000300">
                    <a:alpha val="1023"/>
                  </a:srgbClr>
                </a:gs>
                <a:gs pos="57143">
                  <a:srgbClr val="000300">
                    <a:alpha val="568"/>
                  </a:srgbClr>
                </a:gs>
                <a:gs pos="71429">
                  <a:srgbClr val="000300">
                    <a:alpha val="266"/>
                  </a:srgbClr>
                </a:gs>
                <a:gs pos="85714">
                  <a:srgbClr val="000300">
                    <a:alpha val="105"/>
                  </a:srgbClr>
                </a:gs>
                <a:gs pos="100000">
                  <a:srgbClr val="000300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2829134">
              <a:off x="1804503" y="82999"/>
              <a:ext cx="514905" cy="420108"/>
            </a:xfrm>
            <a:prstGeom prst="ellipse">
              <a:avLst/>
            </a:prstGeom>
            <a:gradFill>
              <a:gsLst>
                <a:gs pos="0">
                  <a:srgbClr val="5A595B">
                    <a:alpha val="30105"/>
                  </a:srgbClr>
                </a:gs>
                <a:gs pos="14286">
                  <a:srgbClr val="5A595B">
                    <a:alpha val="28051"/>
                  </a:srgbClr>
                </a:gs>
                <a:gs pos="28571">
                  <a:srgbClr val="5A595B">
                    <a:alpha val="22556"/>
                  </a:srgbClr>
                </a:gs>
                <a:gs pos="42857">
                  <a:srgbClr val="5A595B">
                    <a:alpha val="15436"/>
                  </a:srgbClr>
                </a:gs>
                <a:gs pos="57143">
                  <a:srgbClr val="5A595B">
                    <a:alpha val="8872"/>
                  </a:srgbClr>
                </a:gs>
                <a:gs pos="71429">
                  <a:srgbClr val="5A595B">
                    <a:alpha val="4255"/>
                  </a:srgbClr>
                </a:gs>
                <a:gs pos="85714">
                  <a:srgbClr val="5A595B">
                    <a:alpha val="1705"/>
                  </a:srgbClr>
                </a:gs>
                <a:gs pos="100000">
                  <a:srgbClr val="5A595B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-8459640">
              <a:off x="1276339" y="2028693"/>
              <a:ext cx="612085" cy="537026"/>
            </a:xfrm>
            <a:prstGeom prst="ellipse">
              <a:avLst/>
            </a:prstGeom>
            <a:gradFill>
              <a:gsLst>
                <a:gs pos="0">
                  <a:srgbClr val="0F0006">
                    <a:alpha val="3224"/>
                  </a:srgbClr>
                </a:gs>
                <a:gs pos="14286">
                  <a:srgbClr val="0F0006">
                    <a:alpha val="2967"/>
                  </a:srgbClr>
                </a:gs>
                <a:gs pos="28571">
                  <a:srgbClr val="0F0006">
                    <a:alpha val="2312"/>
                  </a:srgbClr>
                </a:gs>
                <a:gs pos="42857">
                  <a:srgbClr val="0F0006">
                    <a:alpha val="1522"/>
                  </a:srgbClr>
                </a:gs>
                <a:gs pos="57143">
                  <a:srgbClr val="0F0006">
                    <a:alpha val="846"/>
                  </a:srgbClr>
                </a:gs>
                <a:gs pos="71429">
                  <a:srgbClr val="0F0006">
                    <a:alpha val="397"/>
                  </a:srgbClr>
                </a:gs>
                <a:gs pos="85714">
                  <a:srgbClr val="0F0006">
                    <a:alpha val="157"/>
                  </a:srgbClr>
                </a:gs>
                <a:gs pos="100000">
                  <a:srgbClr val="0F0006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5730023">
              <a:off x="2697001" y="3261740"/>
              <a:ext cx="548548" cy="526004"/>
            </a:xfrm>
            <a:prstGeom prst="ellipse">
              <a:avLst/>
            </a:prstGeom>
            <a:gradFill>
              <a:gsLst>
                <a:gs pos="0">
                  <a:srgbClr val="424341">
                    <a:alpha val="2023"/>
                  </a:srgbClr>
                </a:gs>
                <a:gs pos="14286">
                  <a:srgbClr val="424341">
                    <a:alpha val="1861"/>
                  </a:srgbClr>
                </a:gs>
                <a:gs pos="28571">
                  <a:srgbClr val="424341">
                    <a:alpha val="1448"/>
                  </a:srgbClr>
                </a:gs>
                <a:gs pos="42857">
                  <a:srgbClr val="424341">
                    <a:alpha val="952"/>
                  </a:srgbClr>
                </a:gs>
                <a:gs pos="57143">
                  <a:srgbClr val="424341">
                    <a:alpha val="529"/>
                  </a:srgbClr>
                </a:gs>
                <a:gs pos="71429">
                  <a:srgbClr val="424341">
                    <a:alpha val="248"/>
                  </a:srgbClr>
                </a:gs>
                <a:gs pos="85714">
                  <a:srgbClr val="424341">
                    <a:alpha val="98"/>
                  </a:srgbClr>
                </a:gs>
                <a:gs pos="100000">
                  <a:srgbClr val="424341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5527367">
              <a:off x="713316" y="3077276"/>
              <a:ext cx="549103" cy="76250"/>
            </a:xfrm>
            <a:prstGeom prst="ellipse">
              <a:avLst/>
            </a:prstGeom>
            <a:gradFill>
              <a:gsLst>
                <a:gs pos="0">
                  <a:srgbClr val="E7E8E8">
                    <a:alpha val="32968"/>
                  </a:srgbClr>
                </a:gs>
                <a:gs pos="14286">
                  <a:srgbClr val="E7E8E8">
                    <a:alpha val="30764"/>
                  </a:srgbClr>
                </a:gs>
                <a:gs pos="28571">
                  <a:srgbClr val="E7E8E8">
                    <a:alpha val="24833"/>
                  </a:srgbClr>
                </a:gs>
                <a:gs pos="42857">
                  <a:srgbClr val="E7E8E8">
                    <a:alpha val="17075"/>
                  </a:srgbClr>
                </a:gs>
                <a:gs pos="57143">
                  <a:srgbClr val="E7E8E8">
                    <a:alpha val="9855"/>
                  </a:srgbClr>
                </a:gs>
                <a:gs pos="71429">
                  <a:srgbClr val="E7E8E8">
                    <a:alpha val="4740"/>
                  </a:srgbClr>
                </a:gs>
                <a:gs pos="85714">
                  <a:srgbClr val="E7E8E8">
                    <a:alpha val="1902"/>
                  </a:srgbClr>
                </a:gs>
                <a:gs pos="100000">
                  <a:srgbClr val="E7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-9372292">
              <a:off x="679261" y="1791646"/>
              <a:ext cx="555843" cy="488133"/>
            </a:xfrm>
            <a:prstGeom prst="ellipse">
              <a:avLst/>
            </a:prstGeom>
            <a:gradFill>
              <a:gsLst>
                <a:gs pos="0">
                  <a:srgbClr val="000204">
                    <a:alpha val="4110"/>
                  </a:srgbClr>
                </a:gs>
                <a:gs pos="14286">
                  <a:srgbClr val="000204">
                    <a:alpha val="3784"/>
                  </a:srgbClr>
                </a:gs>
                <a:gs pos="28571">
                  <a:srgbClr val="000204">
                    <a:alpha val="2950"/>
                  </a:srgbClr>
                </a:gs>
                <a:gs pos="42857">
                  <a:srgbClr val="000204">
                    <a:alpha val="1945"/>
                  </a:srgbClr>
                </a:gs>
                <a:gs pos="57143">
                  <a:srgbClr val="000204">
                    <a:alpha val="1083"/>
                  </a:srgbClr>
                </a:gs>
                <a:gs pos="71429">
                  <a:srgbClr val="000204">
                    <a:alpha val="508"/>
                  </a:srgbClr>
                </a:gs>
                <a:gs pos="85714">
                  <a:srgbClr val="000204">
                    <a:alpha val="201"/>
                  </a:srgbClr>
                </a:gs>
                <a:gs pos="100000">
                  <a:srgbClr val="000204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8585731">
              <a:off x="822020" y="-209496"/>
              <a:ext cx="568525" cy="529979"/>
            </a:xfrm>
            <a:prstGeom prst="ellipse">
              <a:avLst/>
            </a:prstGeom>
            <a:gradFill>
              <a:gsLst>
                <a:gs pos="0">
                  <a:srgbClr val="656363">
                    <a:alpha val="4739"/>
                  </a:srgbClr>
                </a:gs>
                <a:gs pos="14286">
                  <a:srgbClr val="656363">
                    <a:alpha val="4364"/>
                  </a:srgbClr>
                </a:gs>
                <a:gs pos="28571">
                  <a:srgbClr val="656363">
                    <a:alpha val="3405"/>
                  </a:srgbClr>
                </a:gs>
                <a:gs pos="42857">
                  <a:srgbClr val="656363">
                    <a:alpha val="2247"/>
                  </a:srgbClr>
                </a:gs>
                <a:gs pos="57143">
                  <a:srgbClr val="656363">
                    <a:alpha val="1251"/>
                  </a:srgbClr>
                </a:gs>
                <a:gs pos="71429">
                  <a:srgbClr val="656363">
                    <a:alpha val="588"/>
                  </a:srgbClr>
                </a:gs>
                <a:gs pos="85714">
                  <a:srgbClr val="656363">
                    <a:alpha val="233"/>
                  </a:srgbClr>
                </a:gs>
                <a:gs pos="100000">
                  <a:srgbClr val="656363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088728">
              <a:off x="-264847" y="-247812"/>
              <a:ext cx="590065" cy="557184"/>
            </a:xfrm>
            <a:prstGeom prst="ellipse">
              <a:avLst/>
            </a:prstGeom>
            <a:gradFill>
              <a:gsLst>
                <a:gs pos="0">
                  <a:srgbClr val="413D3B">
                    <a:alpha val="2884"/>
                  </a:srgbClr>
                </a:gs>
                <a:gs pos="14286">
                  <a:srgbClr val="413D3B">
                    <a:alpha val="2653"/>
                  </a:srgbClr>
                </a:gs>
                <a:gs pos="28571">
                  <a:srgbClr val="413D3B">
                    <a:alpha val="2066"/>
                  </a:srgbClr>
                </a:gs>
                <a:gs pos="42857">
                  <a:srgbClr val="413D3B">
                    <a:alpha val="1360"/>
                  </a:srgbClr>
                </a:gs>
                <a:gs pos="57143">
                  <a:srgbClr val="413D3B">
                    <a:alpha val="756"/>
                  </a:srgbClr>
                </a:gs>
                <a:gs pos="71429">
                  <a:srgbClr val="413D3B">
                    <a:alpha val="355"/>
                  </a:srgbClr>
                </a:gs>
                <a:gs pos="85714">
                  <a:srgbClr val="413D3B">
                    <a:alpha val="140"/>
                  </a:srgbClr>
                </a:gs>
                <a:gs pos="100000">
                  <a:srgbClr val="413D3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6869023">
              <a:off x="1303083" y="1352681"/>
              <a:ext cx="614840" cy="522932"/>
            </a:xfrm>
            <a:prstGeom prst="ellipse">
              <a:avLst/>
            </a:prstGeom>
            <a:gradFill>
              <a:gsLst>
                <a:gs pos="0">
                  <a:srgbClr val="141012">
                    <a:alpha val="2967"/>
                  </a:srgbClr>
                </a:gs>
                <a:gs pos="14286">
                  <a:srgbClr val="141012">
                    <a:alpha val="2730"/>
                  </a:srgbClr>
                </a:gs>
                <a:gs pos="28571">
                  <a:srgbClr val="141012">
                    <a:alpha val="2126"/>
                  </a:srgbClr>
                </a:gs>
                <a:gs pos="42857">
                  <a:srgbClr val="141012">
                    <a:alpha val="1400"/>
                  </a:srgbClr>
                </a:gs>
                <a:gs pos="57143">
                  <a:srgbClr val="141012">
                    <a:alpha val="778"/>
                  </a:srgbClr>
                </a:gs>
                <a:gs pos="71429">
                  <a:srgbClr val="141012">
                    <a:alpha val="365"/>
                  </a:srgbClr>
                </a:gs>
                <a:gs pos="85714">
                  <a:srgbClr val="141012">
                    <a:alpha val="144"/>
                  </a:srgbClr>
                </a:gs>
                <a:gs pos="100000">
                  <a:srgbClr val="141012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5098740">
              <a:off x="1817096" y="667464"/>
              <a:ext cx="450216" cy="45575"/>
            </a:xfrm>
            <a:prstGeom prst="ellipse">
              <a:avLst/>
            </a:prstGeom>
            <a:gradFill>
              <a:gsLst>
                <a:gs pos="0">
                  <a:srgbClr val="E3E4E3">
                    <a:alpha val="29631"/>
                  </a:srgbClr>
                </a:gs>
                <a:gs pos="14286">
                  <a:srgbClr val="E3E4E3">
                    <a:alpha val="27602"/>
                  </a:srgbClr>
                </a:gs>
                <a:gs pos="28571">
                  <a:srgbClr val="E3E4E3">
                    <a:alpha val="22181"/>
                  </a:srgbClr>
                </a:gs>
                <a:gs pos="42857">
                  <a:srgbClr val="E3E4E3">
                    <a:alpha val="15168"/>
                  </a:srgbClr>
                </a:gs>
                <a:gs pos="57143">
                  <a:srgbClr val="E3E4E3">
                    <a:alpha val="8712"/>
                  </a:srgbClr>
                </a:gs>
                <a:gs pos="71429">
                  <a:srgbClr val="E3E4E3">
                    <a:alpha val="4177"/>
                  </a:srgbClr>
                </a:gs>
                <a:gs pos="85714">
                  <a:srgbClr val="E3E4E3">
                    <a:alpha val="1673"/>
                  </a:srgbClr>
                </a:gs>
                <a:gs pos="100000">
                  <a:srgbClr val="E3E4E3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5346549">
              <a:off x="1515252" y="596598"/>
              <a:ext cx="561513" cy="534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7899721">
              <a:off x="1194962" y="546507"/>
              <a:ext cx="551734" cy="121148"/>
            </a:xfrm>
            <a:prstGeom prst="ellipse">
              <a:avLst/>
            </a:prstGeom>
            <a:gradFill>
              <a:gsLst>
                <a:gs pos="0">
                  <a:srgbClr val="605F5E">
                    <a:alpha val="17143"/>
                  </a:srgbClr>
                </a:gs>
                <a:gs pos="14286">
                  <a:srgbClr val="605F5E">
                    <a:alpha val="15873"/>
                  </a:srgbClr>
                </a:gs>
                <a:gs pos="28571">
                  <a:srgbClr val="605F5E">
                    <a:alpha val="12559"/>
                  </a:srgbClr>
                </a:gs>
                <a:gs pos="42857">
                  <a:srgbClr val="605F5E">
                    <a:alpha val="8427"/>
                  </a:srgbClr>
                </a:gs>
                <a:gs pos="57143">
                  <a:srgbClr val="605F5E">
                    <a:alpha val="4761"/>
                  </a:srgbClr>
                </a:gs>
                <a:gs pos="71429">
                  <a:srgbClr val="605F5E">
                    <a:alpha val="2257"/>
                  </a:srgbClr>
                </a:gs>
                <a:gs pos="85714">
                  <a:srgbClr val="605F5E">
                    <a:alpha val="899"/>
                  </a:srgbClr>
                </a:gs>
                <a:gs pos="100000">
                  <a:srgbClr val="605F5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9140443">
              <a:off x="2698662" y="1458063"/>
              <a:ext cx="637592" cy="544454"/>
            </a:xfrm>
            <a:prstGeom prst="ellipse">
              <a:avLst/>
            </a:prstGeom>
            <a:gradFill>
              <a:gsLst>
                <a:gs pos="0">
                  <a:srgbClr val="A4A4A3">
                    <a:alpha val="1237"/>
                  </a:srgbClr>
                </a:gs>
                <a:gs pos="14286">
                  <a:srgbClr val="A4A4A3">
                    <a:alpha val="1137"/>
                  </a:srgbClr>
                </a:gs>
                <a:gs pos="28571">
                  <a:srgbClr val="A4A4A3">
                    <a:alpha val="884"/>
                  </a:srgbClr>
                </a:gs>
                <a:gs pos="42857">
                  <a:srgbClr val="A4A4A3">
                    <a:alpha val="581"/>
                  </a:srgbClr>
                </a:gs>
                <a:gs pos="57143">
                  <a:srgbClr val="A4A4A3">
                    <a:alpha val="322"/>
                  </a:srgbClr>
                </a:gs>
                <a:gs pos="71429">
                  <a:srgbClr val="A4A4A3">
                    <a:alpha val="151"/>
                  </a:srgbClr>
                </a:gs>
                <a:gs pos="85714">
                  <a:srgbClr val="A4A4A3">
                    <a:alpha val="60"/>
                  </a:srgbClr>
                </a:gs>
                <a:gs pos="100000">
                  <a:srgbClr val="A4A4A3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-8916593">
              <a:off x="752669" y="2536617"/>
              <a:ext cx="602882" cy="536182"/>
            </a:xfrm>
            <a:prstGeom prst="ellipse">
              <a:avLst/>
            </a:prstGeom>
            <a:gradFill>
              <a:gsLst>
                <a:gs pos="0">
                  <a:srgbClr val="424344">
                    <a:alpha val="3720"/>
                  </a:srgbClr>
                </a:gs>
                <a:gs pos="14286">
                  <a:srgbClr val="424344">
                    <a:alpha val="3424"/>
                  </a:srgbClr>
                </a:gs>
                <a:gs pos="28571">
                  <a:srgbClr val="424344">
                    <a:alpha val="2669"/>
                  </a:srgbClr>
                </a:gs>
                <a:gs pos="42857">
                  <a:srgbClr val="424344">
                    <a:alpha val="1759"/>
                  </a:srgbClr>
                </a:gs>
                <a:gs pos="57143">
                  <a:srgbClr val="424344">
                    <a:alpha val="978"/>
                  </a:srgbClr>
                </a:gs>
                <a:gs pos="71429">
                  <a:srgbClr val="424344">
                    <a:alpha val="459"/>
                  </a:srgbClr>
                </a:gs>
                <a:gs pos="85714">
                  <a:srgbClr val="424344">
                    <a:alpha val="182"/>
                  </a:srgbClr>
                </a:gs>
                <a:gs pos="100000">
                  <a:srgbClr val="424344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4809171">
              <a:off x="2769436" y="1290473"/>
              <a:ext cx="994419" cy="277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10739878">
              <a:off x="1923258" y="2942456"/>
              <a:ext cx="542605" cy="461626"/>
            </a:xfrm>
            <a:prstGeom prst="ellipse">
              <a:avLst/>
            </a:prstGeom>
            <a:gradFill>
              <a:gsLst>
                <a:gs pos="0">
                  <a:srgbClr val="6F6E6F">
                    <a:alpha val="8428"/>
                  </a:srgbClr>
                </a:gs>
                <a:gs pos="14286">
                  <a:srgbClr val="6F6E6F">
                    <a:alpha val="7773"/>
                  </a:srgbClr>
                </a:gs>
                <a:gs pos="28571">
                  <a:srgbClr val="6F6E6F">
                    <a:alpha val="6090"/>
                  </a:srgbClr>
                </a:gs>
                <a:gs pos="42857">
                  <a:srgbClr val="6F6E6F">
                    <a:alpha val="4037"/>
                  </a:srgbClr>
                </a:gs>
                <a:gs pos="57143">
                  <a:srgbClr val="6F6E6F">
                    <a:alpha val="2258"/>
                  </a:srgbClr>
                </a:gs>
                <a:gs pos="71429">
                  <a:srgbClr val="6F6E6F">
                    <a:alpha val="1063"/>
                  </a:srgbClr>
                </a:gs>
                <a:gs pos="85714">
                  <a:srgbClr val="6F6E6F">
                    <a:alpha val="422"/>
                  </a:srgbClr>
                </a:gs>
                <a:gs pos="100000">
                  <a:srgbClr val="6F6E6F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10628855">
              <a:off x="2618910" y="301859"/>
              <a:ext cx="285046" cy="424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5887640">
              <a:off x="-136512" y="767053"/>
              <a:ext cx="625278" cy="54437"/>
            </a:xfrm>
            <a:prstGeom prst="ellipse">
              <a:avLst/>
            </a:prstGeom>
            <a:gradFill>
              <a:gsLst>
                <a:gs pos="0">
                  <a:srgbClr val="F0EFF0">
                    <a:alpha val="32968"/>
                  </a:srgbClr>
                </a:gs>
                <a:gs pos="14286">
                  <a:srgbClr val="F0EFF0">
                    <a:alpha val="30764"/>
                  </a:srgbClr>
                </a:gs>
                <a:gs pos="28571">
                  <a:srgbClr val="F0EFF0">
                    <a:alpha val="24833"/>
                  </a:srgbClr>
                </a:gs>
                <a:gs pos="42857">
                  <a:srgbClr val="F0EFF0">
                    <a:alpha val="17075"/>
                  </a:srgbClr>
                </a:gs>
                <a:gs pos="57143">
                  <a:srgbClr val="F0EFF0">
                    <a:alpha val="9855"/>
                  </a:srgbClr>
                </a:gs>
                <a:gs pos="71429">
                  <a:srgbClr val="F0EFF0">
                    <a:alpha val="4740"/>
                  </a:srgbClr>
                </a:gs>
                <a:gs pos="85714">
                  <a:srgbClr val="F0EFF0">
                    <a:alpha val="1902"/>
                  </a:srgbClr>
                </a:gs>
                <a:gs pos="100000">
                  <a:srgbClr val="F0E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5433769">
              <a:off x="595939" y="1559360"/>
              <a:ext cx="434253" cy="59679"/>
            </a:xfrm>
            <a:prstGeom prst="ellipse">
              <a:avLst/>
            </a:prstGeom>
            <a:gradFill>
              <a:gsLst>
                <a:gs pos="0">
                  <a:srgbClr val="F7F7F7">
                    <a:alpha val="32921"/>
                  </a:srgbClr>
                </a:gs>
                <a:gs pos="14286">
                  <a:srgbClr val="F7F7F7">
                    <a:alpha val="30719"/>
                  </a:srgbClr>
                </a:gs>
                <a:gs pos="28571">
                  <a:srgbClr val="F7F7F7">
                    <a:alpha val="24795"/>
                  </a:srgbClr>
                </a:gs>
                <a:gs pos="42857">
                  <a:srgbClr val="F7F7F7">
                    <a:alpha val="17048"/>
                  </a:srgbClr>
                </a:gs>
                <a:gs pos="57143">
                  <a:srgbClr val="F7F7F7">
                    <a:alpha val="9838"/>
                  </a:srgbClr>
                </a:gs>
                <a:gs pos="71429">
                  <a:srgbClr val="F7F7F7">
                    <a:alpha val="4732"/>
                  </a:srgbClr>
                </a:gs>
                <a:gs pos="85714">
                  <a:srgbClr val="F7F7F7">
                    <a:alpha val="1899"/>
                  </a:srgbClr>
                </a:gs>
                <a:gs pos="100000">
                  <a:srgbClr val="F7F7F7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5233690">
              <a:off x="2053830" y="1745741"/>
              <a:ext cx="556744" cy="70966"/>
            </a:xfrm>
            <a:prstGeom prst="ellipse">
              <a:avLst/>
            </a:prstGeom>
            <a:gradFill>
              <a:gsLst>
                <a:gs pos="0">
                  <a:srgbClr val="FDFDFE">
                    <a:alpha val="24793"/>
                  </a:srgbClr>
                </a:gs>
                <a:gs pos="14286">
                  <a:srgbClr val="FDFDFE">
                    <a:alpha val="23039"/>
                  </a:srgbClr>
                </a:gs>
                <a:gs pos="28571">
                  <a:srgbClr val="FDFDFE">
                    <a:alpha val="18399"/>
                  </a:srgbClr>
                </a:gs>
                <a:gs pos="42857">
                  <a:srgbClr val="FDFDFE">
                    <a:alpha val="12486"/>
                  </a:srgbClr>
                </a:gs>
                <a:gs pos="57143">
                  <a:srgbClr val="FDFDFE">
                    <a:alpha val="7124"/>
                  </a:srgbClr>
                </a:gs>
                <a:gs pos="71429">
                  <a:srgbClr val="FDFDFE">
                    <a:alpha val="3400"/>
                  </a:srgbClr>
                </a:gs>
                <a:gs pos="85714">
                  <a:srgbClr val="FDFDFE">
                    <a:alpha val="1359"/>
                  </a:srgbClr>
                </a:gs>
                <a:gs pos="100000">
                  <a:srgbClr val="FDFDFE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4842027">
              <a:off x="3134999" y="2343267"/>
              <a:ext cx="572943" cy="53490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4873764">
              <a:off x="2796611" y="1796736"/>
              <a:ext cx="565611" cy="51407"/>
            </a:xfrm>
            <a:prstGeom prst="ellipse">
              <a:avLst/>
            </a:prstGeom>
            <a:gradFill>
              <a:gsLst>
                <a:gs pos="0">
                  <a:srgbClr val="EFF0EF">
                    <a:alpha val="32968"/>
                  </a:srgbClr>
                </a:gs>
                <a:gs pos="14286">
                  <a:srgbClr val="EFF0EF">
                    <a:alpha val="30764"/>
                  </a:srgbClr>
                </a:gs>
                <a:gs pos="28571">
                  <a:srgbClr val="EFF0EF">
                    <a:alpha val="24833"/>
                  </a:srgbClr>
                </a:gs>
                <a:gs pos="42857">
                  <a:srgbClr val="EFF0EF">
                    <a:alpha val="17075"/>
                  </a:srgbClr>
                </a:gs>
                <a:gs pos="57143">
                  <a:srgbClr val="EFF0EF">
                    <a:alpha val="9855"/>
                  </a:srgbClr>
                </a:gs>
                <a:gs pos="71429">
                  <a:srgbClr val="EFF0EF">
                    <a:alpha val="4740"/>
                  </a:srgbClr>
                </a:gs>
                <a:gs pos="85714">
                  <a:srgbClr val="EFF0EF">
                    <a:alpha val="1902"/>
                  </a:srgbClr>
                </a:gs>
                <a:gs pos="100000">
                  <a:srgbClr val="EF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5131644">
              <a:off x="2822378" y="3470627"/>
              <a:ext cx="424142" cy="47569"/>
            </a:xfrm>
            <a:prstGeom prst="ellipse">
              <a:avLst/>
            </a:prstGeom>
            <a:gradFill>
              <a:gsLst>
                <a:gs pos="0">
                  <a:srgbClr val="B2B3B3">
                    <a:alpha val="32968"/>
                  </a:srgbClr>
                </a:gs>
                <a:gs pos="14286">
                  <a:srgbClr val="B2B3B3">
                    <a:alpha val="30764"/>
                  </a:srgbClr>
                </a:gs>
                <a:gs pos="28571">
                  <a:srgbClr val="B2B3B3">
                    <a:alpha val="24833"/>
                  </a:srgbClr>
                </a:gs>
                <a:gs pos="42857">
                  <a:srgbClr val="B2B3B3">
                    <a:alpha val="17075"/>
                  </a:srgbClr>
                </a:gs>
                <a:gs pos="57143">
                  <a:srgbClr val="B2B3B3">
                    <a:alpha val="9855"/>
                  </a:srgbClr>
                </a:gs>
                <a:gs pos="71429">
                  <a:srgbClr val="B2B3B3">
                    <a:alpha val="4740"/>
                  </a:srgbClr>
                </a:gs>
                <a:gs pos="85714">
                  <a:srgbClr val="B2B3B3">
                    <a:alpha val="1902"/>
                  </a:srgbClr>
                </a:gs>
                <a:gs pos="100000">
                  <a:srgbClr val="B2B3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173172">
              <a:off x="1547766" y="3182654"/>
              <a:ext cx="611497" cy="69539"/>
            </a:xfrm>
            <a:prstGeom prst="ellipse">
              <a:avLst/>
            </a:prstGeom>
            <a:gradFill>
              <a:gsLst>
                <a:gs pos="0">
                  <a:srgbClr val="F7F8F8">
                    <a:alpha val="32968"/>
                  </a:srgbClr>
                </a:gs>
                <a:gs pos="14286">
                  <a:srgbClr val="F7F8F8">
                    <a:alpha val="30764"/>
                  </a:srgbClr>
                </a:gs>
                <a:gs pos="28571">
                  <a:srgbClr val="F7F8F8">
                    <a:alpha val="24833"/>
                  </a:srgbClr>
                </a:gs>
                <a:gs pos="42857">
                  <a:srgbClr val="F7F8F8">
                    <a:alpha val="17075"/>
                  </a:srgbClr>
                </a:gs>
                <a:gs pos="57143">
                  <a:srgbClr val="F7F8F8">
                    <a:alpha val="9855"/>
                  </a:srgbClr>
                </a:gs>
                <a:gs pos="71429">
                  <a:srgbClr val="F7F8F8">
                    <a:alpha val="4740"/>
                  </a:srgbClr>
                </a:gs>
                <a:gs pos="85714">
                  <a:srgbClr val="F7F8F8">
                    <a:alpha val="1902"/>
                  </a:srgbClr>
                </a:gs>
                <a:gs pos="100000">
                  <a:srgbClr val="F7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5594582">
              <a:off x="750201" y="2859684"/>
              <a:ext cx="503827" cy="63040"/>
            </a:xfrm>
            <a:prstGeom prst="ellipse">
              <a:avLst/>
            </a:prstGeom>
            <a:gradFill>
              <a:gsLst>
                <a:gs pos="0">
                  <a:srgbClr val="E6E5E5">
                    <a:alpha val="32968"/>
                  </a:srgbClr>
                </a:gs>
                <a:gs pos="14286">
                  <a:srgbClr val="E6E5E5">
                    <a:alpha val="30764"/>
                  </a:srgbClr>
                </a:gs>
                <a:gs pos="28571">
                  <a:srgbClr val="E6E5E5">
                    <a:alpha val="24833"/>
                  </a:srgbClr>
                </a:gs>
                <a:gs pos="42857">
                  <a:srgbClr val="E6E5E5">
                    <a:alpha val="17075"/>
                  </a:srgbClr>
                </a:gs>
                <a:gs pos="57143">
                  <a:srgbClr val="E6E5E5">
                    <a:alpha val="9855"/>
                  </a:srgbClr>
                </a:gs>
                <a:gs pos="71429">
                  <a:srgbClr val="E6E5E5">
                    <a:alpha val="4740"/>
                  </a:srgbClr>
                </a:gs>
                <a:gs pos="85714">
                  <a:srgbClr val="E6E5E5">
                    <a:alpha val="1902"/>
                  </a:srgbClr>
                </a:gs>
                <a:gs pos="100000">
                  <a:srgbClr val="E6E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10365941">
              <a:off x="3139144" y="2330880"/>
              <a:ext cx="355686" cy="58232"/>
            </a:xfrm>
            <a:prstGeom prst="ellipse">
              <a:avLst/>
            </a:prstGeom>
            <a:gradFill>
              <a:gsLst>
                <a:gs pos="0">
                  <a:srgbClr val="EAEAEA">
                    <a:alpha val="32968"/>
                  </a:srgbClr>
                </a:gs>
                <a:gs pos="14286">
                  <a:srgbClr val="EAEAEA">
                    <a:alpha val="30764"/>
                  </a:srgbClr>
                </a:gs>
                <a:gs pos="28571">
                  <a:srgbClr val="EAEAEA">
                    <a:alpha val="24833"/>
                  </a:srgbClr>
                </a:gs>
                <a:gs pos="42857">
                  <a:srgbClr val="EAEAEA">
                    <a:alpha val="17075"/>
                  </a:srgbClr>
                </a:gs>
                <a:gs pos="57143">
                  <a:srgbClr val="EAEAEA">
                    <a:alpha val="9855"/>
                  </a:srgbClr>
                </a:gs>
                <a:gs pos="71429">
                  <a:srgbClr val="EAEAEA">
                    <a:alpha val="4740"/>
                  </a:srgbClr>
                </a:gs>
                <a:gs pos="85714">
                  <a:srgbClr val="EAEAEA">
                    <a:alpha val="1902"/>
                  </a:srgbClr>
                </a:gs>
                <a:gs pos="100000">
                  <a:srgbClr val="EAEA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5114418">
              <a:off x="1916260" y="7879"/>
              <a:ext cx="165662" cy="46452"/>
            </a:xfrm>
            <a:prstGeom prst="ellipse">
              <a:avLst/>
            </a:prstGeom>
            <a:gradFill>
              <a:gsLst>
                <a:gs pos="0">
                  <a:srgbClr val="F0EFF0">
                    <a:alpha val="32968"/>
                  </a:srgbClr>
                </a:gs>
                <a:gs pos="14286">
                  <a:srgbClr val="F0EFF0">
                    <a:alpha val="30764"/>
                  </a:srgbClr>
                </a:gs>
                <a:gs pos="28571">
                  <a:srgbClr val="F0EFF0">
                    <a:alpha val="24833"/>
                  </a:srgbClr>
                </a:gs>
                <a:gs pos="42857">
                  <a:srgbClr val="F0EFF0">
                    <a:alpha val="17075"/>
                  </a:srgbClr>
                </a:gs>
                <a:gs pos="57143">
                  <a:srgbClr val="F0EFF0">
                    <a:alpha val="9855"/>
                  </a:srgbClr>
                </a:gs>
                <a:gs pos="71429">
                  <a:srgbClr val="F0EFF0">
                    <a:alpha val="4740"/>
                  </a:srgbClr>
                </a:gs>
                <a:gs pos="85714">
                  <a:srgbClr val="F0EFF0">
                    <a:alpha val="1902"/>
                  </a:srgbClr>
                </a:gs>
                <a:gs pos="100000">
                  <a:srgbClr val="F0E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10726001">
              <a:off x="313128" y="3213439"/>
              <a:ext cx="466986" cy="79302"/>
            </a:xfrm>
            <a:prstGeom prst="ellipse">
              <a:avLst/>
            </a:prstGeom>
            <a:gradFill>
              <a:gsLst>
                <a:gs pos="0">
                  <a:srgbClr val="CECECE">
                    <a:alpha val="32968"/>
                  </a:srgbClr>
                </a:gs>
                <a:gs pos="14286">
                  <a:srgbClr val="CECECE">
                    <a:alpha val="30764"/>
                  </a:srgbClr>
                </a:gs>
                <a:gs pos="28571">
                  <a:srgbClr val="CECECE">
                    <a:alpha val="24833"/>
                  </a:srgbClr>
                </a:gs>
                <a:gs pos="42857">
                  <a:srgbClr val="CECECE">
                    <a:alpha val="17075"/>
                  </a:srgbClr>
                </a:gs>
                <a:gs pos="57143">
                  <a:srgbClr val="CECECE">
                    <a:alpha val="9855"/>
                  </a:srgbClr>
                </a:gs>
                <a:gs pos="71429">
                  <a:srgbClr val="CECECE">
                    <a:alpha val="4740"/>
                  </a:srgbClr>
                </a:gs>
                <a:gs pos="85714">
                  <a:srgbClr val="CECECE">
                    <a:alpha val="1902"/>
                  </a:srgbClr>
                </a:gs>
                <a:gs pos="100000">
                  <a:srgbClr val="CECE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5091044">
              <a:off x="2266896" y="1017141"/>
              <a:ext cx="498873" cy="52722"/>
            </a:xfrm>
            <a:prstGeom prst="ellipse">
              <a:avLst/>
            </a:prstGeom>
            <a:gradFill>
              <a:gsLst>
                <a:gs pos="0">
                  <a:srgbClr val="F5F5F5">
                    <a:alpha val="32968"/>
                  </a:srgbClr>
                </a:gs>
                <a:gs pos="14286">
                  <a:srgbClr val="F5F5F5">
                    <a:alpha val="30764"/>
                  </a:srgbClr>
                </a:gs>
                <a:gs pos="28571">
                  <a:srgbClr val="F5F5F5">
                    <a:alpha val="24833"/>
                  </a:srgbClr>
                </a:gs>
                <a:gs pos="42857">
                  <a:srgbClr val="F5F5F5">
                    <a:alpha val="17075"/>
                  </a:srgbClr>
                </a:gs>
                <a:gs pos="57143">
                  <a:srgbClr val="F5F5F5">
                    <a:alpha val="9855"/>
                  </a:srgbClr>
                </a:gs>
                <a:gs pos="71429">
                  <a:srgbClr val="F5F5F5">
                    <a:alpha val="4740"/>
                  </a:srgbClr>
                </a:gs>
                <a:gs pos="85714">
                  <a:srgbClr val="F5F5F5">
                    <a:alpha val="1902"/>
                  </a:srgbClr>
                </a:gs>
                <a:gs pos="100000">
                  <a:srgbClr val="F5F5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5862323">
              <a:off x="-107997" y="2625456"/>
              <a:ext cx="584171" cy="30320"/>
            </a:xfrm>
            <a:prstGeom prst="ellipse">
              <a:avLst/>
            </a:prstGeom>
            <a:gradFill>
              <a:gsLst>
                <a:gs pos="0">
                  <a:srgbClr val="AEAFAF">
                    <a:alpha val="32968"/>
                  </a:srgbClr>
                </a:gs>
                <a:gs pos="14286">
                  <a:srgbClr val="AEAFAF">
                    <a:alpha val="30764"/>
                  </a:srgbClr>
                </a:gs>
                <a:gs pos="28571">
                  <a:srgbClr val="AEAFAF">
                    <a:alpha val="24833"/>
                  </a:srgbClr>
                </a:gs>
                <a:gs pos="42857">
                  <a:srgbClr val="AEAFAF">
                    <a:alpha val="17075"/>
                  </a:srgbClr>
                </a:gs>
                <a:gs pos="57143">
                  <a:srgbClr val="AEAFAF">
                    <a:alpha val="9855"/>
                  </a:srgbClr>
                </a:gs>
                <a:gs pos="71429">
                  <a:srgbClr val="AEAFAF">
                    <a:alpha val="4740"/>
                  </a:srgbClr>
                </a:gs>
                <a:gs pos="85714">
                  <a:srgbClr val="AEAFAF">
                    <a:alpha val="1902"/>
                  </a:srgbClr>
                </a:gs>
                <a:gs pos="100000">
                  <a:srgbClr val="AEAF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-10581732">
              <a:off x="2211062" y="899942"/>
              <a:ext cx="353598" cy="48781"/>
            </a:xfrm>
            <a:prstGeom prst="ellipse">
              <a:avLst/>
            </a:prstGeom>
            <a:gradFill>
              <a:gsLst>
                <a:gs pos="0">
                  <a:srgbClr val="C2C1C2">
                    <a:alpha val="32968"/>
                  </a:srgbClr>
                </a:gs>
                <a:gs pos="14286">
                  <a:srgbClr val="C2C1C2">
                    <a:alpha val="30764"/>
                  </a:srgbClr>
                </a:gs>
                <a:gs pos="28571">
                  <a:srgbClr val="C2C1C2">
                    <a:alpha val="24833"/>
                  </a:srgbClr>
                </a:gs>
                <a:gs pos="42857">
                  <a:srgbClr val="C2C1C2">
                    <a:alpha val="17075"/>
                  </a:srgbClr>
                </a:gs>
                <a:gs pos="57143">
                  <a:srgbClr val="C2C1C2">
                    <a:alpha val="9855"/>
                  </a:srgbClr>
                </a:gs>
                <a:gs pos="71429">
                  <a:srgbClr val="C2C1C2">
                    <a:alpha val="4740"/>
                  </a:srgbClr>
                </a:gs>
                <a:gs pos="85714">
                  <a:srgbClr val="C2C1C2">
                    <a:alpha val="1902"/>
                  </a:srgbClr>
                </a:gs>
                <a:gs pos="100000">
                  <a:srgbClr val="C2C1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10682665">
              <a:off x="1992519" y="419360"/>
              <a:ext cx="303426" cy="510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10621157">
              <a:off x="2440905" y="2515864"/>
              <a:ext cx="273915" cy="90588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10717545">
              <a:off x="313103" y="1261870"/>
              <a:ext cx="333817" cy="63945"/>
            </a:xfrm>
            <a:prstGeom prst="ellipse">
              <a:avLst/>
            </a:prstGeom>
            <a:gradFill>
              <a:gsLst>
                <a:gs pos="0">
                  <a:srgbClr val="E1E1E1">
                    <a:alpha val="32968"/>
                  </a:srgbClr>
                </a:gs>
                <a:gs pos="14286">
                  <a:srgbClr val="E1E1E1">
                    <a:alpha val="30764"/>
                  </a:srgbClr>
                </a:gs>
                <a:gs pos="28571">
                  <a:srgbClr val="E1E1E1">
                    <a:alpha val="24833"/>
                  </a:srgbClr>
                </a:gs>
                <a:gs pos="42857">
                  <a:srgbClr val="E1E1E1">
                    <a:alpha val="17075"/>
                  </a:srgbClr>
                </a:gs>
                <a:gs pos="57143">
                  <a:srgbClr val="E1E1E1">
                    <a:alpha val="9855"/>
                  </a:srgbClr>
                </a:gs>
                <a:gs pos="71429">
                  <a:srgbClr val="E1E1E1">
                    <a:alpha val="4740"/>
                  </a:srgbClr>
                </a:gs>
                <a:gs pos="85714">
                  <a:srgbClr val="E1E1E1">
                    <a:alpha val="1902"/>
                  </a:srgbClr>
                </a:gs>
                <a:gs pos="100000">
                  <a:srgbClr val="E1E1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4767870">
              <a:off x="3218005" y="2793869"/>
              <a:ext cx="563089" cy="47490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4947481">
              <a:off x="2626247" y="1250239"/>
              <a:ext cx="745077" cy="47271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5866939">
              <a:off x="-256643" y="1244558"/>
              <a:ext cx="716989" cy="536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5168387">
              <a:off x="1733914" y="406617"/>
              <a:ext cx="581749" cy="47101"/>
            </a:xfrm>
            <a:prstGeom prst="ellipse">
              <a:avLst/>
            </a:prstGeom>
            <a:gradFill>
              <a:gsLst>
                <a:gs pos="0">
                  <a:srgbClr val="E5E4E5">
                    <a:alpha val="32968"/>
                  </a:srgbClr>
                </a:gs>
                <a:gs pos="14286">
                  <a:srgbClr val="E5E4E5">
                    <a:alpha val="30764"/>
                  </a:srgbClr>
                </a:gs>
                <a:gs pos="28571">
                  <a:srgbClr val="E5E4E5">
                    <a:alpha val="24833"/>
                  </a:srgbClr>
                </a:gs>
                <a:gs pos="42857">
                  <a:srgbClr val="E5E4E5">
                    <a:alpha val="17075"/>
                  </a:srgbClr>
                </a:gs>
                <a:gs pos="57143">
                  <a:srgbClr val="E5E4E5">
                    <a:alpha val="9855"/>
                  </a:srgbClr>
                </a:gs>
                <a:gs pos="71429">
                  <a:srgbClr val="E5E4E5">
                    <a:alpha val="4740"/>
                  </a:srgbClr>
                </a:gs>
                <a:gs pos="85714">
                  <a:srgbClr val="E5E4E5">
                    <a:alpha val="1902"/>
                  </a:srgbClr>
                </a:gs>
                <a:gs pos="100000">
                  <a:srgbClr val="E5E4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5287375">
              <a:off x="2005280" y="1019888"/>
              <a:ext cx="553227" cy="60386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5588527">
              <a:off x="1354390" y="1125148"/>
              <a:ext cx="426779" cy="49534"/>
            </a:xfrm>
            <a:prstGeom prst="ellipse">
              <a:avLst/>
            </a:prstGeom>
            <a:gradFill>
              <a:gsLst>
                <a:gs pos="0">
                  <a:srgbClr val="E8E8E9">
                    <a:alpha val="32444"/>
                  </a:srgbClr>
                </a:gs>
                <a:gs pos="14286">
                  <a:srgbClr val="E8E8E9">
                    <a:alpha val="30267"/>
                  </a:srgbClr>
                </a:gs>
                <a:gs pos="28571">
                  <a:srgbClr val="E8E8E9">
                    <a:alpha val="24414"/>
                  </a:srgbClr>
                </a:gs>
                <a:gs pos="42857">
                  <a:srgbClr val="E8E8E9">
                    <a:alpha val="16773"/>
                  </a:srgbClr>
                </a:gs>
                <a:gs pos="57143">
                  <a:srgbClr val="E8E8E9">
                    <a:alpha val="9673"/>
                  </a:srgbClr>
                </a:gs>
                <a:gs pos="71429">
                  <a:srgbClr val="E8E8E9">
                    <a:alpha val="4650"/>
                  </a:srgbClr>
                </a:gs>
                <a:gs pos="85714">
                  <a:srgbClr val="E8E8E9">
                    <a:alpha val="1865"/>
                  </a:srgbClr>
                </a:gs>
                <a:gs pos="100000">
                  <a:srgbClr val="E8E8E9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5758151">
              <a:off x="271753" y="150675"/>
              <a:ext cx="423604" cy="37334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-10782734">
              <a:off x="1204811" y="3530430"/>
              <a:ext cx="422063" cy="91337"/>
            </a:xfrm>
            <a:prstGeom prst="ellipse">
              <a:avLst/>
            </a:prstGeom>
            <a:gradFill>
              <a:gsLst>
                <a:gs pos="0">
                  <a:srgbClr val="DADADA">
                    <a:alpha val="32968"/>
                  </a:srgbClr>
                </a:gs>
                <a:gs pos="14286">
                  <a:srgbClr val="DADADA">
                    <a:alpha val="30764"/>
                  </a:srgbClr>
                </a:gs>
                <a:gs pos="28571">
                  <a:srgbClr val="DADADA">
                    <a:alpha val="24833"/>
                  </a:srgbClr>
                </a:gs>
                <a:gs pos="42857">
                  <a:srgbClr val="DADADA">
                    <a:alpha val="17075"/>
                  </a:srgbClr>
                </a:gs>
                <a:gs pos="57143">
                  <a:srgbClr val="DADADA">
                    <a:alpha val="9855"/>
                  </a:srgbClr>
                </a:gs>
                <a:gs pos="71429">
                  <a:srgbClr val="DADADA">
                    <a:alpha val="4740"/>
                  </a:srgbClr>
                </a:gs>
                <a:gs pos="85714">
                  <a:srgbClr val="DADADA">
                    <a:alpha val="1902"/>
                  </a:srgbClr>
                </a:gs>
                <a:gs pos="100000">
                  <a:srgbClr val="DADA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5044060">
              <a:off x="2174869" y="2659601"/>
              <a:ext cx="450661" cy="67090"/>
            </a:xfrm>
            <a:prstGeom prst="ellipse">
              <a:avLst/>
            </a:prstGeom>
            <a:gradFill>
              <a:gsLst>
                <a:gs pos="0">
                  <a:srgbClr val="FDFDFD">
                    <a:alpha val="32943"/>
                  </a:srgbClr>
                </a:gs>
                <a:gs pos="14286">
                  <a:srgbClr val="FDFDFD">
                    <a:alpha val="30740"/>
                  </a:srgbClr>
                </a:gs>
                <a:gs pos="28571">
                  <a:srgbClr val="FDFDFD">
                    <a:alpha val="24813"/>
                  </a:srgbClr>
                </a:gs>
                <a:gs pos="42857">
                  <a:srgbClr val="FDFDFD">
                    <a:alpha val="17061"/>
                  </a:srgbClr>
                </a:gs>
                <a:gs pos="57143">
                  <a:srgbClr val="FDFDFD">
                    <a:alpha val="9846"/>
                  </a:srgbClr>
                </a:gs>
                <a:gs pos="71429">
                  <a:srgbClr val="FDFDFD">
                    <a:alpha val="4736"/>
                  </a:srgbClr>
                </a:gs>
                <a:gs pos="85714">
                  <a:srgbClr val="FDFDFD">
                    <a:alpha val="1900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10748104">
              <a:off x="612875" y="403203"/>
              <a:ext cx="294791" cy="489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5125398">
              <a:off x="3013313" y="930097"/>
              <a:ext cx="340304" cy="43042"/>
            </a:xfrm>
            <a:prstGeom prst="ellipse">
              <a:avLst/>
            </a:prstGeom>
            <a:gradFill>
              <a:gsLst>
                <a:gs pos="0">
                  <a:srgbClr val="EDEDEC">
                    <a:alpha val="18960"/>
                  </a:srgbClr>
                </a:gs>
                <a:gs pos="14286">
                  <a:srgbClr val="EDEDEC">
                    <a:alpha val="17570"/>
                  </a:srgbClr>
                </a:gs>
                <a:gs pos="28571">
                  <a:srgbClr val="EDEDEC">
                    <a:alpha val="13932"/>
                  </a:srgbClr>
                </a:gs>
                <a:gs pos="42857">
                  <a:srgbClr val="EDEDEC">
                    <a:alpha val="9372"/>
                  </a:srgbClr>
                </a:gs>
                <a:gs pos="57143">
                  <a:srgbClr val="EDEDEC">
                    <a:alpha val="5307"/>
                  </a:srgbClr>
                </a:gs>
                <a:gs pos="71429">
                  <a:srgbClr val="EDEDEC">
                    <a:alpha val="2520"/>
                  </a:srgbClr>
                </a:gs>
                <a:gs pos="85714">
                  <a:srgbClr val="EDEDEC">
                    <a:alpha val="1004"/>
                  </a:srgbClr>
                </a:gs>
                <a:gs pos="100000">
                  <a:srgbClr val="EDEDEC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4521204">
              <a:off x="3295521" y="759503"/>
              <a:ext cx="633987" cy="46790"/>
            </a:xfrm>
            <a:prstGeom prst="ellipse">
              <a:avLst/>
            </a:prstGeom>
            <a:gradFill>
              <a:gsLst>
                <a:gs pos="0">
                  <a:srgbClr val="D1D2D2">
                    <a:alpha val="19694"/>
                  </a:srgbClr>
                </a:gs>
                <a:gs pos="14286">
                  <a:srgbClr val="D1D2D2">
                    <a:alpha val="18257"/>
                  </a:srgbClr>
                </a:gs>
                <a:gs pos="28571">
                  <a:srgbClr val="D1D2D2">
                    <a:alpha val="14489"/>
                  </a:srgbClr>
                </a:gs>
                <a:gs pos="42857">
                  <a:srgbClr val="D1D2D2">
                    <a:alpha val="9757"/>
                  </a:srgbClr>
                </a:gs>
                <a:gs pos="57143">
                  <a:srgbClr val="D1D2D2">
                    <a:alpha val="5530"/>
                  </a:srgbClr>
                </a:gs>
                <a:gs pos="71429">
                  <a:srgbClr val="D1D2D2">
                    <a:alpha val="2628"/>
                  </a:srgbClr>
                </a:gs>
                <a:gs pos="85714">
                  <a:srgbClr val="D1D2D2">
                    <a:alpha val="1047"/>
                  </a:srgbClr>
                </a:gs>
                <a:gs pos="100000">
                  <a:srgbClr val="D1D2D2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610342">
              <a:off x="348182" y="3382381"/>
              <a:ext cx="647400" cy="79483"/>
            </a:xfrm>
            <a:prstGeom prst="ellipse">
              <a:avLst/>
            </a:prstGeom>
            <a:gradFill>
              <a:gsLst>
                <a:gs pos="0">
                  <a:srgbClr val="F1F2F2">
                    <a:alpha val="30767"/>
                  </a:srgbClr>
                </a:gs>
                <a:gs pos="14286">
                  <a:srgbClr val="F1F2F2">
                    <a:alpha val="28677"/>
                  </a:srgbClr>
                </a:gs>
                <a:gs pos="28571">
                  <a:srgbClr val="F1F2F2">
                    <a:alpha val="23080"/>
                  </a:srgbClr>
                </a:gs>
                <a:gs pos="42857">
                  <a:srgbClr val="F1F2F2">
                    <a:alpha val="15812"/>
                  </a:srgbClr>
                </a:gs>
                <a:gs pos="57143">
                  <a:srgbClr val="F1F2F2">
                    <a:alpha val="9096"/>
                  </a:srgbClr>
                </a:gs>
                <a:gs pos="71429">
                  <a:srgbClr val="F1F2F2">
                    <a:alpha val="4366"/>
                  </a:srgbClr>
                </a:gs>
                <a:gs pos="85714">
                  <a:srgbClr val="F1F2F2">
                    <a:alpha val="1750"/>
                  </a:srgbClr>
                </a:gs>
                <a:gs pos="100000">
                  <a:srgbClr val="F1F2F2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4519057">
              <a:off x="3214844" y="1013733"/>
              <a:ext cx="424027" cy="46869"/>
            </a:xfrm>
            <a:prstGeom prst="ellipse">
              <a:avLst/>
            </a:prstGeom>
            <a:gradFill>
              <a:gsLst>
                <a:gs pos="0">
                  <a:srgbClr val="EAEBEC">
                    <a:alpha val="15411"/>
                  </a:srgbClr>
                </a:gs>
                <a:gs pos="14286">
                  <a:srgbClr val="EAEBEC">
                    <a:alpha val="14259"/>
                  </a:srgbClr>
                </a:gs>
                <a:gs pos="28571">
                  <a:srgbClr val="EAEBEC">
                    <a:alpha val="11259"/>
                  </a:srgbClr>
                </a:gs>
                <a:gs pos="42857">
                  <a:srgbClr val="EAEBEC">
                    <a:alpha val="7536"/>
                  </a:srgbClr>
                </a:gs>
                <a:gs pos="57143">
                  <a:srgbClr val="EAEBEC">
                    <a:alpha val="4248"/>
                  </a:srgbClr>
                </a:gs>
                <a:gs pos="71429">
                  <a:srgbClr val="EAEBEC">
                    <a:alpha val="2012"/>
                  </a:srgbClr>
                </a:gs>
                <a:gs pos="85714">
                  <a:srgbClr val="EAEBEC">
                    <a:alpha val="800"/>
                  </a:srgbClr>
                </a:gs>
                <a:gs pos="100000">
                  <a:srgbClr val="EAEBEC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5802278">
              <a:off x="-101877" y="2911333"/>
              <a:ext cx="464541" cy="58989"/>
            </a:xfrm>
            <a:prstGeom prst="ellipse">
              <a:avLst/>
            </a:prstGeom>
            <a:gradFill>
              <a:gsLst>
                <a:gs pos="0">
                  <a:srgbClr val="E4E4E5">
                    <a:alpha val="29720"/>
                  </a:srgbClr>
                </a:gs>
                <a:gs pos="14286">
                  <a:srgbClr val="E4E4E5">
                    <a:alpha val="27686"/>
                  </a:srgbClr>
                </a:gs>
                <a:gs pos="28571">
                  <a:srgbClr val="E4E4E5">
                    <a:alpha val="22251"/>
                  </a:srgbClr>
                </a:gs>
                <a:gs pos="42857">
                  <a:srgbClr val="E4E4E5">
                    <a:alpha val="15218"/>
                  </a:srgbClr>
                </a:gs>
                <a:gs pos="57143">
                  <a:srgbClr val="E4E4E5">
                    <a:alpha val="8742"/>
                  </a:srgbClr>
                </a:gs>
                <a:gs pos="71429">
                  <a:srgbClr val="E4E4E5">
                    <a:alpha val="4192"/>
                  </a:srgbClr>
                </a:gs>
                <a:gs pos="85714">
                  <a:srgbClr val="E4E4E5">
                    <a:alpha val="1679"/>
                  </a:srgbClr>
                </a:gs>
                <a:gs pos="100000">
                  <a:srgbClr val="E4E4E5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5532792">
              <a:off x="1322613" y="2483468"/>
              <a:ext cx="482631" cy="58990"/>
            </a:xfrm>
            <a:prstGeom prst="ellipse">
              <a:avLst/>
            </a:prstGeom>
            <a:gradFill>
              <a:gsLst>
                <a:gs pos="0">
                  <a:srgbClr val="FFFFFF">
                    <a:alpha val="31572"/>
                  </a:srgbClr>
                </a:gs>
                <a:gs pos="14286">
                  <a:srgbClr val="FFFFFF">
                    <a:alpha val="29440"/>
                  </a:srgbClr>
                </a:gs>
                <a:gs pos="28571">
                  <a:srgbClr val="FFFFFF">
                    <a:alpha val="23719"/>
                  </a:srgbClr>
                </a:gs>
                <a:gs pos="42857">
                  <a:srgbClr val="FFFFFF">
                    <a:alpha val="16271"/>
                  </a:srgbClr>
                </a:gs>
                <a:gs pos="57143">
                  <a:srgbClr val="FFFFFF">
                    <a:alpha val="9372"/>
                  </a:srgbClr>
                </a:gs>
                <a:gs pos="71429">
                  <a:srgbClr val="FFFFFF">
                    <a:alpha val="4502"/>
                  </a:srgbClr>
                </a:gs>
                <a:gs pos="85714">
                  <a:srgbClr val="FFFFFF">
                    <a:alpha val="1805"/>
                  </a:srgbClr>
                </a:gs>
                <a:gs pos="100000">
                  <a:srgbClr val="FFFFFF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898593">
              <a:off x="100487" y="1122244"/>
              <a:ext cx="509464" cy="50833"/>
            </a:xfrm>
            <a:prstGeom prst="ellipse">
              <a:avLst/>
            </a:prstGeom>
            <a:gradFill>
              <a:gsLst>
                <a:gs pos="0">
                  <a:srgbClr val="C5C4C4">
                    <a:alpha val="32968"/>
                  </a:srgbClr>
                </a:gs>
                <a:gs pos="14286">
                  <a:srgbClr val="C5C4C4">
                    <a:alpha val="30764"/>
                  </a:srgbClr>
                </a:gs>
                <a:gs pos="28571">
                  <a:srgbClr val="C5C4C4">
                    <a:alpha val="24833"/>
                  </a:srgbClr>
                </a:gs>
                <a:gs pos="42857">
                  <a:srgbClr val="C5C4C4">
                    <a:alpha val="17075"/>
                  </a:srgbClr>
                </a:gs>
                <a:gs pos="57143">
                  <a:srgbClr val="C5C4C4">
                    <a:alpha val="9855"/>
                  </a:srgbClr>
                </a:gs>
                <a:gs pos="71429">
                  <a:srgbClr val="C5C4C4">
                    <a:alpha val="4740"/>
                  </a:srgbClr>
                </a:gs>
                <a:gs pos="85714">
                  <a:srgbClr val="C5C4C4">
                    <a:alpha val="1902"/>
                  </a:srgbClr>
                </a:gs>
                <a:gs pos="100000">
                  <a:srgbClr val="C5C4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10749530">
              <a:off x="552618" y="1062867"/>
              <a:ext cx="312104" cy="553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5475085">
              <a:off x="974817" y="1930760"/>
              <a:ext cx="666431" cy="55740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5504450">
              <a:off x="1066542" y="1120951"/>
              <a:ext cx="520524" cy="62228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5879378">
              <a:off x="1036203" y="222447"/>
              <a:ext cx="181007" cy="49772"/>
            </a:xfrm>
            <a:prstGeom prst="ellipse">
              <a:avLst/>
            </a:prstGeom>
            <a:gradFill>
              <a:gsLst>
                <a:gs pos="0">
                  <a:srgbClr val="F1F1F2">
                    <a:alpha val="32889"/>
                  </a:srgbClr>
                </a:gs>
                <a:gs pos="14286">
                  <a:srgbClr val="F1F1F2">
                    <a:alpha val="30689"/>
                  </a:srgbClr>
                </a:gs>
                <a:gs pos="28571">
                  <a:srgbClr val="F1F1F2">
                    <a:alpha val="24770"/>
                  </a:srgbClr>
                </a:gs>
                <a:gs pos="42857">
                  <a:srgbClr val="F1F1F2">
                    <a:alpha val="17029"/>
                  </a:srgbClr>
                </a:gs>
                <a:gs pos="57143">
                  <a:srgbClr val="F1F1F2">
                    <a:alpha val="9827"/>
                  </a:srgbClr>
                </a:gs>
                <a:gs pos="71429">
                  <a:srgbClr val="F1F1F2">
                    <a:alpha val="4727"/>
                  </a:srgbClr>
                </a:gs>
                <a:gs pos="85714">
                  <a:srgbClr val="F1F1F2">
                    <a:alpha val="1897"/>
                  </a:srgbClr>
                </a:gs>
                <a:gs pos="100000">
                  <a:srgbClr val="F1F1F2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5839436">
              <a:off x="180450" y="2366119"/>
              <a:ext cx="591011" cy="68173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5489878">
              <a:off x="1049829" y="475943"/>
              <a:ext cx="588662" cy="52974"/>
            </a:xfrm>
            <a:prstGeom prst="ellipse">
              <a:avLst/>
            </a:prstGeom>
            <a:gradFill>
              <a:gsLst>
                <a:gs pos="0">
                  <a:srgbClr val="EFF0F0">
                    <a:alpha val="32968"/>
                  </a:srgbClr>
                </a:gs>
                <a:gs pos="14286">
                  <a:srgbClr val="EFF0F0">
                    <a:alpha val="30764"/>
                  </a:srgbClr>
                </a:gs>
                <a:gs pos="28571">
                  <a:srgbClr val="EFF0F0">
                    <a:alpha val="24833"/>
                  </a:srgbClr>
                </a:gs>
                <a:gs pos="42857">
                  <a:srgbClr val="EFF0F0">
                    <a:alpha val="17075"/>
                  </a:srgbClr>
                </a:gs>
                <a:gs pos="57143">
                  <a:srgbClr val="EFF0F0">
                    <a:alpha val="9855"/>
                  </a:srgbClr>
                </a:gs>
                <a:gs pos="71429">
                  <a:srgbClr val="EFF0F0">
                    <a:alpha val="4740"/>
                  </a:srgbClr>
                </a:gs>
                <a:gs pos="85714">
                  <a:srgbClr val="EFF0F0">
                    <a:alpha val="1902"/>
                  </a:srgbClr>
                </a:gs>
                <a:gs pos="100000">
                  <a:srgbClr val="EF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5326360">
              <a:off x="1397386" y="160979"/>
              <a:ext cx="767844" cy="54490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5066105">
              <a:off x="2190558" y="736183"/>
              <a:ext cx="594100" cy="45772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6059034">
              <a:off x="-284703" y="216905"/>
              <a:ext cx="654303" cy="43278"/>
            </a:xfrm>
            <a:prstGeom prst="ellipse">
              <a:avLst/>
            </a:prstGeom>
            <a:gradFill>
              <a:gsLst>
                <a:gs pos="0">
                  <a:srgbClr val="FFFFFF">
                    <a:alpha val="29545"/>
                  </a:srgbClr>
                </a:gs>
                <a:gs pos="14286">
                  <a:srgbClr val="FFFFFF">
                    <a:alpha val="27520"/>
                  </a:srgbClr>
                </a:gs>
                <a:gs pos="28571">
                  <a:srgbClr val="FFFFFF">
                    <a:alpha val="22113"/>
                  </a:srgbClr>
                </a:gs>
                <a:gs pos="42857">
                  <a:srgbClr val="FFFFFF">
                    <a:alpha val="15119"/>
                  </a:srgbClr>
                </a:gs>
                <a:gs pos="57143">
                  <a:srgbClr val="FFFFFF">
                    <a:alpha val="8683"/>
                  </a:srgbClr>
                </a:gs>
                <a:gs pos="71429">
                  <a:srgbClr val="FFFFFF">
                    <a:alpha val="4163"/>
                  </a:srgbClr>
                </a:gs>
                <a:gs pos="85714">
                  <a:srgbClr val="FFFFFF">
                    <a:alpha val="1667"/>
                  </a:srgbClr>
                </a:gs>
                <a:gs pos="100000">
                  <a:srgbClr val="FFFFFF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5546899">
              <a:off x="632481" y="1459159"/>
              <a:ext cx="390137" cy="56646"/>
            </a:xfrm>
            <a:prstGeom prst="ellipse">
              <a:avLst/>
            </a:prstGeom>
            <a:gradFill>
              <a:gsLst>
                <a:gs pos="0">
                  <a:srgbClr val="B6B6B6">
                    <a:alpha val="31087"/>
                  </a:srgbClr>
                </a:gs>
                <a:gs pos="14286">
                  <a:srgbClr val="B6B6B6">
                    <a:alpha val="28980"/>
                  </a:srgbClr>
                </a:gs>
                <a:gs pos="28571">
                  <a:srgbClr val="B6B6B6">
                    <a:alpha val="23333"/>
                  </a:srgbClr>
                </a:gs>
                <a:gs pos="42857">
                  <a:srgbClr val="B6B6B6">
                    <a:alpha val="15994"/>
                  </a:srgbClr>
                </a:gs>
                <a:gs pos="57143">
                  <a:srgbClr val="B6B6B6">
                    <a:alpha val="9205"/>
                  </a:srgbClr>
                </a:gs>
                <a:gs pos="71429">
                  <a:srgbClr val="B6B6B6">
                    <a:alpha val="4420"/>
                  </a:srgbClr>
                </a:gs>
                <a:gs pos="85714">
                  <a:srgbClr val="B6B6B6">
                    <a:alpha val="1772"/>
                  </a:srgbClr>
                </a:gs>
                <a:gs pos="100000">
                  <a:srgbClr val="B6B6B6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10740004">
              <a:off x="976833" y="2237480"/>
              <a:ext cx="315037" cy="86075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5706296">
              <a:off x="613834" y="1287299"/>
              <a:ext cx="426816" cy="62824"/>
            </a:xfrm>
            <a:prstGeom prst="ellipse">
              <a:avLst/>
            </a:prstGeom>
            <a:gradFill>
              <a:gsLst>
                <a:gs pos="0">
                  <a:srgbClr val="E7E7E6">
                    <a:alpha val="30061"/>
                  </a:srgbClr>
                </a:gs>
                <a:gs pos="14286">
                  <a:srgbClr val="E7E7E6">
                    <a:alpha val="28009"/>
                  </a:srgbClr>
                </a:gs>
                <a:gs pos="28571">
                  <a:srgbClr val="E7E7E6">
                    <a:alpha val="22521"/>
                  </a:srgbClr>
                </a:gs>
                <a:gs pos="42857">
                  <a:srgbClr val="E7E7E6">
                    <a:alpha val="15411"/>
                  </a:srgbClr>
                </a:gs>
                <a:gs pos="57143">
                  <a:srgbClr val="E7E7E6">
                    <a:alpha val="8857"/>
                  </a:srgbClr>
                </a:gs>
                <a:gs pos="71429">
                  <a:srgbClr val="E7E7E6">
                    <a:alpha val="4248"/>
                  </a:srgbClr>
                </a:gs>
                <a:gs pos="85714">
                  <a:srgbClr val="E7E7E6">
                    <a:alpha val="1702"/>
                  </a:srgbClr>
                </a:gs>
                <a:gs pos="100000">
                  <a:srgbClr val="E7E7E6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4703836">
              <a:off x="168067" y="1150690"/>
              <a:ext cx="505654" cy="364255"/>
            </a:xfrm>
            <a:prstGeom prst="ellipse">
              <a:avLst/>
            </a:prstGeom>
            <a:gradFill>
              <a:gsLst>
                <a:gs pos="0">
                  <a:srgbClr val="322D30">
                    <a:alpha val="10028"/>
                  </a:srgbClr>
                </a:gs>
                <a:gs pos="14286">
                  <a:srgbClr val="322D30">
                    <a:alpha val="9256"/>
                  </a:srgbClr>
                </a:gs>
                <a:gs pos="28571">
                  <a:srgbClr val="322D30">
                    <a:alpha val="7264"/>
                  </a:srgbClr>
                </a:gs>
                <a:gs pos="42857">
                  <a:srgbClr val="322D30">
                    <a:alpha val="4826"/>
                  </a:srgbClr>
                </a:gs>
                <a:gs pos="57143">
                  <a:srgbClr val="322D30">
                    <a:alpha val="2704"/>
                  </a:srgbClr>
                </a:gs>
                <a:gs pos="71429">
                  <a:srgbClr val="322D30">
                    <a:alpha val="1275"/>
                  </a:srgbClr>
                </a:gs>
                <a:gs pos="85714">
                  <a:srgbClr val="322D30">
                    <a:alpha val="506"/>
                  </a:srgbClr>
                </a:gs>
                <a:gs pos="100000">
                  <a:srgbClr val="322D3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5343059">
              <a:off x="2793139" y="3570855"/>
              <a:ext cx="517337" cy="75066"/>
            </a:xfrm>
            <a:prstGeom prst="ellipse">
              <a:avLst/>
            </a:prstGeom>
            <a:gradFill>
              <a:gsLst>
                <a:gs pos="0">
                  <a:srgbClr val="979897">
                    <a:alpha val="32968"/>
                  </a:srgbClr>
                </a:gs>
                <a:gs pos="14286">
                  <a:srgbClr val="979897">
                    <a:alpha val="30764"/>
                  </a:srgbClr>
                </a:gs>
                <a:gs pos="28571">
                  <a:srgbClr val="979897">
                    <a:alpha val="24833"/>
                  </a:srgbClr>
                </a:gs>
                <a:gs pos="42857">
                  <a:srgbClr val="979897">
                    <a:alpha val="17075"/>
                  </a:srgbClr>
                </a:gs>
                <a:gs pos="57143">
                  <a:srgbClr val="979897">
                    <a:alpha val="9855"/>
                  </a:srgbClr>
                </a:gs>
                <a:gs pos="71429">
                  <a:srgbClr val="979897">
                    <a:alpha val="4740"/>
                  </a:srgbClr>
                </a:gs>
                <a:gs pos="85714">
                  <a:srgbClr val="979897">
                    <a:alpha val="1902"/>
                  </a:srgbClr>
                </a:gs>
                <a:gs pos="100000">
                  <a:srgbClr val="9798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-10787902">
              <a:off x="457133" y="1827444"/>
              <a:ext cx="375267" cy="618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-10790207">
              <a:off x="1065040" y="699939"/>
              <a:ext cx="325081" cy="490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5313379">
              <a:off x="1850936" y="2815351"/>
              <a:ext cx="562234" cy="51112"/>
            </a:xfrm>
            <a:prstGeom prst="ellipse">
              <a:avLst/>
            </a:prstGeom>
            <a:gradFill>
              <a:gsLst>
                <a:gs pos="0">
                  <a:srgbClr val="C7C7C7">
                    <a:alpha val="32968"/>
                  </a:srgbClr>
                </a:gs>
                <a:gs pos="14286">
                  <a:srgbClr val="C7C7C7">
                    <a:alpha val="30764"/>
                  </a:srgbClr>
                </a:gs>
                <a:gs pos="28571">
                  <a:srgbClr val="C7C7C7">
                    <a:alpha val="24833"/>
                  </a:srgbClr>
                </a:gs>
                <a:gs pos="42857">
                  <a:srgbClr val="C7C7C7">
                    <a:alpha val="17075"/>
                  </a:srgbClr>
                </a:gs>
                <a:gs pos="57143">
                  <a:srgbClr val="C7C7C7">
                    <a:alpha val="9855"/>
                  </a:srgbClr>
                </a:gs>
                <a:gs pos="71429">
                  <a:srgbClr val="C7C7C7">
                    <a:alpha val="4740"/>
                  </a:srgbClr>
                </a:gs>
                <a:gs pos="85714">
                  <a:srgbClr val="C7C7C7">
                    <a:alpha val="1902"/>
                  </a:srgbClr>
                </a:gs>
                <a:gs pos="100000">
                  <a:srgbClr val="C7C7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4820194">
              <a:off x="2938958" y="237377"/>
              <a:ext cx="681102" cy="46390"/>
            </a:xfrm>
            <a:prstGeom prst="ellipse">
              <a:avLst/>
            </a:prstGeom>
            <a:gradFill>
              <a:gsLst>
                <a:gs pos="0">
                  <a:srgbClr val="DFE0E0">
                    <a:alpha val="32968"/>
                  </a:srgbClr>
                </a:gs>
                <a:gs pos="14286">
                  <a:srgbClr val="DFE0E0">
                    <a:alpha val="30764"/>
                  </a:srgbClr>
                </a:gs>
                <a:gs pos="28571">
                  <a:srgbClr val="DFE0E0">
                    <a:alpha val="24833"/>
                  </a:srgbClr>
                </a:gs>
                <a:gs pos="42857">
                  <a:srgbClr val="DFE0E0">
                    <a:alpha val="17075"/>
                  </a:srgbClr>
                </a:gs>
                <a:gs pos="57143">
                  <a:srgbClr val="DFE0E0">
                    <a:alpha val="9855"/>
                  </a:srgbClr>
                </a:gs>
                <a:gs pos="71429">
                  <a:srgbClr val="DFE0E0">
                    <a:alpha val="4740"/>
                  </a:srgbClr>
                </a:gs>
                <a:gs pos="85714">
                  <a:srgbClr val="DFE0E0">
                    <a:alpha val="1902"/>
                  </a:srgbClr>
                </a:gs>
                <a:gs pos="100000">
                  <a:srgbClr val="DFE0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5074193">
              <a:off x="1773615" y="153143"/>
              <a:ext cx="455193" cy="46202"/>
            </a:xfrm>
            <a:prstGeom prst="ellipse">
              <a:avLst/>
            </a:prstGeom>
            <a:gradFill>
              <a:gsLst>
                <a:gs pos="0">
                  <a:srgbClr val="F8F8F9">
                    <a:alpha val="15717"/>
                  </a:srgbClr>
                </a:gs>
                <a:gs pos="14286">
                  <a:srgbClr val="F8F8F9">
                    <a:alpha val="14543"/>
                  </a:srgbClr>
                </a:gs>
                <a:gs pos="28571">
                  <a:srgbClr val="F8F8F9">
                    <a:alpha val="11487"/>
                  </a:srgbClr>
                </a:gs>
                <a:gs pos="42857">
                  <a:srgbClr val="F8F8F9">
                    <a:alpha val="7692"/>
                  </a:srgbClr>
                </a:gs>
                <a:gs pos="57143">
                  <a:srgbClr val="F8F8F9">
                    <a:alpha val="4338"/>
                  </a:srgbClr>
                </a:gs>
                <a:gs pos="71429">
                  <a:srgbClr val="F8F8F9">
                    <a:alpha val="2055"/>
                  </a:srgbClr>
                </a:gs>
                <a:gs pos="85714">
                  <a:srgbClr val="F8F8F9">
                    <a:alpha val="818"/>
                  </a:srgbClr>
                </a:gs>
                <a:gs pos="100000">
                  <a:srgbClr val="F8F8F9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4980356">
              <a:off x="2623564" y="867494"/>
              <a:ext cx="648676" cy="43186"/>
            </a:xfrm>
            <a:prstGeom prst="ellipse">
              <a:avLst/>
            </a:prstGeom>
            <a:gradFill>
              <a:gsLst>
                <a:gs pos="0">
                  <a:srgbClr val="F8F8F7">
                    <a:alpha val="32968"/>
                  </a:srgbClr>
                </a:gs>
                <a:gs pos="14286">
                  <a:srgbClr val="F8F8F7">
                    <a:alpha val="30764"/>
                  </a:srgbClr>
                </a:gs>
                <a:gs pos="28571">
                  <a:srgbClr val="F8F8F7">
                    <a:alpha val="24833"/>
                  </a:srgbClr>
                </a:gs>
                <a:gs pos="42857">
                  <a:srgbClr val="F8F8F7">
                    <a:alpha val="17075"/>
                  </a:srgbClr>
                </a:gs>
                <a:gs pos="57143">
                  <a:srgbClr val="F8F8F7">
                    <a:alpha val="9855"/>
                  </a:srgbClr>
                </a:gs>
                <a:gs pos="71429">
                  <a:srgbClr val="F8F8F7">
                    <a:alpha val="4740"/>
                  </a:srgbClr>
                </a:gs>
                <a:gs pos="85714">
                  <a:srgbClr val="F8F8F7">
                    <a:alpha val="1902"/>
                  </a:srgbClr>
                </a:gs>
                <a:gs pos="100000">
                  <a:srgbClr val="F8F8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5496309">
              <a:off x="1586505" y="1836175"/>
              <a:ext cx="460890" cy="74976"/>
            </a:xfrm>
            <a:prstGeom prst="ellipse">
              <a:avLst/>
            </a:prstGeom>
            <a:gradFill>
              <a:gsLst>
                <a:gs pos="0">
                  <a:srgbClr val="E5E4E5">
                    <a:alpha val="23928"/>
                  </a:srgbClr>
                </a:gs>
                <a:gs pos="14286">
                  <a:srgbClr val="E5E4E5">
                    <a:alpha val="22226"/>
                  </a:srgbClr>
                </a:gs>
                <a:gs pos="28571">
                  <a:srgbClr val="E5E4E5">
                    <a:alpha val="17731"/>
                  </a:srgbClr>
                </a:gs>
                <a:gs pos="42857">
                  <a:srgbClr val="E5E4E5">
                    <a:alpha val="12016"/>
                  </a:srgbClr>
                </a:gs>
                <a:gs pos="57143">
                  <a:srgbClr val="E5E4E5">
                    <a:alpha val="6848"/>
                  </a:srgbClr>
                </a:gs>
                <a:gs pos="71429">
                  <a:srgbClr val="E5E4E5">
                    <a:alpha val="3266"/>
                  </a:srgbClr>
                </a:gs>
                <a:gs pos="85714">
                  <a:srgbClr val="E5E4E5">
                    <a:alpha val="1304"/>
                  </a:srgbClr>
                </a:gs>
                <a:gs pos="100000">
                  <a:srgbClr val="E5E4E5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10731088">
              <a:off x="850159" y="252423"/>
              <a:ext cx="330068" cy="51388"/>
            </a:xfrm>
            <a:prstGeom prst="ellipse">
              <a:avLst/>
            </a:prstGeom>
            <a:gradFill>
              <a:gsLst>
                <a:gs pos="0">
                  <a:srgbClr val="FBFBFA">
                    <a:alpha val="32968"/>
                  </a:srgbClr>
                </a:gs>
                <a:gs pos="14286">
                  <a:srgbClr val="FBFBFA">
                    <a:alpha val="30764"/>
                  </a:srgbClr>
                </a:gs>
                <a:gs pos="28571">
                  <a:srgbClr val="FBFBFA">
                    <a:alpha val="24833"/>
                  </a:srgbClr>
                </a:gs>
                <a:gs pos="42857">
                  <a:srgbClr val="FBFBFA">
                    <a:alpha val="17075"/>
                  </a:srgbClr>
                </a:gs>
                <a:gs pos="57143">
                  <a:srgbClr val="FBFBFA">
                    <a:alpha val="9855"/>
                  </a:srgbClr>
                </a:gs>
                <a:gs pos="71429">
                  <a:srgbClr val="FBFBFA">
                    <a:alpha val="4740"/>
                  </a:srgbClr>
                </a:gs>
                <a:gs pos="85714">
                  <a:srgbClr val="FBFBFA">
                    <a:alpha val="1902"/>
                  </a:srgbClr>
                </a:gs>
                <a:gs pos="100000">
                  <a:srgbClr val="FBFB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10793774">
              <a:off x="738243" y="2985626"/>
              <a:ext cx="326541" cy="96306"/>
            </a:xfrm>
            <a:prstGeom prst="ellipse">
              <a:avLst/>
            </a:prstGeom>
            <a:gradFill>
              <a:gsLst>
                <a:gs pos="0">
                  <a:srgbClr val="F3F4F4">
                    <a:alpha val="32968"/>
                  </a:srgbClr>
                </a:gs>
                <a:gs pos="14286">
                  <a:srgbClr val="F3F4F4">
                    <a:alpha val="30764"/>
                  </a:srgbClr>
                </a:gs>
                <a:gs pos="28571">
                  <a:srgbClr val="F3F4F4">
                    <a:alpha val="24833"/>
                  </a:srgbClr>
                </a:gs>
                <a:gs pos="42857">
                  <a:srgbClr val="F3F4F4">
                    <a:alpha val="17075"/>
                  </a:srgbClr>
                </a:gs>
                <a:gs pos="57143">
                  <a:srgbClr val="F3F4F4">
                    <a:alpha val="9855"/>
                  </a:srgbClr>
                </a:gs>
                <a:gs pos="71429">
                  <a:srgbClr val="F3F4F4">
                    <a:alpha val="4740"/>
                  </a:srgbClr>
                </a:gs>
                <a:gs pos="85714">
                  <a:srgbClr val="F3F4F4">
                    <a:alpha val="1902"/>
                  </a:srgbClr>
                </a:gs>
                <a:gs pos="100000">
                  <a:srgbClr val="F3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5372722">
              <a:off x="1799955" y="2598359"/>
              <a:ext cx="638111" cy="57815"/>
            </a:xfrm>
            <a:prstGeom prst="ellipse">
              <a:avLst/>
            </a:prstGeom>
            <a:gradFill>
              <a:gsLst>
                <a:gs pos="0">
                  <a:srgbClr val="F2F3F3">
                    <a:alpha val="30492"/>
                  </a:srgbClr>
                </a:gs>
                <a:gs pos="14286">
                  <a:srgbClr val="F2F3F3">
                    <a:alpha val="28417"/>
                  </a:srgbClr>
                </a:gs>
                <a:gs pos="28571">
                  <a:srgbClr val="F2F3F3">
                    <a:alpha val="22862"/>
                  </a:srgbClr>
                </a:gs>
                <a:gs pos="42857">
                  <a:srgbClr val="F2F3F3">
                    <a:alpha val="15656"/>
                  </a:srgbClr>
                </a:gs>
                <a:gs pos="57143">
                  <a:srgbClr val="F2F3F3">
                    <a:alpha val="9003"/>
                  </a:srgbClr>
                </a:gs>
                <a:gs pos="71429">
                  <a:srgbClr val="F2F3F3">
                    <a:alpha val="4320"/>
                  </a:srgbClr>
                </a:gs>
                <a:gs pos="85714">
                  <a:srgbClr val="F2F3F3">
                    <a:alpha val="1731"/>
                  </a:srgbClr>
                </a:gs>
                <a:gs pos="100000">
                  <a:srgbClr val="F2F3F3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3921270">
              <a:off x="3326719" y="3203754"/>
              <a:ext cx="539575" cy="142412"/>
            </a:xfrm>
            <a:prstGeom prst="ellipse">
              <a:avLst/>
            </a:prstGeom>
            <a:gradFill>
              <a:gsLst>
                <a:gs pos="0">
                  <a:srgbClr val="676866">
                    <a:alpha val="20938"/>
                  </a:srgbClr>
                </a:gs>
                <a:gs pos="14286">
                  <a:srgbClr val="676866">
                    <a:alpha val="19421"/>
                  </a:srgbClr>
                </a:gs>
                <a:gs pos="28571">
                  <a:srgbClr val="676866">
                    <a:alpha val="15436"/>
                  </a:srgbClr>
                </a:gs>
                <a:gs pos="42857">
                  <a:srgbClr val="676866">
                    <a:alpha val="10414"/>
                  </a:srgbClr>
                </a:gs>
                <a:gs pos="57143">
                  <a:srgbClr val="676866">
                    <a:alpha val="5912"/>
                  </a:srgbClr>
                </a:gs>
                <a:gs pos="71429">
                  <a:srgbClr val="676866">
                    <a:alpha val="2812"/>
                  </a:srgbClr>
                </a:gs>
                <a:gs pos="85714">
                  <a:srgbClr val="676866">
                    <a:alpha val="1122"/>
                  </a:srgbClr>
                </a:gs>
                <a:gs pos="100000">
                  <a:srgbClr val="676866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10632727">
              <a:off x="2832231" y="2109037"/>
              <a:ext cx="354650" cy="58343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4696261">
              <a:off x="3049702" y="792955"/>
              <a:ext cx="680840" cy="522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5743352">
              <a:off x="102436" y="2933063"/>
              <a:ext cx="651550" cy="57306"/>
            </a:xfrm>
            <a:prstGeom prst="ellipse">
              <a:avLst/>
            </a:prstGeom>
            <a:gradFill>
              <a:gsLst>
                <a:gs pos="0">
                  <a:srgbClr val="767574">
                    <a:alpha val="32968"/>
                  </a:srgbClr>
                </a:gs>
                <a:gs pos="14286">
                  <a:srgbClr val="767574">
                    <a:alpha val="30764"/>
                  </a:srgbClr>
                </a:gs>
                <a:gs pos="28571">
                  <a:srgbClr val="767574">
                    <a:alpha val="24833"/>
                  </a:srgbClr>
                </a:gs>
                <a:gs pos="42857">
                  <a:srgbClr val="767574">
                    <a:alpha val="17075"/>
                  </a:srgbClr>
                </a:gs>
                <a:gs pos="57143">
                  <a:srgbClr val="767574">
                    <a:alpha val="9855"/>
                  </a:srgbClr>
                </a:gs>
                <a:gs pos="71429">
                  <a:srgbClr val="767574">
                    <a:alpha val="4740"/>
                  </a:srgbClr>
                </a:gs>
                <a:gs pos="85714">
                  <a:srgbClr val="767574">
                    <a:alpha val="1902"/>
                  </a:srgbClr>
                </a:gs>
                <a:gs pos="100000">
                  <a:srgbClr val="7675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5855604">
              <a:off x="349512" y="3523742"/>
              <a:ext cx="637130" cy="593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10555815">
              <a:off x="1459118" y="2500237"/>
              <a:ext cx="133000" cy="89540"/>
            </a:xfrm>
            <a:prstGeom prst="ellipse">
              <a:avLst/>
            </a:prstGeom>
            <a:gradFill>
              <a:gsLst>
                <a:gs pos="0">
                  <a:srgbClr val="F1F1F1">
                    <a:alpha val="29643"/>
                  </a:srgbClr>
                </a:gs>
                <a:gs pos="14286">
                  <a:srgbClr val="F1F1F1">
                    <a:alpha val="27614"/>
                  </a:srgbClr>
                </a:gs>
                <a:gs pos="28571">
                  <a:srgbClr val="F1F1F1">
                    <a:alpha val="22191"/>
                  </a:srgbClr>
                </a:gs>
                <a:gs pos="42857">
                  <a:srgbClr val="F1F1F1">
                    <a:alpha val="15175"/>
                  </a:srgbClr>
                </a:gs>
                <a:gs pos="57143">
                  <a:srgbClr val="F1F1F1">
                    <a:alpha val="8716"/>
                  </a:srgbClr>
                </a:gs>
                <a:gs pos="71429">
                  <a:srgbClr val="F1F1F1">
                    <a:alpha val="4179"/>
                  </a:srgbClr>
                </a:gs>
                <a:gs pos="85714">
                  <a:srgbClr val="F1F1F1">
                    <a:alpha val="1674"/>
                  </a:srgbClr>
                </a:gs>
                <a:gs pos="100000">
                  <a:srgbClr val="F1F1F1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10611658">
              <a:off x="2436508" y="722616"/>
              <a:ext cx="328775" cy="50349"/>
            </a:xfrm>
            <a:prstGeom prst="ellipse">
              <a:avLst/>
            </a:prstGeom>
            <a:gradFill>
              <a:gsLst>
                <a:gs pos="0">
                  <a:srgbClr val="CACACA">
                    <a:alpha val="31478"/>
                  </a:srgbClr>
                </a:gs>
                <a:gs pos="14286">
                  <a:srgbClr val="CACACA">
                    <a:alpha val="29350"/>
                  </a:srgbClr>
                </a:gs>
                <a:gs pos="28571">
                  <a:srgbClr val="CACACA">
                    <a:alpha val="23644"/>
                  </a:srgbClr>
                </a:gs>
                <a:gs pos="42857">
                  <a:srgbClr val="CACACA">
                    <a:alpha val="16217"/>
                  </a:srgbClr>
                </a:gs>
                <a:gs pos="57143">
                  <a:srgbClr val="CACACA">
                    <a:alpha val="9339"/>
                  </a:srgbClr>
                </a:gs>
                <a:gs pos="71429">
                  <a:srgbClr val="CACACA">
                    <a:alpha val="4486"/>
                  </a:srgbClr>
                </a:gs>
                <a:gs pos="85714">
                  <a:srgbClr val="CACACA">
                    <a:alpha val="1798"/>
                  </a:srgbClr>
                </a:gs>
                <a:gs pos="100000">
                  <a:srgbClr val="CACACA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5763849">
              <a:off x="210402" y="334359"/>
              <a:ext cx="934438" cy="541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5652372">
              <a:off x="667696" y="169161"/>
              <a:ext cx="484545" cy="52407"/>
            </a:xfrm>
            <a:prstGeom prst="ellipse">
              <a:avLst/>
            </a:prstGeom>
            <a:gradFill>
              <a:gsLst>
                <a:gs pos="0">
                  <a:srgbClr val="EAE9EA">
                    <a:alpha val="31508"/>
                  </a:srgbClr>
                </a:gs>
                <a:gs pos="14286">
                  <a:srgbClr val="EAE9EA">
                    <a:alpha val="29379"/>
                  </a:srgbClr>
                </a:gs>
                <a:gs pos="28571">
                  <a:srgbClr val="EAE9EA">
                    <a:alpha val="23668"/>
                  </a:srgbClr>
                </a:gs>
                <a:gs pos="42857">
                  <a:srgbClr val="EAE9EA">
                    <a:alpha val="16235"/>
                  </a:srgbClr>
                </a:gs>
                <a:gs pos="57143">
                  <a:srgbClr val="EAE9EA">
                    <a:alpha val="9350"/>
                  </a:srgbClr>
                </a:gs>
                <a:gs pos="71429">
                  <a:srgbClr val="EAE9EA">
                    <a:alpha val="4491"/>
                  </a:srgbClr>
                </a:gs>
                <a:gs pos="85714">
                  <a:srgbClr val="EAE9EA">
                    <a:alpha val="1801"/>
                  </a:srgbClr>
                </a:gs>
                <a:gs pos="100000">
                  <a:srgbClr val="EAE9EA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10750754">
              <a:off x="1534453" y="91797"/>
              <a:ext cx="304763" cy="481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5779930">
              <a:off x="133733" y="884652"/>
              <a:ext cx="555795" cy="25925"/>
            </a:xfrm>
            <a:prstGeom prst="ellipse">
              <a:avLst/>
            </a:prstGeom>
            <a:gradFill>
              <a:gsLst>
                <a:gs pos="0">
                  <a:srgbClr val="131410">
                    <a:alpha val="32968"/>
                  </a:srgbClr>
                </a:gs>
                <a:gs pos="14286">
                  <a:srgbClr val="131410">
                    <a:alpha val="30764"/>
                  </a:srgbClr>
                </a:gs>
                <a:gs pos="28571">
                  <a:srgbClr val="131410">
                    <a:alpha val="24833"/>
                  </a:srgbClr>
                </a:gs>
                <a:gs pos="42857">
                  <a:srgbClr val="131410">
                    <a:alpha val="17075"/>
                  </a:srgbClr>
                </a:gs>
                <a:gs pos="57143">
                  <a:srgbClr val="131410">
                    <a:alpha val="9855"/>
                  </a:srgbClr>
                </a:gs>
                <a:gs pos="71429">
                  <a:srgbClr val="131410">
                    <a:alpha val="4740"/>
                  </a:srgbClr>
                </a:gs>
                <a:gs pos="85714">
                  <a:srgbClr val="131410">
                    <a:alpha val="1902"/>
                  </a:srgbClr>
                </a:gs>
                <a:gs pos="100000">
                  <a:srgbClr val="1314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5066858">
              <a:off x="2487118" y="1099770"/>
              <a:ext cx="538934" cy="89022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10598471">
              <a:off x="2782525" y="125575"/>
              <a:ext cx="360461" cy="594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10542568">
              <a:off x="1026242" y="1407439"/>
              <a:ext cx="277748" cy="65944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5069941">
              <a:off x="2376022" y="1456722"/>
              <a:ext cx="826801" cy="55478"/>
            </a:xfrm>
            <a:prstGeom prst="ellipse">
              <a:avLst/>
            </a:prstGeom>
            <a:gradFill>
              <a:gsLst>
                <a:gs pos="0">
                  <a:srgbClr val="D0D0D0">
                    <a:alpha val="32968"/>
                  </a:srgbClr>
                </a:gs>
                <a:gs pos="14286">
                  <a:srgbClr val="D0D0D0">
                    <a:alpha val="30764"/>
                  </a:srgbClr>
                </a:gs>
                <a:gs pos="28571">
                  <a:srgbClr val="D0D0D0">
                    <a:alpha val="24833"/>
                  </a:srgbClr>
                </a:gs>
                <a:gs pos="42857">
                  <a:srgbClr val="D0D0D0">
                    <a:alpha val="17075"/>
                  </a:srgbClr>
                </a:gs>
                <a:gs pos="57143">
                  <a:srgbClr val="D0D0D0">
                    <a:alpha val="9855"/>
                  </a:srgbClr>
                </a:gs>
                <a:gs pos="71429">
                  <a:srgbClr val="D0D0D0">
                    <a:alpha val="4740"/>
                  </a:srgbClr>
                </a:gs>
                <a:gs pos="85714">
                  <a:srgbClr val="D0D0D0">
                    <a:alpha val="1902"/>
                  </a:srgbClr>
                </a:gs>
                <a:gs pos="100000">
                  <a:srgbClr val="D0D0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5041398">
              <a:off x="3075113" y="3187343"/>
              <a:ext cx="406372" cy="49043"/>
            </a:xfrm>
            <a:prstGeom prst="ellipse">
              <a:avLst/>
            </a:prstGeom>
            <a:gradFill>
              <a:gsLst>
                <a:gs pos="0">
                  <a:srgbClr val="E4E4E4">
                    <a:alpha val="25870"/>
                  </a:srgbClr>
                </a:gs>
                <a:gs pos="14286">
                  <a:srgbClr val="E4E4E4">
                    <a:alpha val="24053"/>
                  </a:srgbClr>
                </a:gs>
                <a:gs pos="28571">
                  <a:srgbClr val="E4E4E4">
                    <a:alpha val="19235"/>
                  </a:srgbClr>
                </a:gs>
                <a:gs pos="42857">
                  <a:srgbClr val="E4E4E4">
                    <a:alpha val="13075"/>
                  </a:srgbClr>
                </a:gs>
                <a:gs pos="57143">
                  <a:srgbClr val="E4E4E4">
                    <a:alpha val="7471"/>
                  </a:srgbClr>
                </a:gs>
                <a:gs pos="71429">
                  <a:srgbClr val="E4E4E4">
                    <a:alpha val="3569"/>
                  </a:srgbClr>
                </a:gs>
                <a:gs pos="85714">
                  <a:srgbClr val="E4E4E4">
                    <a:alpha val="1427"/>
                  </a:srgbClr>
                </a:gs>
                <a:gs pos="100000">
                  <a:srgbClr val="E4E4E4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5694563">
              <a:off x="217185" y="317995"/>
              <a:ext cx="491183" cy="37083"/>
            </a:xfrm>
            <a:prstGeom prst="ellipse">
              <a:avLst/>
            </a:prstGeom>
            <a:gradFill>
              <a:gsLst>
                <a:gs pos="0">
                  <a:srgbClr val="FCFDFC">
                    <a:alpha val="32968"/>
                  </a:srgbClr>
                </a:gs>
                <a:gs pos="14286">
                  <a:srgbClr val="FCFDFC">
                    <a:alpha val="30764"/>
                  </a:srgbClr>
                </a:gs>
                <a:gs pos="28571">
                  <a:srgbClr val="FCFDFC">
                    <a:alpha val="24833"/>
                  </a:srgbClr>
                </a:gs>
                <a:gs pos="42857">
                  <a:srgbClr val="FCFDFC">
                    <a:alpha val="17075"/>
                  </a:srgbClr>
                </a:gs>
                <a:gs pos="57143">
                  <a:srgbClr val="FCFDFC">
                    <a:alpha val="9855"/>
                  </a:srgbClr>
                </a:gs>
                <a:gs pos="71429">
                  <a:srgbClr val="FCFDFC">
                    <a:alpha val="4740"/>
                  </a:srgbClr>
                </a:gs>
                <a:gs pos="85714">
                  <a:srgbClr val="FCFDFC">
                    <a:alpha val="1902"/>
                  </a:srgbClr>
                </a:gs>
                <a:gs pos="100000">
                  <a:srgbClr val="FCFD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5520249">
              <a:off x="793797" y="2504197"/>
              <a:ext cx="474924" cy="33391"/>
            </a:xfrm>
            <a:prstGeom prst="ellipse">
              <a:avLst/>
            </a:prstGeom>
            <a:gradFill>
              <a:gsLst>
                <a:gs pos="0">
                  <a:srgbClr val="C4C5C5">
                    <a:alpha val="29948"/>
                  </a:srgbClr>
                </a:gs>
                <a:gs pos="14286">
                  <a:srgbClr val="C4C5C5">
                    <a:alpha val="27902"/>
                  </a:srgbClr>
                </a:gs>
                <a:gs pos="28571">
                  <a:srgbClr val="C4C5C5">
                    <a:alpha val="22432"/>
                  </a:srgbClr>
                </a:gs>
                <a:gs pos="42857">
                  <a:srgbClr val="C4C5C5">
                    <a:alpha val="15347"/>
                  </a:srgbClr>
                </a:gs>
                <a:gs pos="57143">
                  <a:srgbClr val="C4C5C5">
                    <a:alpha val="8819"/>
                  </a:srgbClr>
                </a:gs>
                <a:gs pos="71429">
                  <a:srgbClr val="C4C5C5">
                    <a:alpha val="4229"/>
                  </a:srgbClr>
                </a:gs>
                <a:gs pos="85714">
                  <a:srgbClr val="C4C5C5">
                    <a:alpha val="1694"/>
                  </a:srgbClr>
                </a:gs>
                <a:gs pos="100000">
                  <a:srgbClr val="C4C5C5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5488460">
              <a:off x="1015687" y="2757278"/>
              <a:ext cx="534507" cy="47134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5812331">
              <a:off x="-107824" y="3318245"/>
              <a:ext cx="370501" cy="43328"/>
            </a:xfrm>
            <a:prstGeom prst="ellipse">
              <a:avLst/>
            </a:prstGeom>
            <a:gradFill>
              <a:gsLst>
                <a:gs pos="0">
                  <a:srgbClr val="F0F0F0">
                    <a:alpha val="19087"/>
                  </a:srgbClr>
                </a:gs>
                <a:gs pos="14286">
                  <a:srgbClr val="F0F0F0">
                    <a:alpha val="17689"/>
                  </a:srgbClr>
                </a:gs>
                <a:gs pos="28571">
                  <a:srgbClr val="F0F0F0">
                    <a:alpha val="14028"/>
                  </a:srgbClr>
                </a:gs>
                <a:gs pos="42857">
                  <a:srgbClr val="F0F0F0">
                    <a:alpha val="9438"/>
                  </a:srgbClr>
                </a:gs>
                <a:gs pos="57143">
                  <a:srgbClr val="F0F0F0">
                    <a:alpha val="5345"/>
                  </a:srgbClr>
                </a:gs>
                <a:gs pos="71429">
                  <a:srgbClr val="F0F0F0">
                    <a:alpha val="2539"/>
                  </a:srgbClr>
                </a:gs>
                <a:gs pos="85714">
                  <a:srgbClr val="F0F0F0">
                    <a:alpha val="1012"/>
                  </a:srgbClr>
                </a:gs>
                <a:gs pos="100000">
                  <a:srgbClr val="F0F0F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5918956">
              <a:off x="-49007" y="2466998"/>
              <a:ext cx="469505" cy="61045"/>
            </a:xfrm>
            <a:prstGeom prst="ellipse">
              <a:avLst/>
            </a:prstGeom>
            <a:gradFill>
              <a:gsLst>
                <a:gs pos="0">
                  <a:srgbClr val="EFEEEE">
                    <a:alpha val="32968"/>
                  </a:srgbClr>
                </a:gs>
                <a:gs pos="14286">
                  <a:srgbClr val="EFEEEE">
                    <a:alpha val="30764"/>
                  </a:srgbClr>
                </a:gs>
                <a:gs pos="28571">
                  <a:srgbClr val="EFEEEE">
                    <a:alpha val="24833"/>
                  </a:srgbClr>
                </a:gs>
                <a:gs pos="42857">
                  <a:srgbClr val="EFEEEE">
                    <a:alpha val="17075"/>
                  </a:srgbClr>
                </a:gs>
                <a:gs pos="57143">
                  <a:srgbClr val="EFEEEE">
                    <a:alpha val="9855"/>
                  </a:srgbClr>
                </a:gs>
                <a:gs pos="71429">
                  <a:srgbClr val="EFEEEE">
                    <a:alpha val="4740"/>
                  </a:srgbClr>
                </a:gs>
                <a:gs pos="85714">
                  <a:srgbClr val="EFEEEE">
                    <a:alpha val="1902"/>
                  </a:srgbClr>
                </a:gs>
                <a:gs pos="100000">
                  <a:srgbClr val="EFEE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4938097">
              <a:off x="3062613" y="2100658"/>
              <a:ext cx="637398" cy="47427"/>
            </a:xfrm>
            <a:prstGeom prst="ellipse">
              <a:avLst/>
            </a:prstGeom>
            <a:gradFill>
              <a:gsLst>
                <a:gs pos="0">
                  <a:srgbClr val="B3B3B3">
                    <a:alpha val="32968"/>
                  </a:srgbClr>
                </a:gs>
                <a:gs pos="14286">
                  <a:srgbClr val="B3B3B3">
                    <a:alpha val="30764"/>
                  </a:srgbClr>
                </a:gs>
                <a:gs pos="28571">
                  <a:srgbClr val="B3B3B3">
                    <a:alpha val="24833"/>
                  </a:srgbClr>
                </a:gs>
                <a:gs pos="42857">
                  <a:srgbClr val="B3B3B3">
                    <a:alpha val="17075"/>
                  </a:srgbClr>
                </a:gs>
                <a:gs pos="57143">
                  <a:srgbClr val="B3B3B3">
                    <a:alpha val="9855"/>
                  </a:srgbClr>
                </a:gs>
                <a:gs pos="71429">
                  <a:srgbClr val="B3B3B3">
                    <a:alpha val="4740"/>
                  </a:srgbClr>
                </a:gs>
                <a:gs pos="85714">
                  <a:srgbClr val="B3B3B3">
                    <a:alpha val="1902"/>
                  </a:srgbClr>
                </a:gs>
                <a:gs pos="100000">
                  <a:srgbClr val="B3B3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5963145">
              <a:off x="122460" y="3317669"/>
              <a:ext cx="511312" cy="691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5158827">
              <a:off x="2691341" y="2626412"/>
              <a:ext cx="477572" cy="64114"/>
            </a:xfrm>
            <a:prstGeom prst="ellipse">
              <a:avLst/>
            </a:prstGeom>
            <a:gradFill>
              <a:gsLst>
                <a:gs pos="0">
                  <a:srgbClr val="D7D8D8">
                    <a:alpha val="32555"/>
                  </a:srgbClr>
                </a:gs>
                <a:gs pos="14286">
                  <a:srgbClr val="D7D8D8">
                    <a:alpha val="30372"/>
                  </a:srgbClr>
                </a:gs>
                <a:gs pos="28571">
                  <a:srgbClr val="D7D8D8">
                    <a:alpha val="24503"/>
                  </a:srgbClr>
                </a:gs>
                <a:gs pos="42857">
                  <a:srgbClr val="D7D8D8">
                    <a:alpha val="16836"/>
                  </a:srgbClr>
                </a:gs>
                <a:gs pos="57143">
                  <a:srgbClr val="D7D8D8">
                    <a:alpha val="9711"/>
                  </a:srgbClr>
                </a:gs>
                <a:gs pos="71429">
                  <a:srgbClr val="D7D8D8">
                    <a:alpha val="4669"/>
                  </a:srgbClr>
                </a:gs>
                <a:gs pos="85714">
                  <a:srgbClr val="D7D8D8">
                    <a:alpha val="1873"/>
                  </a:srgbClr>
                </a:gs>
                <a:gs pos="100000">
                  <a:srgbClr val="D7D8D8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5232141">
              <a:off x="1431936" y="567975"/>
              <a:ext cx="741315" cy="75661"/>
            </a:xfrm>
            <a:prstGeom prst="ellipse">
              <a:avLst/>
            </a:prstGeom>
            <a:gradFill>
              <a:gsLst>
                <a:gs pos="0">
                  <a:srgbClr val="000002">
                    <a:alpha val="29159"/>
                  </a:srgbClr>
                </a:gs>
                <a:gs pos="14286">
                  <a:srgbClr val="000002">
                    <a:alpha val="27155"/>
                  </a:srgbClr>
                </a:gs>
                <a:gs pos="28571">
                  <a:srgbClr val="000002">
                    <a:alpha val="21809"/>
                  </a:srgbClr>
                </a:gs>
                <a:gs pos="42857">
                  <a:srgbClr val="000002">
                    <a:alpha val="14902"/>
                  </a:srgbClr>
                </a:gs>
                <a:gs pos="57143">
                  <a:srgbClr val="000002">
                    <a:alpha val="8553"/>
                  </a:srgbClr>
                </a:gs>
                <a:gs pos="71429">
                  <a:srgbClr val="000002">
                    <a:alpha val="4099"/>
                  </a:srgbClr>
                </a:gs>
                <a:gs pos="85714">
                  <a:srgbClr val="000002">
                    <a:alpha val="1641"/>
                  </a:srgbClr>
                </a:gs>
                <a:gs pos="100000">
                  <a:srgbClr val="000002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-10708417">
              <a:off x="707110" y="-55722"/>
              <a:ext cx="353926" cy="151542"/>
            </a:xfrm>
            <a:prstGeom prst="ellipse">
              <a:avLst/>
            </a:prstGeom>
            <a:gradFill>
              <a:gsLst>
                <a:gs pos="0">
                  <a:srgbClr val="000A00">
                    <a:alpha val="9947"/>
                  </a:srgbClr>
                </a:gs>
                <a:gs pos="14286">
                  <a:srgbClr val="000A00">
                    <a:alpha val="9181"/>
                  </a:srgbClr>
                </a:gs>
                <a:gs pos="28571">
                  <a:srgbClr val="000A00">
                    <a:alpha val="7205"/>
                  </a:srgbClr>
                </a:gs>
                <a:gs pos="42857">
                  <a:srgbClr val="000A00">
                    <a:alpha val="4786"/>
                  </a:srgbClr>
                </a:gs>
                <a:gs pos="57143">
                  <a:srgbClr val="000A00">
                    <a:alpha val="2681"/>
                  </a:srgbClr>
                </a:gs>
                <a:gs pos="71429">
                  <a:srgbClr val="000A00">
                    <a:alpha val="1264"/>
                  </a:srgbClr>
                </a:gs>
                <a:gs pos="85714">
                  <a:srgbClr val="000A00">
                    <a:alpha val="502"/>
                  </a:srgbClr>
                </a:gs>
                <a:gs pos="100000">
                  <a:srgbClr val="000A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5492740">
              <a:off x="578931" y="841526"/>
              <a:ext cx="566485" cy="45213"/>
            </a:xfrm>
            <a:prstGeom prst="ellipse">
              <a:avLst/>
            </a:prstGeom>
            <a:gradFill>
              <a:gsLst>
                <a:gs pos="0">
                  <a:srgbClr val="CECFCE">
                    <a:alpha val="32968"/>
                  </a:srgbClr>
                </a:gs>
                <a:gs pos="14286">
                  <a:srgbClr val="CECFCE">
                    <a:alpha val="30764"/>
                  </a:srgbClr>
                </a:gs>
                <a:gs pos="28571">
                  <a:srgbClr val="CECFCE">
                    <a:alpha val="24833"/>
                  </a:srgbClr>
                </a:gs>
                <a:gs pos="42857">
                  <a:srgbClr val="CECFCE">
                    <a:alpha val="17075"/>
                  </a:srgbClr>
                </a:gs>
                <a:gs pos="57143">
                  <a:srgbClr val="CECFCE">
                    <a:alpha val="9855"/>
                  </a:srgbClr>
                </a:gs>
                <a:gs pos="71429">
                  <a:srgbClr val="CECFCE">
                    <a:alpha val="4740"/>
                  </a:srgbClr>
                </a:gs>
                <a:gs pos="85714">
                  <a:srgbClr val="CECFCE">
                    <a:alpha val="1902"/>
                  </a:srgbClr>
                </a:gs>
                <a:gs pos="100000">
                  <a:srgbClr val="CEC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5268537">
              <a:off x="2172755" y="2150227"/>
              <a:ext cx="377483" cy="66826"/>
            </a:xfrm>
            <a:prstGeom prst="ellipse">
              <a:avLst/>
            </a:prstGeom>
            <a:gradFill>
              <a:gsLst>
                <a:gs pos="0">
                  <a:srgbClr val="E3E3E3">
                    <a:alpha val="32968"/>
                  </a:srgbClr>
                </a:gs>
                <a:gs pos="14286">
                  <a:srgbClr val="E3E3E3">
                    <a:alpha val="30764"/>
                  </a:srgbClr>
                </a:gs>
                <a:gs pos="28571">
                  <a:srgbClr val="E3E3E3">
                    <a:alpha val="24833"/>
                  </a:srgbClr>
                </a:gs>
                <a:gs pos="42857">
                  <a:srgbClr val="E3E3E3">
                    <a:alpha val="17075"/>
                  </a:srgbClr>
                </a:gs>
                <a:gs pos="57143">
                  <a:srgbClr val="E3E3E3">
                    <a:alpha val="9855"/>
                  </a:srgbClr>
                </a:gs>
                <a:gs pos="71429">
                  <a:srgbClr val="E3E3E3">
                    <a:alpha val="4740"/>
                  </a:srgbClr>
                </a:gs>
                <a:gs pos="85714">
                  <a:srgbClr val="E3E3E3">
                    <a:alpha val="1902"/>
                  </a:srgbClr>
                </a:gs>
                <a:gs pos="100000">
                  <a:srgbClr val="E3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4880323">
              <a:off x="2880490" y="2265251"/>
              <a:ext cx="533642" cy="53675"/>
            </a:xfrm>
            <a:prstGeom prst="ellipse">
              <a:avLst/>
            </a:prstGeom>
            <a:gradFill>
              <a:gsLst>
                <a:gs pos="0">
                  <a:srgbClr val="FEFDFD">
                    <a:alpha val="32968"/>
                  </a:srgbClr>
                </a:gs>
                <a:gs pos="14286">
                  <a:srgbClr val="FEFDFD">
                    <a:alpha val="30764"/>
                  </a:srgbClr>
                </a:gs>
                <a:gs pos="28571">
                  <a:srgbClr val="FEFDFD">
                    <a:alpha val="24833"/>
                  </a:srgbClr>
                </a:gs>
                <a:gs pos="42857">
                  <a:srgbClr val="FEFDFD">
                    <a:alpha val="17075"/>
                  </a:srgbClr>
                </a:gs>
                <a:gs pos="57143">
                  <a:srgbClr val="FEFDFD">
                    <a:alpha val="9855"/>
                  </a:srgbClr>
                </a:gs>
                <a:gs pos="71429">
                  <a:srgbClr val="FEFDFD">
                    <a:alpha val="4740"/>
                  </a:srgbClr>
                </a:gs>
                <a:gs pos="85714">
                  <a:srgbClr val="FEFDFD">
                    <a:alpha val="1902"/>
                  </a:srgbClr>
                </a:gs>
                <a:gs pos="100000">
                  <a:srgbClr val="FE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-10791286">
              <a:off x="1094302" y="78118"/>
              <a:ext cx="317783" cy="482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5783788">
              <a:off x="153352" y="890330"/>
              <a:ext cx="470544" cy="51006"/>
            </a:xfrm>
            <a:prstGeom prst="ellipse">
              <a:avLst/>
            </a:prstGeom>
            <a:gradFill>
              <a:gsLst>
                <a:gs pos="0">
                  <a:srgbClr val="FCFCFC">
                    <a:alpha val="27787"/>
                  </a:srgbClr>
                </a:gs>
                <a:gs pos="14286">
                  <a:srgbClr val="FCFCFC">
                    <a:alpha val="25860"/>
                  </a:srgbClr>
                </a:gs>
                <a:gs pos="28571">
                  <a:srgbClr val="FCFCFC">
                    <a:alpha val="20731"/>
                  </a:srgbClr>
                </a:gs>
                <a:gs pos="42857">
                  <a:srgbClr val="FCFCFC">
                    <a:alpha val="14135"/>
                  </a:srgbClr>
                </a:gs>
                <a:gs pos="57143">
                  <a:srgbClr val="FCFCFC">
                    <a:alpha val="8097"/>
                  </a:srgbClr>
                </a:gs>
                <a:gs pos="71429">
                  <a:srgbClr val="FCFCFC">
                    <a:alpha val="3875"/>
                  </a:srgbClr>
                </a:gs>
                <a:gs pos="85714">
                  <a:srgbClr val="FCFCFC">
                    <a:alpha val="1551"/>
                  </a:srgbClr>
                </a:gs>
                <a:gs pos="100000">
                  <a:srgbClr val="FCFCFC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10722539">
              <a:off x="2318901" y="1638460"/>
              <a:ext cx="278100" cy="67907"/>
            </a:xfrm>
            <a:prstGeom prst="ellipse">
              <a:avLst/>
            </a:prstGeom>
            <a:gradFill>
              <a:gsLst>
                <a:gs pos="0">
                  <a:srgbClr val="EEEDED">
                    <a:alpha val="32968"/>
                  </a:srgbClr>
                </a:gs>
                <a:gs pos="14286">
                  <a:srgbClr val="EEEDED">
                    <a:alpha val="30764"/>
                  </a:srgbClr>
                </a:gs>
                <a:gs pos="28571">
                  <a:srgbClr val="EEEDED">
                    <a:alpha val="24833"/>
                  </a:srgbClr>
                </a:gs>
                <a:gs pos="42857">
                  <a:srgbClr val="EEEDED">
                    <a:alpha val="17075"/>
                  </a:srgbClr>
                </a:gs>
                <a:gs pos="57143">
                  <a:srgbClr val="EEEDED">
                    <a:alpha val="9855"/>
                  </a:srgbClr>
                </a:gs>
                <a:gs pos="71429">
                  <a:srgbClr val="EEEDED">
                    <a:alpha val="4740"/>
                  </a:srgbClr>
                </a:gs>
                <a:gs pos="85714">
                  <a:srgbClr val="EEEDED">
                    <a:alpha val="1902"/>
                  </a:srgbClr>
                </a:gs>
                <a:gs pos="100000">
                  <a:srgbClr val="EE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5883233">
              <a:off x="-91454" y="2197860"/>
              <a:ext cx="611279" cy="34106"/>
            </a:xfrm>
            <a:prstGeom prst="ellipse">
              <a:avLst/>
            </a:prstGeom>
            <a:gradFill>
              <a:gsLst>
                <a:gs pos="0">
                  <a:srgbClr val="FFFFFF">
                    <a:alpha val="14013"/>
                  </a:srgbClr>
                </a:gs>
                <a:gs pos="14286">
                  <a:srgbClr val="FFFFFF">
                    <a:alpha val="12956"/>
                  </a:srgbClr>
                </a:gs>
                <a:gs pos="28571">
                  <a:srgbClr val="FFFFFF">
                    <a:alpha val="10214"/>
                  </a:srgbClr>
                </a:gs>
                <a:gs pos="42857">
                  <a:srgbClr val="FFFFFF">
                    <a:alpha val="6823"/>
                  </a:srgbClr>
                </a:gs>
                <a:gs pos="57143">
                  <a:srgbClr val="FFFFFF">
                    <a:alpha val="3840"/>
                  </a:srgbClr>
                </a:gs>
                <a:gs pos="71429">
                  <a:srgbClr val="FFFFFF">
                    <a:alpha val="1816"/>
                  </a:srgbClr>
                </a:gs>
                <a:gs pos="85714">
                  <a:srgbClr val="FFFFFF">
                    <a:alpha val="722"/>
                  </a:srgbClr>
                </a:gs>
                <a:gs pos="100000">
                  <a:srgbClr val="FFFFFF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10686096">
              <a:off x="92462" y="3008489"/>
              <a:ext cx="400297" cy="1023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6715227">
              <a:off x="506537" y="1265677"/>
              <a:ext cx="100785" cy="70750"/>
            </a:xfrm>
            <a:prstGeom prst="ellipse">
              <a:avLst/>
            </a:prstGeom>
            <a:gradFill>
              <a:gsLst>
                <a:gs pos="0">
                  <a:srgbClr val="FFFFFF">
                    <a:alpha val="26612"/>
                  </a:srgbClr>
                </a:gs>
                <a:gs pos="14286">
                  <a:srgbClr val="FFFFFF">
                    <a:alpha val="24752"/>
                  </a:srgbClr>
                </a:gs>
                <a:gs pos="28571">
                  <a:srgbClr val="FFFFFF">
                    <a:alpha val="19813"/>
                  </a:srgbClr>
                </a:gs>
                <a:gs pos="42857">
                  <a:srgbClr val="FFFFFF">
                    <a:alpha val="13483"/>
                  </a:srgbClr>
                </a:gs>
                <a:gs pos="57143">
                  <a:srgbClr val="FFFFFF">
                    <a:alpha val="7712"/>
                  </a:srgbClr>
                </a:gs>
                <a:gs pos="71429">
                  <a:srgbClr val="FFFFFF">
                    <a:alpha val="3687"/>
                  </a:srgbClr>
                </a:gs>
                <a:gs pos="85714">
                  <a:srgbClr val="FFFFFF">
                    <a:alpha val="1474"/>
                  </a:srgbClr>
                </a:gs>
                <a:gs pos="100000">
                  <a:srgbClr val="FFFFFF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129357">
              <a:off x="2014598" y="452061"/>
              <a:ext cx="453358" cy="60948"/>
            </a:xfrm>
            <a:prstGeom prst="ellipse">
              <a:avLst/>
            </a:prstGeom>
            <a:gradFill>
              <a:gsLst>
                <a:gs pos="0">
                  <a:srgbClr val="F4F3F4">
                    <a:alpha val="26324"/>
                  </a:srgbClr>
                </a:gs>
                <a:gs pos="14286">
                  <a:srgbClr val="F4F3F4">
                    <a:alpha val="24481"/>
                  </a:srgbClr>
                </a:gs>
                <a:gs pos="28571">
                  <a:srgbClr val="F4F3F4">
                    <a:alpha val="19588"/>
                  </a:srgbClr>
                </a:gs>
                <a:gs pos="42857">
                  <a:srgbClr val="F4F3F4">
                    <a:alpha val="13324"/>
                  </a:srgbClr>
                </a:gs>
                <a:gs pos="57143">
                  <a:srgbClr val="F4F3F4">
                    <a:alpha val="7618"/>
                  </a:srgbClr>
                </a:gs>
                <a:gs pos="71429">
                  <a:srgbClr val="F4F3F4">
                    <a:alpha val="3641"/>
                  </a:srgbClr>
                </a:gs>
                <a:gs pos="85714">
                  <a:srgbClr val="F4F3F4">
                    <a:alpha val="1456"/>
                  </a:srgbClr>
                </a:gs>
                <a:gs pos="100000">
                  <a:srgbClr val="F4F3F4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4824969">
              <a:off x="2999260" y="2977222"/>
              <a:ext cx="518774" cy="43069"/>
            </a:xfrm>
            <a:prstGeom prst="ellipse">
              <a:avLst/>
            </a:prstGeom>
            <a:gradFill>
              <a:gsLst>
                <a:gs pos="0">
                  <a:srgbClr val="767777">
                    <a:alpha val="23038"/>
                  </a:srgbClr>
                </a:gs>
                <a:gs pos="14286">
                  <a:srgbClr val="767777">
                    <a:alpha val="21390"/>
                  </a:srgbClr>
                </a:gs>
                <a:gs pos="28571">
                  <a:srgbClr val="767777">
                    <a:alpha val="17045"/>
                  </a:srgbClr>
                </a:gs>
                <a:gs pos="42857">
                  <a:srgbClr val="767777">
                    <a:alpha val="11536"/>
                  </a:srgbClr>
                </a:gs>
                <a:gs pos="57143">
                  <a:srgbClr val="767777">
                    <a:alpha val="6566"/>
                  </a:srgbClr>
                </a:gs>
                <a:gs pos="71429">
                  <a:srgbClr val="767777">
                    <a:alpha val="3129"/>
                  </a:srgbClr>
                </a:gs>
                <a:gs pos="85714">
                  <a:srgbClr val="767777">
                    <a:alpha val="1249"/>
                  </a:srgbClr>
                </a:gs>
                <a:gs pos="100000">
                  <a:srgbClr val="767777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10584408">
              <a:off x="1995108" y="1081112"/>
              <a:ext cx="321420" cy="54970"/>
            </a:xfrm>
            <a:prstGeom prst="ellipse">
              <a:avLst/>
            </a:prstGeom>
            <a:gradFill>
              <a:gsLst>
                <a:gs pos="0">
                  <a:srgbClr val="D1D1D1">
                    <a:alpha val="32968"/>
                  </a:srgbClr>
                </a:gs>
                <a:gs pos="14286">
                  <a:srgbClr val="D1D1D1">
                    <a:alpha val="30764"/>
                  </a:srgbClr>
                </a:gs>
                <a:gs pos="28571">
                  <a:srgbClr val="D1D1D1">
                    <a:alpha val="24833"/>
                  </a:srgbClr>
                </a:gs>
                <a:gs pos="42857">
                  <a:srgbClr val="D1D1D1">
                    <a:alpha val="17075"/>
                  </a:srgbClr>
                </a:gs>
                <a:gs pos="57143">
                  <a:srgbClr val="D1D1D1">
                    <a:alpha val="9855"/>
                  </a:srgbClr>
                </a:gs>
                <a:gs pos="71429">
                  <a:srgbClr val="D1D1D1">
                    <a:alpha val="4740"/>
                  </a:srgbClr>
                </a:gs>
                <a:gs pos="85714">
                  <a:srgbClr val="D1D1D1">
                    <a:alpha val="1902"/>
                  </a:srgbClr>
                </a:gs>
                <a:gs pos="100000">
                  <a:srgbClr val="D1D1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5916058">
              <a:off x="-203965" y="3419764"/>
              <a:ext cx="549852" cy="52938"/>
            </a:xfrm>
            <a:prstGeom prst="ellipse">
              <a:avLst/>
            </a:prstGeom>
            <a:gradFill>
              <a:gsLst>
                <a:gs pos="0">
                  <a:srgbClr val="C5C5C5">
                    <a:alpha val="29095"/>
                  </a:srgbClr>
                </a:gs>
                <a:gs pos="14286">
                  <a:srgbClr val="C5C5C5">
                    <a:alpha val="27095"/>
                  </a:srgbClr>
                </a:gs>
                <a:gs pos="28571">
                  <a:srgbClr val="C5C5C5">
                    <a:alpha val="21758"/>
                  </a:srgbClr>
                </a:gs>
                <a:gs pos="42857">
                  <a:srgbClr val="C5C5C5">
                    <a:alpha val="14866"/>
                  </a:srgbClr>
                </a:gs>
                <a:gs pos="57143">
                  <a:srgbClr val="C5C5C5">
                    <a:alpha val="8532"/>
                  </a:srgbClr>
                </a:gs>
                <a:gs pos="71429">
                  <a:srgbClr val="C5C5C5">
                    <a:alpha val="4088"/>
                  </a:srgbClr>
                </a:gs>
                <a:gs pos="85714">
                  <a:srgbClr val="C5C5C5">
                    <a:alpha val="1637"/>
                  </a:srgbClr>
                </a:gs>
                <a:gs pos="100000">
                  <a:srgbClr val="C5C5C5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10592041">
              <a:off x="3461870" y="748904"/>
              <a:ext cx="198407" cy="57330"/>
            </a:xfrm>
            <a:prstGeom prst="ellipse">
              <a:avLst/>
            </a:prstGeom>
            <a:gradFill>
              <a:gsLst>
                <a:gs pos="0">
                  <a:srgbClr val="C3C4C4">
                    <a:alpha val="32968"/>
                  </a:srgbClr>
                </a:gs>
                <a:gs pos="14286">
                  <a:srgbClr val="C3C4C4">
                    <a:alpha val="30764"/>
                  </a:srgbClr>
                </a:gs>
                <a:gs pos="28571">
                  <a:srgbClr val="C3C4C4">
                    <a:alpha val="24833"/>
                  </a:srgbClr>
                </a:gs>
                <a:gs pos="42857">
                  <a:srgbClr val="C3C4C4">
                    <a:alpha val="17075"/>
                  </a:srgbClr>
                </a:gs>
                <a:gs pos="57143">
                  <a:srgbClr val="C3C4C4">
                    <a:alpha val="9855"/>
                  </a:srgbClr>
                </a:gs>
                <a:gs pos="71429">
                  <a:srgbClr val="C3C4C4">
                    <a:alpha val="4740"/>
                  </a:srgbClr>
                </a:gs>
                <a:gs pos="85714">
                  <a:srgbClr val="C3C4C4">
                    <a:alpha val="1902"/>
                  </a:srgbClr>
                </a:gs>
                <a:gs pos="100000">
                  <a:srgbClr val="C3C4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5209190">
              <a:off x="1492663" y="855613"/>
              <a:ext cx="611677" cy="56306"/>
            </a:xfrm>
            <a:prstGeom prst="ellipse">
              <a:avLst/>
            </a:prstGeom>
            <a:gradFill>
              <a:gsLst>
                <a:gs pos="0">
                  <a:srgbClr val="CFCFCF">
                    <a:alpha val="32968"/>
                  </a:srgbClr>
                </a:gs>
                <a:gs pos="14286">
                  <a:srgbClr val="CFCFCF">
                    <a:alpha val="30764"/>
                  </a:srgbClr>
                </a:gs>
                <a:gs pos="28571">
                  <a:srgbClr val="CFCFCF">
                    <a:alpha val="24833"/>
                  </a:srgbClr>
                </a:gs>
                <a:gs pos="42857">
                  <a:srgbClr val="CFCFCF">
                    <a:alpha val="17075"/>
                  </a:srgbClr>
                </a:gs>
                <a:gs pos="57143">
                  <a:srgbClr val="CFCFCF">
                    <a:alpha val="9855"/>
                  </a:srgbClr>
                </a:gs>
                <a:gs pos="71429">
                  <a:srgbClr val="CFCFCF">
                    <a:alpha val="4740"/>
                  </a:srgbClr>
                </a:gs>
                <a:gs pos="85714">
                  <a:srgbClr val="CFCFCF">
                    <a:alpha val="1902"/>
                  </a:srgbClr>
                </a:gs>
                <a:gs pos="100000">
                  <a:srgbClr val="CF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4992961">
              <a:off x="2464214" y="1950339"/>
              <a:ext cx="765902" cy="57659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10516376">
              <a:off x="2451389" y="3552237"/>
              <a:ext cx="205198" cy="82586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10587456">
              <a:off x="1521969" y="2729671"/>
              <a:ext cx="329818" cy="920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5208296">
              <a:off x="2754730" y="2314619"/>
              <a:ext cx="286983" cy="65668"/>
            </a:xfrm>
            <a:prstGeom prst="ellipse">
              <a:avLst/>
            </a:prstGeom>
            <a:gradFill>
              <a:gsLst>
                <a:gs pos="0">
                  <a:srgbClr val="D2D1D2">
                    <a:alpha val="28193"/>
                  </a:srgbClr>
                </a:gs>
                <a:gs pos="14286">
                  <a:srgbClr val="D2D1D2">
                    <a:alpha val="26244"/>
                  </a:srgbClr>
                </a:gs>
                <a:gs pos="28571">
                  <a:srgbClr val="D2D1D2">
                    <a:alpha val="21050"/>
                  </a:srgbClr>
                </a:gs>
                <a:gs pos="42857">
                  <a:srgbClr val="D2D1D2">
                    <a:alpha val="14361"/>
                  </a:srgbClr>
                </a:gs>
                <a:gs pos="57143">
                  <a:srgbClr val="D2D1D2">
                    <a:alpha val="8232"/>
                  </a:srgbClr>
                </a:gs>
                <a:gs pos="71429">
                  <a:srgbClr val="D2D1D2">
                    <a:alpha val="3941"/>
                  </a:srgbClr>
                </a:gs>
                <a:gs pos="85714">
                  <a:srgbClr val="D2D1D2">
                    <a:alpha val="1577"/>
                  </a:srgbClr>
                </a:gs>
                <a:gs pos="100000">
                  <a:srgbClr val="D2D1D2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5948879">
              <a:off x="20035" y="1310076"/>
              <a:ext cx="627538" cy="59987"/>
            </a:xfrm>
            <a:prstGeom prst="ellipse">
              <a:avLst/>
            </a:prstGeom>
            <a:gradFill>
              <a:gsLst>
                <a:gs pos="0">
                  <a:srgbClr val="D7D7D8">
                    <a:alpha val="30561"/>
                  </a:srgbClr>
                </a:gs>
                <a:gs pos="14286">
                  <a:srgbClr val="D7D7D8">
                    <a:alpha val="28482"/>
                  </a:srgbClr>
                </a:gs>
                <a:gs pos="28571">
                  <a:srgbClr val="D7D7D8">
                    <a:alpha val="22917"/>
                  </a:srgbClr>
                </a:gs>
                <a:gs pos="42857">
                  <a:srgbClr val="D7D7D8">
                    <a:alpha val="15695"/>
                  </a:srgbClr>
                </a:gs>
                <a:gs pos="57143">
                  <a:srgbClr val="D7D7D8">
                    <a:alpha val="9026"/>
                  </a:srgbClr>
                </a:gs>
                <a:gs pos="71429">
                  <a:srgbClr val="D7D7D8">
                    <a:alpha val="4332"/>
                  </a:srgbClr>
                </a:gs>
                <a:gs pos="85714">
                  <a:srgbClr val="D7D7D8">
                    <a:alpha val="1736"/>
                  </a:srgbClr>
                </a:gs>
                <a:gs pos="100000">
                  <a:srgbClr val="D7D7D8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5003852">
              <a:off x="2153092" y="3135994"/>
              <a:ext cx="555828" cy="63400"/>
            </a:xfrm>
            <a:prstGeom prst="ellipse">
              <a:avLst/>
            </a:prstGeom>
            <a:gradFill>
              <a:gsLst>
                <a:gs pos="0">
                  <a:srgbClr val="D9D8D9">
                    <a:alpha val="32968"/>
                  </a:srgbClr>
                </a:gs>
                <a:gs pos="14286">
                  <a:srgbClr val="D9D8D9">
                    <a:alpha val="30764"/>
                  </a:srgbClr>
                </a:gs>
                <a:gs pos="28571">
                  <a:srgbClr val="D9D8D9">
                    <a:alpha val="24833"/>
                  </a:srgbClr>
                </a:gs>
                <a:gs pos="42857">
                  <a:srgbClr val="D9D8D9">
                    <a:alpha val="17075"/>
                  </a:srgbClr>
                </a:gs>
                <a:gs pos="57143">
                  <a:srgbClr val="D9D8D9">
                    <a:alpha val="9855"/>
                  </a:srgbClr>
                </a:gs>
                <a:gs pos="71429">
                  <a:srgbClr val="D9D8D9">
                    <a:alpha val="4740"/>
                  </a:srgbClr>
                </a:gs>
                <a:gs pos="85714">
                  <a:srgbClr val="D9D8D9">
                    <a:alpha val="1902"/>
                  </a:srgbClr>
                </a:gs>
                <a:gs pos="100000">
                  <a:srgbClr val="D9D8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10588879">
              <a:off x="-78485" y="103844"/>
              <a:ext cx="192163" cy="50127"/>
            </a:xfrm>
            <a:prstGeom prst="ellipse">
              <a:avLst/>
            </a:prstGeom>
            <a:gradFill>
              <a:gsLst>
                <a:gs pos="0">
                  <a:srgbClr val="BFBEBF">
                    <a:alpha val="32968"/>
                  </a:srgbClr>
                </a:gs>
                <a:gs pos="14286">
                  <a:srgbClr val="BFBEBF">
                    <a:alpha val="30764"/>
                  </a:srgbClr>
                </a:gs>
                <a:gs pos="28571">
                  <a:srgbClr val="BFBEBF">
                    <a:alpha val="24833"/>
                  </a:srgbClr>
                </a:gs>
                <a:gs pos="42857">
                  <a:srgbClr val="BFBEBF">
                    <a:alpha val="17075"/>
                  </a:srgbClr>
                </a:gs>
                <a:gs pos="57143">
                  <a:srgbClr val="BFBEBF">
                    <a:alpha val="9855"/>
                  </a:srgbClr>
                </a:gs>
                <a:gs pos="71429">
                  <a:srgbClr val="BFBEBF">
                    <a:alpha val="4740"/>
                  </a:srgbClr>
                </a:gs>
                <a:gs pos="85714">
                  <a:srgbClr val="BFBEBF">
                    <a:alpha val="1902"/>
                  </a:srgbClr>
                </a:gs>
                <a:gs pos="100000">
                  <a:srgbClr val="BFBE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5333951">
              <a:off x="1562015" y="478009"/>
              <a:ext cx="441017" cy="32140"/>
            </a:xfrm>
            <a:prstGeom prst="ellipse">
              <a:avLst/>
            </a:prstGeom>
            <a:gradFill>
              <a:gsLst>
                <a:gs pos="0">
                  <a:srgbClr val="C1C0C0">
                    <a:alpha val="32968"/>
                  </a:srgbClr>
                </a:gs>
                <a:gs pos="14286">
                  <a:srgbClr val="C1C0C0">
                    <a:alpha val="30764"/>
                  </a:srgbClr>
                </a:gs>
                <a:gs pos="28571">
                  <a:srgbClr val="C1C0C0">
                    <a:alpha val="24833"/>
                  </a:srgbClr>
                </a:gs>
                <a:gs pos="42857">
                  <a:srgbClr val="C1C0C0">
                    <a:alpha val="17075"/>
                  </a:srgbClr>
                </a:gs>
                <a:gs pos="57143">
                  <a:srgbClr val="C1C0C0">
                    <a:alpha val="9855"/>
                  </a:srgbClr>
                </a:gs>
                <a:gs pos="71429">
                  <a:srgbClr val="C1C0C0">
                    <a:alpha val="4740"/>
                  </a:srgbClr>
                </a:gs>
                <a:gs pos="85714">
                  <a:srgbClr val="C1C0C0">
                    <a:alpha val="1902"/>
                  </a:srgbClr>
                </a:gs>
                <a:gs pos="100000">
                  <a:srgbClr val="C1C0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5227814">
              <a:off x="1790606" y="1893374"/>
              <a:ext cx="607490" cy="53262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10666800">
              <a:off x="3420205" y="2553629"/>
              <a:ext cx="313767" cy="802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5296248">
              <a:off x="1840782" y="582874"/>
              <a:ext cx="389451" cy="51299"/>
            </a:xfrm>
            <a:prstGeom prst="ellipse">
              <a:avLst/>
            </a:prstGeom>
            <a:gradFill>
              <a:gsLst>
                <a:gs pos="0">
                  <a:srgbClr val="C3C4C4">
                    <a:alpha val="24839"/>
                  </a:srgbClr>
                </a:gs>
                <a:gs pos="14286">
                  <a:srgbClr val="C3C4C4">
                    <a:alpha val="23083"/>
                  </a:srgbClr>
                </a:gs>
                <a:gs pos="28571">
                  <a:srgbClr val="C3C4C4">
                    <a:alpha val="18435"/>
                  </a:srgbClr>
                </a:gs>
                <a:gs pos="42857">
                  <a:srgbClr val="C3C4C4">
                    <a:alpha val="12511"/>
                  </a:srgbClr>
                </a:gs>
                <a:gs pos="57143">
                  <a:srgbClr val="C3C4C4">
                    <a:alpha val="7138"/>
                  </a:srgbClr>
                </a:gs>
                <a:gs pos="71429">
                  <a:srgbClr val="C3C4C4">
                    <a:alpha val="3407"/>
                  </a:srgbClr>
                </a:gs>
                <a:gs pos="85714">
                  <a:srgbClr val="C3C4C4">
                    <a:alpha val="1361"/>
                  </a:srgbClr>
                </a:gs>
                <a:gs pos="100000">
                  <a:srgbClr val="C3C4C4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6053410">
              <a:off x="594705" y="1953179"/>
              <a:ext cx="390432" cy="80939"/>
            </a:xfrm>
            <a:prstGeom prst="ellipse">
              <a:avLst/>
            </a:prstGeom>
            <a:gradFill>
              <a:gsLst>
                <a:gs pos="0">
                  <a:srgbClr val="606061">
                    <a:alpha val="18968"/>
                  </a:srgbClr>
                </a:gs>
                <a:gs pos="14286">
                  <a:srgbClr val="606061">
                    <a:alpha val="17578"/>
                  </a:srgbClr>
                </a:gs>
                <a:gs pos="28571">
                  <a:srgbClr val="606061">
                    <a:alpha val="13938"/>
                  </a:srgbClr>
                </a:gs>
                <a:gs pos="42857">
                  <a:srgbClr val="606061">
                    <a:alpha val="9376"/>
                  </a:srgbClr>
                </a:gs>
                <a:gs pos="57143">
                  <a:srgbClr val="606061">
                    <a:alpha val="5309"/>
                  </a:srgbClr>
                </a:gs>
                <a:gs pos="71429">
                  <a:srgbClr val="606061">
                    <a:alpha val="2521"/>
                  </a:srgbClr>
                </a:gs>
                <a:gs pos="85714">
                  <a:srgbClr val="606061">
                    <a:alpha val="1005"/>
                  </a:srgbClr>
                </a:gs>
                <a:gs pos="100000">
                  <a:srgbClr val="606061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10735663">
              <a:off x="2192203" y="3260270"/>
              <a:ext cx="313703" cy="84840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8988208">
              <a:off x="1075400" y="1410827"/>
              <a:ext cx="328456" cy="117386"/>
            </a:xfrm>
            <a:prstGeom prst="ellipse">
              <a:avLst/>
            </a:prstGeom>
            <a:gradFill>
              <a:gsLst>
                <a:gs pos="0">
                  <a:srgbClr val="656565">
                    <a:alpha val="23680"/>
                  </a:srgbClr>
                </a:gs>
                <a:gs pos="14286">
                  <a:srgbClr val="656565">
                    <a:alpha val="21993"/>
                  </a:srgbClr>
                </a:gs>
                <a:gs pos="28571">
                  <a:srgbClr val="656565">
                    <a:alpha val="17539"/>
                  </a:srgbClr>
                </a:gs>
                <a:gs pos="42857">
                  <a:srgbClr val="656565">
                    <a:alpha val="11882"/>
                  </a:srgbClr>
                </a:gs>
                <a:gs pos="57143">
                  <a:srgbClr val="656565">
                    <a:alpha val="6769"/>
                  </a:srgbClr>
                </a:gs>
                <a:gs pos="71429">
                  <a:srgbClr val="656565">
                    <a:alpha val="3228"/>
                  </a:srgbClr>
                </a:gs>
                <a:gs pos="85714">
                  <a:srgbClr val="656565">
                    <a:alpha val="1289"/>
                  </a:srgbClr>
                </a:gs>
                <a:gs pos="100000">
                  <a:srgbClr val="656565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5151666">
              <a:off x="2176812" y="2313061"/>
              <a:ext cx="393226" cy="67217"/>
            </a:xfrm>
            <a:prstGeom prst="ellipse">
              <a:avLst/>
            </a:prstGeom>
            <a:gradFill>
              <a:gsLst>
                <a:gs pos="0">
                  <a:srgbClr val="F6F5F5">
                    <a:alpha val="24219"/>
                  </a:srgbClr>
                </a:gs>
                <a:gs pos="14286">
                  <a:srgbClr val="F6F5F5">
                    <a:alpha val="22500"/>
                  </a:srgbClr>
                </a:gs>
                <a:gs pos="28571">
                  <a:srgbClr val="F6F5F5">
                    <a:alpha val="17955"/>
                  </a:srgbClr>
                </a:gs>
                <a:gs pos="42857">
                  <a:srgbClr val="F6F5F5">
                    <a:alpha val="12174"/>
                  </a:srgbClr>
                </a:gs>
                <a:gs pos="57143">
                  <a:srgbClr val="F6F5F5">
                    <a:alpha val="6940"/>
                  </a:srgbClr>
                </a:gs>
                <a:gs pos="71429">
                  <a:srgbClr val="F6F5F5">
                    <a:alpha val="3311"/>
                  </a:srgbClr>
                </a:gs>
                <a:gs pos="85714">
                  <a:srgbClr val="F6F5F5">
                    <a:alpha val="1323"/>
                  </a:srgbClr>
                </a:gs>
                <a:gs pos="100000">
                  <a:srgbClr val="F6F5F5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5349225">
              <a:off x="1444490" y="1069993"/>
              <a:ext cx="777464" cy="27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5554047">
              <a:off x="842574" y="17695"/>
              <a:ext cx="582830" cy="35506"/>
            </a:xfrm>
            <a:prstGeom prst="ellipse">
              <a:avLst/>
            </a:prstGeom>
            <a:gradFill>
              <a:gsLst>
                <a:gs pos="0">
                  <a:srgbClr val="DDDDDD">
                    <a:alpha val="23477"/>
                  </a:srgbClr>
                </a:gs>
                <a:gs pos="14286">
                  <a:srgbClr val="DDDDDD">
                    <a:alpha val="21802"/>
                  </a:srgbClr>
                </a:gs>
                <a:gs pos="28571">
                  <a:srgbClr val="DDDDDD">
                    <a:alpha val="17383"/>
                  </a:srgbClr>
                </a:gs>
                <a:gs pos="42857">
                  <a:srgbClr val="DDDDDD">
                    <a:alpha val="11772"/>
                  </a:srgbClr>
                </a:gs>
                <a:gs pos="57143">
                  <a:srgbClr val="DDDDDD">
                    <a:alpha val="6705"/>
                  </a:srgbClr>
                </a:gs>
                <a:gs pos="71429">
                  <a:srgbClr val="DDDDDD">
                    <a:alpha val="3196"/>
                  </a:srgbClr>
                </a:gs>
                <a:gs pos="85714">
                  <a:srgbClr val="DDDDDD">
                    <a:alpha val="1276"/>
                  </a:srgbClr>
                </a:gs>
                <a:gs pos="100000">
                  <a:srgbClr val="DDDDDD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4934189">
              <a:off x="2493772" y="1112625"/>
              <a:ext cx="513381" cy="58984"/>
            </a:xfrm>
            <a:prstGeom prst="ellipse">
              <a:avLst/>
            </a:prstGeom>
            <a:gradFill>
              <a:gsLst>
                <a:gs pos="0">
                  <a:srgbClr val="C7C7C7">
                    <a:alpha val="32968"/>
                  </a:srgbClr>
                </a:gs>
                <a:gs pos="14286">
                  <a:srgbClr val="C7C7C7">
                    <a:alpha val="30764"/>
                  </a:srgbClr>
                </a:gs>
                <a:gs pos="28571">
                  <a:srgbClr val="C7C7C7">
                    <a:alpha val="24833"/>
                  </a:srgbClr>
                </a:gs>
                <a:gs pos="42857">
                  <a:srgbClr val="C7C7C7">
                    <a:alpha val="17075"/>
                  </a:srgbClr>
                </a:gs>
                <a:gs pos="57143">
                  <a:srgbClr val="C7C7C7">
                    <a:alpha val="9855"/>
                  </a:srgbClr>
                </a:gs>
                <a:gs pos="71429">
                  <a:srgbClr val="C7C7C7">
                    <a:alpha val="4740"/>
                  </a:srgbClr>
                </a:gs>
                <a:gs pos="85714">
                  <a:srgbClr val="C7C7C7">
                    <a:alpha val="1902"/>
                  </a:srgbClr>
                </a:gs>
                <a:gs pos="100000">
                  <a:srgbClr val="C7C7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10694312">
              <a:off x="1961106" y="1848564"/>
              <a:ext cx="478702" cy="60180"/>
            </a:xfrm>
            <a:prstGeom prst="ellipse">
              <a:avLst/>
            </a:prstGeom>
            <a:gradFill>
              <a:gsLst>
                <a:gs pos="0">
                  <a:srgbClr val="F8F8F8">
                    <a:alpha val="24378"/>
                  </a:srgbClr>
                </a:gs>
                <a:gs pos="14286">
                  <a:srgbClr val="F8F8F8">
                    <a:alpha val="22649"/>
                  </a:srgbClr>
                </a:gs>
                <a:gs pos="28571">
                  <a:srgbClr val="F8F8F8">
                    <a:alpha val="18078"/>
                  </a:srgbClr>
                </a:gs>
                <a:gs pos="42857">
                  <a:srgbClr val="F8F8F8">
                    <a:alpha val="12260"/>
                  </a:srgbClr>
                </a:gs>
                <a:gs pos="57143">
                  <a:srgbClr val="F8F8F8">
                    <a:alpha val="6991"/>
                  </a:srgbClr>
                </a:gs>
                <a:gs pos="71429">
                  <a:srgbClr val="F8F8F8">
                    <a:alpha val="3336"/>
                  </a:srgbClr>
                </a:gs>
                <a:gs pos="85714">
                  <a:srgbClr val="F8F8F8">
                    <a:alpha val="1333"/>
                  </a:srgbClr>
                </a:gs>
                <a:gs pos="100000">
                  <a:srgbClr val="F8F8F8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-10754494">
              <a:off x="1271185" y="1631679"/>
              <a:ext cx="346949" cy="843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10786501">
              <a:off x="3250397" y="1670691"/>
              <a:ext cx="371095" cy="75408"/>
            </a:xfrm>
            <a:prstGeom prst="ellipse">
              <a:avLst/>
            </a:prstGeom>
            <a:gradFill>
              <a:gsLst>
                <a:gs pos="0">
                  <a:srgbClr val="D0D0CF">
                    <a:alpha val="32968"/>
                  </a:srgbClr>
                </a:gs>
                <a:gs pos="14286">
                  <a:srgbClr val="D0D0CF">
                    <a:alpha val="30764"/>
                  </a:srgbClr>
                </a:gs>
                <a:gs pos="28571">
                  <a:srgbClr val="D0D0CF">
                    <a:alpha val="24833"/>
                  </a:srgbClr>
                </a:gs>
                <a:gs pos="42857">
                  <a:srgbClr val="D0D0CF">
                    <a:alpha val="17075"/>
                  </a:srgbClr>
                </a:gs>
                <a:gs pos="57143">
                  <a:srgbClr val="D0D0CF">
                    <a:alpha val="9855"/>
                  </a:srgbClr>
                </a:gs>
                <a:gs pos="71429">
                  <a:srgbClr val="D0D0CF">
                    <a:alpha val="4740"/>
                  </a:srgbClr>
                </a:gs>
                <a:gs pos="85714">
                  <a:srgbClr val="D0D0CF">
                    <a:alpha val="1902"/>
                  </a:srgbClr>
                </a:gs>
                <a:gs pos="100000">
                  <a:srgbClr val="D0D0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6110197">
              <a:off x="-166718" y="145143"/>
              <a:ext cx="495363" cy="39047"/>
            </a:xfrm>
            <a:prstGeom prst="ellipse">
              <a:avLst/>
            </a:prstGeom>
            <a:gradFill>
              <a:gsLst>
                <a:gs pos="0">
                  <a:srgbClr val="7E7F7F">
                    <a:alpha val="32968"/>
                  </a:srgbClr>
                </a:gs>
                <a:gs pos="14286">
                  <a:srgbClr val="7E7F7F">
                    <a:alpha val="30764"/>
                  </a:srgbClr>
                </a:gs>
                <a:gs pos="28571">
                  <a:srgbClr val="7E7F7F">
                    <a:alpha val="24833"/>
                  </a:srgbClr>
                </a:gs>
                <a:gs pos="42857">
                  <a:srgbClr val="7E7F7F">
                    <a:alpha val="17075"/>
                  </a:srgbClr>
                </a:gs>
                <a:gs pos="57143">
                  <a:srgbClr val="7E7F7F">
                    <a:alpha val="9855"/>
                  </a:srgbClr>
                </a:gs>
                <a:gs pos="71429">
                  <a:srgbClr val="7E7F7F">
                    <a:alpha val="4740"/>
                  </a:srgbClr>
                </a:gs>
                <a:gs pos="85714">
                  <a:srgbClr val="7E7F7F">
                    <a:alpha val="1902"/>
                  </a:srgbClr>
                </a:gs>
                <a:gs pos="100000">
                  <a:srgbClr val="7E7F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5671511">
              <a:off x="531252" y="493426"/>
              <a:ext cx="712627" cy="54310"/>
            </a:xfrm>
            <a:prstGeom prst="ellipse">
              <a:avLst/>
            </a:prstGeom>
            <a:gradFill>
              <a:gsLst>
                <a:gs pos="0">
                  <a:srgbClr val="EDEDED">
                    <a:alpha val="32968"/>
                  </a:srgbClr>
                </a:gs>
                <a:gs pos="14286">
                  <a:srgbClr val="EDEDED">
                    <a:alpha val="30764"/>
                  </a:srgbClr>
                </a:gs>
                <a:gs pos="28571">
                  <a:srgbClr val="EDEDED">
                    <a:alpha val="24833"/>
                  </a:srgbClr>
                </a:gs>
                <a:gs pos="42857">
                  <a:srgbClr val="EDEDED">
                    <a:alpha val="17075"/>
                  </a:srgbClr>
                </a:gs>
                <a:gs pos="57143">
                  <a:srgbClr val="EDEDED">
                    <a:alpha val="9855"/>
                  </a:srgbClr>
                </a:gs>
                <a:gs pos="71429">
                  <a:srgbClr val="EDEDED">
                    <a:alpha val="4740"/>
                  </a:srgbClr>
                </a:gs>
                <a:gs pos="85714">
                  <a:srgbClr val="EDEDED">
                    <a:alpha val="1902"/>
                  </a:srgbClr>
                </a:gs>
                <a:gs pos="100000">
                  <a:srgbClr val="ED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4956561">
              <a:off x="3290734" y="2784878"/>
              <a:ext cx="435162" cy="83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-10750984">
              <a:off x="-9475" y="1063673"/>
              <a:ext cx="458866" cy="60405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5394163">
              <a:off x="1488618" y="1490358"/>
              <a:ext cx="718195" cy="30228"/>
            </a:xfrm>
            <a:prstGeom prst="ellipse">
              <a:avLst/>
            </a:prstGeom>
            <a:gradFill>
              <a:gsLst>
                <a:gs pos="0">
                  <a:srgbClr val="2F2D2D">
                    <a:alpha val="32968"/>
                  </a:srgbClr>
                </a:gs>
                <a:gs pos="14286">
                  <a:srgbClr val="2F2D2D">
                    <a:alpha val="30764"/>
                  </a:srgbClr>
                </a:gs>
                <a:gs pos="28571">
                  <a:srgbClr val="2F2D2D">
                    <a:alpha val="24833"/>
                  </a:srgbClr>
                </a:gs>
                <a:gs pos="42857">
                  <a:srgbClr val="2F2D2D">
                    <a:alpha val="17075"/>
                  </a:srgbClr>
                </a:gs>
                <a:gs pos="57143">
                  <a:srgbClr val="2F2D2D">
                    <a:alpha val="9855"/>
                  </a:srgbClr>
                </a:gs>
                <a:gs pos="71429">
                  <a:srgbClr val="2F2D2D">
                    <a:alpha val="4740"/>
                  </a:srgbClr>
                </a:gs>
                <a:gs pos="85714">
                  <a:srgbClr val="2F2D2D">
                    <a:alpha val="1902"/>
                  </a:srgbClr>
                </a:gs>
                <a:gs pos="100000">
                  <a:srgbClr val="2F2D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5184663">
              <a:off x="2862084" y="80504"/>
              <a:ext cx="405158" cy="769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10275709">
              <a:off x="1460136" y="3488674"/>
              <a:ext cx="110936" cy="86175"/>
            </a:xfrm>
            <a:prstGeom prst="ellipse">
              <a:avLst/>
            </a:prstGeom>
            <a:gradFill>
              <a:gsLst>
                <a:gs pos="0">
                  <a:srgbClr val="37383D">
                    <a:alpha val="32116"/>
                  </a:srgbClr>
                </a:gs>
                <a:gs pos="14286">
                  <a:srgbClr val="37383D">
                    <a:alpha val="29956"/>
                  </a:srgbClr>
                </a:gs>
                <a:gs pos="28571">
                  <a:srgbClr val="37383D">
                    <a:alpha val="24153"/>
                  </a:srgbClr>
                </a:gs>
                <a:gs pos="42857">
                  <a:srgbClr val="37383D">
                    <a:alpha val="16584"/>
                  </a:srgbClr>
                </a:gs>
                <a:gs pos="57143">
                  <a:srgbClr val="37383D">
                    <a:alpha val="9559"/>
                  </a:srgbClr>
                </a:gs>
                <a:gs pos="71429">
                  <a:srgbClr val="37383D">
                    <a:alpha val="4594"/>
                  </a:srgbClr>
                </a:gs>
                <a:gs pos="85714">
                  <a:srgbClr val="37383D">
                    <a:alpha val="1843"/>
                  </a:srgbClr>
                </a:gs>
                <a:gs pos="100000">
                  <a:srgbClr val="37383D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9875395">
              <a:off x="1196088" y="2233206"/>
              <a:ext cx="116974" cy="88089"/>
            </a:xfrm>
            <a:prstGeom prst="ellipse">
              <a:avLst/>
            </a:prstGeom>
            <a:gradFill>
              <a:gsLst>
                <a:gs pos="0">
                  <a:srgbClr val="C5C4C5">
                    <a:alpha val="32968"/>
                  </a:srgbClr>
                </a:gs>
                <a:gs pos="14286">
                  <a:srgbClr val="C5C4C5">
                    <a:alpha val="30764"/>
                  </a:srgbClr>
                </a:gs>
                <a:gs pos="28571">
                  <a:srgbClr val="C5C4C5">
                    <a:alpha val="24833"/>
                  </a:srgbClr>
                </a:gs>
                <a:gs pos="42857">
                  <a:srgbClr val="C5C4C5">
                    <a:alpha val="17075"/>
                  </a:srgbClr>
                </a:gs>
                <a:gs pos="57143">
                  <a:srgbClr val="C5C4C5">
                    <a:alpha val="9855"/>
                  </a:srgbClr>
                </a:gs>
                <a:gs pos="71429">
                  <a:srgbClr val="C5C4C5">
                    <a:alpha val="4740"/>
                  </a:srgbClr>
                </a:gs>
                <a:gs pos="85714">
                  <a:srgbClr val="C5C4C5">
                    <a:alpha val="1902"/>
                  </a:srgbClr>
                </a:gs>
                <a:gs pos="100000">
                  <a:srgbClr val="C5C4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9276317">
              <a:off x="704483" y="1825392"/>
              <a:ext cx="125312" cy="61647"/>
            </a:xfrm>
            <a:prstGeom prst="ellipse">
              <a:avLst/>
            </a:prstGeom>
            <a:gradFill>
              <a:gsLst>
                <a:gs pos="0">
                  <a:srgbClr val="C7C7C7">
                    <a:alpha val="32968"/>
                  </a:srgbClr>
                </a:gs>
                <a:gs pos="14286">
                  <a:srgbClr val="C7C7C7">
                    <a:alpha val="30764"/>
                  </a:srgbClr>
                </a:gs>
                <a:gs pos="28571">
                  <a:srgbClr val="C7C7C7">
                    <a:alpha val="24833"/>
                  </a:srgbClr>
                </a:gs>
                <a:gs pos="42857">
                  <a:srgbClr val="C7C7C7">
                    <a:alpha val="17075"/>
                  </a:srgbClr>
                </a:gs>
                <a:gs pos="57143">
                  <a:srgbClr val="C7C7C7">
                    <a:alpha val="9855"/>
                  </a:srgbClr>
                </a:gs>
                <a:gs pos="71429">
                  <a:srgbClr val="C7C7C7">
                    <a:alpha val="4740"/>
                  </a:srgbClr>
                </a:gs>
                <a:gs pos="85714">
                  <a:srgbClr val="C7C7C7">
                    <a:alpha val="1902"/>
                  </a:srgbClr>
                </a:gs>
                <a:gs pos="100000">
                  <a:srgbClr val="C7C7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10586884">
              <a:off x="1284191" y="554929"/>
              <a:ext cx="216980" cy="56870"/>
            </a:xfrm>
            <a:prstGeom prst="ellipse">
              <a:avLst/>
            </a:prstGeom>
            <a:gradFill>
              <a:gsLst>
                <a:gs pos="0">
                  <a:srgbClr val="FFFFFF">
                    <a:alpha val="16006"/>
                  </a:srgbClr>
                </a:gs>
                <a:gs pos="14286">
                  <a:srgbClr val="FFFFFF">
                    <a:alpha val="14813"/>
                  </a:srgbClr>
                </a:gs>
                <a:gs pos="28571">
                  <a:srgbClr val="FFFFFF">
                    <a:alpha val="11704"/>
                  </a:srgbClr>
                </a:gs>
                <a:gs pos="42857">
                  <a:srgbClr val="FFFFFF">
                    <a:alpha val="7841"/>
                  </a:srgbClr>
                </a:gs>
                <a:gs pos="57143">
                  <a:srgbClr val="FFFFFF">
                    <a:alpha val="4423"/>
                  </a:srgbClr>
                </a:gs>
                <a:gs pos="71429">
                  <a:srgbClr val="FFFFFF">
                    <a:alpha val="2095"/>
                  </a:srgbClr>
                </a:gs>
                <a:gs pos="85714">
                  <a:srgbClr val="FFFFFF">
                    <a:alpha val="834"/>
                  </a:srgbClr>
                </a:gs>
                <a:gs pos="100000">
                  <a:srgbClr val="FFFFFF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3869099">
              <a:off x="80985" y="254535"/>
              <a:ext cx="461904" cy="164107"/>
            </a:xfrm>
            <a:prstGeom prst="ellipse">
              <a:avLst/>
            </a:prstGeom>
            <a:gradFill>
              <a:gsLst>
                <a:gs pos="0">
                  <a:srgbClr val="616263">
                    <a:alpha val="26745"/>
                  </a:srgbClr>
                </a:gs>
                <a:gs pos="14286">
                  <a:srgbClr val="616263">
                    <a:alpha val="24878"/>
                  </a:srgbClr>
                </a:gs>
                <a:gs pos="28571">
                  <a:srgbClr val="616263">
                    <a:alpha val="19917"/>
                  </a:srgbClr>
                </a:gs>
                <a:gs pos="42857">
                  <a:srgbClr val="616263">
                    <a:alpha val="13557"/>
                  </a:srgbClr>
                </a:gs>
                <a:gs pos="57143">
                  <a:srgbClr val="616263">
                    <a:alpha val="7755"/>
                  </a:srgbClr>
                </a:gs>
                <a:gs pos="71429">
                  <a:srgbClr val="616263">
                    <a:alpha val="3708"/>
                  </a:srgbClr>
                </a:gs>
                <a:gs pos="85714">
                  <a:srgbClr val="616263">
                    <a:alpha val="1483"/>
                  </a:srgbClr>
                </a:gs>
                <a:gs pos="100000">
                  <a:srgbClr val="616263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-10644344">
              <a:off x="3112886" y="2338475"/>
              <a:ext cx="384663" cy="51808"/>
            </a:xfrm>
            <a:prstGeom prst="ellipse">
              <a:avLst/>
            </a:prstGeom>
            <a:gradFill>
              <a:gsLst>
                <a:gs pos="0">
                  <a:srgbClr val="D6D5D5">
                    <a:alpha val="32968"/>
                  </a:srgbClr>
                </a:gs>
                <a:gs pos="14286">
                  <a:srgbClr val="D6D5D5">
                    <a:alpha val="30764"/>
                  </a:srgbClr>
                </a:gs>
                <a:gs pos="28571">
                  <a:srgbClr val="D6D5D5">
                    <a:alpha val="24833"/>
                  </a:srgbClr>
                </a:gs>
                <a:gs pos="42857">
                  <a:srgbClr val="D6D5D5">
                    <a:alpha val="17075"/>
                  </a:srgbClr>
                </a:gs>
                <a:gs pos="57143">
                  <a:srgbClr val="D6D5D5">
                    <a:alpha val="9855"/>
                  </a:srgbClr>
                </a:gs>
                <a:gs pos="71429">
                  <a:srgbClr val="D6D5D5">
                    <a:alpha val="4740"/>
                  </a:srgbClr>
                </a:gs>
                <a:gs pos="85714">
                  <a:srgbClr val="D6D5D5">
                    <a:alpha val="1902"/>
                  </a:srgbClr>
                </a:gs>
                <a:gs pos="100000">
                  <a:srgbClr val="D6D5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10720830">
              <a:off x="1281169" y="1681878"/>
              <a:ext cx="331506" cy="40523"/>
            </a:xfrm>
            <a:prstGeom prst="ellipse">
              <a:avLst/>
            </a:prstGeom>
            <a:gradFill>
              <a:gsLst>
                <a:gs pos="0">
                  <a:srgbClr val="000500">
                    <a:alpha val="21953"/>
                  </a:srgbClr>
                </a:gs>
                <a:gs pos="14286">
                  <a:srgbClr val="000500">
                    <a:alpha val="20372"/>
                  </a:srgbClr>
                </a:gs>
                <a:gs pos="28571">
                  <a:srgbClr val="000500">
                    <a:alpha val="16212"/>
                  </a:srgbClr>
                </a:gs>
                <a:gs pos="42857">
                  <a:srgbClr val="000500">
                    <a:alpha val="10954"/>
                  </a:srgbClr>
                </a:gs>
                <a:gs pos="57143">
                  <a:srgbClr val="000500">
                    <a:alpha val="6226"/>
                  </a:srgbClr>
                </a:gs>
                <a:gs pos="71429">
                  <a:srgbClr val="000500">
                    <a:alpha val="2964"/>
                  </a:srgbClr>
                </a:gs>
                <a:gs pos="85714">
                  <a:srgbClr val="000500">
                    <a:alpha val="1183"/>
                  </a:srgbClr>
                </a:gs>
                <a:gs pos="100000">
                  <a:srgbClr val="00050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5074148">
              <a:off x="2377259" y="2742438"/>
              <a:ext cx="602844" cy="53585"/>
            </a:xfrm>
            <a:prstGeom prst="ellipse">
              <a:avLst/>
            </a:prstGeom>
            <a:gradFill>
              <a:gsLst>
                <a:gs pos="0">
                  <a:srgbClr val="EDEDEE">
                    <a:alpha val="32968"/>
                  </a:srgbClr>
                </a:gs>
                <a:gs pos="14286">
                  <a:srgbClr val="EDEDEE">
                    <a:alpha val="30764"/>
                  </a:srgbClr>
                </a:gs>
                <a:gs pos="28571">
                  <a:srgbClr val="EDEDEE">
                    <a:alpha val="24833"/>
                  </a:srgbClr>
                </a:gs>
                <a:gs pos="42857">
                  <a:srgbClr val="EDEDEE">
                    <a:alpha val="17075"/>
                  </a:srgbClr>
                </a:gs>
                <a:gs pos="57143">
                  <a:srgbClr val="EDEDEE">
                    <a:alpha val="9855"/>
                  </a:srgbClr>
                </a:gs>
                <a:gs pos="71429">
                  <a:srgbClr val="EDEDEE">
                    <a:alpha val="4740"/>
                  </a:srgbClr>
                </a:gs>
                <a:gs pos="85714">
                  <a:srgbClr val="EDEDEE">
                    <a:alpha val="1902"/>
                  </a:srgbClr>
                </a:gs>
                <a:gs pos="100000">
                  <a:srgbClr val="EDED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6089257">
              <a:off x="-253806" y="95134"/>
              <a:ext cx="642605" cy="105276"/>
            </a:xfrm>
            <a:prstGeom prst="ellipse">
              <a:avLst/>
            </a:prstGeom>
            <a:gradFill>
              <a:gsLst>
                <a:gs pos="0">
                  <a:srgbClr val="000001">
                    <a:alpha val="31124"/>
                  </a:srgbClr>
                </a:gs>
                <a:gs pos="14286">
                  <a:srgbClr val="000001">
                    <a:alpha val="29016"/>
                  </a:srgbClr>
                </a:gs>
                <a:gs pos="28571">
                  <a:srgbClr val="000001">
                    <a:alpha val="23363"/>
                  </a:srgbClr>
                </a:gs>
                <a:gs pos="42857">
                  <a:srgbClr val="000001">
                    <a:alpha val="16015"/>
                  </a:srgbClr>
                </a:gs>
                <a:gs pos="57143">
                  <a:srgbClr val="000001">
                    <a:alpha val="9218"/>
                  </a:srgbClr>
                </a:gs>
                <a:gs pos="71429">
                  <a:srgbClr val="000001">
                    <a:alpha val="4426"/>
                  </a:srgbClr>
                </a:gs>
                <a:gs pos="85714">
                  <a:srgbClr val="000001">
                    <a:alpha val="1774"/>
                  </a:srgbClr>
                </a:gs>
                <a:gs pos="100000">
                  <a:srgbClr val="000001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5880924">
              <a:off x="182992" y="470670"/>
              <a:ext cx="623564" cy="247351"/>
            </a:xfrm>
            <a:prstGeom prst="ellipse">
              <a:avLst/>
            </a:prstGeom>
            <a:gradFill>
              <a:gsLst>
                <a:gs pos="0">
                  <a:srgbClr val="000D05">
                    <a:alpha val="5255"/>
                  </a:srgbClr>
                </a:gs>
                <a:gs pos="14286">
                  <a:srgbClr val="000D05">
                    <a:alpha val="4840"/>
                  </a:srgbClr>
                </a:gs>
                <a:gs pos="28571">
                  <a:srgbClr val="000D05">
                    <a:alpha val="3779"/>
                  </a:srgbClr>
                </a:gs>
                <a:gs pos="42857">
                  <a:srgbClr val="000D05">
                    <a:alpha val="2495"/>
                  </a:srgbClr>
                </a:gs>
                <a:gs pos="57143">
                  <a:srgbClr val="000D05">
                    <a:alpha val="1390"/>
                  </a:srgbClr>
                </a:gs>
                <a:gs pos="71429">
                  <a:srgbClr val="000D05">
                    <a:alpha val="653"/>
                  </a:srgbClr>
                </a:gs>
                <a:gs pos="85714">
                  <a:srgbClr val="000D05">
                    <a:alpha val="259"/>
                  </a:srgbClr>
                </a:gs>
                <a:gs pos="100000">
                  <a:srgbClr val="000D05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4604561">
              <a:off x="3153136" y="71405"/>
              <a:ext cx="618675" cy="57623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5017488">
              <a:off x="2777481" y="3559714"/>
              <a:ext cx="581323" cy="35658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4962320">
              <a:off x="2714737" y="3237559"/>
              <a:ext cx="560381" cy="45007"/>
            </a:xfrm>
            <a:prstGeom prst="ellipse">
              <a:avLst/>
            </a:prstGeom>
            <a:gradFill>
              <a:gsLst>
                <a:gs pos="0">
                  <a:srgbClr val="E3E3E3">
                    <a:alpha val="32968"/>
                  </a:srgbClr>
                </a:gs>
                <a:gs pos="14286">
                  <a:srgbClr val="E3E3E3">
                    <a:alpha val="30764"/>
                  </a:srgbClr>
                </a:gs>
                <a:gs pos="28571">
                  <a:srgbClr val="E3E3E3">
                    <a:alpha val="24833"/>
                  </a:srgbClr>
                </a:gs>
                <a:gs pos="42857">
                  <a:srgbClr val="E3E3E3">
                    <a:alpha val="17075"/>
                  </a:srgbClr>
                </a:gs>
                <a:gs pos="57143">
                  <a:srgbClr val="E3E3E3">
                    <a:alpha val="9855"/>
                  </a:srgbClr>
                </a:gs>
                <a:gs pos="71429">
                  <a:srgbClr val="E3E3E3">
                    <a:alpha val="4740"/>
                  </a:srgbClr>
                </a:gs>
                <a:gs pos="85714">
                  <a:srgbClr val="E3E3E3">
                    <a:alpha val="1902"/>
                  </a:srgbClr>
                </a:gs>
                <a:gs pos="100000">
                  <a:srgbClr val="E3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5400128">
              <a:off x="946668" y="3309352"/>
              <a:ext cx="711722" cy="37023"/>
            </a:xfrm>
            <a:prstGeom prst="ellipse">
              <a:avLst/>
            </a:prstGeom>
            <a:gradFill>
              <a:gsLst>
                <a:gs pos="0">
                  <a:srgbClr val="040800">
                    <a:alpha val="32968"/>
                  </a:srgbClr>
                </a:gs>
                <a:gs pos="14286">
                  <a:srgbClr val="040800">
                    <a:alpha val="30764"/>
                  </a:srgbClr>
                </a:gs>
                <a:gs pos="28571">
                  <a:srgbClr val="040800">
                    <a:alpha val="24833"/>
                  </a:srgbClr>
                </a:gs>
                <a:gs pos="42857">
                  <a:srgbClr val="040800">
                    <a:alpha val="17075"/>
                  </a:srgbClr>
                </a:gs>
                <a:gs pos="57143">
                  <a:srgbClr val="040800">
                    <a:alpha val="9855"/>
                  </a:srgbClr>
                </a:gs>
                <a:gs pos="71429">
                  <a:srgbClr val="040800">
                    <a:alpha val="4740"/>
                  </a:srgbClr>
                </a:gs>
                <a:gs pos="85714">
                  <a:srgbClr val="040800">
                    <a:alpha val="1902"/>
                  </a:srgbClr>
                </a:gs>
                <a:gs pos="100000">
                  <a:srgbClr val="04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4863593">
              <a:off x="2748832" y="2997351"/>
              <a:ext cx="438672" cy="69678"/>
            </a:xfrm>
            <a:prstGeom prst="ellipse">
              <a:avLst/>
            </a:prstGeom>
            <a:gradFill>
              <a:gsLst>
                <a:gs pos="0">
                  <a:srgbClr val="D0D0D0">
                    <a:alpha val="32968"/>
                  </a:srgbClr>
                </a:gs>
                <a:gs pos="14286">
                  <a:srgbClr val="D0D0D0">
                    <a:alpha val="30764"/>
                  </a:srgbClr>
                </a:gs>
                <a:gs pos="28571">
                  <a:srgbClr val="D0D0D0">
                    <a:alpha val="24833"/>
                  </a:srgbClr>
                </a:gs>
                <a:gs pos="42857">
                  <a:srgbClr val="D0D0D0">
                    <a:alpha val="17075"/>
                  </a:srgbClr>
                </a:gs>
                <a:gs pos="57143">
                  <a:srgbClr val="D0D0D0">
                    <a:alpha val="9855"/>
                  </a:srgbClr>
                </a:gs>
                <a:gs pos="71429">
                  <a:srgbClr val="D0D0D0">
                    <a:alpha val="4740"/>
                  </a:srgbClr>
                </a:gs>
                <a:gs pos="85714">
                  <a:srgbClr val="D0D0D0">
                    <a:alpha val="1902"/>
                  </a:srgbClr>
                </a:gs>
                <a:gs pos="100000">
                  <a:srgbClr val="D0D0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5355678">
              <a:off x="1090943" y="90662"/>
              <a:ext cx="576814" cy="11187"/>
            </a:xfrm>
            <a:prstGeom prst="ellipse">
              <a:avLst/>
            </a:prstGeom>
            <a:gradFill>
              <a:gsLst>
                <a:gs pos="0">
                  <a:srgbClr val="504E4F">
                    <a:alpha val="32968"/>
                  </a:srgbClr>
                </a:gs>
                <a:gs pos="14286">
                  <a:srgbClr val="504E4F">
                    <a:alpha val="30764"/>
                  </a:srgbClr>
                </a:gs>
                <a:gs pos="28571">
                  <a:srgbClr val="504E4F">
                    <a:alpha val="24833"/>
                  </a:srgbClr>
                </a:gs>
                <a:gs pos="42857">
                  <a:srgbClr val="504E4F">
                    <a:alpha val="17075"/>
                  </a:srgbClr>
                </a:gs>
                <a:gs pos="57143">
                  <a:srgbClr val="504E4F">
                    <a:alpha val="9855"/>
                  </a:srgbClr>
                </a:gs>
                <a:gs pos="71429">
                  <a:srgbClr val="504E4F">
                    <a:alpha val="4740"/>
                  </a:srgbClr>
                </a:gs>
                <a:gs pos="85714">
                  <a:srgbClr val="504E4F">
                    <a:alpha val="1902"/>
                  </a:srgbClr>
                </a:gs>
                <a:gs pos="100000">
                  <a:srgbClr val="504E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5623267">
              <a:off x="410551" y="2621242"/>
              <a:ext cx="708699" cy="28621"/>
            </a:xfrm>
            <a:prstGeom prst="ellipse">
              <a:avLst/>
            </a:prstGeom>
            <a:gradFill>
              <a:gsLst>
                <a:gs pos="0">
                  <a:srgbClr val="1E1A1F">
                    <a:alpha val="32968"/>
                  </a:srgbClr>
                </a:gs>
                <a:gs pos="14286">
                  <a:srgbClr val="1E1A1F">
                    <a:alpha val="30764"/>
                  </a:srgbClr>
                </a:gs>
                <a:gs pos="28571">
                  <a:srgbClr val="1E1A1F">
                    <a:alpha val="24833"/>
                  </a:srgbClr>
                </a:gs>
                <a:gs pos="42857">
                  <a:srgbClr val="1E1A1F">
                    <a:alpha val="17075"/>
                  </a:srgbClr>
                </a:gs>
                <a:gs pos="57143">
                  <a:srgbClr val="1E1A1F">
                    <a:alpha val="9855"/>
                  </a:srgbClr>
                </a:gs>
                <a:gs pos="71429">
                  <a:srgbClr val="1E1A1F">
                    <a:alpha val="4740"/>
                  </a:srgbClr>
                </a:gs>
                <a:gs pos="85714">
                  <a:srgbClr val="1E1A1F">
                    <a:alpha val="1902"/>
                  </a:srgbClr>
                </a:gs>
                <a:gs pos="100000">
                  <a:srgbClr val="1E1A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5896770">
              <a:off x="-46646" y="1598618"/>
              <a:ext cx="686064" cy="59411"/>
            </a:xfrm>
            <a:prstGeom prst="ellipse">
              <a:avLst/>
            </a:prstGeom>
            <a:gradFill>
              <a:gsLst>
                <a:gs pos="0">
                  <a:srgbClr val="FEFEFD">
                    <a:alpha val="32968"/>
                  </a:srgbClr>
                </a:gs>
                <a:gs pos="14286">
                  <a:srgbClr val="FEFEFD">
                    <a:alpha val="30764"/>
                  </a:srgbClr>
                </a:gs>
                <a:gs pos="28571">
                  <a:srgbClr val="FEFEFD">
                    <a:alpha val="24833"/>
                  </a:srgbClr>
                </a:gs>
                <a:gs pos="42857">
                  <a:srgbClr val="FEFEFD">
                    <a:alpha val="17075"/>
                  </a:srgbClr>
                </a:gs>
                <a:gs pos="57143">
                  <a:srgbClr val="FEFEFD">
                    <a:alpha val="9855"/>
                  </a:srgbClr>
                </a:gs>
                <a:gs pos="71429">
                  <a:srgbClr val="FEFEFD">
                    <a:alpha val="4740"/>
                  </a:srgbClr>
                </a:gs>
                <a:gs pos="85714">
                  <a:srgbClr val="FEFEFD">
                    <a:alpha val="1902"/>
                  </a:srgbClr>
                </a:gs>
                <a:gs pos="100000">
                  <a:srgbClr val="FE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10764629">
              <a:off x="1291495" y="1627141"/>
              <a:ext cx="310358" cy="39173"/>
            </a:xfrm>
            <a:prstGeom prst="ellipse">
              <a:avLst/>
            </a:prstGeom>
            <a:gradFill>
              <a:gsLst>
                <a:gs pos="0">
                  <a:srgbClr val="0E0200">
                    <a:alpha val="22812"/>
                  </a:srgbClr>
                </a:gs>
                <a:gs pos="14286">
                  <a:srgbClr val="0E0200">
                    <a:alpha val="21179"/>
                  </a:srgbClr>
                </a:gs>
                <a:gs pos="28571">
                  <a:srgbClr val="0E0200">
                    <a:alpha val="16872"/>
                  </a:srgbClr>
                </a:gs>
                <a:gs pos="42857">
                  <a:srgbClr val="0E0200">
                    <a:alpha val="11415"/>
                  </a:srgbClr>
                </a:gs>
                <a:gs pos="57143">
                  <a:srgbClr val="0E0200">
                    <a:alpha val="6495"/>
                  </a:srgbClr>
                </a:gs>
                <a:gs pos="71429">
                  <a:srgbClr val="0E0200">
                    <a:alpha val="3095"/>
                  </a:srgbClr>
                </a:gs>
                <a:gs pos="85714">
                  <a:srgbClr val="0E0200">
                    <a:alpha val="1235"/>
                  </a:srgbClr>
                </a:gs>
                <a:gs pos="100000">
                  <a:srgbClr val="0E0200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4909119">
              <a:off x="2409902" y="571640"/>
              <a:ext cx="553587" cy="433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9196640">
              <a:off x="2621107" y="278845"/>
              <a:ext cx="255214" cy="118997"/>
            </a:xfrm>
            <a:prstGeom prst="ellipse">
              <a:avLst/>
            </a:prstGeom>
            <a:gradFill>
              <a:gsLst>
                <a:gs pos="0">
                  <a:srgbClr val="5F605F">
                    <a:alpha val="32968"/>
                  </a:srgbClr>
                </a:gs>
                <a:gs pos="14286">
                  <a:srgbClr val="5F605F">
                    <a:alpha val="30764"/>
                  </a:srgbClr>
                </a:gs>
                <a:gs pos="28571">
                  <a:srgbClr val="5F605F">
                    <a:alpha val="24833"/>
                  </a:srgbClr>
                </a:gs>
                <a:gs pos="42857">
                  <a:srgbClr val="5F605F">
                    <a:alpha val="17075"/>
                  </a:srgbClr>
                </a:gs>
                <a:gs pos="57143">
                  <a:srgbClr val="5F605F">
                    <a:alpha val="9855"/>
                  </a:srgbClr>
                </a:gs>
                <a:gs pos="71429">
                  <a:srgbClr val="5F605F">
                    <a:alpha val="4740"/>
                  </a:srgbClr>
                </a:gs>
                <a:gs pos="85714">
                  <a:srgbClr val="5F605F">
                    <a:alpha val="1902"/>
                  </a:srgbClr>
                </a:gs>
                <a:gs pos="100000">
                  <a:srgbClr val="5F6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8955966">
              <a:off x="1276870" y="2572731"/>
              <a:ext cx="344668" cy="63091"/>
            </a:xfrm>
            <a:prstGeom prst="ellipse">
              <a:avLst/>
            </a:prstGeom>
            <a:gradFill>
              <a:gsLst>
                <a:gs pos="0">
                  <a:srgbClr val="636363">
                    <a:alpha val="32884"/>
                  </a:srgbClr>
                </a:gs>
                <a:gs pos="14286">
                  <a:srgbClr val="636363">
                    <a:alpha val="30684"/>
                  </a:srgbClr>
                </a:gs>
                <a:gs pos="28571">
                  <a:srgbClr val="636363">
                    <a:alpha val="24766"/>
                  </a:srgbClr>
                </a:gs>
                <a:gs pos="42857">
                  <a:srgbClr val="636363">
                    <a:alpha val="17027"/>
                  </a:srgbClr>
                </a:gs>
                <a:gs pos="57143">
                  <a:srgbClr val="636363">
                    <a:alpha val="9826"/>
                  </a:srgbClr>
                </a:gs>
                <a:gs pos="71429">
                  <a:srgbClr val="636363">
                    <a:alpha val="4726"/>
                  </a:srgbClr>
                </a:gs>
                <a:gs pos="85714">
                  <a:srgbClr val="636363">
                    <a:alpha val="1896"/>
                  </a:srgbClr>
                </a:gs>
                <a:gs pos="100000">
                  <a:srgbClr val="636363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5782079">
              <a:off x="245011" y="2005834"/>
              <a:ext cx="596093" cy="23793"/>
            </a:xfrm>
            <a:prstGeom prst="ellipse">
              <a:avLst/>
            </a:prstGeom>
            <a:gradFill>
              <a:gsLst>
                <a:gs pos="0">
                  <a:srgbClr val="000000">
                    <a:alpha val="31882"/>
                  </a:srgbClr>
                </a:gs>
                <a:gs pos="14286">
                  <a:srgbClr val="000000">
                    <a:alpha val="29733"/>
                  </a:srgbClr>
                </a:gs>
                <a:gs pos="28571">
                  <a:srgbClr val="000000">
                    <a:alpha val="23966"/>
                  </a:srgbClr>
                </a:gs>
                <a:gs pos="42857">
                  <a:srgbClr val="000000">
                    <a:alpha val="16449"/>
                  </a:srgbClr>
                </a:gs>
                <a:gs pos="57143">
                  <a:srgbClr val="000000">
                    <a:alpha val="9478"/>
                  </a:srgbClr>
                </a:gs>
                <a:gs pos="71429">
                  <a:srgbClr val="000000">
                    <a:alpha val="4554"/>
                  </a:srgbClr>
                </a:gs>
                <a:gs pos="85714">
                  <a:srgbClr val="000000">
                    <a:alpha val="1826"/>
                  </a:srgbClr>
                </a:gs>
                <a:gs pos="100000">
                  <a:srgbClr val="000000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5395178">
              <a:off x="2198638" y="3345165"/>
              <a:ext cx="514466" cy="51081"/>
            </a:xfrm>
            <a:prstGeom prst="ellipse">
              <a:avLst/>
            </a:prstGeom>
            <a:gradFill>
              <a:gsLst>
                <a:gs pos="0">
                  <a:srgbClr val="DBDBDC">
                    <a:alpha val="32968"/>
                  </a:srgbClr>
                </a:gs>
                <a:gs pos="14286">
                  <a:srgbClr val="DBDBDC">
                    <a:alpha val="30764"/>
                  </a:srgbClr>
                </a:gs>
                <a:gs pos="28571">
                  <a:srgbClr val="DBDBDC">
                    <a:alpha val="24833"/>
                  </a:srgbClr>
                </a:gs>
                <a:gs pos="42857">
                  <a:srgbClr val="DBDBDC">
                    <a:alpha val="17075"/>
                  </a:srgbClr>
                </a:gs>
                <a:gs pos="57143">
                  <a:srgbClr val="DBDBDC">
                    <a:alpha val="9855"/>
                  </a:srgbClr>
                </a:gs>
                <a:gs pos="71429">
                  <a:srgbClr val="DBDBDC">
                    <a:alpha val="4740"/>
                  </a:srgbClr>
                </a:gs>
                <a:gs pos="85714">
                  <a:srgbClr val="DBDBDC">
                    <a:alpha val="1902"/>
                  </a:srgbClr>
                </a:gs>
                <a:gs pos="100000">
                  <a:srgbClr val="DBDB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5432488">
              <a:off x="828482" y="675182"/>
              <a:ext cx="558137" cy="50825"/>
            </a:xfrm>
            <a:prstGeom prst="ellipse">
              <a:avLst/>
            </a:prstGeom>
            <a:gradFill>
              <a:gsLst>
                <a:gs pos="0">
                  <a:srgbClr val="F9F9F9">
                    <a:alpha val="32542"/>
                  </a:srgbClr>
                </a:gs>
                <a:gs pos="14286">
                  <a:srgbClr val="F9F9F9">
                    <a:alpha val="30360"/>
                  </a:srgbClr>
                </a:gs>
                <a:gs pos="28571">
                  <a:srgbClr val="F9F9F9">
                    <a:alpha val="24493"/>
                  </a:srgbClr>
                </a:gs>
                <a:gs pos="42857">
                  <a:srgbClr val="F9F9F9">
                    <a:alpha val="16829"/>
                  </a:srgbClr>
                </a:gs>
                <a:gs pos="57143">
                  <a:srgbClr val="F9F9F9">
                    <a:alpha val="9707"/>
                  </a:srgbClr>
                </a:gs>
                <a:gs pos="71429">
                  <a:srgbClr val="F9F9F9">
                    <a:alpha val="4667"/>
                  </a:srgbClr>
                </a:gs>
                <a:gs pos="85714">
                  <a:srgbClr val="F9F9F9">
                    <a:alpha val="1872"/>
                  </a:srgbClr>
                </a:gs>
                <a:gs pos="100000">
                  <a:srgbClr val="F9F9F9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5202104">
              <a:off x="2367983" y="3510393"/>
              <a:ext cx="244461" cy="50060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-9947981">
              <a:off x="268730" y="1847693"/>
              <a:ext cx="592514" cy="49378"/>
            </a:xfrm>
            <a:prstGeom prst="ellipse">
              <a:avLst/>
            </a:prstGeom>
            <a:gradFill>
              <a:gsLst>
                <a:gs pos="0">
                  <a:srgbClr val="565956">
                    <a:alpha val="11777"/>
                  </a:srgbClr>
                </a:gs>
                <a:gs pos="14286">
                  <a:srgbClr val="565956">
                    <a:alpha val="10879"/>
                  </a:srgbClr>
                </a:gs>
                <a:gs pos="28571">
                  <a:srgbClr val="565956">
                    <a:alpha val="8554"/>
                  </a:srgbClr>
                </a:gs>
                <a:gs pos="42857">
                  <a:srgbClr val="565956">
                    <a:alpha val="5697"/>
                  </a:srgbClr>
                </a:gs>
                <a:gs pos="57143">
                  <a:srgbClr val="565956">
                    <a:alpha val="3198"/>
                  </a:srgbClr>
                </a:gs>
                <a:gs pos="71429">
                  <a:srgbClr val="565956">
                    <a:alpha val="1510"/>
                  </a:srgbClr>
                </a:gs>
                <a:gs pos="85714">
                  <a:srgbClr val="565956">
                    <a:alpha val="600"/>
                  </a:srgbClr>
                </a:gs>
                <a:gs pos="100000">
                  <a:srgbClr val="565956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4935799">
              <a:off x="2551626" y="221435"/>
              <a:ext cx="214456" cy="52935"/>
            </a:xfrm>
            <a:prstGeom prst="ellipse">
              <a:avLst/>
            </a:prstGeom>
            <a:gradFill>
              <a:gsLst>
                <a:gs pos="0">
                  <a:srgbClr val="050000">
                    <a:alpha val="23564"/>
                  </a:srgbClr>
                </a:gs>
                <a:gs pos="14286">
                  <a:srgbClr val="050000">
                    <a:alpha val="21884"/>
                  </a:srgbClr>
                </a:gs>
                <a:gs pos="28571">
                  <a:srgbClr val="050000">
                    <a:alpha val="17450"/>
                  </a:srgbClr>
                </a:gs>
                <a:gs pos="42857">
                  <a:srgbClr val="050000">
                    <a:alpha val="11819"/>
                  </a:srgbClr>
                </a:gs>
                <a:gs pos="57143">
                  <a:srgbClr val="050000">
                    <a:alpha val="6732"/>
                  </a:srgbClr>
                </a:gs>
                <a:gs pos="71429">
                  <a:srgbClr val="050000">
                    <a:alpha val="3210"/>
                  </a:srgbClr>
                </a:gs>
                <a:gs pos="85714">
                  <a:srgbClr val="050000">
                    <a:alpha val="1282"/>
                  </a:srgbClr>
                </a:gs>
                <a:gs pos="100000">
                  <a:srgbClr val="0500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723976">
              <a:off x="254169" y="1797847"/>
              <a:ext cx="544414" cy="33423"/>
            </a:xfrm>
            <a:prstGeom prst="ellipse">
              <a:avLst/>
            </a:prstGeom>
            <a:gradFill>
              <a:gsLst>
                <a:gs pos="0">
                  <a:srgbClr val="F8F8F9">
                    <a:alpha val="18448"/>
                  </a:srgbClr>
                </a:gs>
                <a:gs pos="14286">
                  <a:srgbClr val="F8F8F9">
                    <a:alpha val="17092"/>
                  </a:srgbClr>
                </a:gs>
                <a:gs pos="28571">
                  <a:srgbClr val="F8F8F9">
                    <a:alpha val="13544"/>
                  </a:srgbClr>
                </a:gs>
                <a:gs pos="42857">
                  <a:srgbClr val="F8F8F9">
                    <a:alpha val="9104"/>
                  </a:srgbClr>
                </a:gs>
                <a:gs pos="57143">
                  <a:srgbClr val="F8F8F9">
                    <a:alpha val="5152"/>
                  </a:srgbClr>
                </a:gs>
                <a:gs pos="71429">
                  <a:srgbClr val="F8F8F9">
                    <a:alpha val="2446"/>
                  </a:srgbClr>
                </a:gs>
                <a:gs pos="85714">
                  <a:srgbClr val="F8F8F9">
                    <a:alpha val="974"/>
                  </a:srgbClr>
                </a:gs>
                <a:gs pos="100000">
                  <a:srgbClr val="F8F8F9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5484470">
              <a:off x="614946" y="1359889"/>
              <a:ext cx="489249" cy="20434"/>
            </a:xfrm>
            <a:prstGeom prst="ellipse">
              <a:avLst/>
            </a:prstGeom>
            <a:gradFill>
              <a:gsLst>
                <a:gs pos="0">
                  <a:srgbClr val="3C3B3C">
                    <a:alpha val="32086"/>
                  </a:srgbClr>
                </a:gs>
                <a:gs pos="14286">
                  <a:srgbClr val="3C3B3C">
                    <a:alpha val="29927"/>
                  </a:srgbClr>
                </a:gs>
                <a:gs pos="28571">
                  <a:srgbClr val="3C3B3C">
                    <a:alpha val="24129"/>
                  </a:srgbClr>
                </a:gs>
                <a:gs pos="42857">
                  <a:srgbClr val="3C3B3C">
                    <a:alpha val="16566"/>
                  </a:srgbClr>
                </a:gs>
                <a:gs pos="57143">
                  <a:srgbClr val="3C3B3C">
                    <a:alpha val="9549"/>
                  </a:srgbClr>
                </a:gs>
                <a:gs pos="71429">
                  <a:srgbClr val="3C3B3C">
                    <a:alpha val="4589"/>
                  </a:srgbClr>
                </a:gs>
                <a:gs pos="85714">
                  <a:srgbClr val="3C3B3C">
                    <a:alpha val="1841"/>
                  </a:srgbClr>
                </a:gs>
                <a:gs pos="100000">
                  <a:srgbClr val="3C3B3C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5502169">
              <a:off x="902279" y="1392101"/>
              <a:ext cx="303253" cy="27424"/>
            </a:xfrm>
            <a:prstGeom prst="ellipse">
              <a:avLst/>
            </a:prstGeom>
            <a:gradFill>
              <a:gsLst>
                <a:gs pos="0">
                  <a:srgbClr val="424340">
                    <a:alpha val="32906"/>
                  </a:srgbClr>
                </a:gs>
                <a:gs pos="14286">
                  <a:srgbClr val="424340">
                    <a:alpha val="30705"/>
                  </a:srgbClr>
                </a:gs>
                <a:gs pos="28571">
                  <a:srgbClr val="424340">
                    <a:alpha val="24783"/>
                  </a:srgbClr>
                </a:gs>
                <a:gs pos="42857">
                  <a:srgbClr val="424340">
                    <a:alpha val="17039"/>
                  </a:srgbClr>
                </a:gs>
                <a:gs pos="57143">
                  <a:srgbClr val="424340">
                    <a:alpha val="9833"/>
                  </a:srgbClr>
                </a:gs>
                <a:gs pos="71429">
                  <a:srgbClr val="424340">
                    <a:alpha val="4730"/>
                  </a:srgbClr>
                </a:gs>
                <a:gs pos="85714">
                  <a:srgbClr val="424340">
                    <a:alpha val="1898"/>
                  </a:srgbClr>
                </a:gs>
                <a:gs pos="100000">
                  <a:srgbClr val="42434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3751759">
              <a:off x="166101" y="2963039"/>
              <a:ext cx="266620" cy="227980"/>
            </a:xfrm>
            <a:prstGeom prst="ellipse">
              <a:avLst/>
            </a:prstGeom>
            <a:gradFill>
              <a:gsLst>
                <a:gs pos="0">
                  <a:srgbClr val="5C5D5E">
                    <a:alpha val="24903"/>
                  </a:srgbClr>
                </a:gs>
                <a:gs pos="14286">
                  <a:srgbClr val="5C5D5E">
                    <a:alpha val="23143"/>
                  </a:srgbClr>
                </a:gs>
                <a:gs pos="28571">
                  <a:srgbClr val="5C5D5E">
                    <a:alpha val="18484"/>
                  </a:srgbClr>
                </a:gs>
                <a:gs pos="42857">
                  <a:srgbClr val="5C5D5E">
                    <a:alpha val="12546"/>
                  </a:srgbClr>
                </a:gs>
                <a:gs pos="57143">
                  <a:srgbClr val="5C5D5E">
                    <a:alpha val="7159"/>
                  </a:srgbClr>
                </a:gs>
                <a:gs pos="71429">
                  <a:srgbClr val="5C5D5E">
                    <a:alpha val="3417"/>
                  </a:srgbClr>
                </a:gs>
                <a:gs pos="85714">
                  <a:srgbClr val="5C5D5E">
                    <a:alpha val="1366"/>
                  </a:srgbClr>
                </a:gs>
                <a:gs pos="100000">
                  <a:srgbClr val="5C5D5E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-10777622">
              <a:off x="2132516" y="2751622"/>
              <a:ext cx="362354" cy="47269"/>
            </a:xfrm>
            <a:prstGeom prst="ellipse">
              <a:avLst/>
            </a:prstGeom>
            <a:gradFill>
              <a:gsLst>
                <a:gs pos="0">
                  <a:srgbClr val="FFFFFF">
                    <a:alpha val="12511"/>
                  </a:srgbClr>
                </a:gs>
                <a:gs pos="14286">
                  <a:srgbClr val="FFFFFF">
                    <a:alpha val="11560"/>
                  </a:srgbClr>
                </a:gs>
                <a:gs pos="28571">
                  <a:srgbClr val="FFFFFF">
                    <a:alpha val="9098"/>
                  </a:srgbClr>
                </a:gs>
                <a:gs pos="42857">
                  <a:srgbClr val="FFFFFF">
                    <a:alpha val="6065"/>
                  </a:srgbClr>
                </a:gs>
                <a:gs pos="57143">
                  <a:srgbClr val="FFFFFF">
                    <a:alpha val="3407"/>
                  </a:srgbClr>
                </a:gs>
                <a:gs pos="71429">
                  <a:srgbClr val="FFFFFF">
                    <a:alpha val="1610"/>
                  </a:srgbClr>
                </a:gs>
                <a:gs pos="85714">
                  <a:srgbClr val="FFFFFF">
                    <a:alpha val="640"/>
                  </a:srgbClr>
                </a:gs>
                <a:gs pos="100000">
                  <a:srgbClr val="FFFFFF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10772936">
              <a:off x="1577391" y="390459"/>
              <a:ext cx="246348" cy="56205"/>
            </a:xfrm>
            <a:prstGeom prst="ellipse">
              <a:avLst/>
            </a:prstGeom>
            <a:gradFill>
              <a:gsLst>
                <a:gs pos="0">
                  <a:srgbClr val="F3F4F3">
                    <a:alpha val="32968"/>
                  </a:srgbClr>
                </a:gs>
                <a:gs pos="14286">
                  <a:srgbClr val="F3F4F3">
                    <a:alpha val="30764"/>
                  </a:srgbClr>
                </a:gs>
                <a:gs pos="28571">
                  <a:srgbClr val="F3F4F3">
                    <a:alpha val="24833"/>
                  </a:srgbClr>
                </a:gs>
                <a:gs pos="42857">
                  <a:srgbClr val="F3F4F3">
                    <a:alpha val="17075"/>
                  </a:srgbClr>
                </a:gs>
                <a:gs pos="57143">
                  <a:srgbClr val="F3F4F3">
                    <a:alpha val="9855"/>
                  </a:srgbClr>
                </a:gs>
                <a:gs pos="71429">
                  <a:srgbClr val="F3F4F3">
                    <a:alpha val="4740"/>
                  </a:srgbClr>
                </a:gs>
                <a:gs pos="85714">
                  <a:srgbClr val="F3F4F3">
                    <a:alpha val="1902"/>
                  </a:srgbClr>
                </a:gs>
                <a:gs pos="100000">
                  <a:srgbClr val="F3F4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5639173">
              <a:off x="1475498" y="884821"/>
              <a:ext cx="215946" cy="104753"/>
            </a:xfrm>
            <a:prstGeom prst="ellipse">
              <a:avLst/>
            </a:prstGeom>
            <a:gradFill>
              <a:gsLst>
                <a:gs pos="0">
                  <a:srgbClr val="010000">
                    <a:alpha val="26762"/>
                  </a:srgbClr>
                </a:gs>
                <a:gs pos="14286">
                  <a:srgbClr val="010000">
                    <a:alpha val="24894"/>
                  </a:srgbClr>
                </a:gs>
                <a:gs pos="28571">
                  <a:srgbClr val="010000">
                    <a:alpha val="19930"/>
                  </a:srgbClr>
                </a:gs>
                <a:gs pos="42857">
                  <a:srgbClr val="010000">
                    <a:alpha val="13566"/>
                  </a:srgbClr>
                </a:gs>
                <a:gs pos="57143">
                  <a:srgbClr val="010000">
                    <a:alpha val="7761"/>
                  </a:srgbClr>
                </a:gs>
                <a:gs pos="71429">
                  <a:srgbClr val="010000">
                    <a:alpha val="3711"/>
                  </a:srgbClr>
                </a:gs>
                <a:gs pos="85714">
                  <a:srgbClr val="010000">
                    <a:alpha val="1484"/>
                  </a:srgbClr>
                </a:gs>
                <a:gs pos="100000">
                  <a:srgbClr val="010000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7573072">
              <a:off x="3118981" y="2291674"/>
              <a:ext cx="354793" cy="202081"/>
            </a:xfrm>
            <a:prstGeom prst="ellipse">
              <a:avLst/>
            </a:prstGeom>
            <a:gradFill>
              <a:gsLst>
                <a:gs pos="0">
                  <a:srgbClr val="646464">
                    <a:alpha val="32968"/>
                  </a:srgbClr>
                </a:gs>
                <a:gs pos="14286">
                  <a:srgbClr val="646464">
                    <a:alpha val="30764"/>
                  </a:srgbClr>
                </a:gs>
                <a:gs pos="28571">
                  <a:srgbClr val="646464">
                    <a:alpha val="24833"/>
                  </a:srgbClr>
                </a:gs>
                <a:gs pos="42857">
                  <a:srgbClr val="646464">
                    <a:alpha val="17075"/>
                  </a:srgbClr>
                </a:gs>
                <a:gs pos="57143">
                  <a:srgbClr val="646464">
                    <a:alpha val="9855"/>
                  </a:srgbClr>
                </a:gs>
                <a:gs pos="71429">
                  <a:srgbClr val="646464">
                    <a:alpha val="4740"/>
                  </a:srgbClr>
                </a:gs>
                <a:gs pos="85714">
                  <a:srgbClr val="646464">
                    <a:alpha val="1902"/>
                  </a:srgbClr>
                </a:gs>
                <a:gs pos="100000">
                  <a:srgbClr val="6464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5501130">
              <a:off x="603727" y="1594421"/>
              <a:ext cx="479149" cy="17512"/>
            </a:xfrm>
            <a:prstGeom prst="ellipse">
              <a:avLst/>
            </a:prstGeom>
            <a:gradFill>
              <a:gsLst>
                <a:gs pos="0">
                  <a:srgbClr val="071613">
                    <a:alpha val="31727"/>
                  </a:srgbClr>
                </a:gs>
                <a:gs pos="14286">
                  <a:srgbClr val="071613">
                    <a:alpha val="29586"/>
                  </a:srgbClr>
                </a:gs>
                <a:gs pos="28571">
                  <a:srgbClr val="071613">
                    <a:alpha val="23842"/>
                  </a:srgbClr>
                </a:gs>
                <a:gs pos="42857">
                  <a:srgbClr val="071613">
                    <a:alpha val="16360"/>
                  </a:srgbClr>
                </a:gs>
                <a:gs pos="57143">
                  <a:srgbClr val="071613">
                    <a:alpha val="9425"/>
                  </a:srgbClr>
                </a:gs>
                <a:gs pos="71429">
                  <a:srgbClr val="071613">
                    <a:alpha val="4528"/>
                  </a:srgbClr>
                </a:gs>
                <a:gs pos="85714">
                  <a:srgbClr val="071613">
                    <a:alpha val="1816"/>
                  </a:srgbClr>
                </a:gs>
                <a:gs pos="100000">
                  <a:srgbClr val="071613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4969765">
              <a:off x="2372697" y="559402"/>
              <a:ext cx="635145" cy="53691"/>
            </a:xfrm>
            <a:prstGeom prst="ellipse">
              <a:avLst/>
            </a:prstGeom>
            <a:gradFill>
              <a:gsLst>
                <a:gs pos="0">
                  <a:srgbClr val="000202">
                    <a:alpha val="23063"/>
                  </a:srgbClr>
                </a:gs>
                <a:gs pos="14286">
                  <a:srgbClr val="000202">
                    <a:alpha val="21414"/>
                  </a:srgbClr>
                </a:gs>
                <a:gs pos="28571">
                  <a:srgbClr val="000202">
                    <a:alpha val="17064"/>
                  </a:srgbClr>
                </a:gs>
                <a:gs pos="42857">
                  <a:srgbClr val="000202">
                    <a:alpha val="11549"/>
                  </a:srgbClr>
                </a:gs>
                <a:gs pos="57143">
                  <a:srgbClr val="000202">
                    <a:alpha val="6574"/>
                  </a:srgbClr>
                </a:gs>
                <a:gs pos="71429">
                  <a:srgbClr val="000202">
                    <a:alpha val="3133"/>
                  </a:srgbClr>
                </a:gs>
                <a:gs pos="85714">
                  <a:srgbClr val="000202">
                    <a:alpha val="1251"/>
                  </a:srgbClr>
                </a:gs>
                <a:gs pos="100000">
                  <a:srgbClr val="000202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3092733">
              <a:off x="1996511" y="388591"/>
              <a:ext cx="325502" cy="177334"/>
            </a:xfrm>
            <a:prstGeom prst="ellipse">
              <a:avLst/>
            </a:prstGeom>
            <a:gradFill>
              <a:gsLst>
                <a:gs pos="0">
                  <a:srgbClr val="656464">
                    <a:alpha val="32968"/>
                  </a:srgbClr>
                </a:gs>
                <a:gs pos="14286">
                  <a:srgbClr val="656464">
                    <a:alpha val="30764"/>
                  </a:srgbClr>
                </a:gs>
                <a:gs pos="28571">
                  <a:srgbClr val="656464">
                    <a:alpha val="24833"/>
                  </a:srgbClr>
                </a:gs>
                <a:gs pos="42857">
                  <a:srgbClr val="656464">
                    <a:alpha val="17075"/>
                  </a:srgbClr>
                </a:gs>
                <a:gs pos="57143">
                  <a:srgbClr val="656464">
                    <a:alpha val="9855"/>
                  </a:srgbClr>
                </a:gs>
                <a:gs pos="71429">
                  <a:srgbClr val="656464">
                    <a:alpha val="4740"/>
                  </a:srgbClr>
                </a:gs>
                <a:gs pos="85714">
                  <a:srgbClr val="656464">
                    <a:alpha val="1902"/>
                  </a:srgbClr>
                </a:gs>
                <a:gs pos="100000">
                  <a:srgbClr val="6564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10533291">
              <a:off x="3105221" y="560550"/>
              <a:ext cx="320376" cy="58076"/>
            </a:xfrm>
            <a:prstGeom prst="ellipse">
              <a:avLst/>
            </a:prstGeom>
            <a:gradFill>
              <a:gsLst>
                <a:gs pos="0">
                  <a:srgbClr val="5A5759">
                    <a:alpha val="32968"/>
                  </a:srgbClr>
                </a:gs>
                <a:gs pos="14286">
                  <a:srgbClr val="5A5759">
                    <a:alpha val="30764"/>
                  </a:srgbClr>
                </a:gs>
                <a:gs pos="28571">
                  <a:srgbClr val="5A5759">
                    <a:alpha val="24833"/>
                  </a:srgbClr>
                </a:gs>
                <a:gs pos="42857">
                  <a:srgbClr val="5A5759">
                    <a:alpha val="17075"/>
                  </a:srgbClr>
                </a:gs>
                <a:gs pos="57143">
                  <a:srgbClr val="5A5759">
                    <a:alpha val="9855"/>
                  </a:srgbClr>
                </a:gs>
                <a:gs pos="71429">
                  <a:srgbClr val="5A5759">
                    <a:alpha val="4740"/>
                  </a:srgbClr>
                </a:gs>
                <a:gs pos="85714">
                  <a:srgbClr val="5A5759">
                    <a:alpha val="1902"/>
                  </a:srgbClr>
                </a:gs>
                <a:gs pos="100000">
                  <a:srgbClr val="5A57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5193552">
              <a:off x="1979140" y="42119"/>
              <a:ext cx="459978" cy="47993"/>
            </a:xfrm>
            <a:prstGeom prst="ellipse">
              <a:avLst/>
            </a:prstGeom>
            <a:gradFill>
              <a:gsLst>
                <a:gs pos="0">
                  <a:srgbClr val="F7F7F7">
                    <a:alpha val="32968"/>
                  </a:srgbClr>
                </a:gs>
                <a:gs pos="14286">
                  <a:srgbClr val="F7F7F7">
                    <a:alpha val="30764"/>
                  </a:srgbClr>
                </a:gs>
                <a:gs pos="28571">
                  <a:srgbClr val="F7F7F7">
                    <a:alpha val="24833"/>
                  </a:srgbClr>
                </a:gs>
                <a:gs pos="42857">
                  <a:srgbClr val="F7F7F7">
                    <a:alpha val="17075"/>
                  </a:srgbClr>
                </a:gs>
                <a:gs pos="57143">
                  <a:srgbClr val="F7F7F7">
                    <a:alpha val="9855"/>
                  </a:srgbClr>
                </a:gs>
                <a:gs pos="71429">
                  <a:srgbClr val="F7F7F7">
                    <a:alpha val="4740"/>
                  </a:srgbClr>
                </a:gs>
                <a:gs pos="85714">
                  <a:srgbClr val="F7F7F7">
                    <a:alpha val="1902"/>
                  </a:srgbClr>
                </a:gs>
                <a:gs pos="100000">
                  <a:srgbClr val="F7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5280657">
              <a:off x="1903577" y="2566318"/>
              <a:ext cx="452448" cy="83630"/>
            </a:xfrm>
            <a:prstGeom prst="ellipse">
              <a:avLst/>
            </a:prstGeom>
            <a:gradFill>
              <a:gsLst>
                <a:gs pos="0">
                  <a:srgbClr val="000002">
                    <a:alpha val="21718"/>
                  </a:srgbClr>
                </a:gs>
                <a:gs pos="14286">
                  <a:srgbClr val="000002">
                    <a:alpha val="20152"/>
                  </a:srgbClr>
                </a:gs>
                <a:gs pos="28571">
                  <a:srgbClr val="000002">
                    <a:alpha val="16032"/>
                  </a:srgbClr>
                </a:gs>
                <a:gs pos="42857">
                  <a:srgbClr val="000002">
                    <a:alpha val="10829"/>
                  </a:srgbClr>
                </a:gs>
                <a:gs pos="57143">
                  <a:srgbClr val="000002">
                    <a:alpha val="6153"/>
                  </a:srgbClr>
                </a:gs>
                <a:gs pos="71429">
                  <a:srgbClr val="000002">
                    <a:alpha val="2929"/>
                  </a:srgbClr>
                </a:gs>
                <a:gs pos="85714">
                  <a:srgbClr val="000002">
                    <a:alpha val="1169"/>
                  </a:srgbClr>
                </a:gs>
                <a:gs pos="100000">
                  <a:srgbClr val="000002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10633517">
              <a:off x="370319" y="565521"/>
              <a:ext cx="308233" cy="56202"/>
            </a:xfrm>
            <a:prstGeom prst="ellipse">
              <a:avLst/>
            </a:prstGeom>
            <a:gradFill>
              <a:gsLst>
                <a:gs pos="0">
                  <a:srgbClr val="F4F3F3">
                    <a:alpha val="32968"/>
                  </a:srgbClr>
                </a:gs>
                <a:gs pos="14286">
                  <a:srgbClr val="F4F3F3">
                    <a:alpha val="30764"/>
                  </a:srgbClr>
                </a:gs>
                <a:gs pos="28571">
                  <a:srgbClr val="F4F3F3">
                    <a:alpha val="24833"/>
                  </a:srgbClr>
                </a:gs>
                <a:gs pos="42857">
                  <a:srgbClr val="F4F3F3">
                    <a:alpha val="17075"/>
                  </a:srgbClr>
                </a:gs>
                <a:gs pos="57143">
                  <a:srgbClr val="F4F3F3">
                    <a:alpha val="9855"/>
                  </a:srgbClr>
                </a:gs>
                <a:gs pos="71429">
                  <a:srgbClr val="F4F3F3">
                    <a:alpha val="4740"/>
                  </a:srgbClr>
                </a:gs>
                <a:gs pos="85714">
                  <a:srgbClr val="F4F3F3">
                    <a:alpha val="1902"/>
                  </a:srgbClr>
                </a:gs>
                <a:gs pos="100000">
                  <a:srgbClr val="F4F3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4736393">
              <a:off x="1996849" y="117913"/>
              <a:ext cx="408000" cy="28008"/>
            </a:xfrm>
            <a:prstGeom prst="ellipse">
              <a:avLst/>
            </a:prstGeom>
            <a:gradFill>
              <a:gsLst>
                <a:gs pos="0">
                  <a:srgbClr val="FFFFFF">
                    <a:alpha val="3263"/>
                  </a:srgbClr>
                </a:gs>
                <a:gs pos="14286">
                  <a:srgbClr val="FFFFFF">
                    <a:alpha val="3003"/>
                  </a:srgbClr>
                </a:gs>
                <a:gs pos="28571">
                  <a:srgbClr val="FFFFFF">
                    <a:alpha val="2340"/>
                  </a:srgbClr>
                </a:gs>
                <a:gs pos="42857">
                  <a:srgbClr val="FFFFFF">
                    <a:alpha val="1541"/>
                  </a:srgbClr>
                </a:gs>
                <a:gs pos="57143">
                  <a:srgbClr val="FFFFFF">
                    <a:alpha val="857"/>
                  </a:srgbClr>
                </a:gs>
                <a:gs pos="71429">
                  <a:srgbClr val="FFFFFF">
                    <a:alpha val="402"/>
                  </a:srgbClr>
                </a:gs>
                <a:gs pos="85714">
                  <a:srgbClr val="FFFFFF">
                    <a:alpha val="159"/>
                  </a:srgbClr>
                </a:gs>
                <a:gs pos="100000">
                  <a:srgbClr val="FFFFFF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10798537">
              <a:off x="638769" y="2985547"/>
              <a:ext cx="422369" cy="20620"/>
            </a:xfrm>
            <a:prstGeom prst="ellipse">
              <a:avLst/>
            </a:prstGeom>
            <a:gradFill>
              <a:gsLst>
                <a:gs pos="0">
                  <a:srgbClr val="000005">
                    <a:alpha val="26750"/>
                  </a:srgbClr>
                </a:gs>
                <a:gs pos="14286">
                  <a:srgbClr val="000005">
                    <a:alpha val="24882"/>
                  </a:srgbClr>
                </a:gs>
                <a:gs pos="28571">
                  <a:srgbClr val="000005">
                    <a:alpha val="19920"/>
                  </a:srgbClr>
                </a:gs>
                <a:gs pos="42857">
                  <a:srgbClr val="000005">
                    <a:alpha val="13559"/>
                  </a:srgbClr>
                </a:gs>
                <a:gs pos="57143">
                  <a:srgbClr val="000005">
                    <a:alpha val="7757"/>
                  </a:srgbClr>
                </a:gs>
                <a:gs pos="71429">
                  <a:srgbClr val="000005">
                    <a:alpha val="3709"/>
                  </a:srgbClr>
                </a:gs>
                <a:gs pos="85714">
                  <a:srgbClr val="000005">
                    <a:alpha val="1483"/>
                  </a:srgbClr>
                </a:gs>
                <a:gs pos="100000">
                  <a:srgbClr val="000005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5172820">
              <a:off x="1524924" y="2864130"/>
              <a:ext cx="657713" cy="111944"/>
            </a:xfrm>
            <a:prstGeom prst="ellipse">
              <a:avLst/>
            </a:prstGeom>
            <a:gradFill>
              <a:gsLst>
                <a:gs pos="0">
                  <a:srgbClr val="000000">
                    <a:alpha val="29450"/>
                  </a:srgbClr>
                </a:gs>
                <a:gs pos="14286">
                  <a:srgbClr val="000000">
                    <a:alpha val="27431"/>
                  </a:srgbClr>
                </a:gs>
                <a:gs pos="28571">
                  <a:srgbClr val="000000">
                    <a:alpha val="22039"/>
                  </a:srgbClr>
                </a:gs>
                <a:gs pos="42857">
                  <a:srgbClr val="000000">
                    <a:alpha val="15066"/>
                  </a:srgbClr>
                </a:gs>
                <a:gs pos="57143">
                  <a:srgbClr val="000000">
                    <a:alpha val="8651"/>
                  </a:srgbClr>
                </a:gs>
                <a:gs pos="71429">
                  <a:srgbClr val="000000">
                    <a:alpha val="4147"/>
                  </a:srgbClr>
                </a:gs>
                <a:gs pos="85714">
                  <a:srgbClr val="000000">
                    <a:alpha val="1661"/>
                  </a:srgbClr>
                </a:gs>
                <a:gs pos="100000">
                  <a:srgbClr val="0000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8781165">
              <a:off x="1452435" y="35722"/>
              <a:ext cx="565148" cy="290454"/>
            </a:xfrm>
            <a:prstGeom prst="ellipse">
              <a:avLst/>
            </a:prstGeom>
            <a:gradFill>
              <a:gsLst>
                <a:gs pos="0">
                  <a:srgbClr val="595858">
                    <a:alpha val="22447"/>
                  </a:srgbClr>
                </a:gs>
                <a:gs pos="14286">
                  <a:srgbClr val="595858">
                    <a:alpha val="20836"/>
                  </a:srgbClr>
                </a:gs>
                <a:gs pos="28571">
                  <a:srgbClr val="595858">
                    <a:alpha val="16591"/>
                  </a:srgbClr>
                </a:gs>
                <a:gs pos="42857">
                  <a:srgbClr val="595858">
                    <a:alpha val="11219"/>
                  </a:srgbClr>
                </a:gs>
                <a:gs pos="57143">
                  <a:srgbClr val="595858">
                    <a:alpha val="6381"/>
                  </a:srgbClr>
                </a:gs>
                <a:gs pos="71429">
                  <a:srgbClr val="595858">
                    <a:alpha val="3039"/>
                  </a:srgbClr>
                </a:gs>
                <a:gs pos="85714">
                  <a:srgbClr val="595858">
                    <a:alpha val="1213"/>
                  </a:srgbClr>
                </a:gs>
                <a:gs pos="100000">
                  <a:srgbClr val="595858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4872436">
              <a:off x="2519048" y="1993699"/>
              <a:ext cx="701657" cy="71511"/>
            </a:xfrm>
            <a:prstGeom prst="ellipse">
              <a:avLst/>
            </a:prstGeom>
            <a:gradFill>
              <a:gsLst>
                <a:gs pos="0">
                  <a:srgbClr val="000000">
                    <a:alpha val="24291"/>
                  </a:srgbClr>
                </a:gs>
                <a:gs pos="14286">
                  <a:srgbClr val="000000">
                    <a:alpha val="22567"/>
                  </a:srgbClr>
                </a:gs>
                <a:gs pos="28571">
                  <a:srgbClr val="000000">
                    <a:alpha val="18011"/>
                  </a:srgbClr>
                </a:gs>
                <a:gs pos="42857">
                  <a:srgbClr val="000000">
                    <a:alpha val="12213"/>
                  </a:srgbClr>
                </a:gs>
                <a:gs pos="57143">
                  <a:srgbClr val="000000">
                    <a:alpha val="6963"/>
                  </a:srgbClr>
                </a:gs>
                <a:gs pos="71429">
                  <a:srgbClr val="000000">
                    <a:alpha val="3322"/>
                  </a:srgbClr>
                </a:gs>
                <a:gs pos="85714">
                  <a:srgbClr val="000000">
                    <a:alpha val="1327"/>
                  </a:srgbClr>
                </a:gs>
                <a:gs pos="100000">
                  <a:srgbClr val="0000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10336558">
              <a:off x="3257758" y="129122"/>
              <a:ext cx="272129" cy="41189"/>
            </a:xfrm>
            <a:prstGeom prst="ellipse">
              <a:avLst/>
            </a:prstGeom>
            <a:gradFill>
              <a:gsLst>
                <a:gs pos="0">
                  <a:srgbClr val="DADADA">
                    <a:alpha val="32968"/>
                  </a:srgbClr>
                </a:gs>
                <a:gs pos="14286">
                  <a:srgbClr val="DADADA">
                    <a:alpha val="30764"/>
                  </a:srgbClr>
                </a:gs>
                <a:gs pos="28571">
                  <a:srgbClr val="DADADA">
                    <a:alpha val="24833"/>
                  </a:srgbClr>
                </a:gs>
                <a:gs pos="42857">
                  <a:srgbClr val="DADADA">
                    <a:alpha val="17075"/>
                  </a:srgbClr>
                </a:gs>
                <a:gs pos="57143">
                  <a:srgbClr val="DADADA">
                    <a:alpha val="9855"/>
                  </a:srgbClr>
                </a:gs>
                <a:gs pos="71429">
                  <a:srgbClr val="DADADA">
                    <a:alpha val="4740"/>
                  </a:srgbClr>
                </a:gs>
                <a:gs pos="85714">
                  <a:srgbClr val="DADADA">
                    <a:alpha val="1902"/>
                  </a:srgbClr>
                </a:gs>
                <a:gs pos="100000">
                  <a:srgbClr val="DADA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5519983">
              <a:off x="1085181" y="764703"/>
              <a:ext cx="500646" cy="52132"/>
            </a:xfrm>
            <a:prstGeom prst="ellipse">
              <a:avLst/>
            </a:prstGeom>
            <a:gradFill>
              <a:gsLst>
                <a:gs pos="0">
                  <a:srgbClr val="F7F8F7">
                    <a:alpha val="23847"/>
                  </a:srgbClr>
                </a:gs>
                <a:gs pos="14286">
                  <a:srgbClr val="F7F8F7">
                    <a:alpha val="22150"/>
                  </a:srgbClr>
                </a:gs>
                <a:gs pos="28571">
                  <a:srgbClr val="F7F8F7">
                    <a:alpha val="17668"/>
                  </a:srgbClr>
                </a:gs>
                <a:gs pos="42857">
                  <a:srgbClr val="F7F8F7">
                    <a:alpha val="11972"/>
                  </a:srgbClr>
                </a:gs>
                <a:gs pos="57143">
                  <a:srgbClr val="F7F8F7">
                    <a:alpha val="6822"/>
                  </a:srgbClr>
                </a:gs>
                <a:gs pos="71429">
                  <a:srgbClr val="F7F8F7">
                    <a:alpha val="3253"/>
                  </a:srgbClr>
                </a:gs>
                <a:gs pos="85714">
                  <a:srgbClr val="F7F8F7">
                    <a:alpha val="1299"/>
                  </a:srgbClr>
                </a:gs>
                <a:gs pos="100000">
                  <a:srgbClr val="F7F8F7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-9293271">
              <a:off x="1558460" y="1770267"/>
              <a:ext cx="335309" cy="46944"/>
            </a:xfrm>
            <a:prstGeom prst="ellipse">
              <a:avLst/>
            </a:prstGeom>
            <a:gradFill>
              <a:gsLst>
                <a:gs pos="0">
                  <a:srgbClr val="646364">
                    <a:alpha val="18107"/>
                  </a:srgbClr>
                </a:gs>
                <a:gs pos="14286">
                  <a:srgbClr val="646364">
                    <a:alpha val="16773"/>
                  </a:srgbClr>
                </a:gs>
                <a:gs pos="28571">
                  <a:srgbClr val="646364">
                    <a:alpha val="13286"/>
                  </a:srgbClr>
                </a:gs>
                <a:gs pos="42857">
                  <a:srgbClr val="646364">
                    <a:alpha val="8927"/>
                  </a:srgbClr>
                </a:gs>
                <a:gs pos="57143">
                  <a:srgbClr val="646364">
                    <a:alpha val="5049"/>
                  </a:srgbClr>
                </a:gs>
                <a:gs pos="71429">
                  <a:srgbClr val="646364">
                    <a:alpha val="2396"/>
                  </a:srgbClr>
                </a:gs>
                <a:gs pos="85714">
                  <a:srgbClr val="646364">
                    <a:alpha val="954"/>
                  </a:srgbClr>
                </a:gs>
                <a:gs pos="100000">
                  <a:srgbClr val="646364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10777451">
              <a:off x="1237804" y="3531630"/>
              <a:ext cx="383054" cy="15182"/>
            </a:xfrm>
            <a:prstGeom prst="ellipse">
              <a:avLst/>
            </a:prstGeom>
            <a:gradFill>
              <a:gsLst>
                <a:gs pos="0">
                  <a:srgbClr val="000000">
                    <a:alpha val="30675"/>
                  </a:srgbClr>
                </a:gs>
                <a:gs pos="14286">
                  <a:srgbClr val="000000">
                    <a:alpha val="28590"/>
                  </a:srgbClr>
                </a:gs>
                <a:gs pos="28571">
                  <a:srgbClr val="000000">
                    <a:alpha val="23007"/>
                  </a:srgbClr>
                </a:gs>
                <a:gs pos="42857">
                  <a:srgbClr val="000000">
                    <a:alpha val="15759"/>
                  </a:srgbClr>
                </a:gs>
                <a:gs pos="57143">
                  <a:srgbClr val="000000">
                    <a:alpha val="9065"/>
                  </a:srgbClr>
                </a:gs>
                <a:gs pos="71429">
                  <a:srgbClr val="000000">
                    <a:alpha val="4351"/>
                  </a:srgbClr>
                </a:gs>
                <a:gs pos="85714">
                  <a:srgbClr val="000000">
                    <a:alpha val="1744"/>
                  </a:srgbClr>
                </a:gs>
                <a:gs pos="100000">
                  <a:srgbClr val="00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7223753">
              <a:off x="2415570" y="1734059"/>
              <a:ext cx="399304" cy="91676"/>
            </a:xfrm>
            <a:prstGeom prst="ellipse">
              <a:avLst/>
            </a:prstGeom>
            <a:gradFill>
              <a:gsLst>
                <a:gs pos="0">
                  <a:srgbClr val="626262">
                    <a:alpha val="20950"/>
                  </a:srgbClr>
                </a:gs>
                <a:gs pos="14286">
                  <a:srgbClr val="626262">
                    <a:alpha val="19432"/>
                  </a:srgbClr>
                </a:gs>
                <a:gs pos="28571">
                  <a:srgbClr val="626262">
                    <a:alpha val="15445"/>
                  </a:srgbClr>
                </a:gs>
                <a:gs pos="42857">
                  <a:srgbClr val="626262">
                    <a:alpha val="10420"/>
                  </a:srgbClr>
                </a:gs>
                <a:gs pos="57143">
                  <a:srgbClr val="626262">
                    <a:alpha val="5915"/>
                  </a:srgbClr>
                </a:gs>
                <a:gs pos="71429">
                  <a:srgbClr val="626262">
                    <a:alpha val="2814"/>
                  </a:srgbClr>
                </a:gs>
                <a:gs pos="85714">
                  <a:srgbClr val="626262">
                    <a:alpha val="1122"/>
                  </a:srgbClr>
                </a:gs>
                <a:gs pos="100000">
                  <a:srgbClr val="626262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7155448">
              <a:off x="-63544" y="132856"/>
              <a:ext cx="542069" cy="105703"/>
            </a:xfrm>
            <a:prstGeom prst="ellipse">
              <a:avLst/>
            </a:prstGeom>
            <a:gradFill>
              <a:gsLst>
                <a:gs pos="0">
                  <a:srgbClr val="5D5C5C">
                    <a:alpha val="26248"/>
                  </a:srgbClr>
                </a:gs>
                <a:gs pos="14286">
                  <a:srgbClr val="5D5C5C">
                    <a:alpha val="24409"/>
                  </a:srgbClr>
                </a:gs>
                <a:gs pos="28571">
                  <a:srgbClr val="5D5C5C">
                    <a:alpha val="19529"/>
                  </a:srgbClr>
                </a:gs>
                <a:gs pos="42857">
                  <a:srgbClr val="5D5C5C">
                    <a:alpha val="13282"/>
                  </a:srgbClr>
                </a:gs>
                <a:gs pos="57143">
                  <a:srgbClr val="5D5C5C">
                    <a:alpha val="7593"/>
                  </a:srgbClr>
                </a:gs>
                <a:gs pos="71429">
                  <a:srgbClr val="5D5C5C">
                    <a:alpha val="3629"/>
                  </a:srgbClr>
                </a:gs>
                <a:gs pos="85714">
                  <a:srgbClr val="5D5C5C">
                    <a:alpha val="1451"/>
                  </a:srgbClr>
                </a:gs>
                <a:gs pos="100000">
                  <a:srgbClr val="5D5C5C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5965286">
              <a:off x="-227021" y="1211758"/>
              <a:ext cx="693888" cy="81538"/>
            </a:xfrm>
            <a:prstGeom prst="ellipse">
              <a:avLst/>
            </a:prstGeom>
            <a:gradFill>
              <a:gsLst>
                <a:gs pos="0">
                  <a:srgbClr val="000000">
                    <a:alpha val="22422"/>
                  </a:srgbClr>
                </a:gs>
                <a:gs pos="14286">
                  <a:srgbClr val="000000">
                    <a:alpha val="20813"/>
                  </a:srgbClr>
                </a:gs>
                <a:gs pos="28571">
                  <a:srgbClr val="000000">
                    <a:alpha val="16572"/>
                  </a:srgbClr>
                </a:gs>
                <a:gs pos="42857">
                  <a:srgbClr val="000000">
                    <a:alpha val="11205"/>
                  </a:srgbClr>
                </a:gs>
                <a:gs pos="57143">
                  <a:srgbClr val="000000">
                    <a:alpha val="6373"/>
                  </a:srgbClr>
                </a:gs>
                <a:gs pos="71429">
                  <a:srgbClr val="000000">
                    <a:alpha val="3035"/>
                  </a:srgbClr>
                </a:gs>
                <a:gs pos="85714">
                  <a:srgbClr val="000000">
                    <a:alpha val="1212"/>
                  </a:srgbClr>
                </a:gs>
                <a:gs pos="100000">
                  <a:srgbClr val="000000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10661900">
              <a:off x="1198958" y="-15882"/>
              <a:ext cx="431953" cy="90596"/>
            </a:xfrm>
            <a:prstGeom prst="ellipse">
              <a:avLst/>
            </a:prstGeom>
            <a:gradFill>
              <a:gsLst>
                <a:gs pos="0">
                  <a:srgbClr val="333334">
                    <a:alpha val="32968"/>
                  </a:srgbClr>
                </a:gs>
                <a:gs pos="14286">
                  <a:srgbClr val="333334">
                    <a:alpha val="30764"/>
                  </a:srgbClr>
                </a:gs>
                <a:gs pos="28571">
                  <a:srgbClr val="333334">
                    <a:alpha val="24833"/>
                  </a:srgbClr>
                </a:gs>
                <a:gs pos="42857">
                  <a:srgbClr val="333334">
                    <a:alpha val="17075"/>
                  </a:srgbClr>
                </a:gs>
                <a:gs pos="57143">
                  <a:srgbClr val="333334">
                    <a:alpha val="9855"/>
                  </a:srgbClr>
                </a:gs>
                <a:gs pos="71429">
                  <a:srgbClr val="333334">
                    <a:alpha val="4740"/>
                  </a:srgbClr>
                </a:gs>
                <a:gs pos="85714">
                  <a:srgbClr val="333334">
                    <a:alpha val="1902"/>
                  </a:srgbClr>
                </a:gs>
                <a:gs pos="100000">
                  <a:srgbClr val="3333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5601873">
              <a:off x="1079359" y="9304"/>
              <a:ext cx="552044" cy="49978"/>
            </a:xfrm>
            <a:prstGeom prst="ellipse">
              <a:avLst/>
            </a:prstGeom>
            <a:gradFill>
              <a:gsLst>
                <a:gs pos="0">
                  <a:srgbClr val="EBEBEB">
                    <a:alpha val="32968"/>
                  </a:srgbClr>
                </a:gs>
                <a:gs pos="14286">
                  <a:srgbClr val="EBEBEB">
                    <a:alpha val="30764"/>
                  </a:srgbClr>
                </a:gs>
                <a:gs pos="28571">
                  <a:srgbClr val="EBEBEB">
                    <a:alpha val="24833"/>
                  </a:srgbClr>
                </a:gs>
                <a:gs pos="42857">
                  <a:srgbClr val="EBEBEB">
                    <a:alpha val="17075"/>
                  </a:srgbClr>
                </a:gs>
                <a:gs pos="57143">
                  <a:srgbClr val="EBEBEB">
                    <a:alpha val="9855"/>
                  </a:srgbClr>
                </a:gs>
                <a:gs pos="71429">
                  <a:srgbClr val="EBEBEB">
                    <a:alpha val="4740"/>
                  </a:srgbClr>
                </a:gs>
                <a:gs pos="85714">
                  <a:srgbClr val="EBEBEB">
                    <a:alpha val="1902"/>
                  </a:srgbClr>
                </a:gs>
                <a:gs pos="100000">
                  <a:srgbClr val="EB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8365418">
              <a:off x="2131626" y="298923"/>
              <a:ext cx="450286" cy="188711"/>
            </a:xfrm>
            <a:prstGeom prst="ellipse">
              <a:avLst/>
            </a:prstGeom>
            <a:gradFill>
              <a:gsLst>
                <a:gs pos="0">
                  <a:srgbClr val="5C5D5C">
                    <a:alpha val="19546"/>
                  </a:srgbClr>
                </a:gs>
                <a:gs pos="14286">
                  <a:srgbClr val="5C5D5C">
                    <a:alpha val="18118"/>
                  </a:srgbClr>
                </a:gs>
                <a:gs pos="28571">
                  <a:srgbClr val="5C5D5C">
                    <a:alpha val="14376"/>
                  </a:srgbClr>
                </a:gs>
                <a:gs pos="42857">
                  <a:srgbClr val="5C5D5C">
                    <a:alpha val="9679"/>
                  </a:srgbClr>
                </a:gs>
                <a:gs pos="57143">
                  <a:srgbClr val="5C5D5C">
                    <a:alpha val="5485"/>
                  </a:srgbClr>
                </a:gs>
                <a:gs pos="71429">
                  <a:srgbClr val="5C5D5C">
                    <a:alpha val="2606"/>
                  </a:srgbClr>
                </a:gs>
                <a:gs pos="85714">
                  <a:srgbClr val="5C5D5C">
                    <a:alpha val="1039"/>
                  </a:srgbClr>
                </a:gs>
                <a:gs pos="100000">
                  <a:srgbClr val="5C5D5C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4862852">
              <a:off x="3145848" y="1244120"/>
              <a:ext cx="648589" cy="49416"/>
            </a:xfrm>
            <a:prstGeom prst="ellipse">
              <a:avLst/>
            </a:prstGeom>
            <a:gradFill>
              <a:gsLst>
                <a:gs pos="0">
                  <a:srgbClr val="D3D4D3">
                    <a:alpha val="32968"/>
                  </a:srgbClr>
                </a:gs>
                <a:gs pos="14286">
                  <a:srgbClr val="D3D4D3">
                    <a:alpha val="30764"/>
                  </a:srgbClr>
                </a:gs>
                <a:gs pos="28571">
                  <a:srgbClr val="D3D4D3">
                    <a:alpha val="24833"/>
                  </a:srgbClr>
                </a:gs>
                <a:gs pos="42857">
                  <a:srgbClr val="D3D4D3">
                    <a:alpha val="17075"/>
                  </a:srgbClr>
                </a:gs>
                <a:gs pos="57143">
                  <a:srgbClr val="D3D4D3">
                    <a:alpha val="9855"/>
                  </a:srgbClr>
                </a:gs>
                <a:gs pos="71429">
                  <a:srgbClr val="D3D4D3">
                    <a:alpha val="4740"/>
                  </a:srgbClr>
                </a:gs>
                <a:gs pos="85714">
                  <a:srgbClr val="D3D4D3">
                    <a:alpha val="1902"/>
                  </a:srgbClr>
                </a:gs>
                <a:gs pos="100000">
                  <a:srgbClr val="D3D4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4566282">
              <a:off x="3066314" y="854646"/>
              <a:ext cx="692663" cy="71416"/>
            </a:xfrm>
            <a:prstGeom prst="ellipse">
              <a:avLst/>
            </a:prstGeom>
            <a:gradFill>
              <a:gsLst>
                <a:gs pos="0">
                  <a:srgbClr val="000000">
                    <a:alpha val="27508"/>
                  </a:srgbClr>
                </a:gs>
                <a:gs pos="14286">
                  <a:srgbClr val="000000">
                    <a:alpha val="25597"/>
                  </a:srgbClr>
                </a:gs>
                <a:gs pos="28571">
                  <a:srgbClr val="000000">
                    <a:alpha val="20513"/>
                  </a:srgbClr>
                </a:gs>
                <a:gs pos="42857">
                  <a:srgbClr val="000000">
                    <a:alpha val="13979"/>
                  </a:srgbClr>
                </a:gs>
                <a:gs pos="57143">
                  <a:srgbClr val="000000">
                    <a:alpha val="8005"/>
                  </a:srgbClr>
                </a:gs>
                <a:gs pos="71429">
                  <a:srgbClr val="000000">
                    <a:alpha val="3830"/>
                  </a:srgbClr>
                </a:gs>
                <a:gs pos="85714">
                  <a:srgbClr val="000000">
                    <a:alpha val="1533"/>
                  </a:srgbClr>
                </a:gs>
                <a:gs pos="100000">
                  <a:srgbClr val="000000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7350136">
              <a:off x="1028093" y="106950"/>
              <a:ext cx="407193" cy="127176"/>
            </a:xfrm>
            <a:prstGeom prst="ellipse">
              <a:avLst/>
            </a:prstGeom>
            <a:gradFill>
              <a:gsLst>
                <a:gs pos="0">
                  <a:srgbClr val="616062">
                    <a:alpha val="27862"/>
                  </a:srgbClr>
                </a:gs>
                <a:gs pos="14286">
                  <a:srgbClr val="616062">
                    <a:alpha val="25931"/>
                  </a:srgbClr>
                </a:gs>
                <a:gs pos="28571">
                  <a:srgbClr val="616062">
                    <a:alpha val="20790"/>
                  </a:srgbClr>
                </a:gs>
                <a:gs pos="42857">
                  <a:srgbClr val="616062">
                    <a:alpha val="14176"/>
                  </a:srgbClr>
                </a:gs>
                <a:gs pos="57143">
                  <a:srgbClr val="616062">
                    <a:alpha val="8122"/>
                  </a:srgbClr>
                </a:gs>
                <a:gs pos="71429">
                  <a:srgbClr val="616062">
                    <a:alpha val="3888"/>
                  </a:srgbClr>
                </a:gs>
                <a:gs pos="85714">
                  <a:srgbClr val="616062">
                    <a:alpha val="1556"/>
                  </a:srgbClr>
                </a:gs>
                <a:gs pos="100000">
                  <a:srgbClr val="616062">
                    <a:alpha val="5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6958698">
              <a:off x="2516416" y="3465648"/>
              <a:ext cx="350318" cy="140860"/>
            </a:xfrm>
            <a:prstGeom prst="ellipse">
              <a:avLst/>
            </a:prstGeom>
            <a:gradFill>
              <a:gsLst>
                <a:gs pos="0">
                  <a:srgbClr val="5D5E5E">
                    <a:alpha val="19145"/>
                  </a:srgbClr>
                </a:gs>
                <a:gs pos="14286">
                  <a:srgbClr val="5D5E5E">
                    <a:alpha val="17743"/>
                  </a:srgbClr>
                </a:gs>
                <a:gs pos="28571">
                  <a:srgbClr val="5D5E5E">
                    <a:alpha val="14072"/>
                  </a:srgbClr>
                </a:gs>
                <a:gs pos="42857">
                  <a:srgbClr val="5D5E5E">
                    <a:alpha val="9469"/>
                  </a:srgbClr>
                </a:gs>
                <a:gs pos="57143">
                  <a:srgbClr val="5D5E5E">
                    <a:alpha val="5363"/>
                  </a:srgbClr>
                </a:gs>
                <a:gs pos="71429">
                  <a:srgbClr val="5D5E5E">
                    <a:alpha val="2547"/>
                  </a:srgbClr>
                </a:gs>
                <a:gs pos="85714">
                  <a:srgbClr val="5D5E5E">
                    <a:alpha val="1015"/>
                  </a:srgbClr>
                </a:gs>
                <a:gs pos="100000">
                  <a:srgbClr val="5D5E5E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3634954">
              <a:off x="233335" y="430664"/>
              <a:ext cx="536729" cy="155779"/>
            </a:xfrm>
            <a:prstGeom prst="ellipse">
              <a:avLst/>
            </a:prstGeom>
            <a:gradFill>
              <a:gsLst>
                <a:gs pos="0">
                  <a:srgbClr val="5D5F5E">
                    <a:alpha val="32968"/>
                  </a:srgbClr>
                </a:gs>
                <a:gs pos="14286">
                  <a:srgbClr val="5D5F5E">
                    <a:alpha val="30764"/>
                  </a:srgbClr>
                </a:gs>
                <a:gs pos="28571">
                  <a:srgbClr val="5D5F5E">
                    <a:alpha val="24833"/>
                  </a:srgbClr>
                </a:gs>
                <a:gs pos="42857">
                  <a:srgbClr val="5D5F5E">
                    <a:alpha val="17075"/>
                  </a:srgbClr>
                </a:gs>
                <a:gs pos="57143">
                  <a:srgbClr val="5D5F5E">
                    <a:alpha val="9855"/>
                  </a:srgbClr>
                </a:gs>
                <a:gs pos="71429">
                  <a:srgbClr val="5D5F5E">
                    <a:alpha val="4740"/>
                  </a:srgbClr>
                </a:gs>
                <a:gs pos="85714">
                  <a:srgbClr val="5D5F5E">
                    <a:alpha val="1902"/>
                  </a:srgbClr>
                </a:gs>
                <a:gs pos="100000">
                  <a:srgbClr val="5D5F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5342625">
              <a:off x="1454119" y="423662"/>
              <a:ext cx="723392" cy="287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5018018">
              <a:off x="2630079" y="3245458"/>
              <a:ext cx="804988" cy="36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10747225">
              <a:off x="1775" y="242724"/>
              <a:ext cx="294603" cy="59585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3968191">
              <a:off x="1524876" y="189044"/>
              <a:ext cx="394195" cy="126639"/>
            </a:xfrm>
            <a:prstGeom prst="ellipse">
              <a:avLst/>
            </a:prstGeom>
            <a:gradFill>
              <a:gsLst>
                <a:gs pos="0">
                  <a:srgbClr val="5E5C5F">
                    <a:alpha val="32968"/>
                  </a:srgbClr>
                </a:gs>
                <a:gs pos="14286">
                  <a:srgbClr val="5E5C5F">
                    <a:alpha val="30764"/>
                  </a:srgbClr>
                </a:gs>
                <a:gs pos="28571">
                  <a:srgbClr val="5E5C5F">
                    <a:alpha val="24833"/>
                  </a:srgbClr>
                </a:gs>
                <a:gs pos="42857">
                  <a:srgbClr val="5E5C5F">
                    <a:alpha val="17075"/>
                  </a:srgbClr>
                </a:gs>
                <a:gs pos="57143">
                  <a:srgbClr val="5E5C5F">
                    <a:alpha val="9855"/>
                  </a:srgbClr>
                </a:gs>
                <a:gs pos="71429">
                  <a:srgbClr val="5E5C5F">
                    <a:alpha val="4740"/>
                  </a:srgbClr>
                </a:gs>
                <a:gs pos="85714">
                  <a:srgbClr val="5E5C5F">
                    <a:alpha val="1902"/>
                  </a:srgbClr>
                </a:gs>
                <a:gs pos="100000">
                  <a:srgbClr val="5E5C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10763314">
              <a:off x="2455608" y="1061545"/>
              <a:ext cx="334281" cy="51482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5748687">
              <a:off x="830571" y="986137"/>
              <a:ext cx="560337" cy="55759"/>
            </a:xfrm>
            <a:prstGeom prst="ellipse">
              <a:avLst/>
            </a:prstGeom>
            <a:gradFill>
              <a:gsLst>
                <a:gs pos="0">
                  <a:srgbClr val="141916">
                    <a:alpha val="32968"/>
                  </a:srgbClr>
                </a:gs>
                <a:gs pos="14286">
                  <a:srgbClr val="141916">
                    <a:alpha val="30764"/>
                  </a:srgbClr>
                </a:gs>
                <a:gs pos="28571">
                  <a:srgbClr val="141916">
                    <a:alpha val="24833"/>
                  </a:srgbClr>
                </a:gs>
                <a:gs pos="42857">
                  <a:srgbClr val="141916">
                    <a:alpha val="17075"/>
                  </a:srgbClr>
                </a:gs>
                <a:gs pos="57143">
                  <a:srgbClr val="141916">
                    <a:alpha val="9855"/>
                  </a:srgbClr>
                </a:gs>
                <a:gs pos="71429">
                  <a:srgbClr val="141916">
                    <a:alpha val="4740"/>
                  </a:srgbClr>
                </a:gs>
                <a:gs pos="85714">
                  <a:srgbClr val="141916">
                    <a:alpha val="1902"/>
                  </a:srgbClr>
                </a:gs>
                <a:gs pos="100000">
                  <a:srgbClr val="1419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4758727">
              <a:off x="2972264" y="545915"/>
              <a:ext cx="789114" cy="25225"/>
            </a:xfrm>
            <a:prstGeom prst="ellipse">
              <a:avLst/>
            </a:prstGeom>
            <a:gradFill>
              <a:gsLst>
                <a:gs pos="0">
                  <a:srgbClr val="1D1D12">
                    <a:alpha val="32968"/>
                  </a:srgbClr>
                </a:gs>
                <a:gs pos="14286">
                  <a:srgbClr val="1D1D12">
                    <a:alpha val="30764"/>
                  </a:srgbClr>
                </a:gs>
                <a:gs pos="28571">
                  <a:srgbClr val="1D1D12">
                    <a:alpha val="24833"/>
                  </a:srgbClr>
                </a:gs>
                <a:gs pos="42857">
                  <a:srgbClr val="1D1D12">
                    <a:alpha val="17075"/>
                  </a:srgbClr>
                </a:gs>
                <a:gs pos="57143">
                  <a:srgbClr val="1D1D12">
                    <a:alpha val="9855"/>
                  </a:srgbClr>
                </a:gs>
                <a:gs pos="71429">
                  <a:srgbClr val="1D1D12">
                    <a:alpha val="4740"/>
                  </a:srgbClr>
                </a:gs>
                <a:gs pos="85714">
                  <a:srgbClr val="1D1D12">
                    <a:alpha val="1902"/>
                  </a:srgbClr>
                </a:gs>
                <a:gs pos="100000">
                  <a:srgbClr val="1D1D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4969540">
              <a:off x="2696463" y="93620"/>
              <a:ext cx="695099" cy="41595"/>
            </a:xfrm>
            <a:prstGeom prst="ellipse">
              <a:avLst/>
            </a:prstGeom>
            <a:gradFill>
              <a:gsLst>
                <a:gs pos="0">
                  <a:srgbClr val="DAD9D9">
                    <a:alpha val="32968"/>
                  </a:srgbClr>
                </a:gs>
                <a:gs pos="14286">
                  <a:srgbClr val="DAD9D9">
                    <a:alpha val="30764"/>
                  </a:srgbClr>
                </a:gs>
                <a:gs pos="28571">
                  <a:srgbClr val="DAD9D9">
                    <a:alpha val="24833"/>
                  </a:srgbClr>
                </a:gs>
                <a:gs pos="42857">
                  <a:srgbClr val="DAD9D9">
                    <a:alpha val="17075"/>
                  </a:srgbClr>
                </a:gs>
                <a:gs pos="57143">
                  <a:srgbClr val="DAD9D9">
                    <a:alpha val="9855"/>
                  </a:srgbClr>
                </a:gs>
                <a:gs pos="71429">
                  <a:srgbClr val="DAD9D9">
                    <a:alpha val="4740"/>
                  </a:srgbClr>
                </a:gs>
                <a:gs pos="85714">
                  <a:srgbClr val="DAD9D9">
                    <a:alpha val="1902"/>
                  </a:srgbClr>
                </a:gs>
                <a:gs pos="100000">
                  <a:srgbClr val="DA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3904856">
              <a:off x="300097" y="2089100"/>
              <a:ext cx="597885" cy="199673"/>
            </a:xfrm>
            <a:prstGeom prst="ellipse">
              <a:avLst/>
            </a:prstGeom>
            <a:gradFill>
              <a:gsLst>
                <a:gs pos="0">
                  <a:srgbClr val="545353">
                    <a:alpha val="20897"/>
                  </a:srgbClr>
                </a:gs>
                <a:gs pos="14286">
                  <a:srgbClr val="545353">
                    <a:alpha val="19383"/>
                  </a:srgbClr>
                </a:gs>
                <a:gs pos="28571">
                  <a:srgbClr val="545353">
                    <a:alpha val="15405"/>
                  </a:srgbClr>
                </a:gs>
                <a:gs pos="42857">
                  <a:srgbClr val="545353">
                    <a:alpha val="10392"/>
                  </a:srgbClr>
                </a:gs>
                <a:gs pos="57143">
                  <a:srgbClr val="545353">
                    <a:alpha val="5899"/>
                  </a:srgbClr>
                </a:gs>
                <a:gs pos="71429">
                  <a:srgbClr val="545353">
                    <a:alpha val="2806"/>
                  </a:srgbClr>
                </a:gs>
                <a:gs pos="85714">
                  <a:srgbClr val="545353">
                    <a:alpha val="1119"/>
                  </a:srgbClr>
                </a:gs>
                <a:gs pos="100000">
                  <a:srgbClr val="545353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-10750608">
              <a:off x="2689877" y="35099"/>
              <a:ext cx="645169" cy="220265"/>
            </a:xfrm>
            <a:prstGeom prst="ellipse">
              <a:avLst/>
            </a:prstGeom>
            <a:gradFill>
              <a:gsLst>
                <a:gs pos="0">
                  <a:srgbClr val="6A696A">
                    <a:alpha val="27377"/>
                  </a:srgbClr>
                </a:gs>
                <a:gs pos="14286">
                  <a:srgbClr val="6A696A">
                    <a:alpha val="25474"/>
                  </a:srgbClr>
                </a:gs>
                <a:gs pos="28571">
                  <a:srgbClr val="6A696A">
                    <a:alpha val="20411"/>
                  </a:srgbClr>
                </a:gs>
                <a:gs pos="42857">
                  <a:srgbClr val="6A696A">
                    <a:alpha val="13907"/>
                  </a:srgbClr>
                </a:gs>
                <a:gs pos="57143">
                  <a:srgbClr val="6A696A">
                    <a:alpha val="7962"/>
                  </a:srgbClr>
                </a:gs>
                <a:gs pos="71429">
                  <a:srgbClr val="6A696A">
                    <a:alpha val="3809"/>
                  </a:srgbClr>
                </a:gs>
                <a:gs pos="85714">
                  <a:srgbClr val="6A696A">
                    <a:alpha val="1524"/>
                  </a:srgbClr>
                </a:gs>
                <a:gs pos="100000">
                  <a:srgbClr val="6A696A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5466935">
              <a:off x="962048" y="3488268"/>
              <a:ext cx="545199" cy="32057"/>
            </a:xfrm>
            <a:prstGeom prst="ellipse">
              <a:avLst/>
            </a:prstGeom>
            <a:gradFill>
              <a:gsLst>
                <a:gs pos="0">
                  <a:srgbClr val="030001">
                    <a:alpha val="24547"/>
                  </a:srgbClr>
                </a:gs>
                <a:gs pos="14286">
                  <a:srgbClr val="030001">
                    <a:alpha val="22808"/>
                  </a:srgbClr>
                </a:gs>
                <a:gs pos="28571">
                  <a:srgbClr val="030001">
                    <a:alpha val="18209"/>
                  </a:srgbClr>
                </a:gs>
                <a:gs pos="42857">
                  <a:srgbClr val="030001">
                    <a:alpha val="12352"/>
                  </a:srgbClr>
                </a:gs>
                <a:gs pos="57143">
                  <a:srgbClr val="030001">
                    <a:alpha val="7045"/>
                  </a:srgbClr>
                </a:gs>
                <a:gs pos="71429">
                  <a:srgbClr val="030001">
                    <a:alpha val="3362"/>
                  </a:srgbClr>
                </a:gs>
                <a:gs pos="85714">
                  <a:srgbClr val="030001">
                    <a:alpha val="1343"/>
                  </a:srgbClr>
                </a:gs>
                <a:gs pos="100000">
                  <a:srgbClr val="030001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6186530">
              <a:off x="2780936" y="1174669"/>
              <a:ext cx="333545" cy="152557"/>
            </a:xfrm>
            <a:prstGeom prst="ellipse">
              <a:avLst/>
            </a:prstGeom>
            <a:gradFill>
              <a:gsLst>
                <a:gs pos="0">
                  <a:srgbClr val="5F5F5F">
                    <a:alpha val="32968"/>
                  </a:srgbClr>
                </a:gs>
                <a:gs pos="14286">
                  <a:srgbClr val="5F5F5F">
                    <a:alpha val="30764"/>
                  </a:srgbClr>
                </a:gs>
                <a:gs pos="28571">
                  <a:srgbClr val="5F5F5F">
                    <a:alpha val="24833"/>
                  </a:srgbClr>
                </a:gs>
                <a:gs pos="42857">
                  <a:srgbClr val="5F5F5F">
                    <a:alpha val="17075"/>
                  </a:srgbClr>
                </a:gs>
                <a:gs pos="57143">
                  <a:srgbClr val="5F5F5F">
                    <a:alpha val="9855"/>
                  </a:srgbClr>
                </a:gs>
                <a:gs pos="71429">
                  <a:srgbClr val="5F5F5F">
                    <a:alpha val="4740"/>
                  </a:srgbClr>
                </a:gs>
                <a:gs pos="85714">
                  <a:srgbClr val="5F5F5F">
                    <a:alpha val="1902"/>
                  </a:srgbClr>
                </a:gs>
                <a:gs pos="100000">
                  <a:srgbClr val="5F5F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5655486">
              <a:off x="765094" y="439180"/>
              <a:ext cx="753560" cy="23909"/>
            </a:xfrm>
            <a:prstGeom prst="ellipse">
              <a:avLst/>
            </a:prstGeom>
            <a:gradFill>
              <a:gsLst>
                <a:gs pos="0">
                  <a:srgbClr val="383435">
                    <a:alpha val="32968"/>
                  </a:srgbClr>
                </a:gs>
                <a:gs pos="14286">
                  <a:srgbClr val="383435">
                    <a:alpha val="30764"/>
                  </a:srgbClr>
                </a:gs>
                <a:gs pos="28571">
                  <a:srgbClr val="383435">
                    <a:alpha val="24833"/>
                  </a:srgbClr>
                </a:gs>
                <a:gs pos="42857">
                  <a:srgbClr val="383435">
                    <a:alpha val="17075"/>
                  </a:srgbClr>
                </a:gs>
                <a:gs pos="57143">
                  <a:srgbClr val="383435">
                    <a:alpha val="9855"/>
                  </a:srgbClr>
                </a:gs>
                <a:gs pos="71429">
                  <a:srgbClr val="383435">
                    <a:alpha val="4740"/>
                  </a:srgbClr>
                </a:gs>
                <a:gs pos="85714">
                  <a:srgbClr val="383435">
                    <a:alpha val="1902"/>
                  </a:srgbClr>
                </a:gs>
                <a:gs pos="100000">
                  <a:srgbClr val="3834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-8289625">
              <a:off x="2847613" y="1555594"/>
              <a:ext cx="478163" cy="131618"/>
            </a:xfrm>
            <a:prstGeom prst="ellipse">
              <a:avLst/>
            </a:prstGeom>
            <a:gradFill>
              <a:gsLst>
                <a:gs pos="0">
                  <a:srgbClr val="636564">
                    <a:alpha val="6720"/>
                  </a:srgbClr>
                </a:gs>
                <a:gs pos="14286">
                  <a:srgbClr val="636564">
                    <a:alpha val="6194"/>
                  </a:srgbClr>
                </a:gs>
                <a:gs pos="28571">
                  <a:srgbClr val="636564">
                    <a:alpha val="4843"/>
                  </a:srgbClr>
                </a:gs>
                <a:gs pos="42857">
                  <a:srgbClr val="636564">
                    <a:alpha val="3204"/>
                  </a:srgbClr>
                </a:gs>
                <a:gs pos="57143">
                  <a:srgbClr val="636564">
                    <a:alpha val="1788"/>
                  </a:srgbClr>
                </a:gs>
                <a:gs pos="71429">
                  <a:srgbClr val="636564">
                    <a:alpha val="841"/>
                  </a:srgbClr>
                </a:gs>
                <a:gs pos="85714">
                  <a:srgbClr val="636564">
                    <a:alpha val="333"/>
                  </a:srgbClr>
                </a:gs>
                <a:gs pos="100000">
                  <a:srgbClr val="636564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5319651">
              <a:off x="1800900" y="951280"/>
              <a:ext cx="499654" cy="46548"/>
            </a:xfrm>
            <a:prstGeom prst="ellipse">
              <a:avLst/>
            </a:prstGeom>
            <a:gradFill>
              <a:gsLst>
                <a:gs pos="0">
                  <a:srgbClr val="E2E2E2">
                    <a:alpha val="32636"/>
                  </a:srgbClr>
                </a:gs>
                <a:gs pos="14286">
                  <a:srgbClr val="E2E2E2">
                    <a:alpha val="30448"/>
                  </a:srgbClr>
                </a:gs>
                <a:gs pos="28571">
                  <a:srgbClr val="E2E2E2">
                    <a:alpha val="24567"/>
                  </a:srgbClr>
                </a:gs>
                <a:gs pos="42857">
                  <a:srgbClr val="E2E2E2">
                    <a:alpha val="16883"/>
                  </a:srgbClr>
                </a:gs>
                <a:gs pos="57143">
                  <a:srgbClr val="E2E2E2">
                    <a:alpha val="9739"/>
                  </a:srgbClr>
                </a:gs>
                <a:gs pos="71429">
                  <a:srgbClr val="E2E2E2">
                    <a:alpha val="4683"/>
                  </a:srgbClr>
                </a:gs>
                <a:gs pos="85714">
                  <a:srgbClr val="E2E2E2">
                    <a:alpha val="1879"/>
                  </a:srgbClr>
                </a:gs>
                <a:gs pos="100000">
                  <a:srgbClr val="E2E2E2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5592416">
              <a:off x="305744" y="3004987"/>
              <a:ext cx="797861" cy="77965"/>
            </a:xfrm>
            <a:prstGeom prst="ellipse">
              <a:avLst/>
            </a:prstGeom>
            <a:gradFill>
              <a:gsLst>
                <a:gs pos="0">
                  <a:srgbClr val="F5F6F6">
                    <a:alpha val="32120"/>
                  </a:srgbClr>
                </a:gs>
                <a:gs pos="14286">
                  <a:srgbClr val="F5F6F6">
                    <a:alpha val="29959"/>
                  </a:srgbClr>
                </a:gs>
                <a:gs pos="28571">
                  <a:srgbClr val="F5F6F6">
                    <a:alpha val="24155"/>
                  </a:srgbClr>
                </a:gs>
                <a:gs pos="42857">
                  <a:srgbClr val="F5F6F6">
                    <a:alpha val="16586"/>
                  </a:srgbClr>
                </a:gs>
                <a:gs pos="57143">
                  <a:srgbClr val="F5F6F6">
                    <a:alpha val="9560"/>
                  </a:srgbClr>
                </a:gs>
                <a:gs pos="71429">
                  <a:srgbClr val="F5F6F6">
                    <a:alpha val="4595"/>
                  </a:srgbClr>
                </a:gs>
                <a:gs pos="85714">
                  <a:srgbClr val="F5F6F6">
                    <a:alpha val="1843"/>
                  </a:srgbClr>
                </a:gs>
                <a:gs pos="100000">
                  <a:srgbClr val="F5F6F6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4866690">
              <a:off x="2706096" y="1322358"/>
              <a:ext cx="659213" cy="24356"/>
            </a:xfrm>
            <a:prstGeom prst="ellipse">
              <a:avLst/>
            </a:prstGeom>
            <a:gradFill>
              <a:gsLst>
                <a:gs pos="0">
                  <a:srgbClr val="0E0003">
                    <a:alpha val="32968"/>
                  </a:srgbClr>
                </a:gs>
                <a:gs pos="14286">
                  <a:srgbClr val="0E0003">
                    <a:alpha val="30764"/>
                  </a:srgbClr>
                </a:gs>
                <a:gs pos="28571">
                  <a:srgbClr val="0E0003">
                    <a:alpha val="24833"/>
                  </a:srgbClr>
                </a:gs>
                <a:gs pos="42857">
                  <a:srgbClr val="0E0003">
                    <a:alpha val="17075"/>
                  </a:srgbClr>
                </a:gs>
                <a:gs pos="57143">
                  <a:srgbClr val="0E0003">
                    <a:alpha val="9855"/>
                  </a:srgbClr>
                </a:gs>
                <a:gs pos="71429">
                  <a:srgbClr val="0E0003">
                    <a:alpha val="4740"/>
                  </a:srgbClr>
                </a:gs>
                <a:gs pos="85714">
                  <a:srgbClr val="0E0003">
                    <a:alpha val="1902"/>
                  </a:srgbClr>
                </a:gs>
                <a:gs pos="100000">
                  <a:srgbClr val="0E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5733470">
              <a:off x="200598" y="1380114"/>
              <a:ext cx="811919" cy="25317"/>
            </a:xfrm>
            <a:prstGeom prst="ellipse">
              <a:avLst/>
            </a:prstGeom>
            <a:gradFill>
              <a:gsLst>
                <a:gs pos="0">
                  <a:srgbClr val="343738">
                    <a:alpha val="32968"/>
                  </a:srgbClr>
                </a:gs>
                <a:gs pos="14286">
                  <a:srgbClr val="343738">
                    <a:alpha val="30764"/>
                  </a:srgbClr>
                </a:gs>
                <a:gs pos="28571">
                  <a:srgbClr val="343738">
                    <a:alpha val="24833"/>
                  </a:srgbClr>
                </a:gs>
                <a:gs pos="42857">
                  <a:srgbClr val="343738">
                    <a:alpha val="17075"/>
                  </a:srgbClr>
                </a:gs>
                <a:gs pos="57143">
                  <a:srgbClr val="343738">
                    <a:alpha val="9855"/>
                  </a:srgbClr>
                </a:gs>
                <a:gs pos="71429">
                  <a:srgbClr val="343738">
                    <a:alpha val="4740"/>
                  </a:srgbClr>
                </a:gs>
                <a:gs pos="85714">
                  <a:srgbClr val="343738">
                    <a:alpha val="1902"/>
                  </a:srgbClr>
                </a:gs>
                <a:gs pos="100000">
                  <a:srgbClr val="3437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6552525">
              <a:off x="2539416" y="3586855"/>
              <a:ext cx="423674" cy="69231"/>
            </a:xfrm>
            <a:prstGeom prst="ellipse">
              <a:avLst/>
            </a:prstGeom>
            <a:gradFill>
              <a:gsLst>
                <a:gs pos="0">
                  <a:srgbClr val="464242">
                    <a:alpha val="8700"/>
                  </a:srgbClr>
                </a:gs>
                <a:gs pos="14286">
                  <a:srgbClr val="464242">
                    <a:alpha val="8026"/>
                  </a:srgbClr>
                </a:gs>
                <a:gs pos="28571">
                  <a:srgbClr val="464242">
                    <a:alpha val="6289"/>
                  </a:srgbClr>
                </a:gs>
                <a:gs pos="42857">
                  <a:srgbClr val="464242">
                    <a:alpha val="4171"/>
                  </a:srgbClr>
                </a:gs>
                <a:gs pos="57143">
                  <a:srgbClr val="464242">
                    <a:alpha val="2333"/>
                  </a:srgbClr>
                </a:gs>
                <a:gs pos="71429">
                  <a:srgbClr val="464242">
                    <a:alpha val="1099"/>
                  </a:srgbClr>
                </a:gs>
                <a:gs pos="85714">
                  <a:srgbClr val="464242">
                    <a:alpha val="436"/>
                  </a:srgbClr>
                </a:gs>
                <a:gs pos="100000">
                  <a:srgbClr val="464242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4832224">
              <a:off x="2695031" y="338989"/>
              <a:ext cx="815948" cy="24433"/>
            </a:xfrm>
            <a:prstGeom prst="ellipse">
              <a:avLst/>
            </a:prstGeom>
            <a:gradFill>
              <a:gsLst>
                <a:gs pos="0">
                  <a:srgbClr val="282827">
                    <a:alpha val="32968"/>
                  </a:srgbClr>
                </a:gs>
                <a:gs pos="14286">
                  <a:srgbClr val="282827">
                    <a:alpha val="30764"/>
                  </a:srgbClr>
                </a:gs>
                <a:gs pos="28571">
                  <a:srgbClr val="282827">
                    <a:alpha val="24833"/>
                  </a:srgbClr>
                </a:gs>
                <a:gs pos="42857">
                  <a:srgbClr val="282827">
                    <a:alpha val="17075"/>
                  </a:srgbClr>
                </a:gs>
                <a:gs pos="57143">
                  <a:srgbClr val="282827">
                    <a:alpha val="9855"/>
                  </a:srgbClr>
                </a:gs>
                <a:gs pos="71429">
                  <a:srgbClr val="282827">
                    <a:alpha val="4740"/>
                  </a:srgbClr>
                </a:gs>
                <a:gs pos="85714">
                  <a:srgbClr val="282827">
                    <a:alpha val="1902"/>
                  </a:srgbClr>
                </a:gs>
                <a:gs pos="100000">
                  <a:srgbClr val="2828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5306066">
              <a:off x="909751" y="2097993"/>
              <a:ext cx="250774" cy="65819"/>
            </a:xfrm>
            <a:prstGeom prst="ellipse">
              <a:avLst/>
            </a:prstGeom>
            <a:gradFill>
              <a:gsLst>
                <a:gs pos="0">
                  <a:srgbClr val="F2F2F2">
                    <a:alpha val="26723"/>
                  </a:srgbClr>
                </a:gs>
                <a:gs pos="14286">
                  <a:srgbClr val="F2F2F2">
                    <a:alpha val="24857"/>
                  </a:srgbClr>
                </a:gs>
                <a:gs pos="28571">
                  <a:srgbClr val="F2F2F2">
                    <a:alpha val="19900"/>
                  </a:srgbClr>
                </a:gs>
                <a:gs pos="42857">
                  <a:srgbClr val="F2F2F2">
                    <a:alpha val="13545"/>
                  </a:srgbClr>
                </a:gs>
                <a:gs pos="57143">
                  <a:srgbClr val="F2F2F2">
                    <a:alpha val="7748"/>
                  </a:srgbClr>
                </a:gs>
                <a:gs pos="71429">
                  <a:srgbClr val="F2F2F2">
                    <a:alpha val="3705"/>
                  </a:srgbClr>
                </a:gs>
                <a:gs pos="85714">
                  <a:srgbClr val="F2F2F2">
                    <a:alpha val="1482"/>
                  </a:srgbClr>
                </a:gs>
                <a:gs pos="100000">
                  <a:srgbClr val="F2F2F2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5153941">
              <a:off x="940664" y="3047878"/>
              <a:ext cx="736142" cy="33044"/>
            </a:xfrm>
            <a:prstGeom prst="ellipse">
              <a:avLst/>
            </a:prstGeom>
            <a:gradFill>
              <a:gsLst>
                <a:gs pos="0">
                  <a:srgbClr val="535454">
                    <a:alpha val="32968"/>
                  </a:srgbClr>
                </a:gs>
                <a:gs pos="14286">
                  <a:srgbClr val="535454">
                    <a:alpha val="30764"/>
                  </a:srgbClr>
                </a:gs>
                <a:gs pos="28571">
                  <a:srgbClr val="535454">
                    <a:alpha val="24833"/>
                  </a:srgbClr>
                </a:gs>
                <a:gs pos="42857">
                  <a:srgbClr val="535454">
                    <a:alpha val="17075"/>
                  </a:srgbClr>
                </a:gs>
                <a:gs pos="57143">
                  <a:srgbClr val="535454">
                    <a:alpha val="9855"/>
                  </a:srgbClr>
                </a:gs>
                <a:gs pos="71429">
                  <a:srgbClr val="535454">
                    <a:alpha val="4740"/>
                  </a:srgbClr>
                </a:gs>
                <a:gs pos="85714">
                  <a:srgbClr val="535454">
                    <a:alpha val="1902"/>
                  </a:srgbClr>
                </a:gs>
                <a:gs pos="100000">
                  <a:srgbClr val="5354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8760007">
              <a:off x="1544238" y="55140"/>
              <a:ext cx="284298" cy="109877"/>
            </a:xfrm>
            <a:prstGeom prst="ellipse">
              <a:avLst/>
            </a:prstGeom>
            <a:gradFill>
              <a:gsLst>
                <a:gs pos="0">
                  <a:srgbClr val="4F4F51">
                    <a:alpha val="19012"/>
                  </a:srgbClr>
                </a:gs>
                <a:gs pos="14286">
                  <a:srgbClr val="4F4F51">
                    <a:alpha val="17619"/>
                  </a:srgbClr>
                </a:gs>
                <a:gs pos="28571">
                  <a:srgbClr val="4F4F51">
                    <a:alpha val="13971"/>
                  </a:srgbClr>
                </a:gs>
                <a:gs pos="42857">
                  <a:srgbClr val="4F4F51">
                    <a:alpha val="9399"/>
                  </a:srgbClr>
                </a:gs>
                <a:gs pos="57143">
                  <a:srgbClr val="4F4F51">
                    <a:alpha val="5322"/>
                  </a:srgbClr>
                </a:gs>
                <a:gs pos="71429">
                  <a:srgbClr val="4F4F51">
                    <a:alpha val="2528"/>
                  </a:srgbClr>
                </a:gs>
                <a:gs pos="85714">
                  <a:srgbClr val="4F4F51">
                    <a:alpha val="1007"/>
                  </a:srgbClr>
                </a:gs>
                <a:gs pos="100000">
                  <a:srgbClr val="4F4F51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7080890">
              <a:off x="322247" y="2529501"/>
              <a:ext cx="328559" cy="186470"/>
            </a:xfrm>
            <a:prstGeom prst="ellipse">
              <a:avLst/>
            </a:prstGeom>
            <a:gradFill>
              <a:gsLst>
                <a:gs pos="0">
                  <a:srgbClr val="646564">
                    <a:alpha val="26452"/>
                  </a:srgbClr>
                </a:gs>
                <a:gs pos="14286">
                  <a:srgbClr val="646564">
                    <a:alpha val="24601"/>
                  </a:srgbClr>
                </a:gs>
                <a:gs pos="28571">
                  <a:srgbClr val="646564">
                    <a:alpha val="19688"/>
                  </a:srgbClr>
                </a:gs>
                <a:gs pos="42857">
                  <a:srgbClr val="646564">
                    <a:alpha val="13395"/>
                  </a:srgbClr>
                </a:gs>
                <a:gs pos="57143">
                  <a:srgbClr val="646564">
                    <a:alpha val="7659"/>
                  </a:srgbClr>
                </a:gs>
                <a:gs pos="71429">
                  <a:srgbClr val="646564">
                    <a:alpha val="3661"/>
                  </a:srgbClr>
                </a:gs>
                <a:gs pos="85714">
                  <a:srgbClr val="646564">
                    <a:alpha val="1464"/>
                  </a:srgbClr>
                </a:gs>
                <a:gs pos="100000">
                  <a:srgbClr val="646564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7494395">
              <a:off x="2675066" y="2722810"/>
              <a:ext cx="245809" cy="183034"/>
            </a:xfrm>
            <a:prstGeom prst="ellipse">
              <a:avLst/>
            </a:prstGeom>
            <a:gradFill>
              <a:gsLst>
                <a:gs pos="0">
                  <a:srgbClr val="5E5E5E">
                    <a:alpha val="32968"/>
                  </a:srgbClr>
                </a:gs>
                <a:gs pos="14286">
                  <a:srgbClr val="5E5E5E">
                    <a:alpha val="30764"/>
                  </a:srgbClr>
                </a:gs>
                <a:gs pos="28571">
                  <a:srgbClr val="5E5E5E">
                    <a:alpha val="24833"/>
                  </a:srgbClr>
                </a:gs>
                <a:gs pos="42857">
                  <a:srgbClr val="5E5E5E">
                    <a:alpha val="17075"/>
                  </a:srgbClr>
                </a:gs>
                <a:gs pos="57143">
                  <a:srgbClr val="5E5E5E">
                    <a:alpha val="9855"/>
                  </a:srgbClr>
                </a:gs>
                <a:gs pos="71429">
                  <a:srgbClr val="5E5E5E">
                    <a:alpha val="4740"/>
                  </a:srgbClr>
                </a:gs>
                <a:gs pos="85714">
                  <a:srgbClr val="5E5E5E">
                    <a:alpha val="1902"/>
                  </a:srgbClr>
                </a:gs>
                <a:gs pos="100000">
                  <a:srgbClr val="5E5E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5791208">
              <a:off x="230064" y="2051710"/>
              <a:ext cx="542475" cy="64094"/>
            </a:xfrm>
            <a:prstGeom prst="ellipse">
              <a:avLst/>
            </a:prstGeom>
            <a:gradFill>
              <a:gsLst>
                <a:gs pos="0">
                  <a:srgbClr val="F5F6F6">
                    <a:alpha val="32968"/>
                  </a:srgbClr>
                </a:gs>
                <a:gs pos="14286">
                  <a:srgbClr val="F5F6F6">
                    <a:alpha val="30764"/>
                  </a:srgbClr>
                </a:gs>
                <a:gs pos="28571">
                  <a:srgbClr val="F5F6F6">
                    <a:alpha val="24833"/>
                  </a:srgbClr>
                </a:gs>
                <a:gs pos="42857">
                  <a:srgbClr val="F5F6F6">
                    <a:alpha val="17075"/>
                  </a:srgbClr>
                </a:gs>
                <a:gs pos="57143">
                  <a:srgbClr val="F5F6F6">
                    <a:alpha val="9855"/>
                  </a:srgbClr>
                </a:gs>
                <a:gs pos="71429">
                  <a:srgbClr val="F5F6F6">
                    <a:alpha val="4740"/>
                  </a:srgbClr>
                </a:gs>
                <a:gs pos="85714">
                  <a:srgbClr val="F5F6F6">
                    <a:alpha val="1902"/>
                  </a:srgbClr>
                </a:gs>
                <a:gs pos="100000">
                  <a:srgbClr val="F5F6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5651152">
              <a:off x="176353" y="3301209"/>
              <a:ext cx="421609" cy="69419"/>
            </a:xfrm>
            <a:prstGeom prst="ellipse">
              <a:avLst/>
            </a:prstGeom>
            <a:gradFill>
              <a:gsLst>
                <a:gs pos="0">
                  <a:srgbClr val="4A494A">
                    <a:alpha val="32968"/>
                  </a:srgbClr>
                </a:gs>
                <a:gs pos="14286">
                  <a:srgbClr val="4A494A">
                    <a:alpha val="30764"/>
                  </a:srgbClr>
                </a:gs>
                <a:gs pos="28571">
                  <a:srgbClr val="4A494A">
                    <a:alpha val="24833"/>
                  </a:srgbClr>
                </a:gs>
                <a:gs pos="42857">
                  <a:srgbClr val="4A494A">
                    <a:alpha val="17075"/>
                  </a:srgbClr>
                </a:gs>
                <a:gs pos="57143">
                  <a:srgbClr val="4A494A">
                    <a:alpha val="9855"/>
                  </a:srgbClr>
                </a:gs>
                <a:gs pos="71429">
                  <a:srgbClr val="4A494A">
                    <a:alpha val="4740"/>
                  </a:srgbClr>
                </a:gs>
                <a:gs pos="85714">
                  <a:srgbClr val="4A494A">
                    <a:alpha val="1902"/>
                  </a:srgbClr>
                </a:gs>
                <a:gs pos="100000">
                  <a:srgbClr val="4A49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3088737">
              <a:off x="2576257" y="1809738"/>
              <a:ext cx="330157" cy="188424"/>
            </a:xfrm>
            <a:prstGeom prst="ellipse">
              <a:avLst/>
            </a:prstGeom>
            <a:gradFill>
              <a:gsLst>
                <a:gs pos="0">
                  <a:srgbClr val="626361">
                    <a:alpha val="32968"/>
                  </a:srgbClr>
                </a:gs>
                <a:gs pos="14286">
                  <a:srgbClr val="626361">
                    <a:alpha val="30764"/>
                  </a:srgbClr>
                </a:gs>
                <a:gs pos="28571">
                  <a:srgbClr val="626361">
                    <a:alpha val="24833"/>
                  </a:srgbClr>
                </a:gs>
                <a:gs pos="42857">
                  <a:srgbClr val="626361">
                    <a:alpha val="17075"/>
                  </a:srgbClr>
                </a:gs>
                <a:gs pos="57143">
                  <a:srgbClr val="626361">
                    <a:alpha val="9855"/>
                  </a:srgbClr>
                </a:gs>
                <a:gs pos="71429">
                  <a:srgbClr val="626361">
                    <a:alpha val="4740"/>
                  </a:srgbClr>
                </a:gs>
                <a:gs pos="85714">
                  <a:srgbClr val="626361">
                    <a:alpha val="1902"/>
                  </a:srgbClr>
                </a:gs>
                <a:gs pos="100000">
                  <a:srgbClr val="6263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021168">
              <a:off x="2367446" y="2962428"/>
              <a:ext cx="603768" cy="21235"/>
            </a:xfrm>
            <a:prstGeom prst="ellipse">
              <a:avLst/>
            </a:prstGeom>
            <a:gradFill>
              <a:gsLst>
                <a:gs pos="0">
                  <a:srgbClr val="555251">
                    <a:alpha val="32968"/>
                  </a:srgbClr>
                </a:gs>
                <a:gs pos="14286">
                  <a:srgbClr val="555251">
                    <a:alpha val="30764"/>
                  </a:srgbClr>
                </a:gs>
                <a:gs pos="28571">
                  <a:srgbClr val="555251">
                    <a:alpha val="24833"/>
                  </a:srgbClr>
                </a:gs>
                <a:gs pos="42857">
                  <a:srgbClr val="555251">
                    <a:alpha val="17075"/>
                  </a:srgbClr>
                </a:gs>
                <a:gs pos="57143">
                  <a:srgbClr val="555251">
                    <a:alpha val="9855"/>
                  </a:srgbClr>
                </a:gs>
                <a:gs pos="71429">
                  <a:srgbClr val="555251">
                    <a:alpha val="4740"/>
                  </a:srgbClr>
                </a:gs>
                <a:gs pos="85714">
                  <a:srgbClr val="555251">
                    <a:alpha val="1902"/>
                  </a:srgbClr>
                </a:gs>
                <a:gs pos="100000">
                  <a:srgbClr val="5552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5378631">
              <a:off x="815239" y="2256164"/>
              <a:ext cx="435575" cy="62671"/>
            </a:xfrm>
            <a:prstGeom prst="ellipse">
              <a:avLst/>
            </a:prstGeom>
            <a:gradFill>
              <a:gsLst>
                <a:gs pos="0">
                  <a:srgbClr val="F3F3F3">
                    <a:alpha val="32968"/>
                  </a:srgbClr>
                </a:gs>
                <a:gs pos="14286">
                  <a:srgbClr val="F3F3F3">
                    <a:alpha val="30764"/>
                  </a:srgbClr>
                </a:gs>
                <a:gs pos="28571">
                  <a:srgbClr val="F3F3F3">
                    <a:alpha val="24833"/>
                  </a:srgbClr>
                </a:gs>
                <a:gs pos="42857">
                  <a:srgbClr val="F3F3F3">
                    <a:alpha val="17075"/>
                  </a:srgbClr>
                </a:gs>
                <a:gs pos="57143">
                  <a:srgbClr val="F3F3F3">
                    <a:alpha val="9855"/>
                  </a:srgbClr>
                </a:gs>
                <a:gs pos="71429">
                  <a:srgbClr val="F3F3F3">
                    <a:alpha val="4740"/>
                  </a:srgbClr>
                </a:gs>
                <a:gs pos="85714">
                  <a:srgbClr val="F3F3F3">
                    <a:alpha val="1902"/>
                  </a:srgbClr>
                </a:gs>
                <a:gs pos="100000">
                  <a:srgbClr val="F3F3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3153675">
              <a:off x="2382236" y="932499"/>
              <a:ext cx="411122" cy="158359"/>
            </a:xfrm>
            <a:prstGeom prst="ellipse">
              <a:avLst/>
            </a:prstGeom>
            <a:gradFill>
              <a:gsLst>
                <a:gs pos="0">
                  <a:srgbClr val="6A6868">
                    <a:alpha val="32968"/>
                  </a:srgbClr>
                </a:gs>
                <a:gs pos="14286">
                  <a:srgbClr val="6A6868">
                    <a:alpha val="30764"/>
                  </a:srgbClr>
                </a:gs>
                <a:gs pos="28571">
                  <a:srgbClr val="6A6868">
                    <a:alpha val="24833"/>
                  </a:srgbClr>
                </a:gs>
                <a:gs pos="42857">
                  <a:srgbClr val="6A6868">
                    <a:alpha val="17075"/>
                  </a:srgbClr>
                </a:gs>
                <a:gs pos="57143">
                  <a:srgbClr val="6A6868">
                    <a:alpha val="9855"/>
                  </a:srgbClr>
                </a:gs>
                <a:gs pos="71429">
                  <a:srgbClr val="6A6868">
                    <a:alpha val="4740"/>
                  </a:srgbClr>
                </a:gs>
                <a:gs pos="85714">
                  <a:srgbClr val="6A6868">
                    <a:alpha val="1902"/>
                  </a:srgbClr>
                </a:gs>
                <a:gs pos="100000">
                  <a:srgbClr val="6A68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5392091">
              <a:off x="1222591" y="620391"/>
              <a:ext cx="742322" cy="17726"/>
            </a:xfrm>
            <a:prstGeom prst="ellipse">
              <a:avLst/>
            </a:prstGeom>
            <a:gradFill>
              <a:gsLst>
                <a:gs pos="0">
                  <a:srgbClr val="2F2E2D">
                    <a:alpha val="30144"/>
                  </a:srgbClr>
                </a:gs>
                <a:gs pos="14286">
                  <a:srgbClr val="2F2E2D">
                    <a:alpha val="28088"/>
                  </a:srgbClr>
                </a:gs>
                <a:gs pos="28571">
                  <a:srgbClr val="2F2E2D">
                    <a:alpha val="22587"/>
                  </a:srgbClr>
                </a:gs>
                <a:gs pos="42857">
                  <a:srgbClr val="2F2E2D">
                    <a:alpha val="15458"/>
                  </a:srgbClr>
                </a:gs>
                <a:gs pos="57143">
                  <a:srgbClr val="2F2E2D">
                    <a:alpha val="8885"/>
                  </a:srgbClr>
                </a:gs>
                <a:gs pos="71429">
                  <a:srgbClr val="2F2E2D">
                    <a:alpha val="4262"/>
                  </a:srgbClr>
                </a:gs>
                <a:gs pos="85714">
                  <a:srgbClr val="2F2E2D">
                    <a:alpha val="1708"/>
                  </a:srgbClr>
                </a:gs>
                <a:gs pos="100000">
                  <a:srgbClr val="2F2E2D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4890269">
              <a:off x="2848173" y="2186100"/>
              <a:ext cx="627755" cy="24108"/>
            </a:xfrm>
            <a:prstGeom prst="ellipse">
              <a:avLst/>
            </a:prstGeom>
            <a:gradFill>
              <a:gsLst>
                <a:gs pos="0">
                  <a:srgbClr val="100102">
                    <a:alpha val="32968"/>
                  </a:srgbClr>
                </a:gs>
                <a:gs pos="14286">
                  <a:srgbClr val="100102">
                    <a:alpha val="30764"/>
                  </a:srgbClr>
                </a:gs>
                <a:gs pos="28571">
                  <a:srgbClr val="100102">
                    <a:alpha val="24833"/>
                  </a:srgbClr>
                </a:gs>
                <a:gs pos="42857">
                  <a:srgbClr val="100102">
                    <a:alpha val="17075"/>
                  </a:srgbClr>
                </a:gs>
                <a:gs pos="57143">
                  <a:srgbClr val="100102">
                    <a:alpha val="9855"/>
                  </a:srgbClr>
                </a:gs>
                <a:gs pos="71429">
                  <a:srgbClr val="100102">
                    <a:alpha val="4740"/>
                  </a:srgbClr>
                </a:gs>
                <a:gs pos="85714">
                  <a:srgbClr val="100102">
                    <a:alpha val="1902"/>
                  </a:srgbClr>
                </a:gs>
                <a:gs pos="100000">
                  <a:srgbClr val="1001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-9120288">
              <a:off x="1041973" y="632446"/>
              <a:ext cx="311800" cy="120586"/>
            </a:xfrm>
            <a:prstGeom prst="ellipse">
              <a:avLst/>
            </a:prstGeom>
            <a:gradFill>
              <a:gsLst>
                <a:gs pos="0">
                  <a:srgbClr val="666564">
                    <a:alpha val="28354"/>
                  </a:srgbClr>
                </a:gs>
                <a:gs pos="14286">
                  <a:srgbClr val="666564">
                    <a:alpha val="26395"/>
                  </a:srgbClr>
                </a:gs>
                <a:gs pos="28571">
                  <a:srgbClr val="666564">
                    <a:alpha val="21176"/>
                  </a:srgbClr>
                </a:gs>
                <a:gs pos="42857">
                  <a:srgbClr val="666564">
                    <a:alpha val="14451"/>
                  </a:srgbClr>
                </a:gs>
                <a:gs pos="57143">
                  <a:srgbClr val="666564">
                    <a:alpha val="8285"/>
                  </a:srgbClr>
                </a:gs>
                <a:gs pos="71429">
                  <a:srgbClr val="666564">
                    <a:alpha val="3967"/>
                  </a:srgbClr>
                </a:gs>
                <a:gs pos="85714">
                  <a:srgbClr val="666564">
                    <a:alpha val="1588"/>
                  </a:srgbClr>
                </a:gs>
                <a:gs pos="100000">
                  <a:srgbClr val="666564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4360415">
              <a:off x="2983114" y="1464901"/>
              <a:ext cx="427995" cy="231454"/>
            </a:xfrm>
            <a:prstGeom prst="ellipse">
              <a:avLst/>
            </a:prstGeom>
            <a:gradFill>
              <a:gsLst>
                <a:gs pos="0">
                  <a:srgbClr val="626564">
                    <a:alpha val="29995"/>
                  </a:srgbClr>
                </a:gs>
                <a:gs pos="14286">
                  <a:srgbClr val="626564">
                    <a:alpha val="27947"/>
                  </a:srgbClr>
                </a:gs>
                <a:gs pos="28571">
                  <a:srgbClr val="626564">
                    <a:alpha val="22469"/>
                  </a:srgbClr>
                </a:gs>
                <a:gs pos="42857">
                  <a:srgbClr val="626564">
                    <a:alpha val="15374"/>
                  </a:srgbClr>
                </a:gs>
                <a:gs pos="57143">
                  <a:srgbClr val="626564">
                    <a:alpha val="8835"/>
                  </a:srgbClr>
                </a:gs>
                <a:gs pos="71429">
                  <a:srgbClr val="626564">
                    <a:alpha val="4237"/>
                  </a:srgbClr>
                </a:gs>
                <a:gs pos="85714">
                  <a:srgbClr val="626564">
                    <a:alpha val="1697"/>
                  </a:srgbClr>
                </a:gs>
                <a:gs pos="100000">
                  <a:srgbClr val="626564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-9344538">
              <a:off x="1919685" y="244464"/>
              <a:ext cx="136112" cy="67353"/>
            </a:xfrm>
            <a:prstGeom prst="ellipse">
              <a:avLst/>
            </a:prstGeom>
            <a:gradFill>
              <a:gsLst>
                <a:gs pos="0">
                  <a:srgbClr val="F0EFF0">
                    <a:alpha val="13304"/>
                  </a:srgbClr>
                </a:gs>
                <a:gs pos="14286">
                  <a:srgbClr val="F0EFF0">
                    <a:alpha val="12297"/>
                  </a:srgbClr>
                </a:gs>
                <a:gs pos="28571">
                  <a:srgbClr val="F0EFF0">
                    <a:alpha val="9687"/>
                  </a:srgbClr>
                </a:gs>
                <a:gs pos="42857">
                  <a:srgbClr val="F0EFF0">
                    <a:alpha val="6464"/>
                  </a:srgbClr>
                </a:gs>
                <a:gs pos="57143">
                  <a:srgbClr val="F0EFF0">
                    <a:alpha val="3635"/>
                  </a:srgbClr>
                </a:gs>
                <a:gs pos="71429">
                  <a:srgbClr val="F0EFF0">
                    <a:alpha val="1718"/>
                  </a:srgbClr>
                </a:gs>
                <a:gs pos="85714">
                  <a:srgbClr val="F0EFF0">
                    <a:alpha val="683"/>
                  </a:srgbClr>
                </a:gs>
                <a:gs pos="100000">
                  <a:srgbClr val="F0EFF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4981967">
              <a:off x="2515775" y="1812095"/>
              <a:ext cx="680069" cy="26457"/>
            </a:xfrm>
            <a:prstGeom prst="ellipse">
              <a:avLst/>
            </a:prstGeom>
            <a:gradFill>
              <a:gsLst>
                <a:gs pos="0">
                  <a:srgbClr val="070302">
                    <a:alpha val="21193"/>
                  </a:srgbClr>
                </a:gs>
                <a:gs pos="14286">
                  <a:srgbClr val="070302">
                    <a:alpha val="19660"/>
                  </a:srgbClr>
                </a:gs>
                <a:gs pos="28571">
                  <a:srgbClr val="070302">
                    <a:alpha val="15631"/>
                  </a:srgbClr>
                </a:gs>
                <a:gs pos="42857">
                  <a:srgbClr val="070302">
                    <a:alpha val="10549"/>
                  </a:srgbClr>
                </a:gs>
                <a:gs pos="57143">
                  <a:srgbClr val="070302">
                    <a:alpha val="5990"/>
                  </a:srgbClr>
                </a:gs>
                <a:gs pos="71429">
                  <a:srgbClr val="070302">
                    <a:alpha val="2850"/>
                  </a:srgbClr>
                </a:gs>
                <a:gs pos="85714">
                  <a:srgbClr val="070302">
                    <a:alpha val="1137"/>
                  </a:srgbClr>
                </a:gs>
                <a:gs pos="100000">
                  <a:srgbClr val="070302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9014872">
              <a:off x="1805412" y="2017306"/>
              <a:ext cx="217596" cy="91094"/>
            </a:xfrm>
            <a:prstGeom prst="ellipse">
              <a:avLst/>
            </a:prstGeom>
            <a:gradFill>
              <a:gsLst>
                <a:gs pos="0">
                  <a:srgbClr val="858686">
                    <a:alpha val="31359"/>
                  </a:srgbClr>
                </a:gs>
                <a:gs pos="14286">
                  <a:srgbClr val="858686">
                    <a:alpha val="29238"/>
                  </a:srgbClr>
                </a:gs>
                <a:gs pos="28571">
                  <a:srgbClr val="858686">
                    <a:alpha val="23550"/>
                  </a:srgbClr>
                </a:gs>
                <a:gs pos="42857">
                  <a:srgbClr val="858686">
                    <a:alpha val="16149"/>
                  </a:srgbClr>
                </a:gs>
                <a:gs pos="57143">
                  <a:srgbClr val="858686">
                    <a:alpha val="9299"/>
                  </a:srgbClr>
                </a:gs>
                <a:gs pos="71429">
                  <a:srgbClr val="858686">
                    <a:alpha val="4466"/>
                  </a:srgbClr>
                </a:gs>
                <a:gs pos="85714">
                  <a:srgbClr val="858686">
                    <a:alpha val="1790"/>
                  </a:srgbClr>
                </a:gs>
                <a:gs pos="100000">
                  <a:srgbClr val="858686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4559470">
              <a:off x="1009787" y="1672275"/>
              <a:ext cx="187450" cy="37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5396731">
              <a:off x="944097" y="3001092"/>
              <a:ext cx="669196" cy="64214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-10743577">
              <a:off x="1511558" y="1833018"/>
              <a:ext cx="377598" cy="70042"/>
            </a:xfrm>
            <a:prstGeom prst="ellipse">
              <a:avLst/>
            </a:prstGeom>
            <a:gradFill>
              <a:gsLst>
                <a:gs pos="0">
                  <a:srgbClr val="FBFBFA">
                    <a:alpha val="32968"/>
                  </a:srgbClr>
                </a:gs>
                <a:gs pos="14286">
                  <a:srgbClr val="FBFBFA">
                    <a:alpha val="30764"/>
                  </a:srgbClr>
                </a:gs>
                <a:gs pos="28571">
                  <a:srgbClr val="FBFBFA">
                    <a:alpha val="24833"/>
                  </a:srgbClr>
                </a:gs>
                <a:gs pos="42857">
                  <a:srgbClr val="FBFBFA">
                    <a:alpha val="17075"/>
                  </a:srgbClr>
                </a:gs>
                <a:gs pos="57143">
                  <a:srgbClr val="FBFBFA">
                    <a:alpha val="9855"/>
                  </a:srgbClr>
                </a:gs>
                <a:gs pos="71429">
                  <a:srgbClr val="FBFBFA">
                    <a:alpha val="4740"/>
                  </a:srgbClr>
                </a:gs>
                <a:gs pos="85714">
                  <a:srgbClr val="FBFBFA">
                    <a:alpha val="1902"/>
                  </a:srgbClr>
                </a:gs>
                <a:gs pos="100000">
                  <a:srgbClr val="FBFB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-8163377">
              <a:off x="1473664" y="206506"/>
              <a:ext cx="349719" cy="286643"/>
            </a:xfrm>
            <a:prstGeom prst="ellipse">
              <a:avLst/>
            </a:prstGeom>
            <a:gradFill>
              <a:gsLst>
                <a:gs pos="0">
                  <a:srgbClr val="5E5D5E">
                    <a:alpha val="32968"/>
                  </a:srgbClr>
                </a:gs>
                <a:gs pos="14286">
                  <a:srgbClr val="5E5D5E">
                    <a:alpha val="30764"/>
                  </a:srgbClr>
                </a:gs>
                <a:gs pos="28571">
                  <a:srgbClr val="5E5D5E">
                    <a:alpha val="24833"/>
                  </a:srgbClr>
                </a:gs>
                <a:gs pos="42857">
                  <a:srgbClr val="5E5D5E">
                    <a:alpha val="17075"/>
                  </a:srgbClr>
                </a:gs>
                <a:gs pos="57143">
                  <a:srgbClr val="5E5D5E">
                    <a:alpha val="9855"/>
                  </a:srgbClr>
                </a:gs>
                <a:gs pos="71429">
                  <a:srgbClr val="5E5D5E">
                    <a:alpha val="4740"/>
                  </a:srgbClr>
                </a:gs>
                <a:gs pos="85714">
                  <a:srgbClr val="5E5D5E">
                    <a:alpha val="1902"/>
                  </a:srgbClr>
                </a:gs>
                <a:gs pos="100000">
                  <a:srgbClr val="5E5D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5553699">
              <a:off x="549184" y="1166264"/>
              <a:ext cx="645966" cy="24368"/>
            </a:xfrm>
            <a:prstGeom prst="ellipse">
              <a:avLst/>
            </a:prstGeom>
            <a:gradFill>
              <a:gsLst>
                <a:gs pos="0">
                  <a:srgbClr val="2D2E2D">
                    <a:alpha val="25344"/>
                  </a:srgbClr>
                </a:gs>
                <a:gs pos="14286">
                  <a:srgbClr val="2D2E2D">
                    <a:alpha val="23558"/>
                  </a:srgbClr>
                </a:gs>
                <a:gs pos="28571">
                  <a:srgbClr val="2D2E2D">
                    <a:alpha val="18826"/>
                  </a:srgbClr>
                </a:gs>
                <a:gs pos="42857">
                  <a:srgbClr val="2D2E2D">
                    <a:alpha val="12787"/>
                  </a:srgbClr>
                </a:gs>
                <a:gs pos="57143">
                  <a:srgbClr val="2D2E2D">
                    <a:alpha val="7301"/>
                  </a:srgbClr>
                </a:gs>
                <a:gs pos="71429">
                  <a:srgbClr val="2D2E2D">
                    <a:alpha val="3486"/>
                  </a:srgbClr>
                </a:gs>
                <a:gs pos="85714">
                  <a:srgbClr val="2D2E2D">
                    <a:alpha val="1393"/>
                  </a:srgbClr>
                </a:gs>
                <a:gs pos="100000">
                  <a:srgbClr val="2D2E2D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5736341">
              <a:off x="2981605" y="2343648"/>
              <a:ext cx="283020" cy="84716"/>
            </a:xfrm>
            <a:prstGeom prst="ellipse">
              <a:avLst/>
            </a:prstGeom>
            <a:gradFill>
              <a:gsLst>
                <a:gs pos="0">
                  <a:srgbClr val="646463">
                    <a:alpha val="32968"/>
                  </a:srgbClr>
                </a:gs>
                <a:gs pos="14286">
                  <a:srgbClr val="646463">
                    <a:alpha val="30764"/>
                  </a:srgbClr>
                </a:gs>
                <a:gs pos="28571">
                  <a:srgbClr val="646463">
                    <a:alpha val="24833"/>
                  </a:srgbClr>
                </a:gs>
                <a:gs pos="42857">
                  <a:srgbClr val="646463">
                    <a:alpha val="17075"/>
                  </a:srgbClr>
                </a:gs>
                <a:gs pos="57143">
                  <a:srgbClr val="646463">
                    <a:alpha val="9855"/>
                  </a:srgbClr>
                </a:gs>
                <a:gs pos="71429">
                  <a:srgbClr val="646463">
                    <a:alpha val="4740"/>
                  </a:srgbClr>
                </a:gs>
                <a:gs pos="85714">
                  <a:srgbClr val="646463">
                    <a:alpha val="1902"/>
                  </a:srgbClr>
                </a:gs>
                <a:gs pos="100000">
                  <a:srgbClr val="6464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8957265">
              <a:off x="2758381" y="2103531"/>
              <a:ext cx="435789" cy="134642"/>
            </a:xfrm>
            <a:prstGeom prst="ellipse">
              <a:avLst/>
            </a:prstGeom>
            <a:gradFill>
              <a:gsLst>
                <a:gs pos="0">
                  <a:srgbClr val="666566">
                    <a:alpha val="32968"/>
                  </a:srgbClr>
                </a:gs>
                <a:gs pos="14286">
                  <a:srgbClr val="666566">
                    <a:alpha val="30764"/>
                  </a:srgbClr>
                </a:gs>
                <a:gs pos="28571">
                  <a:srgbClr val="666566">
                    <a:alpha val="24833"/>
                  </a:srgbClr>
                </a:gs>
                <a:gs pos="42857">
                  <a:srgbClr val="666566">
                    <a:alpha val="17075"/>
                  </a:srgbClr>
                </a:gs>
                <a:gs pos="57143">
                  <a:srgbClr val="666566">
                    <a:alpha val="9855"/>
                  </a:srgbClr>
                </a:gs>
                <a:gs pos="71429">
                  <a:srgbClr val="666566">
                    <a:alpha val="4740"/>
                  </a:srgbClr>
                </a:gs>
                <a:gs pos="85714">
                  <a:srgbClr val="666566">
                    <a:alpha val="1902"/>
                  </a:srgbClr>
                </a:gs>
                <a:gs pos="100000">
                  <a:srgbClr val="6665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6716649">
              <a:off x="1795842" y="2965058"/>
              <a:ext cx="390239" cy="251496"/>
            </a:xfrm>
            <a:prstGeom prst="ellipse">
              <a:avLst/>
            </a:prstGeom>
            <a:gradFill>
              <a:gsLst>
                <a:gs pos="0">
                  <a:srgbClr val="5B5C5B">
                    <a:alpha val="25506"/>
                  </a:srgbClr>
                </a:gs>
                <a:gs pos="14286">
                  <a:srgbClr val="5B5C5B">
                    <a:alpha val="23711"/>
                  </a:srgbClr>
                </a:gs>
                <a:gs pos="28571">
                  <a:srgbClr val="5B5C5B">
                    <a:alpha val="18953"/>
                  </a:srgbClr>
                </a:gs>
                <a:gs pos="42857">
                  <a:srgbClr val="5B5C5B">
                    <a:alpha val="12876"/>
                  </a:srgbClr>
                </a:gs>
                <a:gs pos="57143">
                  <a:srgbClr val="5B5C5B">
                    <a:alpha val="7353"/>
                  </a:srgbClr>
                </a:gs>
                <a:gs pos="71429">
                  <a:srgbClr val="5B5C5B">
                    <a:alpha val="3512"/>
                  </a:srgbClr>
                </a:gs>
                <a:gs pos="85714">
                  <a:srgbClr val="5B5C5B">
                    <a:alpha val="1404"/>
                  </a:srgbClr>
                </a:gs>
                <a:gs pos="100000">
                  <a:srgbClr val="5B5C5B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5092755">
              <a:off x="2185836" y="2017647"/>
              <a:ext cx="844433" cy="557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5706242">
              <a:off x="-40375" y="3251467"/>
              <a:ext cx="291347" cy="81835"/>
            </a:xfrm>
            <a:prstGeom prst="ellipse">
              <a:avLst/>
            </a:prstGeom>
            <a:gradFill>
              <a:gsLst>
                <a:gs pos="0">
                  <a:srgbClr val="000000">
                    <a:alpha val="24214"/>
                  </a:srgbClr>
                </a:gs>
                <a:gs pos="14286">
                  <a:srgbClr val="000000">
                    <a:alpha val="22495"/>
                  </a:srgbClr>
                </a:gs>
                <a:gs pos="28571">
                  <a:srgbClr val="000000">
                    <a:alpha val="17951"/>
                  </a:srgbClr>
                </a:gs>
                <a:gs pos="42857">
                  <a:srgbClr val="000000">
                    <a:alpha val="12171"/>
                  </a:srgbClr>
                </a:gs>
                <a:gs pos="57143">
                  <a:srgbClr val="000000">
                    <a:alpha val="6939"/>
                  </a:srgbClr>
                </a:gs>
                <a:gs pos="71429">
                  <a:srgbClr val="000000">
                    <a:alpha val="3310"/>
                  </a:srgbClr>
                </a:gs>
                <a:gs pos="85714">
                  <a:srgbClr val="000000">
                    <a:alpha val="1322"/>
                  </a:srgbClr>
                </a:gs>
                <a:gs pos="100000">
                  <a:srgbClr val="000000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5487157">
              <a:off x="552877" y="42482"/>
              <a:ext cx="381464" cy="85608"/>
            </a:xfrm>
            <a:prstGeom prst="ellipse">
              <a:avLst/>
            </a:prstGeom>
            <a:gradFill>
              <a:gsLst>
                <a:gs pos="0">
                  <a:srgbClr val="000000">
                    <a:alpha val="21882"/>
                  </a:srgbClr>
                </a:gs>
                <a:gs pos="14286">
                  <a:srgbClr val="000000">
                    <a:alpha val="20306"/>
                  </a:srgbClr>
                </a:gs>
                <a:gs pos="28571">
                  <a:srgbClr val="000000">
                    <a:alpha val="16158"/>
                  </a:srgbClr>
                </a:gs>
                <a:gs pos="42857">
                  <a:srgbClr val="000000">
                    <a:alpha val="10917"/>
                  </a:srgbClr>
                </a:gs>
                <a:gs pos="57143">
                  <a:srgbClr val="000000">
                    <a:alpha val="6205"/>
                  </a:srgbClr>
                </a:gs>
                <a:gs pos="71429">
                  <a:srgbClr val="000000">
                    <a:alpha val="2954"/>
                  </a:srgbClr>
                </a:gs>
                <a:gs pos="85714">
                  <a:srgbClr val="000000">
                    <a:alpha val="1179"/>
                  </a:srgbClr>
                </a:gs>
                <a:gs pos="100000">
                  <a:srgbClr val="000000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-8932360">
              <a:off x="1699774" y="1989190"/>
              <a:ext cx="403584" cy="140933"/>
            </a:xfrm>
            <a:prstGeom prst="ellipse">
              <a:avLst/>
            </a:prstGeom>
            <a:gradFill>
              <a:gsLst>
                <a:gs pos="0">
                  <a:srgbClr val="252522">
                    <a:alpha val="16703"/>
                  </a:srgbClr>
                </a:gs>
                <a:gs pos="14286">
                  <a:srgbClr val="252522">
                    <a:alpha val="15462"/>
                  </a:srgbClr>
                </a:gs>
                <a:gs pos="28571">
                  <a:srgbClr val="252522">
                    <a:alpha val="12228"/>
                  </a:srgbClr>
                </a:gs>
                <a:gs pos="42857">
                  <a:srgbClr val="252522">
                    <a:alpha val="8199"/>
                  </a:srgbClr>
                </a:gs>
                <a:gs pos="57143">
                  <a:srgbClr val="252522">
                    <a:alpha val="4630"/>
                  </a:srgbClr>
                </a:gs>
                <a:gs pos="71429">
                  <a:srgbClr val="252522">
                    <a:alpha val="2194"/>
                  </a:srgbClr>
                </a:gs>
                <a:gs pos="85714">
                  <a:srgbClr val="252522">
                    <a:alpha val="874"/>
                  </a:srgbClr>
                </a:gs>
                <a:gs pos="100000">
                  <a:srgbClr val="252522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5381377">
              <a:off x="1549128" y="1596754"/>
              <a:ext cx="527243" cy="52902"/>
            </a:xfrm>
            <a:prstGeom prst="ellipse">
              <a:avLst/>
            </a:prstGeom>
            <a:gradFill>
              <a:gsLst>
                <a:gs pos="0">
                  <a:srgbClr val="EBECEC">
                    <a:alpha val="31988"/>
                  </a:srgbClr>
                </a:gs>
                <a:gs pos="14286">
                  <a:srgbClr val="EBECEC">
                    <a:alpha val="29834"/>
                  </a:srgbClr>
                </a:gs>
                <a:gs pos="28571">
                  <a:srgbClr val="EBECEC">
                    <a:alpha val="24050"/>
                  </a:srgbClr>
                </a:gs>
                <a:gs pos="42857">
                  <a:srgbClr val="EBECEC">
                    <a:alpha val="16510"/>
                  </a:srgbClr>
                </a:gs>
                <a:gs pos="57143">
                  <a:srgbClr val="EBECEC">
                    <a:alpha val="9515"/>
                  </a:srgbClr>
                </a:gs>
                <a:gs pos="71429">
                  <a:srgbClr val="EBECEC">
                    <a:alpha val="4572"/>
                  </a:srgbClr>
                </a:gs>
                <a:gs pos="85714">
                  <a:srgbClr val="EBECEC">
                    <a:alpha val="1834"/>
                  </a:srgbClr>
                </a:gs>
                <a:gs pos="100000">
                  <a:srgbClr val="EBECEC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6206914">
              <a:off x="1283301" y="2167576"/>
              <a:ext cx="476057" cy="81487"/>
            </a:xfrm>
            <a:prstGeom prst="ellipse">
              <a:avLst/>
            </a:prstGeom>
            <a:gradFill>
              <a:gsLst>
                <a:gs pos="0">
                  <a:srgbClr val="605F60">
                    <a:alpha val="30560"/>
                  </a:srgbClr>
                </a:gs>
                <a:gs pos="14286">
                  <a:srgbClr val="605F60">
                    <a:alpha val="28481"/>
                  </a:srgbClr>
                </a:gs>
                <a:gs pos="28571">
                  <a:srgbClr val="605F60">
                    <a:alpha val="22916"/>
                  </a:srgbClr>
                </a:gs>
                <a:gs pos="42857">
                  <a:srgbClr val="605F60">
                    <a:alpha val="15694"/>
                  </a:srgbClr>
                </a:gs>
                <a:gs pos="57143">
                  <a:srgbClr val="605F60">
                    <a:alpha val="9026"/>
                  </a:srgbClr>
                </a:gs>
                <a:gs pos="71429">
                  <a:srgbClr val="605F60">
                    <a:alpha val="4331"/>
                  </a:srgbClr>
                </a:gs>
                <a:gs pos="85714">
                  <a:srgbClr val="605F60">
                    <a:alpha val="1736"/>
                  </a:srgbClr>
                </a:gs>
                <a:gs pos="100000">
                  <a:srgbClr val="605F6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5489287">
              <a:off x="997713" y="1117976"/>
              <a:ext cx="614982" cy="33570"/>
            </a:xfrm>
            <a:prstGeom prst="ellipse">
              <a:avLst/>
            </a:prstGeom>
            <a:gradFill>
              <a:gsLst>
                <a:gs pos="0">
                  <a:srgbClr val="434544">
                    <a:alpha val="29918"/>
                  </a:srgbClr>
                </a:gs>
                <a:gs pos="14286">
                  <a:srgbClr val="434544">
                    <a:alpha val="27874"/>
                  </a:srgbClr>
                </a:gs>
                <a:gs pos="28571">
                  <a:srgbClr val="434544">
                    <a:alpha val="22408"/>
                  </a:srgbClr>
                </a:gs>
                <a:gs pos="42857">
                  <a:srgbClr val="434544">
                    <a:alpha val="15330"/>
                  </a:srgbClr>
                </a:gs>
                <a:gs pos="57143">
                  <a:srgbClr val="434544">
                    <a:alpha val="8809"/>
                  </a:srgbClr>
                </a:gs>
                <a:gs pos="71429">
                  <a:srgbClr val="434544">
                    <a:alpha val="4224"/>
                  </a:srgbClr>
                </a:gs>
                <a:gs pos="85714">
                  <a:srgbClr val="434544">
                    <a:alpha val="1692"/>
                  </a:srgbClr>
                </a:gs>
                <a:gs pos="100000">
                  <a:srgbClr val="434544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5559637">
              <a:off x="1029821" y="2371091"/>
              <a:ext cx="570861" cy="50287"/>
            </a:xfrm>
            <a:prstGeom prst="ellipse">
              <a:avLst/>
            </a:prstGeom>
            <a:gradFill>
              <a:gsLst>
                <a:gs pos="0">
                  <a:srgbClr val="252423">
                    <a:alpha val="26553"/>
                  </a:srgbClr>
                </a:gs>
                <a:gs pos="14286">
                  <a:srgbClr val="252423">
                    <a:alpha val="24696"/>
                  </a:srgbClr>
                </a:gs>
                <a:gs pos="28571">
                  <a:srgbClr val="252423">
                    <a:alpha val="19767"/>
                  </a:srgbClr>
                </a:gs>
                <a:gs pos="42857">
                  <a:srgbClr val="252423">
                    <a:alpha val="13451"/>
                  </a:srgbClr>
                </a:gs>
                <a:gs pos="57143">
                  <a:srgbClr val="252423">
                    <a:alpha val="7692"/>
                  </a:srgbClr>
                </a:gs>
                <a:gs pos="71429">
                  <a:srgbClr val="252423">
                    <a:alpha val="3677"/>
                  </a:srgbClr>
                </a:gs>
                <a:gs pos="85714">
                  <a:srgbClr val="252423">
                    <a:alpha val="1471"/>
                  </a:srgbClr>
                </a:gs>
                <a:gs pos="100000">
                  <a:srgbClr val="252423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5538752">
              <a:off x="595123" y="3388216"/>
              <a:ext cx="757281" cy="65928"/>
            </a:xfrm>
            <a:prstGeom prst="ellipse">
              <a:avLst/>
            </a:prstGeom>
            <a:gradFill>
              <a:gsLst>
                <a:gs pos="0">
                  <a:srgbClr val="F4F4F4">
                    <a:alpha val="31764"/>
                  </a:srgbClr>
                </a:gs>
                <a:gs pos="14286">
                  <a:srgbClr val="F4F4F4">
                    <a:alpha val="29621"/>
                  </a:srgbClr>
                </a:gs>
                <a:gs pos="28571">
                  <a:srgbClr val="F4F4F4">
                    <a:alpha val="23872"/>
                  </a:srgbClr>
                </a:gs>
                <a:gs pos="42857">
                  <a:srgbClr val="F4F4F4">
                    <a:alpha val="16381"/>
                  </a:srgbClr>
                </a:gs>
                <a:gs pos="57143">
                  <a:srgbClr val="F4F4F4">
                    <a:alpha val="9438"/>
                  </a:srgbClr>
                </a:gs>
                <a:gs pos="71429">
                  <a:srgbClr val="F4F4F4">
                    <a:alpha val="4534"/>
                  </a:srgbClr>
                </a:gs>
                <a:gs pos="85714">
                  <a:srgbClr val="F4F4F4">
                    <a:alpha val="1818"/>
                  </a:srgbClr>
                </a:gs>
                <a:gs pos="100000">
                  <a:srgbClr val="F4F4F4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10778997">
              <a:off x="1596014" y="2735952"/>
              <a:ext cx="206199" cy="108437"/>
            </a:xfrm>
            <a:prstGeom prst="ellipse">
              <a:avLst/>
            </a:prstGeom>
            <a:gradFill>
              <a:gsLst>
                <a:gs pos="0">
                  <a:srgbClr val="000004">
                    <a:alpha val="20912"/>
                  </a:srgbClr>
                </a:gs>
                <a:gs pos="14286">
                  <a:srgbClr val="000004">
                    <a:alpha val="19397"/>
                  </a:srgbClr>
                </a:gs>
                <a:gs pos="28571">
                  <a:srgbClr val="000004">
                    <a:alpha val="15416"/>
                  </a:srgbClr>
                </a:gs>
                <a:gs pos="42857">
                  <a:srgbClr val="000004">
                    <a:alpha val="10401"/>
                  </a:srgbClr>
                </a:gs>
                <a:gs pos="57143">
                  <a:srgbClr val="000004">
                    <a:alpha val="5904"/>
                  </a:srgbClr>
                </a:gs>
                <a:gs pos="71429">
                  <a:srgbClr val="000004">
                    <a:alpha val="2808"/>
                  </a:srgbClr>
                </a:gs>
                <a:gs pos="85714">
                  <a:srgbClr val="000004">
                    <a:alpha val="1120"/>
                  </a:srgbClr>
                </a:gs>
                <a:gs pos="100000">
                  <a:srgbClr val="000004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5935433">
              <a:off x="-335572" y="1633793"/>
              <a:ext cx="762486" cy="52638"/>
            </a:xfrm>
            <a:prstGeom prst="ellipse">
              <a:avLst/>
            </a:prstGeom>
            <a:gradFill>
              <a:gsLst>
                <a:gs pos="0">
                  <a:srgbClr val="E1E1E0">
                    <a:alpha val="32968"/>
                  </a:srgbClr>
                </a:gs>
                <a:gs pos="14286">
                  <a:srgbClr val="E1E1E0">
                    <a:alpha val="30764"/>
                  </a:srgbClr>
                </a:gs>
                <a:gs pos="28571">
                  <a:srgbClr val="E1E1E0">
                    <a:alpha val="24833"/>
                  </a:srgbClr>
                </a:gs>
                <a:gs pos="42857">
                  <a:srgbClr val="E1E1E0">
                    <a:alpha val="17075"/>
                  </a:srgbClr>
                </a:gs>
                <a:gs pos="57143">
                  <a:srgbClr val="E1E1E0">
                    <a:alpha val="9855"/>
                  </a:srgbClr>
                </a:gs>
                <a:gs pos="71429">
                  <a:srgbClr val="E1E1E0">
                    <a:alpha val="4740"/>
                  </a:srgbClr>
                </a:gs>
                <a:gs pos="85714">
                  <a:srgbClr val="E1E1E0">
                    <a:alpha val="1902"/>
                  </a:srgbClr>
                </a:gs>
                <a:gs pos="100000">
                  <a:srgbClr val="E1E1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4828964">
              <a:off x="3001442" y="1695372"/>
              <a:ext cx="619541" cy="56561"/>
            </a:xfrm>
            <a:prstGeom prst="ellipse">
              <a:avLst/>
            </a:prstGeom>
            <a:gradFill>
              <a:gsLst>
                <a:gs pos="0">
                  <a:srgbClr val="D2D2D2">
                    <a:alpha val="32968"/>
                  </a:srgbClr>
                </a:gs>
                <a:gs pos="14286">
                  <a:srgbClr val="D2D2D2">
                    <a:alpha val="30764"/>
                  </a:srgbClr>
                </a:gs>
                <a:gs pos="28571">
                  <a:srgbClr val="D2D2D2">
                    <a:alpha val="24833"/>
                  </a:srgbClr>
                </a:gs>
                <a:gs pos="42857">
                  <a:srgbClr val="D2D2D2">
                    <a:alpha val="17075"/>
                  </a:srgbClr>
                </a:gs>
                <a:gs pos="57143">
                  <a:srgbClr val="D2D2D2">
                    <a:alpha val="9855"/>
                  </a:srgbClr>
                </a:gs>
                <a:gs pos="71429">
                  <a:srgbClr val="D2D2D2">
                    <a:alpha val="4740"/>
                  </a:srgbClr>
                </a:gs>
                <a:gs pos="85714">
                  <a:srgbClr val="D2D2D2">
                    <a:alpha val="1902"/>
                  </a:srgbClr>
                </a:gs>
                <a:gs pos="100000">
                  <a:srgbClr val="D2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9067797">
              <a:off x="-119108" y="2294749"/>
              <a:ext cx="315110" cy="111906"/>
            </a:xfrm>
            <a:prstGeom prst="ellipse">
              <a:avLst/>
            </a:prstGeom>
            <a:gradFill>
              <a:gsLst>
                <a:gs pos="0">
                  <a:srgbClr val="5F6160">
                    <a:alpha val="32790"/>
                  </a:srgbClr>
                </a:gs>
                <a:gs pos="14286">
                  <a:srgbClr val="5F6160">
                    <a:alpha val="30594"/>
                  </a:srgbClr>
                </a:gs>
                <a:gs pos="28571">
                  <a:srgbClr val="5F6160">
                    <a:alpha val="24690"/>
                  </a:srgbClr>
                </a:gs>
                <a:gs pos="42857">
                  <a:srgbClr val="5F6160">
                    <a:alpha val="16972"/>
                  </a:srgbClr>
                </a:gs>
                <a:gs pos="57143">
                  <a:srgbClr val="5F6160">
                    <a:alpha val="9793"/>
                  </a:srgbClr>
                </a:gs>
                <a:gs pos="71429">
                  <a:srgbClr val="5F6160">
                    <a:alpha val="4710"/>
                  </a:srgbClr>
                </a:gs>
                <a:gs pos="85714">
                  <a:srgbClr val="5F6160">
                    <a:alpha val="1890"/>
                  </a:srgbClr>
                </a:gs>
                <a:gs pos="100000">
                  <a:srgbClr val="5F616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4760609">
              <a:off x="3175638" y="1044342"/>
              <a:ext cx="446412" cy="28637"/>
            </a:xfrm>
            <a:prstGeom prst="ellipse">
              <a:avLst/>
            </a:prstGeom>
            <a:gradFill>
              <a:gsLst>
                <a:gs pos="0">
                  <a:srgbClr val="656465">
                    <a:alpha val="25600"/>
                  </a:srgbClr>
                </a:gs>
                <a:gs pos="14286">
                  <a:srgbClr val="656465">
                    <a:alpha val="23799"/>
                  </a:srgbClr>
                </a:gs>
                <a:gs pos="28571">
                  <a:srgbClr val="656465">
                    <a:alpha val="19025"/>
                  </a:srgbClr>
                </a:gs>
                <a:gs pos="42857">
                  <a:srgbClr val="656465">
                    <a:alpha val="12927"/>
                  </a:srgbClr>
                </a:gs>
                <a:gs pos="57143">
                  <a:srgbClr val="656465">
                    <a:alpha val="7383"/>
                  </a:srgbClr>
                </a:gs>
                <a:gs pos="71429">
                  <a:srgbClr val="656465">
                    <a:alpha val="3527"/>
                  </a:srgbClr>
                </a:gs>
                <a:gs pos="85714">
                  <a:srgbClr val="656465">
                    <a:alpha val="1410"/>
                  </a:srgbClr>
                </a:gs>
                <a:gs pos="100000">
                  <a:srgbClr val="656465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5407669">
              <a:off x="404255" y="3123139"/>
              <a:ext cx="643264" cy="54471"/>
            </a:xfrm>
            <a:prstGeom prst="ellipse">
              <a:avLst/>
            </a:prstGeom>
            <a:gradFill>
              <a:gsLst>
                <a:gs pos="0">
                  <a:srgbClr val="000201">
                    <a:alpha val="18585"/>
                  </a:srgbClr>
                </a:gs>
                <a:gs pos="14286">
                  <a:srgbClr val="000201">
                    <a:alpha val="17220"/>
                  </a:srgbClr>
                </a:gs>
                <a:gs pos="28571">
                  <a:srgbClr val="000201">
                    <a:alpha val="13648"/>
                  </a:srgbClr>
                </a:gs>
                <a:gs pos="42857">
                  <a:srgbClr val="000201">
                    <a:alpha val="9176"/>
                  </a:srgbClr>
                </a:gs>
                <a:gs pos="57143">
                  <a:srgbClr val="000201">
                    <a:alpha val="5193"/>
                  </a:srgbClr>
                </a:gs>
                <a:gs pos="71429">
                  <a:srgbClr val="000201">
                    <a:alpha val="2465"/>
                  </a:srgbClr>
                </a:gs>
                <a:gs pos="85714">
                  <a:srgbClr val="000201">
                    <a:alpha val="982"/>
                  </a:srgbClr>
                </a:gs>
                <a:gs pos="100000">
                  <a:srgbClr val="000201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7813185">
              <a:off x="2148524" y="3348764"/>
              <a:ext cx="503283" cy="157846"/>
            </a:xfrm>
            <a:prstGeom prst="ellipse">
              <a:avLst/>
            </a:prstGeom>
            <a:gradFill>
              <a:gsLst>
                <a:gs pos="0">
                  <a:srgbClr val="686969">
                    <a:alpha val="30327"/>
                  </a:srgbClr>
                </a:gs>
                <a:gs pos="14286">
                  <a:srgbClr val="686969">
                    <a:alpha val="28261"/>
                  </a:srgbClr>
                </a:gs>
                <a:gs pos="28571">
                  <a:srgbClr val="686969">
                    <a:alpha val="22731"/>
                  </a:srgbClr>
                </a:gs>
                <a:gs pos="42857">
                  <a:srgbClr val="686969">
                    <a:alpha val="15562"/>
                  </a:srgbClr>
                </a:gs>
                <a:gs pos="57143">
                  <a:srgbClr val="686969">
                    <a:alpha val="8947"/>
                  </a:srgbClr>
                </a:gs>
                <a:gs pos="71429">
                  <a:srgbClr val="686969">
                    <a:alpha val="4292"/>
                  </a:srgbClr>
                </a:gs>
                <a:gs pos="85714">
                  <a:srgbClr val="686969">
                    <a:alpha val="1720"/>
                  </a:srgbClr>
                </a:gs>
                <a:gs pos="100000">
                  <a:srgbClr val="686969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4709008">
              <a:off x="1830196" y="785181"/>
              <a:ext cx="385046" cy="71324"/>
            </a:xfrm>
            <a:prstGeom prst="ellipse">
              <a:avLst/>
            </a:prstGeom>
            <a:gradFill>
              <a:gsLst>
                <a:gs pos="0">
                  <a:srgbClr val="666465">
                    <a:alpha val="22040"/>
                  </a:srgbClr>
                </a:gs>
                <a:gs pos="14286">
                  <a:srgbClr val="666465">
                    <a:alpha val="20454"/>
                  </a:srgbClr>
                </a:gs>
                <a:gs pos="28571">
                  <a:srgbClr val="666465">
                    <a:alpha val="16279"/>
                  </a:srgbClr>
                </a:gs>
                <a:gs pos="42857">
                  <a:srgbClr val="666465">
                    <a:alpha val="11001"/>
                  </a:srgbClr>
                </a:gs>
                <a:gs pos="57143">
                  <a:srgbClr val="666465">
                    <a:alpha val="6253"/>
                  </a:srgbClr>
                </a:gs>
                <a:gs pos="71429">
                  <a:srgbClr val="666465">
                    <a:alpha val="2978"/>
                  </a:srgbClr>
                </a:gs>
                <a:gs pos="85714">
                  <a:srgbClr val="666465">
                    <a:alpha val="1188"/>
                  </a:srgbClr>
                </a:gs>
                <a:gs pos="100000">
                  <a:srgbClr val="666465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5328601">
              <a:off x="1057258" y="1689503"/>
              <a:ext cx="515268" cy="40040"/>
            </a:xfrm>
            <a:prstGeom prst="ellipse">
              <a:avLst/>
            </a:prstGeom>
            <a:gradFill>
              <a:gsLst>
                <a:gs pos="0">
                  <a:srgbClr val="E0E0DF">
                    <a:alpha val="32968"/>
                  </a:srgbClr>
                </a:gs>
                <a:gs pos="14286">
                  <a:srgbClr val="E0E0DF">
                    <a:alpha val="30764"/>
                  </a:srgbClr>
                </a:gs>
                <a:gs pos="28571">
                  <a:srgbClr val="E0E0DF">
                    <a:alpha val="24833"/>
                  </a:srgbClr>
                </a:gs>
                <a:gs pos="42857">
                  <a:srgbClr val="E0E0DF">
                    <a:alpha val="17075"/>
                  </a:srgbClr>
                </a:gs>
                <a:gs pos="57143">
                  <a:srgbClr val="E0E0DF">
                    <a:alpha val="9855"/>
                  </a:srgbClr>
                </a:gs>
                <a:gs pos="71429">
                  <a:srgbClr val="E0E0DF">
                    <a:alpha val="4740"/>
                  </a:srgbClr>
                </a:gs>
                <a:gs pos="85714">
                  <a:srgbClr val="E0E0DF">
                    <a:alpha val="1902"/>
                  </a:srgbClr>
                </a:gs>
                <a:gs pos="100000">
                  <a:srgbClr val="E0E0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6433005">
              <a:off x="2137224" y="107470"/>
              <a:ext cx="465570" cy="153404"/>
            </a:xfrm>
            <a:prstGeom prst="ellipse">
              <a:avLst/>
            </a:prstGeom>
            <a:gradFill>
              <a:gsLst>
                <a:gs pos="0">
                  <a:srgbClr val="606061">
                    <a:alpha val="32968"/>
                  </a:srgbClr>
                </a:gs>
                <a:gs pos="14286">
                  <a:srgbClr val="606061">
                    <a:alpha val="30764"/>
                  </a:srgbClr>
                </a:gs>
                <a:gs pos="28571">
                  <a:srgbClr val="606061">
                    <a:alpha val="24833"/>
                  </a:srgbClr>
                </a:gs>
                <a:gs pos="42857">
                  <a:srgbClr val="606061">
                    <a:alpha val="17075"/>
                  </a:srgbClr>
                </a:gs>
                <a:gs pos="57143">
                  <a:srgbClr val="606061">
                    <a:alpha val="9855"/>
                  </a:srgbClr>
                </a:gs>
                <a:gs pos="71429">
                  <a:srgbClr val="606061">
                    <a:alpha val="4740"/>
                  </a:srgbClr>
                </a:gs>
                <a:gs pos="85714">
                  <a:srgbClr val="606061">
                    <a:alpha val="1902"/>
                  </a:srgbClr>
                </a:gs>
                <a:gs pos="100000">
                  <a:srgbClr val="606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5514219">
              <a:off x="1270855" y="1330535"/>
              <a:ext cx="586212" cy="61481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3441923">
              <a:off x="2875552" y="890407"/>
              <a:ext cx="531597" cy="95795"/>
            </a:xfrm>
            <a:prstGeom prst="ellipse">
              <a:avLst/>
            </a:prstGeom>
            <a:gradFill>
              <a:gsLst>
                <a:gs pos="0">
                  <a:srgbClr val="5C5B5C">
                    <a:alpha val="24071"/>
                  </a:srgbClr>
                </a:gs>
                <a:gs pos="14286">
                  <a:srgbClr val="5C5B5C">
                    <a:alpha val="22360"/>
                  </a:srgbClr>
                </a:gs>
                <a:gs pos="28571">
                  <a:srgbClr val="5C5B5C">
                    <a:alpha val="17841"/>
                  </a:srgbClr>
                </a:gs>
                <a:gs pos="42857">
                  <a:srgbClr val="5C5B5C">
                    <a:alpha val="12094"/>
                  </a:srgbClr>
                </a:gs>
                <a:gs pos="57143">
                  <a:srgbClr val="5C5B5C">
                    <a:alpha val="6893"/>
                  </a:srgbClr>
                </a:gs>
                <a:gs pos="71429">
                  <a:srgbClr val="5C5B5C">
                    <a:alpha val="3288"/>
                  </a:srgbClr>
                </a:gs>
                <a:gs pos="85714">
                  <a:srgbClr val="5C5B5C">
                    <a:alpha val="1313"/>
                  </a:srgbClr>
                </a:gs>
                <a:gs pos="100000">
                  <a:srgbClr val="5C5B5C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5357925">
              <a:off x="1499648" y="2500998"/>
              <a:ext cx="668163" cy="66613"/>
            </a:xfrm>
            <a:prstGeom prst="ellipse">
              <a:avLst/>
            </a:prstGeom>
            <a:gradFill>
              <a:gsLst>
                <a:gs pos="0">
                  <a:srgbClr val="F1F1F1">
                    <a:alpha val="32142"/>
                  </a:srgbClr>
                </a:gs>
                <a:gs pos="14286">
                  <a:srgbClr val="F1F1F1">
                    <a:alpha val="29980"/>
                  </a:srgbClr>
                </a:gs>
                <a:gs pos="28571">
                  <a:srgbClr val="F1F1F1">
                    <a:alpha val="24173"/>
                  </a:srgbClr>
                </a:gs>
                <a:gs pos="42857">
                  <a:srgbClr val="F1F1F1">
                    <a:alpha val="16598"/>
                  </a:srgbClr>
                </a:gs>
                <a:gs pos="57143">
                  <a:srgbClr val="F1F1F1">
                    <a:alpha val="9568"/>
                  </a:srgbClr>
                </a:gs>
                <a:gs pos="71429">
                  <a:srgbClr val="F1F1F1">
                    <a:alpha val="4599"/>
                  </a:srgbClr>
                </a:gs>
                <a:gs pos="85714">
                  <a:srgbClr val="F1F1F1">
                    <a:alpha val="1844"/>
                  </a:srgbClr>
                </a:gs>
                <a:gs pos="100000">
                  <a:srgbClr val="F1F1F1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4920846">
              <a:off x="2602692" y="1050662"/>
              <a:ext cx="785421" cy="23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3728406">
              <a:off x="280959" y="653510"/>
              <a:ext cx="614115" cy="156254"/>
            </a:xfrm>
            <a:prstGeom prst="ellipse">
              <a:avLst/>
            </a:prstGeom>
            <a:gradFill>
              <a:gsLst>
                <a:gs pos="0">
                  <a:srgbClr val="595858">
                    <a:alpha val="14395"/>
                  </a:srgbClr>
                </a:gs>
                <a:gs pos="14286">
                  <a:srgbClr val="595858">
                    <a:alpha val="13312"/>
                  </a:srgbClr>
                </a:gs>
                <a:gs pos="28571">
                  <a:srgbClr val="595858">
                    <a:alpha val="10499"/>
                  </a:srgbClr>
                </a:gs>
                <a:gs pos="42857">
                  <a:srgbClr val="595858">
                    <a:alpha val="7017"/>
                  </a:srgbClr>
                </a:gs>
                <a:gs pos="57143">
                  <a:srgbClr val="595858">
                    <a:alpha val="3951"/>
                  </a:srgbClr>
                </a:gs>
                <a:gs pos="71429">
                  <a:srgbClr val="595858">
                    <a:alpha val="1869"/>
                  </a:srgbClr>
                </a:gs>
                <a:gs pos="85714">
                  <a:srgbClr val="595858">
                    <a:alpha val="743"/>
                  </a:srgbClr>
                </a:gs>
                <a:gs pos="100000">
                  <a:srgbClr val="595858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6679821">
              <a:off x="1342491" y="3416890"/>
              <a:ext cx="569865" cy="83076"/>
            </a:xfrm>
            <a:prstGeom prst="ellipse">
              <a:avLst/>
            </a:prstGeom>
            <a:gradFill>
              <a:gsLst>
                <a:gs pos="0">
                  <a:srgbClr val="686765">
                    <a:alpha val="32968"/>
                  </a:srgbClr>
                </a:gs>
                <a:gs pos="14286">
                  <a:srgbClr val="686765">
                    <a:alpha val="30764"/>
                  </a:srgbClr>
                </a:gs>
                <a:gs pos="28571">
                  <a:srgbClr val="686765">
                    <a:alpha val="24833"/>
                  </a:srgbClr>
                </a:gs>
                <a:gs pos="42857">
                  <a:srgbClr val="686765">
                    <a:alpha val="17075"/>
                  </a:srgbClr>
                </a:gs>
                <a:gs pos="57143">
                  <a:srgbClr val="686765">
                    <a:alpha val="9855"/>
                  </a:srgbClr>
                </a:gs>
                <a:gs pos="71429">
                  <a:srgbClr val="686765">
                    <a:alpha val="4740"/>
                  </a:srgbClr>
                </a:gs>
                <a:gs pos="85714">
                  <a:srgbClr val="686765">
                    <a:alpha val="1902"/>
                  </a:srgbClr>
                </a:gs>
                <a:gs pos="100000">
                  <a:srgbClr val="6867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3032846">
              <a:off x="2012929" y="1847302"/>
              <a:ext cx="480688" cy="233623"/>
            </a:xfrm>
            <a:prstGeom prst="ellipse">
              <a:avLst/>
            </a:prstGeom>
            <a:gradFill>
              <a:gsLst>
                <a:gs pos="0">
                  <a:srgbClr val="5F5F60">
                    <a:alpha val="19627"/>
                  </a:srgbClr>
                </a:gs>
                <a:gs pos="14286">
                  <a:srgbClr val="5F5F60">
                    <a:alpha val="18194"/>
                  </a:srgbClr>
                </a:gs>
                <a:gs pos="28571">
                  <a:srgbClr val="5F5F60">
                    <a:alpha val="14438"/>
                  </a:srgbClr>
                </a:gs>
                <a:gs pos="42857">
                  <a:srgbClr val="5F5F60">
                    <a:alpha val="9722"/>
                  </a:srgbClr>
                </a:gs>
                <a:gs pos="57143">
                  <a:srgbClr val="5F5F60">
                    <a:alpha val="5509"/>
                  </a:srgbClr>
                </a:gs>
                <a:gs pos="71429">
                  <a:srgbClr val="5F5F60">
                    <a:alpha val="2618"/>
                  </a:srgbClr>
                </a:gs>
                <a:gs pos="85714">
                  <a:srgbClr val="5F5F60">
                    <a:alpha val="1043"/>
                  </a:srgbClr>
                </a:gs>
                <a:gs pos="100000">
                  <a:srgbClr val="5F5F6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5463670">
              <a:off x="821405" y="3261489"/>
              <a:ext cx="242573" cy="53480"/>
            </a:xfrm>
            <a:prstGeom prst="ellipse">
              <a:avLst/>
            </a:prstGeom>
            <a:gradFill>
              <a:gsLst>
                <a:gs pos="0">
                  <a:srgbClr val="4F5050">
                    <a:alpha val="32968"/>
                  </a:srgbClr>
                </a:gs>
                <a:gs pos="14286">
                  <a:srgbClr val="4F5050">
                    <a:alpha val="30764"/>
                  </a:srgbClr>
                </a:gs>
                <a:gs pos="28571">
                  <a:srgbClr val="4F5050">
                    <a:alpha val="24833"/>
                  </a:srgbClr>
                </a:gs>
                <a:gs pos="42857">
                  <a:srgbClr val="4F5050">
                    <a:alpha val="17075"/>
                  </a:srgbClr>
                </a:gs>
                <a:gs pos="57143">
                  <a:srgbClr val="4F5050">
                    <a:alpha val="9855"/>
                  </a:srgbClr>
                </a:gs>
                <a:gs pos="71429">
                  <a:srgbClr val="4F5050">
                    <a:alpha val="4740"/>
                  </a:srgbClr>
                </a:gs>
                <a:gs pos="85714">
                  <a:srgbClr val="4F5050">
                    <a:alpha val="1902"/>
                  </a:srgbClr>
                </a:gs>
                <a:gs pos="100000">
                  <a:srgbClr val="4F50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5363304">
              <a:off x="1368451" y="3146248"/>
              <a:ext cx="454512" cy="28661"/>
            </a:xfrm>
            <a:prstGeom prst="ellipse">
              <a:avLst/>
            </a:prstGeom>
            <a:gradFill>
              <a:gsLst>
                <a:gs pos="0">
                  <a:srgbClr val="535353">
                    <a:alpha val="28494"/>
                  </a:srgbClr>
                </a:gs>
                <a:gs pos="14286">
                  <a:srgbClr val="535353">
                    <a:alpha val="26528"/>
                  </a:srgbClr>
                </a:gs>
                <a:gs pos="28571">
                  <a:srgbClr val="535353">
                    <a:alpha val="21286"/>
                  </a:srgbClr>
                </a:gs>
                <a:gs pos="42857">
                  <a:srgbClr val="535353">
                    <a:alpha val="14529"/>
                  </a:srgbClr>
                </a:gs>
                <a:gs pos="57143">
                  <a:srgbClr val="535353">
                    <a:alpha val="8332"/>
                  </a:srgbClr>
                </a:gs>
                <a:gs pos="71429">
                  <a:srgbClr val="535353">
                    <a:alpha val="3990"/>
                  </a:srgbClr>
                </a:gs>
                <a:gs pos="85714">
                  <a:srgbClr val="535353">
                    <a:alpha val="1597"/>
                  </a:srgbClr>
                </a:gs>
                <a:gs pos="100000">
                  <a:srgbClr val="535353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4956623">
              <a:off x="2139646" y="2522851"/>
              <a:ext cx="510561" cy="66492"/>
            </a:xfrm>
            <a:prstGeom prst="ellipse">
              <a:avLst/>
            </a:prstGeom>
            <a:gradFill>
              <a:gsLst>
                <a:gs pos="0">
                  <a:srgbClr val="D9D8D8">
                    <a:alpha val="32968"/>
                  </a:srgbClr>
                </a:gs>
                <a:gs pos="14286">
                  <a:srgbClr val="D9D8D8">
                    <a:alpha val="30764"/>
                  </a:srgbClr>
                </a:gs>
                <a:gs pos="28571">
                  <a:srgbClr val="D9D8D8">
                    <a:alpha val="24833"/>
                  </a:srgbClr>
                </a:gs>
                <a:gs pos="42857">
                  <a:srgbClr val="D9D8D8">
                    <a:alpha val="17075"/>
                  </a:srgbClr>
                </a:gs>
                <a:gs pos="57143">
                  <a:srgbClr val="D9D8D8">
                    <a:alpha val="9855"/>
                  </a:srgbClr>
                </a:gs>
                <a:gs pos="71429">
                  <a:srgbClr val="D9D8D8">
                    <a:alpha val="4740"/>
                  </a:srgbClr>
                </a:gs>
                <a:gs pos="85714">
                  <a:srgbClr val="D9D8D8">
                    <a:alpha val="1902"/>
                  </a:srgbClr>
                </a:gs>
                <a:gs pos="100000">
                  <a:srgbClr val="D9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4616813">
              <a:off x="3001507" y="49526"/>
              <a:ext cx="496231" cy="51662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6686277">
              <a:off x="-54330" y="72506"/>
              <a:ext cx="470335" cy="206133"/>
            </a:xfrm>
            <a:prstGeom prst="ellipse">
              <a:avLst/>
            </a:prstGeom>
            <a:gradFill>
              <a:gsLst>
                <a:gs pos="0">
                  <a:srgbClr val="616161">
                    <a:alpha val="32968"/>
                  </a:srgbClr>
                </a:gs>
                <a:gs pos="14286">
                  <a:srgbClr val="616161">
                    <a:alpha val="30764"/>
                  </a:srgbClr>
                </a:gs>
                <a:gs pos="28571">
                  <a:srgbClr val="616161">
                    <a:alpha val="24833"/>
                  </a:srgbClr>
                </a:gs>
                <a:gs pos="42857">
                  <a:srgbClr val="616161">
                    <a:alpha val="17075"/>
                  </a:srgbClr>
                </a:gs>
                <a:gs pos="57143">
                  <a:srgbClr val="616161">
                    <a:alpha val="9855"/>
                  </a:srgbClr>
                </a:gs>
                <a:gs pos="71429">
                  <a:srgbClr val="616161">
                    <a:alpha val="4740"/>
                  </a:srgbClr>
                </a:gs>
                <a:gs pos="85714">
                  <a:srgbClr val="616161">
                    <a:alpha val="1902"/>
                  </a:srgbClr>
                </a:gs>
                <a:gs pos="100000">
                  <a:srgbClr val="6161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4934719">
              <a:off x="3005565" y="3127990"/>
              <a:ext cx="589654" cy="32148"/>
            </a:xfrm>
            <a:prstGeom prst="ellipse">
              <a:avLst/>
            </a:prstGeom>
            <a:gradFill>
              <a:gsLst>
                <a:gs pos="0">
                  <a:srgbClr val="1B2119">
                    <a:alpha val="32968"/>
                  </a:srgbClr>
                </a:gs>
                <a:gs pos="14286">
                  <a:srgbClr val="1B2119">
                    <a:alpha val="30764"/>
                  </a:srgbClr>
                </a:gs>
                <a:gs pos="28571">
                  <a:srgbClr val="1B2119">
                    <a:alpha val="24833"/>
                  </a:srgbClr>
                </a:gs>
                <a:gs pos="42857">
                  <a:srgbClr val="1B2119">
                    <a:alpha val="17075"/>
                  </a:srgbClr>
                </a:gs>
                <a:gs pos="57143">
                  <a:srgbClr val="1B2119">
                    <a:alpha val="9855"/>
                  </a:srgbClr>
                </a:gs>
                <a:gs pos="71429">
                  <a:srgbClr val="1B2119">
                    <a:alpha val="4740"/>
                  </a:srgbClr>
                </a:gs>
                <a:gs pos="85714">
                  <a:srgbClr val="1B2119">
                    <a:alpha val="1902"/>
                  </a:srgbClr>
                </a:gs>
                <a:gs pos="100000">
                  <a:srgbClr val="1B21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4180611">
              <a:off x="1637618" y="3086758"/>
              <a:ext cx="363247" cy="192016"/>
            </a:xfrm>
            <a:prstGeom prst="ellipse">
              <a:avLst/>
            </a:prstGeom>
            <a:gradFill>
              <a:gsLst>
                <a:gs pos="0">
                  <a:srgbClr val="606160">
                    <a:alpha val="21332"/>
                  </a:srgbClr>
                </a:gs>
                <a:gs pos="14286">
                  <a:srgbClr val="606160">
                    <a:alpha val="19791"/>
                  </a:srgbClr>
                </a:gs>
                <a:gs pos="28571">
                  <a:srgbClr val="606160">
                    <a:alpha val="15737"/>
                  </a:srgbClr>
                </a:gs>
                <a:gs pos="42857">
                  <a:srgbClr val="606160">
                    <a:alpha val="10624"/>
                  </a:srgbClr>
                </a:gs>
                <a:gs pos="57143">
                  <a:srgbClr val="606160">
                    <a:alpha val="6034"/>
                  </a:srgbClr>
                </a:gs>
                <a:gs pos="71429">
                  <a:srgbClr val="606160">
                    <a:alpha val="2871"/>
                  </a:srgbClr>
                </a:gs>
                <a:gs pos="85714">
                  <a:srgbClr val="606160">
                    <a:alpha val="1145"/>
                  </a:srgbClr>
                </a:gs>
                <a:gs pos="100000">
                  <a:srgbClr val="606160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5641820">
              <a:off x="806503" y="1102607"/>
              <a:ext cx="570348" cy="539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5445474">
              <a:off x="935113" y="1082996"/>
              <a:ext cx="346554" cy="82301"/>
            </a:xfrm>
            <a:prstGeom prst="ellipse">
              <a:avLst/>
            </a:prstGeom>
            <a:gradFill>
              <a:gsLst>
                <a:gs pos="0">
                  <a:srgbClr val="464644">
                    <a:alpha val="19881"/>
                  </a:srgbClr>
                </a:gs>
                <a:gs pos="14286">
                  <a:srgbClr val="464644">
                    <a:alpha val="18431"/>
                  </a:srgbClr>
                </a:gs>
                <a:gs pos="28571">
                  <a:srgbClr val="464644">
                    <a:alpha val="14630"/>
                  </a:srgbClr>
                </a:gs>
                <a:gs pos="42857">
                  <a:srgbClr val="464644">
                    <a:alpha val="9855"/>
                  </a:srgbClr>
                </a:gs>
                <a:gs pos="57143">
                  <a:srgbClr val="464644">
                    <a:alpha val="5587"/>
                  </a:srgbClr>
                </a:gs>
                <a:gs pos="71429">
                  <a:srgbClr val="464644">
                    <a:alpha val="2655"/>
                  </a:srgbClr>
                </a:gs>
                <a:gs pos="85714">
                  <a:srgbClr val="464644">
                    <a:alpha val="1059"/>
                  </a:srgbClr>
                </a:gs>
                <a:gs pos="100000">
                  <a:srgbClr val="464644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5164501">
              <a:off x="2050449" y="2479823"/>
              <a:ext cx="616020" cy="35759"/>
            </a:xfrm>
            <a:prstGeom prst="ellipse">
              <a:avLst/>
            </a:prstGeom>
            <a:gradFill>
              <a:gsLst>
                <a:gs pos="0">
                  <a:srgbClr val="565759">
                    <a:alpha val="32968"/>
                  </a:srgbClr>
                </a:gs>
                <a:gs pos="14286">
                  <a:srgbClr val="565759">
                    <a:alpha val="30764"/>
                  </a:srgbClr>
                </a:gs>
                <a:gs pos="28571">
                  <a:srgbClr val="565759">
                    <a:alpha val="24833"/>
                  </a:srgbClr>
                </a:gs>
                <a:gs pos="42857">
                  <a:srgbClr val="565759">
                    <a:alpha val="17075"/>
                  </a:srgbClr>
                </a:gs>
                <a:gs pos="57143">
                  <a:srgbClr val="565759">
                    <a:alpha val="9855"/>
                  </a:srgbClr>
                </a:gs>
                <a:gs pos="71429">
                  <a:srgbClr val="565759">
                    <a:alpha val="4740"/>
                  </a:srgbClr>
                </a:gs>
                <a:gs pos="85714">
                  <a:srgbClr val="565759">
                    <a:alpha val="1902"/>
                  </a:srgbClr>
                </a:gs>
                <a:gs pos="100000">
                  <a:srgbClr val="5657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4849959">
              <a:off x="2860590" y="1184456"/>
              <a:ext cx="723406" cy="45874"/>
            </a:xfrm>
            <a:prstGeom prst="ellipse">
              <a:avLst/>
            </a:prstGeom>
            <a:gradFill>
              <a:gsLst>
                <a:gs pos="0">
                  <a:srgbClr val="EAEAEA">
                    <a:alpha val="29630"/>
                  </a:srgbClr>
                </a:gs>
                <a:gs pos="14286">
                  <a:srgbClr val="EAEAEA">
                    <a:alpha val="27601"/>
                  </a:srgbClr>
                </a:gs>
                <a:gs pos="28571">
                  <a:srgbClr val="EAEAEA">
                    <a:alpha val="22181"/>
                  </a:srgbClr>
                </a:gs>
                <a:gs pos="42857">
                  <a:srgbClr val="EAEAEA">
                    <a:alpha val="15167"/>
                  </a:srgbClr>
                </a:gs>
                <a:gs pos="57143">
                  <a:srgbClr val="EAEAEA">
                    <a:alpha val="8711"/>
                  </a:srgbClr>
                </a:gs>
                <a:gs pos="71429">
                  <a:srgbClr val="EAEAEA">
                    <a:alpha val="4177"/>
                  </a:srgbClr>
                </a:gs>
                <a:gs pos="85714">
                  <a:srgbClr val="EAEAEA">
                    <a:alpha val="1673"/>
                  </a:srgbClr>
                </a:gs>
                <a:gs pos="100000">
                  <a:srgbClr val="EAEAEA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5348429">
              <a:off x="1460091" y="1783088"/>
              <a:ext cx="785833" cy="27206"/>
            </a:xfrm>
            <a:prstGeom prst="ellipse">
              <a:avLst/>
            </a:prstGeom>
            <a:gradFill>
              <a:gsLst>
                <a:gs pos="0">
                  <a:srgbClr val="040103">
                    <a:alpha val="32968"/>
                  </a:srgbClr>
                </a:gs>
                <a:gs pos="14286">
                  <a:srgbClr val="040103">
                    <a:alpha val="30764"/>
                  </a:srgbClr>
                </a:gs>
                <a:gs pos="28571">
                  <a:srgbClr val="040103">
                    <a:alpha val="24833"/>
                  </a:srgbClr>
                </a:gs>
                <a:gs pos="42857">
                  <a:srgbClr val="040103">
                    <a:alpha val="17075"/>
                  </a:srgbClr>
                </a:gs>
                <a:gs pos="57143">
                  <a:srgbClr val="040103">
                    <a:alpha val="9855"/>
                  </a:srgbClr>
                </a:gs>
                <a:gs pos="71429">
                  <a:srgbClr val="040103">
                    <a:alpha val="4740"/>
                  </a:srgbClr>
                </a:gs>
                <a:gs pos="85714">
                  <a:srgbClr val="040103">
                    <a:alpha val="1902"/>
                  </a:srgbClr>
                </a:gs>
                <a:gs pos="100000">
                  <a:srgbClr val="0401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4010984">
              <a:off x="1388785" y="1984149"/>
              <a:ext cx="780163" cy="133523"/>
            </a:xfrm>
            <a:prstGeom prst="ellipse">
              <a:avLst/>
            </a:prstGeom>
            <a:gradFill>
              <a:gsLst>
                <a:gs pos="0">
                  <a:srgbClr val="6A6A6B">
                    <a:alpha val="32968"/>
                  </a:srgbClr>
                </a:gs>
                <a:gs pos="14286">
                  <a:srgbClr val="6A6A6B">
                    <a:alpha val="30764"/>
                  </a:srgbClr>
                </a:gs>
                <a:gs pos="28571">
                  <a:srgbClr val="6A6A6B">
                    <a:alpha val="24833"/>
                  </a:srgbClr>
                </a:gs>
                <a:gs pos="42857">
                  <a:srgbClr val="6A6A6B">
                    <a:alpha val="17075"/>
                  </a:srgbClr>
                </a:gs>
                <a:gs pos="57143">
                  <a:srgbClr val="6A6A6B">
                    <a:alpha val="9855"/>
                  </a:srgbClr>
                </a:gs>
                <a:gs pos="71429">
                  <a:srgbClr val="6A6A6B">
                    <a:alpha val="4740"/>
                  </a:srgbClr>
                </a:gs>
                <a:gs pos="85714">
                  <a:srgbClr val="6A6A6B">
                    <a:alpha val="1902"/>
                  </a:srgbClr>
                </a:gs>
                <a:gs pos="100000">
                  <a:srgbClr val="6A6A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5040251">
              <a:off x="2679024" y="2970223"/>
              <a:ext cx="530018" cy="39587"/>
            </a:xfrm>
            <a:prstGeom prst="ellipse">
              <a:avLst/>
            </a:prstGeom>
            <a:gradFill>
              <a:gsLst>
                <a:gs pos="0">
                  <a:srgbClr val="000301">
                    <a:alpha val="23373"/>
                  </a:srgbClr>
                </a:gs>
                <a:gs pos="14286">
                  <a:srgbClr val="000301">
                    <a:alpha val="21705"/>
                  </a:srgbClr>
                </a:gs>
                <a:gs pos="28571">
                  <a:srgbClr val="000301">
                    <a:alpha val="17303"/>
                  </a:srgbClr>
                </a:gs>
                <a:gs pos="42857">
                  <a:srgbClr val="000301">
                    <a:alpha val="11716"/>
                  </a:srgbClr>
                </a:gs>
                <a:gs pos="57143">
                  <a:srgbClr val="000301">
                    <a:alpha val="6672"/>
                  </a:srgbClr>
                </a:gs>
                <a:gs pos="71429">
                  <a:srgbClr val="000301">
                    <a:alpha val="3180"/>
                  </a:srgbClr>
                </a:gs>
                <a:gs pos="85714">
                  <a:srgbClr val="000301">
                    <a:alpha val="1270"/>
                  </a:srgbClr>
                </a:gs>
                <a:gs pos="100000">
                  <a:srgbClr val="000301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4942938">
              <a:off x="3095138" y="3522116"/>
              <a:ext cx="514035" cy="83383"/>
            </a:xfrm>
            <a:prstGeom prst="ellipse">
              <a:avLst/>
            </a:prstGeom>
            <a:gradFill>
              <a:gsLst>
                <a:gs pos="0">
                  <a:srgbClr val="000000">
                    <a:alpha val="20289"/>
                  </a:srgbClr>
                </a:gs>
                <a:gs pos="14286">
                  <a:srgbClr val="000000">
                    <a:alpha val="18813"/>
                  </a:srgbClr>
                </a:gs>
                <a:gs pos="28571">
                  <a:srgbClr val="000000">
                    <a:alpha val="14941"/>
                  </a:srgbClr>
                </a:gs>
                <a:gs pos="42857">
                  <a:srgbClr val="000000">
                    <a:alpha val="10071"/>
                  </a:srgbClr>
                </a:gs>
                <a:gs pos="57143">
                  <a:srgbClr val="000000">
                    <a:alpha val="5712"/>
                  </a:srgbClr>
                </a:gs>
                <a:gs pos="71429">
                  <a:srgbClr val="000000">
                    <a:alpha val="2716"/>
                  </a:srgbClr>
                </a:gs>
                <a:gs pos="85714">
                  <a:srgbClr val="000000">
                    <a:alpha val="1083"/>
                  </a:srgbClr>
                </a:gs>
                <a:gs pos="100000">
                  <a:srgbClr val="000000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5070918">
              <a:off x="2398613" y="2987497"/>
              <a:ext cx="605376" cy="52942"/>
            </a:xfrm>
            <a:prstGeom prst="ellipse">
              <a:avLst/>
            </a:prstGeom>
            <a:gradFill>
              <a:gsLst>
                <a:gs pos="0">
                  <a:srgbClr val="FBFBFA">
                    <a:alpha val="32968"/>
                  </a:srgbClr>
                </a:gs>
                <a:gs pos="14286">
                  <a:srgbClr val="FBFBFA">
                    <a:alpha val="30764"/>
                  </a:srgbClr>
                </a:gs>
                <a:gs pos="28571">
                  <a:srgbClr val="FBFBFA">
                    <a:alpha val="24833"/>
                  </a:srgbClr>
                </a:gs>
                <a:gs pos="42857">
                  <a:srgbClr val="FBFBFA">
                    <a:alpha val="17075"/>
                  </a:srgbClr>
                </a:gs>
                <a:gs pos="57143">
                  <a:srgbClr val="FBFBFA">
                    <a:alpha val="9855"/>
                  </a:srgbClr>
                </a:gs>
                <a:gs pos="71429">
                  <a:srgbClr val="FBFBFA">
                    <a:alpha val="4740"/>
                  </a:srgbClr>
                </a:gs>
                <a:gs pos="85714">
                  <a:srgbClr val="FBFBFA">
                    <a:alpha val="1902"/>
                  </a:srgbClr>
                </a:gs>
                <a:gs pos="100000">
                  <a:srgbClr val="FBFB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7316623">
              <a:off x="1491920" y="1935414"/>
              <a:ext cx="555727" cy="75682"/>
            </a:xfrm>
            <a:prstGeom prst="ellipse">
              <a:avLst/>
            </a:prstGeom>
            <a:gradFill>
              <a:gsLst>
                <a:gs pos="0">
                  <a:srgbClr val="646364">
                    <a:alpha val="29892"/>
                  </a:srgbClr>
                </a:gs>
                <a:gs pos="14286">
                  <a:srgbClr val="646364">
                    <a:alpha val="27849"/>
                  </a:srgbClr>
                </a:gs>
                <a:gs pos="28571">
                  <a:srgbClr val="646364">
                    <a:alpha val="22387"/>
                  </a:srgbClr>
                </a:gs>
                <a:gs pos="42857">
                  <a:srgbClr val="646364">
                    <a:alpha val="15315"/>
                  </a:srgbClr>
                </a:gs>
                <a:gs pos="57143">
                  <a:srgbClr val="646364">
                    <a:alpha val="8800"/>
                  </a:srgbClr>
                </a:gs>
                <a:gs pos="71429">
                  <a:srgbClr val="646364">
                    <a:alpha val="4220"/>
                  </a:srgbClr>
                </a:gs>
                <a:gs pos="85714">
                  <a:srgbClr val="646364">
                    <a:alpha val="1691"/>
                  </a:srgbClr>
                </a:gs>
                <a:gs pos="100000">
                  <a:srgbClr val="646364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3855351">
              <a:off x="1174709" y="1487533"/>
              <a:ext cx="487200" cy="208052"/>
            </a:xfrm>
            <a:prstGeom prst="ellipse">
              <a:avLst/>
            </a:prstGeom>
            <a:gradFill>
              <a:gsLst>
                <a:gs pos="0">
                  <a:srgbClr val="5F605F">
                    <a:alpha val="32968"/>
                  </a:srgbClr>
                </a:gs>
                <a:gs pos="14286">
                  <a:srgbClr val="5F605F">
                    <a:alpha val="30764"/>
                  </a:srgbClr>
                </a:gs>
                <a:gs pos="28571">
                  <a:srgbClr val="5F605F">
                    <a:alpha val="24833"/>
                  </a:srgbClr>
                </a:gs>
                <a:gs pos="42857">
                  <a:srgbClr val="5F605F">
                    <a:alpha val="17075"/>
                  </a:srgbClr>
                </a:gs>
                <a:gs pos="57143">
                  <a:srgbClr val="5F605F">
                    <a:alpha val="9855"/>
                  </a:srgbClr>
                </a:gs>
                <a:gs pos="71429">
                  <a:srgbClr val="5F605F">
                    <a:alpha val="4740"/>
                  </a:srgbClr>
                </a:gs>
                <a:gs pos="85714">
                  <a:srgbClr val="5F605F">
                    <a:alpha val="1902"/>
                  </a:srgbClr>
                </a:gs>
                <a:gs pos="100000">
                  <a:srgbClr val="5F6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6973949">
              <a:off x="296877" y="1944435"/>
              <a:ext cx="551775" cy="129770"/>
            </a:xfrm>
            <a:prstGeom prst="ellipse">
              <a:avLst/>
            </a:prstGeom>
            <a:gradFill>
              <a:gsLst>
                <a:gs pos="0">
                  <a:srgbClr val="605F60">
                    <a:alpha val="32968"/>
                  </a:srgbClr>
                </a:gs>
                <a:gs pos="14286">
                  <a:srgbClr val="605F60">
                    <a:alpha val="30764"/>
                  </a:srgbClr>
                </a:gs>
                <a:gs pos="28571">
                  <a:srgbClr val="605F60">
                    <a:alpha val="24833"/>
                  </a:srgbClr>
                </a:gs>
                <a:gs pos="42857">
                  <a:srgbClr val="605F60">
                    <a:alpha val="17075"/>
                  </a:srgbClr>
                </a:gs>
                <a:gs pos="57143">
                  <a:srgbClr val="605F60">
                    <a:alpha val="9855"/>
                  </a:srgbClr>
                </a:gs>
                <a:gs pos="71429">
                  <a:srgbClr val="605F60">
                    <a:alpha val="4740"/>
                  </a:srgbClr>
                </a:gs>
                <a:gs pos="85714">
                  <a:srgbClr val="605F60">
                    <a:alpha val="1902"/>
                  </a:srgbClr>
                </a:gs>
                <a:gs pos="100000">
                  <a:srgbClr val="605F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5314625">
              <a:off x="1528349" y="3332484"/>
              <a:ext cx="630480" cy="34733"/>
            </a:xfrm>
            <a:prstGeom prst="ellipse">
              <a:avLst/>
            </a:prstGeom>
            <a:gradFill>
              <a:gsLst>
                <a:gs pos="0">
                  <a:srgbClr val="C7C5C6">
                    <a:alpha val="21572"/>
                  </a:srgbClr>
                </a:gs>
                <a:gs pos="14286">
                  <a:srgbClr val="C7C5C6">
                    <a:alpha val="20015"/>
                  </a:srgbClr>
                </a:gs>
                <a:gs pos="28571">
                  <a:srgbClr val="C7C5C6">
                    <a:alpha val="15920"/>
                  </a:srgbClr>
                </a:gs>
                <a:gs pos="42857">
                  <a:srgbClr val="C7C5C6">
                    <a:alpha val="10751"/>
                  </a:srgbClr>
                </a:gs>
                <a:gs pos="57143">
                  <a:srgbClr val="C7C5C6">
                    <a:alpha val="6108"/>
                  </a:srgbClr>
                </a:gs>
                <a:gs pos="71429">
                  <a:srgbClr val="C7C5C6">
                    <a:alpha val="2907"/>
                  </a:srgbClr>
                </a:gs>
                <a:gs pos="85714">
                  <a:srgbClr val="C7C5C6">
                    <a:alpha val="1160"/>
                  </a:srgbClr>
                </a:gs>
                <a:gs pos="100000">
                  <a:srgbClr val="C7C5C6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8580423">
              <a:off x="295724" y="3081743"/>
              <a:ext cx="376690" cy="99002"/>
            </a:xfrm>
            <a:prstGeom prst="ellipse">
              <a:avLst/>
            </a:prstGeom>
            <a:gradFill>
              <a:gsLst>
                <a:gs pos="0">
                  <a:srgbClr val="636162">
                    <a:alpha val="32968"/>
                  </a:srgbClr>
                </a:gs>
                <a:gs pos="14286">
                  <a:srgbClr val="636162">
                    <a:alpha val="30764"/>
                  </a:srgbClr>
                </a:gs>
                <a:gs pos="28571">
                  <a:srgbClr val="636162">
                    <a:alpha val="24833"/>
                  </a:srgbClr>
                </a:gs>
                <a:gs pos="42857">
                  <a:srgbClr val="636162">
                    <a:alpha val="17075"/>
                  </a:srgbClr>
                </a:gs>
                <a:gs pos="57143">
                  <a:srgbClr val="636162">
                    <a:alpha val="9855"/>
                  </a:srgbClr>
                </a:gs>
                <a:gs pos="71429">
                  <a:srgbClr val="636162">
                    <a:alpha val="4740"/>
                  </a:srgbClr>
                </a:gs>
                <a:gs pos="85714">
                  <a:srgbClr val="636162">
                    <a:alpha val="1902"/>
                  </a:srgbClr>
                </a:gs>
                <a:gs pos="100000">
                  <a:srgbClr val="6361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5324392">
              <a:off x="1790771" y="2336869"/>
              <a:ext cx="624400" cy="47714"/>
            </a:xfrm>
            <a:prstGeom prst="ellipse">
              <a:avLst/>
            </a:prstGeom>
            <a:gradFill>
              <a:gsLst>
                <a:gs pos="0">
                  <a:srgbClr val="E2E1E2">
                    <a:alpha val="32968"/>
                  </a:srgbClr>
                </a:gs>
                <a:gs pos="14286">
                  <a:srgbClr val="E2E1E2">
                    <a:alpha val="30764"/>
                  </a:srgbClr>
                </a:gs>
                <a:gs pos="28571">
                  <a:srgbClr val="E2E1E2">
                    <a:alpha val="24833"/>
                  </a:srgbClr>
                </a:gs>
                <a:gs pos="42857">
                  <a:srgbClr val="E2E1E2">
                    <a:alpha val="17075"/>
                  </a:srgbClr>
                </a:gs>
                <a:gs pos="57143">
                  <a:srgbClr val="E2E1E2">
                    <a:alpha val="9855"/>
                  </a:srgbClr>
                </a:gs>
                <a:gs pos="71429">
                  <a:srgbClr val="E2E1E2">
                    <a:alpha val="4740"/>
                  </a:srgbClr>
                </a:gs>
                <a:gs pos="85714">
                  <a:srgbClr val="E2E1E2">
                    <a:alpha val="1902"/>
                  </a:srgbClr>
                </a:gs>
                <a:gs pos="100000">
                  <a:srgbClr val="E2E1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3566209">
              <a:off x="29962" y="2284272"/>
              <a:ext cx="492705" cy="149264"/>
            </a:xfrm>
            <a:prstGeom prst="ellipse">
              <a:avLst/>
            </a:prstGeom>
            <a:gradFill>
              <a:gsLst>
                <a:gs pos="0">
                  <a:srgbClr val="666765">
                    <a:alpha val="23944"/>
                  </a:srgbClr>
                </a:gs>
                <a:gs pos="14286">
                  <a:srgbClr val="666765">
                    <a:alpha val="22241"/>
                  </a:srgbClr>
                </a:gs>
                <a:gs pos="28571">
                  <a:srgbClr val="666765">
                    <a:alpha val="17743"/>
                  </a:srgbClr>
                </a:gs>
                <a:gs pos="42857">
                  <a:srgbClr val="666765">
                    <a:alpha val="12025"/>
                  </a:srgbClr>
                </a:gs>
                <a:gs pos="57143">
                  <a:srgbClr val="666765">
                    <a:alpha val="6853"/>
                  </a:srgbClr>
                </a:gs>
                <a:gs pos="71429">
                  <a:srgbClr val="666765">
                    <a:alpha val="3268"/>
                  </a:srgbClr>
                </a:gs>
                <a:gs pos="85714">
                  <a:srgbClr val="666765">
                    <a:alpha val="1305"/>
                  </a:srgbClr>
                </a:gs>
                <a:gs pos="100000">
                  <a:srgbClr val="666765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8713679">
              <a:off x="3137774" y="1594050"/>
              <a:ext cx="532602" cy="53798"/>
            </a:xfrm>
            <a:prstGeom prst="ellipse">
              <a:avLst/>
            </a:prstGeom>
            <a:gradFill>
              <a:gsLst>
                <a:gs pos="0">
                  <a:srgbClr val="5F615F">
                    <a:alpha val="5781"/>
                  </a:srgbClr>
                </a:gs>
                <a:gs pos="14286">
                  <a:srgbClr val="5F615F">
                    <a:alpha val="5326"/>
                  </a:srgbClr>
                </a:gs>
                <a:gs pos="28571">
                  <a:srgbClr val="5F615F">
                    <a:alpha val="4160"/>
                  </a:srgbClr>
                </a:gs>
                <a:gs pos="42857">
                  <a:srgbClr val="5F615F">
                    <a:alpha val="2749"/>
                  </a:srgbClr>
                </a:gs>
                <a:gs pos="57143">
                  <a:srgbClr val="5F615F">
                    <a:alpha val="1533"/>
                  </a:srgbClr>
                </a:gs>
                <a:gs pos="71429">
                  <a:srgbClr val="5F615F">
                    <a:alpha val="720"/>
                  </a:srgbClr>
                </a:gs>
                <a:gs pos="85714">
                  <a:srgbClr val="5F615F">
                    <a:alpha val="285"/>
                  </a:srgbClr>
                </a:gs>
                <a:gs pos="100000">
                  <a:srgbClr val="5F615F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4775891">
              <a:off x="3316849" y="2401297"/>
              <a:ext cx="554019" cy="241575"/>
            </a:xfrm>
            <a:prstGeom prst="ellipse">
              <a:avLst/>
            </a:prstGeom>
            <a:gradFill>
              <a:gsLst>
                <a:gs pos="0">
                  <a:srgbClr val="616161">
                    <a:alpha val="18898"/>
                  </a:srgbClr>
                </a:gs>
                <a:gs pos="14286">
                  <a:srgbClr val="616161">
                    <a:alpha val="17512"/>
                  </a:srgbClr>
                </a:gs>
                <a:gs pos="28571">
                  <a:srgbClr val="616161">
                    <a:alpha val="13885"/>
                  </a:srgbClr>
                </a:gs>
                <a:gs pos="42857">
                  <a:srgbClr val="616161">
                    <a:alpha val="9340"/>
                  </a:srgbClr>
                </a:gs>
                <a:gs pos="57143">
                  <a:srgbClr val="616161">
                    <a:alpha val="5288"/>
                  </a:srgbClr>
                </a:gs>
                <a:gs pos="71429">
                  <a:srgbClr val="616161">
                    <a:alpha val="2511"/>
                  </a:srgbClr>
                </a:gs>
                <a:gs pos="85714">
                  <a:srgbClr val="616161">
                    <a:alpha val="1001"/>
                  </a:srgbClr>
                </a:gs>
                <a:gs pos="100000">
                  <a:srgbClr val="616161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5006054">
              <a:off x="1510310" y="1512631"/>
              <a:ext cx="461614" cy="227864"/>
            </a:xfrm>
            <a:prstGeom prst="ellipse">
              <a:avLst/>
            </a:prstGeom>
            <a:gradFill>
              <a:gsLst>
                <a:gs pos="0">
                  <a:srgbClr val="A5A5A5">
                    <a:alpha val="6388"/>
                  </a:srgbClr>
                </a:gs>
                <a:gs pos="14286">
                  <a:srgbClr val="A5A5A5">
                    <a:alpha val="5887"/>
                  </a:srgbClr>
                </a:gs>
                <a:gs pos="28571">
                  <a:srgbClr val="A5A5A5">
                    <a:alpha val="4601"/>
                  </a:srgbClr>
                </a:gs>
                <a:gs pos="42857">
                  <a:srgbClr val="A5A5A5">
                    <a:alpha val="3043"/>
                  </a:srgbClr>
                </a:gs>
                <a:gs pos="57143">
                  <a:srgbClr val="A5A5A5">
                    <a:alpha val="1698"/>
                  </a:srgbClr>
                </a:gs>
                <a:gs pos="71429">
                  <a:srgbClr val="A5A5A5">
                    <a:alpha val="798"/>
                  </a:srgbClr>
                </a:gs>
                <a:gs pos="85714">
                  <a:srgbClr val="A5A5A5">
                    <a:alpha val="316"/>
                  </a:srgbClr>
                </a:gs>
                <a:gs pos="100000">
                  <a:srgbClr val="A5A5A5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3517787">
              <a:off x="2935887" y="670516"/>
              <a:ext cx="566241" cy="229641"/>
            </a:xfrm>
            <a:prstGeom prst="ellipse">
              <a:avLst/>
            </a:prstGeom>
            <a:gradFill>
              <a:gsLst>
                <a:gs pos="0">
                  <a:srgbClr val="666666">
                    <a:alpha val="28548"/>
                  </a:srgbClr>
                </a:gs>
                <a:gs pos="14286">
                  <a:srgbClr val="666666">
                    <a:alpha val="26579"/>
                  </a:srgbClr>
                </a:gs>
                <a:gs pos="28571">
                  <a:srgbClr val="666666">
                    <a:alpha val="21329"/>
                  </a:srgbClr>
                </a:gs>
                <a:gs pos="42857">
                  <a:srgbClr val="666666">
                    <a:alpha val="14559"/>
                  </a:srgbClr>
                </a:gs>
                <a:gs pos="57143">
                  <a:srgbClr val="666666">
                    <a:alpha val="8350"/>
                  </a:srgbClr>
                </a:gs>
                <a:gs pos="71429">
                  <a:srgbClr val="666666">
                    <a:alpha val="3999"/>
                  </a:srgbClr>
                </a:gs>
                <a:gs pos="85714">
                  <a:srgbClr val="666666">
                    <a:alpha val="1601"/>
                  </a:srgbClr>
                </a:gs>
                <a:gs pos="100000">
                  <a:srgbClr val="666666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2706796">
              <a:off x="246905" y="8964"/>
              <a:ext cx="386636" cy="300037"/>
            </a:xfrm>
            <a:prstGeom prst="ellipse">
              <a:avLst/>
            </a:prstGeom>
            <a:gradFill>
              <a:gsLst>
                <a:gs pos="0">
                  <a:srgbClr val="666566">
                    <a:alpha val="8145"/>
                  </a:srgbClr>
                </a:gs>
                <a:gs pos="14286">
                  <a:srgbClr val="666566">
                    <a:alpha val="7512"/>
                  </a:srgbClr>
                </a:gs>
                <a:gs pos="28571">
                  <a:srgbClr val="666566">
                    <a:alpha val="5883"/>
                  </a:srgbClr>
                </a:gs>
                <a:gs pos="42857">
                  <a:srgbClr val="666566">
                    <a:alpha val="3899"/>
                  </a:srgbClr>
                </a:gs>
                <a:gs pos="57143">
                  <a:srgbClr val="666566">
                    <a:alpha val="2180"/>
                  </a:srgbClr>
                </a:gs>
                <a:gs pos="71429">
                  <a:srgbClr val="666566">
                    <a:alpha val="1026"/>
                  </a:srgbClr>
                </a:gs>
                <a:gs pos="85714">
                  <a:srgbClr val="666566">
                    <a:alpha val="407"/>
                  </a:srgbClr>
                </a:gs>
                <a:gs pos="100000">
                  <a:srgbClr val="666566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5033409">
              <a:off x="2312676" y="1281502"/>
              <a:ext cx="633738" cy="154078"/>
            </a:xfrm>
            <a:prstGeom prst="ellipse">
              <a:avLst/>
            </a:prstGeom>
            <a:gradFill>
              <a:gsLst>
                <a:gs pos="0">
                  <a:srgbClr val="6D6D6D">
                    <a:alpha val="30180"/>
                  </a:srgbClr>
                </a:gs>
                <a:gs pos="14286">
                  <a:srgbClr val="6D6D6D">
                    <a:alpha val="28121"/>
                  </a:srgbClr>
                </a:gs>
                <a:gs pos="28571">
                  <a:srgbClr val="6D6D6D">
                    <a:alpha val="22615"/>
                  </a:srgbClr>
                </a:gs>
                <a:gs pos="42857">
                  <a:srgbClr val="6D6D6D">
                    <a:alpha val="15478"/>
                  </a:srgbClr>
                </a:gs>
                <a:gs pos="57143">
                  <a:srgbClr val="6D6D6D">
                    <a:alpha val="8897"/>
                  </a:srgbClr>
                </a:gs>
                <a:gs pos="71429">
                  <a:srgbClr val="6D6D6D">
                    <a:alpha val="4268"/>
                  </a:srgbClr>
                </a:gs>
                <a:gs pos="85714">
                  <a:srgbClr val="6D6D6D">
                    <a:alpha val="1710"/>
                  </a:srgbClr>
                </a:gs>
                <a:gs pos="100000">
                  <a:srgbClr val="6D6D6D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3653419">
              <a:off x="1442183" y="2871707"/>
              <a:ext cx="357379" cy="189148"/>
            </a:xfrm>
            <a:prstGeom prst="ellipse">
              <a:avLst/>
            </a:prstGeom>
            <a:gradFill>
              <a:gsLst>
                <a:gs pos="0">
                  <a:srgbClr val="676767">
                    <a:alpha val="9476"/>
                  </a:srgbClr>
                </a:gs>
                <a:gs pos="14286">
                  <a:srgbClr val="676767">
                    <a:alpha val="8744"/>
                  </a:srgbClr>
                </a:gs>
                <a:gs pos="28571">
                  <a:srgbClr val="676767">
                    <a:alpha val="6858"/>
                  </a:srgbClr>
                </a:gs>
                <a:gs pos="42857">
                  <a:srgbClr val="676767">
                    <a:alpha val="4553"/>
                  </a:srgbClr>
                </a:gs>
                <a:gs pos="57143">
                  <a:srgbClr val="676767">
                    <a:alpha val="2549"/>
                  </a:srgbClr>
                </a:gs>
                <a:gs pos="71429">
                  <a:srgbClr val="676767">
                    <a:alpha val="1201"/>
                  </a:srgbClr>
                </a:gs>
                <a:gs pos="85714">
                  <a:srgbClr val="676767">
                    <a:alpha val="477"/>
                  </a:srgbClr>
                </a:gs>
                <a:gs pos="100000">
                  <a:srgbClr val="676767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-9142131">
              <a:off x="798206" y="367225"/>
              <a:ext cx="415407" cy="181301"/>
            </a:xfrm>
            <a:prstGeom prst="ellipse">
              <a:avLst/>
            </a:prstGeom>
            <a:gradFill>
              <a:gsLst>
                <a:gs pos="0">
                  <a:srgbClr val="686868">
                    <a:alpha val="21859"/>
                  </a:srgbClr>
                </a:gs>
                <a:gs pos="14286">
                  <a:srgbClr val="686868">
                    <a:alpha val="20285"/>
                  </a:srgbClr>
                </a:gs>
                <a:gs pos="28571">
                  <a:srgbClr val="686868">
                    <a:alpha val="16140"/>
                  </a:srgbClr>
                </a:gs>
                <a:gs pos="42857">
                  <a:srgbClr val="686868">
                    <a:alpha val="10904"/>
                  </a:srgbClr>
                </a:gs>
                <a:gs pos="57143">
                  <a:srgbClr val="686868">
                    <a:alpha val="6197"/>
                  </a:srgbClr>
                </a:gs>
                <a:gs pos="71429">
                  <a:srgbClr val="686868">
                    <a:alpha val="2950"/>
                  </a:srgbClr>
                </a:gs>
                <a:gs pos="85714">
                  <a:srgbClr val="686868">
                    <a:alpha val="1177"/>
                  </a:srgbClr>
                </a:gs>
                <a:gs pos="100000">
                  <a:srgbClr val="686868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5143675">
              <a:off x="2086008" y="3420187"/>
              <a:ext cx="711626" cy="44356"/>
            </a:xfrm>
            <a:prstGeom prst="ellipse">
              <a:avLst/>
            </a:prstGeom>
            <a:gradFill>
              <a:gsLst>
                <a:gs pos="0">
                  <a:srgbClr val="FFFFFF">
                    <a:alpha val="32371"/>
                  </a:srgbClr>
                </a:gs>
                <a:gs pos="14286">
                  <a:srgbClr val="FFFFFF">
                    <a:alpha val="30198"/>
                  </a:srgbClr>
                </a:gs>
                <a:gs pos="28571">
                  <a:srgbClr val="FFFFFF">
                    <a:alpha val="24356"/>
                  </a:srgbClr>
                </a:gs>
                <a:gs pos="42857">
                  <a:srgbClr val="FFFFFF">
                    <a:alpha val="16731"/>
                  </a:srgbClr>
                </a:gs>
                <a:gs pos="57143">
                  <a:srgbClr val="FFFFFF">
                    <a:alpha val="9647"/>
                  </a:srgbClr>
                </a:gs>
                <a:gs pos="71429">
                  <a:srgbClr val="FFFFFF">
                    <a:alpha val="4638"/>
                  </a:srgbClr>
                </a:gs>
                <a:gs pos="85714">
                  <a:srgbClr val="FFFFFF">
                    <a:alpha val="1860"/>
                  </a:srgbClr>
                </a:gs>
                <a:gs pos="100000">
                  <a:srgbClr val="FFFFFF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8849380">
              <a:off x="3361684" y="1408101"/>
              <a:ext cx="511123" cy="167139"/>
            </a:xfrm>
            <a:prstGeom prst="ellipse">
              <a:avLst/>
            </a:prstGeom>
            <a:gradFill>
              <a:gsLst>
                <a:gs pos="0">
                  <a:srgbClr val="636464">
                    <a:alpha val="22171"/>
                  </a:srgbClr>
                </a:gs>
                <a:gs pos="14286">
                  <a:srgbClr val="636464">
                    <a:alpha val="20577"/>
                  </a:srgbClr>
                </a:gs>
                <a:gs pos="28571">
                  <a:srgbClr val="636464">
                    <a:alpha val="16380"/>
                  </a:srgbClr>
                </a:gs>
                <a:gs pos="42857">
                  <a:srgbClr val="636464">
                    <a:alpha val="11071"/>
                  </a:srgbClr>
                </a:gs>
                <a:gs pos="57143">
                  <a:srgbClr val="636464">
                    <a:alpha val="6295"/>
                  </a:srgbClr>
                </a:gs>
                <a:gs pos="71429">
                  <a:srgbClr val="636464">
                    <a:alpha val="2997"/>
                  </a:srgbClr>
                </a:gs>
                <a:gs pos="85714">
                  <a:srgbClr val="636464">
                    <a:alpha val="1196"/>
                  </a:srgbClr>
                </a:gs>
                <a:gs pos="100000">
                  <a:srgbClr val="636464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3286614">
              <a:off x="2363958" y="477745"/>
              <a:ext cx="367900" cy="253786"/>
            </a:xfrm>
            <a:prstGeom prst="ellipse">
              <a:avLst/>
            </a:prstGeom>
            <a:gradFill>
              <a:gsLst>
                <a:gs pos="0">
                  <a:srgbClr val="686968">
                    <a:alpha val="32939"/>
                  </a:srgbClr>
                </a:gs>
                <a:gs pos="14286">
                  <a:srgbClr val="686968">
                    <a:alpha val="30736"/>
                  </a:srgbClr>
                </a:gs>
                <a:gs pos="28571">
                  <a:srgbClr val="686968">
                    <a:alpha val="24809"/>
                  </a:srgbClr>
                </a:gs>
                <a:gs pos="42857">
                  <a:srgbClr val="686968">
                    <a:alpha val="17058"/>
                  </a:srgbClr>
                </a:gs>
                <a:gs pos="57143">
                  <a:srgbClr val="686968">
                    <a:alpha val="9845"/>
                  </a:srgbClr>
                </a:gs>
                <a:gs pos="71429">
                  <a:srgbClr val="686968">
                    <a:alpha val="4735"/>
                  </a:srgbClr>
                </a:gs>
                <a:gs pos="85714">
                  <a:srgbClr val="686968">
                    <a:alpha val="1900"/>
                  </a:srgbClr>
                </a:gs>
                <a:gs pos="100000">
                  <a:srgbClr val="6869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5551419">
              <a:off x="370323" y="3510269"/>
              <a:ext cx="621475" cy="99165"/>
            </a:xfrm>
            <a:prstGeom prst="ellipse">
              <a:avLst/>
            </a:prstGeom>
            <a:gradFill>
              <a:gsLst>
                <a:gs pos="0">
                  <a:srgbClr val="020001">
                    <a:alpha val="24702"/>
                  </a:srgbClr>
                </a:gs>
                <a:gs pos="14286">
                  <a:srgbClr val="020001">
                    <a:alpha val="22954"/>
                  </a:srgbClr>
                </a:gs>
                <a:gs pos="28571">
                  <a:srgbClr val="020001">
                    <a:alpha val="18329"/>
                  </a:srgbClr>
                </a:gs>
                <a:gs pos="42857">
                  <a:srgbClr val="020001">
                    <a:alpha val="12437"/>
                  </a:srgbClr>
                </a:gs>
                <a:gs pos="57143">
                  <a:srgbClr val="020001">
                    <a:alpha val="7095"/>
                  </a:srgbClr>
                </a:gs>
                <a:gs pos="71429">
                  <a:srgbClr val="020001">
                    <a:alpha val="3386"/>
                  </a:srgbClr>
                </a:gs>
                <a:gs pos="85714">
                  <a:srgbClr val="020001">
                    <a:alpha val="1353"/>
                  </a:srgbClr>
                </a:gs>
                <a:gs pos="100000">
                  <a:srgbClr val="020001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4389175">
              <a:off x="2104009" y="597443"/>
              <a:ext cx="667728" cy="70285"/>
            </a:xfrm>
            <a:prstGeom prst="ellipse">
              <a:avLst/>
            </a:prstGeom>
            <a:gradFill>
              <a:gsLst>
                <a:gs pos="0">
                  <a:srgbClr val="666766">
                    <a:alpha val="32968"/>
                  </a:srgbClr>
                </a:gs>
                <a:gs pos="14286">
                  <a:srgbClr val="666766">
                    <a:alpha val="30764"/>
                  </a:srgbClr>
                </a:gs>
                <a:gs pos="28571">
                  <a:srgbClr val="666766">
                    <a:alpha val="24833"/>
                  </a:srgbClr>
                </a:gs>
                <a:gs pos="42857">
                  <a:srgbClr val="666766">
                    <a:alpha val="17075"/>
                  </a:srgbClr>
                </a:gs>
                <a:gs pos="57143">
                  <a:srgbClr val="666766">
                    <a:alpha val="9855"/>
                  </a:srgbClr>
                </a:gs>
                <a:gs pos="71429">
                  <a:srgbClr val="666766">
                    <a:alpha val="4740"/>
                  </a:srgbClr>
                </a:gs>
                <a:gs pos="85714">
                  <a:srgbClr val="666766">
                    <a:alpha val="1902"/>
                  </a:srgbClr>
                </a:gs>
                <a:gs pos="100000">
                  <a:srgbClr val="6667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7648218">
              <a:off x="234134" y="1560820"/>
              <a:ext cx="483911" cy="135966"/>
            </a:xfrm>
            <a:prstGeom prst="ellipse">
              <a:avLst/>
            </a:prstGeom>
            <a:gradFill>
              <a:gsLst>
                <a:gs pos="0">
                  <a:srgbClr val="616363">
                    <a:alpha val="16231"/>
                  </a:srgbClr>
                </a:gs>
                <a:gs pos="14286">
                  <a:srgbClr val="616363">
                    <a:alpha val="15022"/>
                  </a:srgbClr>
                </a:gs>
                <a:gs pos="28571">
                  <a:srgbClr val="616363">
                    <a:alpha val="11873"/>
                  </a:srgbClr>
                </a:gs>
                <a:gs pos="42857">
                  <a:srgbClr val="616363">
                    <a:alpha val="7956"/>
                  </a:srgbClr>
                </a:gs>
                <a:gs pos="57143">
                  <a:srgbClr val="616363">
                    <a:alpha val="4490"/>
                  </a:srgbClr>
                </a:gs>
                <a:gs pos="71429">
                  <a:srgbClr val="616363">
                    <a:alpha val="2127"/>
                  </a:srgbClr>
                </a:gs>
                <a:gs pos="85714">
                  <a:srgbClr val="616363">
                    <a:alpha val="847"/>
                  </a:srgbClr>
                </a:gs>
                <a:gs pos="100000">
                  <a:srgbClr val="616363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5323160">
              <a:off x="1472486" y="2270771"/>
              <a:ext cx="786007" cy="33824"/>
            </a:xfrm>
            <a:prstGeom prst="ellipse">
              <a:avLst/>
            </a:prstGeom>
            <a:gradFill>
              <a:gsLst>
                <a:gs pos="0">
                  <a:srgbClr val="27282A">
                    <a:alpha val="32724"/>
                  </a:srgbClr>
                </a:gs>
                <a:gs pos="14286">
                  <a:srgbClr val="27282A">
                    <a:alpha val="30532"/>
                  </a:srgbClr>
                </a:gs>
                <a:gs pos="28571">
                  <a:srgbClr val="27282A">
                    <a:alpha val="24638"/>
                  </a:srgbClr>
                </a:gs>
                <a:gs pos="42857">
                  <a:srgbClr val="27282A">
                    <a:alpha val="16934"/>
                  </a:srgbClr>
                </a:gs>
                <a:gs pos="57143">
                  <a:srgbClr val="27282A">
                    <a:alpha val="9770"/>
                  </a:srgbClr>
                </a:gs>
                <a:gs pos="71429">
                  <a:srgbClr val="27282A">
                    <a:alpha val="4698"/>
                  </a:srgbClr>
                </a:gs>
                <a:gs pos="85714">
                  <a:srgbClr val="27282A">
                    <a:alpha val="1885"/>
                  </a:srgbClr>
                </a:gs>
                <a:gs pos="100000">
                  <a:srgbClr val="27282A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5014737">
              <a:off x="2414267" y="1512615"/>
              <a:ext cx="812916" cy="304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6352135">
              <a:off x="1526072" y="1479325"/>
              <a:ext cx="434611" cy="329923"/>
            </a:xfrm>
            <a:prstGeom prst="ellipse">
              <a:avLst/>
            </a:prstGeom>
            <a:gradFill>
              <a:gsLst>
                <a:gs pos="0">
                  <a:srgbClr val="565657">
                    <a:alpha val="23968"/>
                  </a:srgbClr>
                </a:gs>
                <a:gs pos="14286">
                  <a:srgbClr val="565657">
                    <a:alpha val="22264"/>
                  </a:srgbClr>
                </a:gs>
                <a:gs pos="28571">
                  <a:srgbClr val="565657">
                    <a:alpha val="17761"/>
                  </a:srgbClr>
                </a:gs>
                <a:gs pos="42857">
                  <a:srgbClr val="565657">
                    <a:alpha val="12038"/>
                  </a:srgbClr>
                </a:gs>
                <a:gs pos="57143">
                  <a:srgbClr val="565657">
                    <a:alpha val="6860"/>
                  </a:srgbClr>
                </a:gs>
                <a:gs pos="71429">
                  <a:srgbClr val="565657">
                    <a:alpha val="3272"/>
                  </a:srgbClr>
                </a:gs>
                <a:gs pos="85714">
                  <a:srgbClr val="565657">
                    <a:alpha val="1307"/>
                  </a:srgbClr>
                </a:gs>
                <a:gs pos="100000">
                  <a:srgbClr val="565657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8601763">
              <a:off x="3008435" y="2063077"/>
              <a:ext cx="433789" cy="274127"/>
            </a:xfrm>
            <a:prstGeom prst="ellipse">
              <a:avLst/>
            </a:prstGeom>
            <a:gradFill>
              <a:gsLst>
                <a:gs pos="0">
                  <a:srgbClr val="5D5D5E">
                    <a:alpha val="32968"/>
                  </a:srgbClr>
                </a:gs>
                <a:gs pos="14286">
                  <a:srgbClr val="5D5D5E">
                    <a:alpha val="30764"/>
                  </a:srgbClr>
                </a:gs>
                <a:gs pos="28571">
                  <a:srgbClr val="5D5D5E">
                    <a:alpha val="24833"/>
                  </a:srgbClr>
                </a:gs>
                <a:gs pos="42857">
                  <a:srgbClr val="5D5D5E">
                    <a:alpha val="17075"/>
                  </a:srgbClr>
                </a:gs>
                <a:gs pos="57143">
                  <a:srgbClr val="5D5D5E">
                    <a:alpha val="9855"/>
                  </a:srgbClr>
                </a:gs>
                <a:gs pos="71429">
                  <a:srgbClr val="5D5D5E">
                    <a:alpha val="4740"/>
                  </a:srgbClr>
                </a:gs>
                <a:gs pos="85714">
                  <a:srgbClr val="5D5D5E">
                    <a:alpha val="1902"/>
                  </a:srgbClr>
                </a:gs>
                <a:gs pos="100000">
                  <a:srgbClr val="5D5D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-10214985">
              <a:off x="361176" y="2275894"/>
              <a:ext cx="460137" cy="234949"/>
            </a:xfrm>
            <a:prstGeom prst="ellipse">
              <a:avLst/>
            </a:prstGeom>
            <a:gradFill>
              <a:gsLst>
                <a:gs pos="0">
                  <a:srgbClr val="656464">
                    <a:alpha val="30977"/>
                  </a:srgbClr>
                </a:gs>
                <a:gs pos="14286">
                  <a:srgbClr val="656464">
                    <a:alpha val="28876"/>
                  </a:srgbClr>
                </a:gs>
                <a:gs pos="28571">
                  <a:srgbClr val="656464">
                    <a:alpha val="23246"/>
                  </a:srgbClr>
                </a:gs>
                <a:gs pos="42857">
                  <a:srgbClr val="656464">
                    <a:alpha val="15931"/>
                  </a:srgbClr>
                </a:gs>
                <a:gs pos="57143">
                  <a:srgbClr val="656464">
                    <a:alpha val="9168"/>
                  </a:srgbClr>
                </a:gs>
                <a:gs pos="71429">
                  <a:srgbClr val="656464">
                    <a:alpha val="4401"/>
                  </a:srgbClr>
                </a:gs>
                <a:gs pos="85714">
                  <a:srgbClr val="656464">
                    <a:alpha val="1764"/>
                  </a:srgbClr>
                </a:gs>
                <a:gs pos="100000">
                  <a:srgbClr val="656464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10448676">
              <a:off x="-30209" y="3498531"/>
              <a:ext cx="622991" cy="182979"/>
            </a:xfrm>
            <a:prstGeom prst="ellipse">
              <a:avLst/>
            </a:prstGeom>
            <a:gradFill>
              <a:gsLst>
                <a:gs pos="0">
                  <a:srgbClr val="636363">
                    <a:alpha val="17515"/>
                  </a:srgbClr>
                </a:gs>
                <a:gs pos="14286">
                  <a:srgbClr val="636363">
                    <a:alpha val="16220"/>
                  </a:srgbClr>
                </a:gs>
                <a:gs pos="28571">
                  <a:srgbClr val="636363">
                    <a:alpha val="12839"/>
                  </a:srgbClr>
                </a:gs>
                <a:gs pos="42857">
                  <a:srgbClr val="636363">
                    <a:alpha val="8619"/>
                  </a:srgbClr>
                </a:gs>
                <a:gs pos="57143">
                  <a:srgbClr val="636363">
                    <a:alpha val="4872"/>
                  </a:srgbClr>
                </a:gs>
                <a:gs pos="71429">
                  <a:srgbClr val="636363">
                    <a:alpha val="2311"/>
                  </a:srgbClr>
                </a:gs>
                <a:gs pos="85714">
                  <a:srgbClr val="636363">
                    <a:alpha val="920"/>
                  </a:srgbClr>
                </a:gs>
                <a:gs pos="100000">
                  <a:srgbClr val="636363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5080613">
              <a:off x="968919" y="228986"/>
              <a:ext cx="540323" cy="241420"/>
            </a:xfrm>
            <a:prstGeom prst="ellipse">
              <a:avLst/>
            </a:prstGeom>
            <a:gradFill>
              <a:gsLst>
                <a:gs pos="0">
                  <a:srgbClr val="707171">
                    <a:alpha val="30557"/>
                  </a:srgbClr>
                </a:gs>
                <a:gs pos="14286">
                  <a:srgbClr val="707171">
                    <a:alpha val="28478"/>
                  </a:srgbClr>
                </a:gs>
                <a:gs pos="28571">
                  <a:srgbClr val="707171">
                    <a:alpha val="22913"/>
                  </a:srgbClr>
                </a:gs>
                <a:gs pos="42857">
                  <a:srgbClr val="707171">
                    <a:alpha val="15692"/>
                  </a:srgbClr>
                </a:gs>
                <a:gs pos="57143">
                  <a:srgbClr val="707171">
                    <a:alpha val="9025"/>
                  </a:srgbClr>
                </a:gs>
                <a:gs pos="71429">
                  <a:srgbClr val="707171">
                    <a:alpha val="4331"/>
                  </a:srgbClr>
                </a:gs>
                <a:gs pos="85714">
                  <a:srgbClr val="707171">
                    <a:alpha val="1736"/>
                  </a:srgbClr>
                </a:gs>
                <a:gs pos="100000">
                  <a:srgbClr val="707171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9814506">
              <a:off x="376144" y="2293348"/>
              <a:ext cx="443820" cy="222355"/>
            </a:xfrm>
            <a:prstGeom prst="ellipse">
              <a:avLst/>
            </a:prstGeom>
            <a:gradFill>
              <a:gsLst>
                <a:gs pos="0">
                  <a:srgbClr val="626161">
                    <a:alpha val="32968"/>
                  </a:srgbClr>
                </a:gs>
                <a:gs pos="14286">
                  <a:srgbClr val="626161">
                    <a:alpha val="30764"/>
                  </a:srgbClr>
                </a:gs>
                <a:gs pos="28571">
                  <a:srgbClr val="626161">
                    <a:alpha val="24833"/>
                  </a:srgbClr>
                </a:gs>
                <a:gs pos="42857">
                  <a:srgbClr val="626161">
                    <a:alpha val="17075"/>
                  </a:srgbClr>
                </a:gs>
                <a:gs pos="57143">
                  <a:srgbClr val="626161">
                    <a:alpha val="9855"/>
                  </a:srgbClr>
                </a:gs>
                <a:gs pos="71429">
                  <a:srgbClr val="626161">
                    <a:alpha val="4740"/>
                  </a:srgbClr>
                </a:gs>
                <a:gs pos="85714">
                  <a:srgbClr val="626161">
                    <a:alpha val="1902"/>
                  </a:srgbClr>
                </a:gs>
                <a:gs pos="100000">
                  <a:srgbClr val="6261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-9455671">
              <a:off x="1320150" y="1252027"/>
              <a:ext cx="310670" cy="295173"/>
            </a:xfrm>
            <a:prstGeom prst="ellipse">
              <a:avLst/>
            </a:prstGeom>
            <a:gradFill>
              <a:gsLst>
                <a:gs pos="0">
                  <a:srgbClr val="646362">
                    <a:alpha val="25846"/>
                  </a:srgbClr>
                </a:gs>
                <a:gs pos="14286">
                  <a:srgbClr val="646362">
                    <a:alpha val="24031"/>
                  </a:srgbClr>
                </a:gs>
                <a:gs pos="28571">
                  <a:srgbClr val="646362">
                    <a:alpha val="19217"/>
                  </a:srgbClr>
                </a:gs>
                <a:gs pos="42857">
                  <a:srgbClr val="646362">
                    <a:alpha val="13062"/>
                  </a:srgbClr>
                </a:gs>
                <a:gs pos="57143">
                  <a:srgbClr val="646362">
                    <a:alpha val="7463"/>
                  </a:srgbClr>
                </a:gs>
                <a:gs pos="71429">
                  <a:srgbClr val="646362">
                    <a:alpha val="3565"/>
                  </a:srgbClr>
                </a:gs>
                <a:gs pos="85714">
                  <a:srgbClr val="646362">
                    <a:alpha val="1425"/>
                  </a:srgbClr>
                </a:gs>
                <a:gs pos="100000">
                  <a:srgbClr val="646362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8771846">
              <a:off x="180861" y="3297438"/>
              <a:ext cx="560387" cy="201219"/>
            </a:xfrm>
            <a:prstGeom prst="ellipse">
              <a:avLst/>
            </a:prstGeom>
            <a:gradFill>
              <a:gsLst>
                <a:gs pos="0">
                  <a:srgbClr val="5A5A59">
                    <a:alpha val="6871"/>
                  </a:srgbClr>
                </a:gs>
                <a:gs pos="14286">
                  <a:srgbClr val="5A5A59">
                    <a:alpha val="6333"/>
                  </a:srgbClr>
                </a:gs>
                <a:gs pos="28571">
                  <a:srgbClr val="5A5A59">
                    <a:alpha val="4953"/>
                  </a:srgbClr>
                </a:gs>
                <a:gs pos="42857">
                  <a:srgbClr val="5A5A59">
                    <a:alpha val="3277"/>
                  </a:srgbClr>
                </a:gs>
                <a:gs pos="57143">
                  <a:srgbClr val="5A5A59">
                    <a:alpha val="1829"/>
                  </a:srgbClr>
                </a:gs>
                <a:gs pos="71429">
                  <a:srgbClr val="5A5A59">
                    <a:alpha val="861"/>
                  </a:srgbClr>
                </a:gs>
                <a:gs pos="85714">
                  <a:srgbClr val="5A5A59">
                    <a:alpha val="341"/>
                  </a:srgbClr>
                </a:gs>
                <a:gs pos="100000">
                  <a:srgbClr val="5A5A59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4092598">
              <a:off x="958859" y="1839835"/>
              <a:ext cx="352180" cy="252419"/>
            </a:xfrm>
            <a:prstGeom prst="ellipse">
              <a:avLst/>
            </a:prstGeom>
            <a:gradFill>
              <a:gsLst>
                <a:gs pos="0">
                  <a:srgbClr val="646566">
                    <a:alpha val="32968"/>
                  </a:srgbClr>
                </a:gs>
                <a:gs pos="14286">
                  <a:srgbClr val="646566">
                    <a:alpha val="30764"/>
                  </a:srgbClr>
                </a:gs>
                <a:gs pos="28571">
                  <a:srgbClr val="646566">
                    <a:alpha val="24833"/>
                  </a:srgbClr>
                </a:gs>
                <a:gs pos="42857">
                  <a:srgbClr val="646566">
                    <a:alpha val="17075"/>
                  </a:srgbClr>
                </a:gs>
                <a:gs pos="57143">
                  <a:srgbClr val="646566">
                    <a:alpha val="9855"/>
                  </a:srgbClr>
                </a:gs>
                <a:gs pos="71429">
                  <a:srgbClr val="646566">
                    <a:alpha val="4740"/>
                  </a:srgbClr>
                </a:gs>
                <a:gs pos="85714">
                  <a:srgbClr val="646566">
                    <a:alpha val="1902"/>
                  </a:srgbClr>
                </a:gs>
                <a:gs pos="100000">
                  <a:srgbClr val="6465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-8328634">
              <a:off x="440320" y="2531415"/>
              <a:ext cx="448038" cy="263587"/>
            </a:xfrm>
            <a:prstGeom prst="ellipse">
              <a:avLst/>
            </a:prstGeom>
            <a:gradFill>
              <a:gsLst>
                <a:gs pos="0">
                  <a:srgbClr val="656665">
                    <a:alpha val="19577"/>
                  </a:srgbClr>
                </a:gs>
                <a:gs pos="14286">
                  <a:srgbClr val="656665">
                    <a:alpha val="18147"/>
                  </a:srgbClr>
                </a:gs>
                <a:gs pos="28571">
                  <a:srgbClr val="656665">
                    <a:alpha val="14399"/>
                  </a:srgbClr>
                </a:gs>
                <a:gs pos="42857">
                  <a:srgbClr val="656665">
                    <a:alpha val="9695"/>
                  </a:srgbClr>
                </a:gs>
                <a:gs pos="57143">
                  <a:srgbClr val="656665">
                    <a:alpha val="5494"/>
                  </a:srgbClr>
                </a:gs>
                <a:gs pos="71429">
                  <a:srgbClr val="656665">
                    <a:alpha val="2610"/>
                  </a:srgbClr>
                </a:gs>
                <a:gs pos="85714">
                  <a:srgbClr val="656665">
                    <a:alpha val="1041"/>
                  </a:srgbClr>
                </a:gs>
                <a:gs pos="100000">
                  <a:srgbClr val="656665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9911206">
              <a:off x="2137562" y="2847318"/>
              <a:ext cx="420269" cy="261941"/>
            </a:xfrm>
            <a:prstGeom prst="ellipse">
              <a:avLst/>
            </a:prstGeom>
            <a:gradFill>
              <a:gsLst>
                <a:gs pos="0">
                  <a:srgbClr val="6D6C6C">
                    <a:alpha val="17570"/>
                  </a:srgbClr>
                </a:gs>
                <a:gs pos="14286">
                  <a:srgbClr val="6D6C6C">
                    <a:alpha val="16272"/>
                  </a:srgbClr>
                </a:gs>
                <a:gs pos="28571">
                  <a:srgbClr val="6D6C6C">
                    <a:alpha val="12881"/>
                  </a:srgbClr>
                </a:gs>
                <a:gs pos="42857">
                  <a:srgbClr val="6D6C6C">
                    <a:alpha val="8648"/>
                  </a:srgbClr>
                </a:gs>
                <a:gs pos="57143">
                  <a:srgbClr val="6D6C6C">
                    <a:alpha val="4888"/>
                  </a:srgbClr>
                </a:gs>
                <a:gs pos="71429">
                  <a:srgbClr val="6D6C6C">
                    <a:alpha val="2319"/>
                  </a:srgbClr>
                </a:gs>
                <a:gs pos="85714">
                  <a:srgbClr val="6D6C6C">
                    <a:alpha val="923"/>
                  </a:srgbClr>
                </a:gs>
                <a:gs pos="100000">
                  <a:srgbClr val="6D6C6C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10598231">
              <a:off x="-177822" y="2724709"/>
              <a:ext cx="412343" cy="95075"/>
            </a:xfrm>
            <a:prstGeom prst="ellipse">
              <a:avLst/>
            </a:prstGeom>
            <a:gradFill>
              <a:gsLst>
                <a:gs pos="0">
                  <a:srgbClr val="E5E5E5">
                    <a:alpha val="32968"/>
                  </a:srgbClr>
                </a:gs>
                <a:gs pos="14286">
                  <a:srgbClr val="E5E5E5">
                    <a:alpha val="30764"/>
                  </a:srgbClr>
                </a:gs>
                <a:gs pos="28571">
                  <a:srgbClr val="E5E5E5">
                    <a:alpha val="24833"/>
                  </a:srgbClr>
                </a:gs>
                <a:gs pos="42857">
                  <a:srgbClr val="E5E5E5">
                    <a:alpha val="17075"/>
                  </a:srgbClr>
                </a:gs>
                <a:gs pos="57143">
                  <a:srgbClr val="E5E5E5">
                    <a:alpha val="9855"/>
                  </a:srgbClr>
                </a:gs>
                <a:gs pos="71429">
                  <a:srgbClr val="E5E5E5">
                    <a:alpha val="4740"/>
                  </a:srgbClr>
                </a:gs>
                <a:gs pos="85714">
                  <a:srgbClr val="E5E5E5">
                    <a:alpha val="1902"/>
                  </a:srgbClr>
                </a:gs>
                <a:gs pos="100000">
                  <a:srgbClr val="E5E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3753408">
              <a:off x="3203127" y="2349797"/>
              <a:ext cx="571082" cy="144905"/>
            </a:xfrm>
            <a:prstGeom prst="ellipse">
              <a:avLst/>
            </a:prstGeom>
            <a:gradFill>
              <a:gsLst>
                <a:gs pos="0">
                  <a:srgbClr val="626263">
                    <a:alpha val="32811"/>
                  </a:srgbClr>
                </a:gs>
                <a:gs pos="14286">
                  <a:srgbClr val="626263">
                    <a:alpha val="30615"/>
                  </a:srgbClr>
                </a:gs>
                <a:gs pos="28571">
                  <a:srgbClr val="626263">
                    <a:alpha val="24708"/>
                  </a:srgbClr>
                </a:gs>
                <a:gs pos="42857">
                  <a:srgbClr val="626263">
                    <a:alpha val="16985"/>
                  </a:srgbClr>
                </a:gs>
                <a:gs pos="57143">
                  <a:srgbClr val="626263">
                    <a:alpha val="9800"/>
                  </a:srgbClr>
                </a:gs>
                <a:gs pos="71429">
                  <a:srgbClr val="626263">
                    <a:alpha val="4713"/>
                  </a:srgbClr>
                </a:gs>
                <a:gs pos="85714">
                  <a:srgbClr val="626263">
                    <a:alpha val="1891"/>
                  </a:srgbClr>
                </a:gs>
                <a:gs pos="100000">
                  <a:srgbClr val="626263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9889908">
              <a:off x="558563" y="3294343"/>
              <a:ext cx="428750" cy="269772"/>
            </a:xfrm>
            <a:prstGeom prst="ellipse">
              <a:avLst/>
            </a:prstGeom>
            <a:gradFill>
              <a:gsLst>
                <a:gs pos="0">
                  <a:srgbClr val="5E5C5C">
                    <a:alpha val="10626"/>
                  </a:srgbClr>
                </a:gs>
                <a:gs pos="14286">
                  <a:srgbClr val="5E5C5C">
                    <a:alpha val="9810"/>
                  </a:srgbClr>
                </a:gs>
                <a:gs pos="28571">
                  <a:srgbClr val="5E5C5C">
                    <a:alpha val="7704"/>
                  </a:srgbClr>
                </a:gs>
                <a:gs pos="42857">
                  <a:srgbClr val="5E5C5C">
                    <a:alpha val="5122"/>
                  </a:srgbClr>
                </a:gs>
                <a:gs pos="57143">
                  <a:srgbClr val="5E5C5C">
                    <a:alpha val="2872"/>
                  </a:srgbClr>
                </a:gs>
                <a:gs pos="71429">
                  <a:srgbClr val="5E5C5C">
                    <a:alpha val="1355"/>
                  </a:srgbClr>
                </a:gs>
                <a:gs pos="85714">
                  <a:srgbClr val="5E5C5C">
                    <a:alpha val="538"/>
                  </a:srgbClr>
                </a:gs>
                <a:gs pos="100000">
                  <a:srgbClr val="5E5C5C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5347299">
              <a:off x="-184554" y="2147439"/>
              <a:ext cx="415930" cy="102552"/>
            </a:xfrm>
            <a:prstGeom prst="ellipse">
              <a:avLst/>
            </a:prstGeom>
            <a:gradFill>
              <a:gsLst>
                <a:gs pos="0">
                  <a:srgbClr val="5F615F">
                    <a:alpha val="28607"/>
                  </a:srgbClr>
                </a:gs>
                <a:gs pos="14286">
                  <a:srgbClr val="5F615F">
                    <a:alpha val="26635"/>
                  </a:srgbClr>
                </a:gs>
                <a:gs pos="28571">
                  <a:srgbClr val="5F615F">
                    <a:alpha val="21375"/>
                  </a:srgbClr>
                </a:gs>
                <a:gs pos="42857">
                  <a:srgbClr val="5F615F">
                    <a:alpha val="14592"/>
                  </a:srgbClr>
                </a:gs>
                <a:gs pos="57143">
                  <a:srgbClr val="5F615F">
                    <a:alpha val="8369"/>
                  </a:srgbClr>
                </a:gs>
                <a:gs pos="71429">
                  <a:srgbClr val="5F615F">
                    <a:alpha val="4009"/>
                  </a:srgbClr>
                </a:gs>
                <a:gs pos="85714">
                  <a:srgbClr val="5F615F">
                    <a:alpha val="1605"/>
                  </a:srgbClr>
                </a:gs>
                <a:gs pos="100000">
                  <a:srgbClr val="5F615F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8681601">
              <a:off x="-125671" y="508540"/>
              <a:ext cx="540250" cy="176656"/>
            </a:xfrm>
            <a:prstGeom prst="ellipse">
              <a:avLst/>
            </a:prstGeom>
            <a:gradFill>
              <a:gsLst>
                <a:gs pos="0">
                  <a:srgbClr val="616264">
                    <a:alpha val="14860"/>
                  </a:srgbClr>
                </a:gs>
                <a:gs pos="14286">
                  <a:srgbClr val="616264">
                    <a:alpha val="13745"/>
                  </a:srgbClr>
                </a:gs>
                <a:gs pos="28571">
                  <a:srgbClr val="616264">
                    <a:alpha val="10846"/>
                  </a:srgbClr>
                </a:gs>
                <a:gs pos="42857">
                  <a:srgbClr val="616264">
                    <a:alpha val="7254"/>
                  </a:srgbClr>
                </a:gs>
                <a:gs pos="57143">
                  <a:srgbClr val="616264">
                    <a:alpha val="4087"/>
                  </a:srgbClr>
                </a:gs>
                <a:gs pos="71429">
                  <a:srgbClr val="616264">
                    <a:alpha val="1934"/>
                  </a:srgbClr>
                </a:gs>
                <a:gs pos="85714">
                  <a:srgbClr val="616264">
                    <a:alpha val="769"/>
                  </a:srgbClr>
                </a:gs>
                <a:gs pos="100000">
                  <a:srgbClr val="616264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7218349">
              <a:off x="2537074" y="2356180"/>
              <a:ext cx="435459" cy="322087"/>
            </a:xfrm>
            <a:prstGeom prst="ellipse">
              <a:avLst/>
            </a:prstGeom>
            <a:gradFill>
              <a:gsLst>
                <a:gs pos="0">
                  <a:srgbClr val="696968">
                    <a:alpha val="32968"/>
                  </a:srgbClr>
                </a:gs>
                <a:gs pos="14286">
                  <a:srgbClr val="696968">
                    <a:alpha val="30764"/>
                  </a:srgbClr>
                </a:gs>
                <a:gs pos="28571">
                  <a:srgbClr val="696968">
                    <a:alpha val="24833"/>
                  </a:srgbClr>
                </a:gs>
                <a:gs pos="42857">
                  <a:srgbClr val="696968">
                    <a:alpha val="17075"/>
                  </a:srgbClr>
                </a:gs>
                <a:gs pos="57143">
                  <a:srgbClr val="696968">
                    <a:alpha val="9855"/>
                  </a:srgbClr>
                </a:gs>
                <a:gs pos="71429">
                  <a:srgbClr val="696968">
                    <a:alpha val="4740"/>
                  </a:srgbClr>
                </a:gs>
                <a:gs pos="85714">
                  <a:srgbClr val="696968">
                    <a:alpha val="1902"/>
                  </a:srgbClr>
                </a:gs>
                <a:gs pos="100000">
                  <a:srgbClr val="6969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5939155">
              <a:off x="2003547" y="2172716"/>
              <a:ext cx="520572" cy="264272"/>
            </a:xfrm>
            <a:prstGeom prst="ellipse">
              <a:avLst/>
            </a:prstGeom>
            <a:gradFill>
              <a:gsLst>
                <a:gs pos="0">
                  <a:srgbClr val="82807F">
                    <a:alpha val="2955"/>
                  </a:srgbClr>
                </a:gs>
                <a:gs pos="14286">
                  <a:srgbClr val="82807F">
                    <a:alpha val="2719"/>
                  </a:srgbClr>
                </a:gs>
                <a:gs pos="28571">
                  <a:srgbClr val="82807F">
                    <a:alpha val="2118"/>
                  </a:srgbClr>
                </a:gs>
                <a:gs pos="42857">
                  <a:srgbClr val="82807F">
                    <a:alpha val="1394"/>
                  </a:srgbClr>
                </a:gs>
                <a:gs pos="57143">
                  <a:srgbClr val="82807F">
                    <a:alpha val="775"/>
                  </a:srgbClr>
                </a:gs>
                <a:gs pos="71429">
                  <a:srgbClr val="82807F">
                    <a:alpha val="363"/>
                  </a:srgbClr>
                </a:gs>
                <a:gs pos="85714">
                  <a:srgbClr val="82807F">
                    <a:alpha val="144"/>
                  </a:srgbClr>
                </a:gs>
                <a:gs pos="100000">
                  <a:srgbClr val="82807F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5590023">
              <a:off x="885850" y="3437792"/>
              <a:ext cx="501556" cy="231543"/>
            </a:xfrm>
            <a:prstGeom prst="ellipse">
              <a:avLst/>
            </a:prstGeom>
            <a:gradFill>
              <a:gsLst>
                <a:gs pos="0">
                  <a:srgbClr val="ABA9AA">
                    <a:alpha val="28020"/>
                  </a:srgbClr>
                </a:gs>
                <a:gs pos="14286">
                  <a:srgbClr val="ABA9AA">
                    <a:alpha val="26080"/>
                  </a:srgbClr>
                </a:gs>
                <a:gs pos="28571">
                  <a:srgbClr val="ABA9AA">
                    <a:alpha val="20914"/>
                  </a:srgbClr>
                </a:gs>
                <a:gs pos="42857">
                  <a:srgbClr val="ABA9AA">
                    <a:alpha val="14264"/>
                  </a:srgbClr>
                </a:gs>
                <a:gs pos="57143">
                  <a:srgbClr val="ABA9AA">
                    <a:alpha val="8174"/>
                  </a:srgbClr>
                </a:gs>
                <a:gs pos="71429">
                  <a:srgbClr val="ABA9AA">
                    <a:alpha val="3913"/>
                  </a:srgbClr>
                </a:gs>
                <a:gs pos="85714">
                  <a:srgbClr val="ABA9AA">
                    <a:alpha val="1566"/>
                  </a:srgbClr>
                </a:gs>
                <a:gs pos="100000">
                  <a:srgbClr val="ABA9AA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5097704">
              <a:off x="2706800" y="2388943"/>
              <a:ext cx="644972" cy="282349"/>
            </a:xfrm>
            <a:prstGeom prst="ellipse">
              <a:avLst/>
            </a:prstGeom>
            <a:gradFill>
              <a:gsLst>
                <a:gs pos="0">
                  <a:srgbClr val="646564">
                    <a:alpha val="31738"/>
                  </a:srgbClr>
                </a:gs>
                <a:gs pos="14286">
                  <a:srgbClr val="646564">
                    <a:alpha val="29597"/>
                  </a:srgbClr>
                </a:gs>
                <a:gs pos="28571">
                  <a:srgbClr val="646564">
                    <a:alpha val="23852"/>
                  </a:srgbClr>
                </a:gs>
                <a:gs pos="42857">
                  <a:srgbClr val="646564">
                    <a:alpha val="16367"/>
                  </a:srgbClr>
                </a:gs>
                <a:gs pos="57143">
                  <a:srgbClr val="646564">
                    <a:alpha val="9429"/>
                  </a:srgbClr>
                </a:gs>
                <a:gs pos="71429">
                  <a:srgbClr val="646564">
                    <a:alpha val="4530"/>
                  </a:srgbClr>
                </a:gs>
                <a:gs pos="85714">
                  <a:srgbClr val="646564">
                    <a:alpha val="1816"/>
                  </a:srgbClr>
                </a:gs>
                <a:gs pos="100000">
                  <a:srgbClr val="646564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5827669">
              <a:off x="1605780" y="1350046"/>
              <a:ext cx="675213" cy="172533"/>
            </a:xfrm>
            <a:prstGeom prst="ellipse">
              <a:avLst/>
            </a:prstGeom>
            <a:gradFill>
              <a:gsLst>
                <a:gs pos="0">
                  <a:srgbClr val="626263">
                    <a:alpha val="30887"/>
                  </a:srgbClr>
                </a:gs>
                <a:gs pos="14286">
                  <a:srgbClr val="626263">
                    <a:alpha val="28790"/>
                  </a:srgbClr>
                </a:gs>
                <a:gs pos="28571">
                  <a:srgbClr val="626263">
                    <a:alpha val="23175"/>
                  </a:srgbClr>
                </a:gs>
                <a:gs pos="42857">
                  <a:srgbClr val="626263">
                    <a:alpha val="15880"/>
                  </a:srgbClr>
                </a:gs>
                <a:gs pos="57143">
                  <a:srgbClr val="626263">
                    <a:alpha val="9137"/>
                  </a:srgbClr>
                </a:gs>
                <a:gs pos="71429">
                  <a:srgbClr val="626263">
                    <a:alpha val="4386"/>
                  </a:srgbClr>
                </a:gs>
                <a:gs pos="85714">
                  <a:srgbClr val="626263">
                    <a:alpha val="1758"/>
                  </a:srgbClr>
                </a:gs>
                <a:gs pos="100000">
                  <a:srgbClr val="626263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9905519">
              <a:off x="80165" y="2676365"/>
              <a:ext cx="375576" cy="250183"/>
            </a:xfrm>
            <a:prstGeom prst="ellipse">
              <a:avLst/>
            </a:prstGeom>
            <a:gradFill>
              <a:gsLst>
                <a:gs pos="0">
                  <a:srgbClr val="656565">
                    <a:alpha val="32968"/>
                  </a:srgbClr>
                </a:gs>
                <a:gs pos="14286">
                  <a:srgbClr val="656565">
                    <a:alpha val="30764"/>
                  </a:srgbClr>
                </a:gs>
                <a:gs pos="28571">
                  <a:srgbClr val="656565">
                    <a:alpha val="24833"/>
                  </a:srgbClr>
                </a:gs>
                <a:gs pos="42857">
                  <a:srgbClr val="656565">
                    <a:alpha val="17075"/>
                  </a:srgbClr>
                </a:gs>
                <a:gs pos="57143">
                  <a:srgbClr val="656565">
                    <a:alpha val="9855"/>
                  </a:srgbClr>
                </a:gs>
                <a:gs pos="71429">
                  <a:srgbClr val="656565">
                    <a:alpha val="4740"/>
                  </a:srgbClr>
                </a:gs>
                <a:gs pos="85714">
                  <a:srgbClr val="656565">
                    <a:alpha val="1902"/>
                  </a:srgbClr>
                </a:gs>
                <a:gs pos="100000">
                  <a:srgbClr val="6565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-8640099">
              <a:off x="2647456" y="3503049"/>
              <a:ext cx="366437" cy="177425"/>
            </a:xfrm>
            <a:prstGeom prst="ellipse">
              <a:avLst/>
            </a:prstGeom>
            <a:gradFill>
              <a:gsLst>
                <a:gs pos="0">
                  <a:srgbClr val="5D5E60">
                    <a:alpha val="30063"/>
                  </a:srgbClr>
                </a:gs>
                <a:gs pos="14286">
                  <a:srgbClr val="5D5E60">
                    <a:alpha val="28011"/>
                  </a:srgbClr>
                </a:gs>
                <a:gs pos="28571">
                  <a:srgbClr val="5D5E60">
                    <a:alpha val="22523"/>
                  </a:srgbClr>
                </a:gs>
                <a:gs pos="42857">
                  <a:srgbClr val="5D5E60">
                    <a:alpha val="15412"/>
                  </a:srgbClr>
                </a:gs>
                <a:gs pos="57143">
                  <a:srgbClr val="5D5E60">
                    <a:alpha val="8858"/>
                  </a:srgbClr>
                </a:gs>
                <a:gs pos="71429">
                  <a:srgbClr val="5D5E60">
                    <a:alpha val="4249"/>
                  </a:srgbClr>
                </a:gs>
                <a:gs pos="85714">
                  <a:srgbClr val="5D5E60">
                    <a:alpha val="1702"/>
                  </a:srgbClr>
                </a:gs>
                <a:gs pos="100000">
                  <a:srgbClr val="5D5E60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8712904">
              <a:off x="1907700" y="3248114"/>
              <a:ext cx="771692" cy="568896"/>
            </a:xfrm>
            <a:prstGeom prst="ellipse">
              <a:avLst/>
            </a:prstGeom>
            <a:gradFill>
              <a:gsLst>
                <a:gs pos="0">
                  <a:srgbClr val="616061">
                    <a:alpha val="31316"/>
                  </a:srgbClr>
                </a:gs>
                <a:gs pos="14286">
                  <a:srgbClr val="616061">
                    <a:alpha val="29197"/>
                  </a:srgbClr>
                </a:gs>
                <a:gs pos="28571">
                  <a:srgbClr val="616061">
                    <a:alpha val="23516"/>
                  </a:srgbClr>
                </a:gs>
                <a:gs pos="42857">
                  <a:srgbClr val="616061">
                    <a:alpha val="16125"/>
                  </a:srgbClr>
                </a:gs>
                <a:gs pos="57143">
                  <a:srgbClr val="616061">
                    <a:alpha val="9284"/>
                  </a:srgbClr>
                </a:gs>
                <a:gs pos="71429">
                  <a:srgbClr val="616061">
                    <a:alpha val="4458"/>
                  </a:srgbClr>
                </a:gs>
                <a:gs pos="85714">
                  <a:srgbClr val="616061">
                    <a:alpha val="1787"/>
                  </a:srgbClr>
                </a:gs>
                <a:gs pos="100000">
                  <a:srgbClr val="616061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5486959">
              <a:off x="1542967" y="3347822"/>
              <a:ext cx="658588" cy="504416"/>
            </a:xfrm>
            <a:prstGeom prst="ellipse">
              <a:avLst/>
            </a:prstGeom>
            <a:gradFill>
              <a:gsLst>
                <a:gs pos="0">
                  <a:srgbClr val="3B3939">
                    <a:alpha val="4873"/>
                  </a:srgbClr>
                </a:gs>
                <a:gs pos="14286">
                  <a:srgbClr val="3B3939">
                    <a:alpha val="4488"/>
                  </a:srgbClr>
                </a:gs>
                <a:gs pos="28571">
                  <a:srgbClr val="3B3939">
                    <a:alpha val="3502"/>
                  </a:srgbClr>
                </a:gs>
                <a:gs pos="42857">
                  <a:srgbClr val="3B3939">
                    <a:alpha val="2311"/>
                  </a:srgbClr>
                </a:gs>
                <a:gs pos="57143">
                  <a:srgbClr val="3B3939">
                    <a:alpha val="1287"/>
                  </a:srgbClr>
                </a:gs>
                <a:gs pos="71429">
                  <a:srgbClr val="3B3939">
                    <a:alpha val="605"/>
                  </a:srgbClr>
                </a:gs>
                <a:gs pos="85714">
                  <a:srgbClr val="3B3939">
                    <a:alpha val="240"/>
                  </a:srgbClr>
                </a:gs>
                <a:gs pos="100000">
                  <a:srgbClr val="3B3939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-10483801">
              <a:off x="1440805" y="3421579"/>
              <a:ext cx="643946" cy="390424"/>
            </a:xfrm>
            <a:prstGeom prst="ellipse">
              <a:avLst/>
            </a:prstGeom>
            <a:gradFill>
              <a:gsLst>
                <a:gs pos="0">
                  <a:srgbClr val="5B5B5C">
                    <a:alpha val="14332"/>
                  </a:srgbClr>
                </a:gs>
                <a:gs pos="14286">
                  <a:srgbClr val="5B5B5C">
                    <a:alpha val="13253"/>
                  </a:srgbClr>
                </a:gs>
                <a:gs pos="28571">
                  <a:srgbClr val="5B5B5C">
                    <a:alpha val="10452"/>
                  </a:srgbClr>
                </a:gs>
                <a:gs pos="42857">
                  <a:srgbClr val="5B5B5C">
                    <a:alpha val="6985"/>
                  </a:srgbClr>
                </a:gs>
                <a:gs pos="57143">
                  <a:srgbClr val="5B5B5C">
                    <a:alpha val="3933"/>
                  </a:srgbClr>
                </a:gs>
                <a:gs pos="71429">
                  <a:srgbClr val="5B5B5C">
                    <a:alpha val="1861"/>
                  </a:srgbClr>
                </a:gs>
                <a:gs pos="85714">
                  <a:srgbClr val="5B5B5C">
                    <a:alpha val="740"/>
                  </a:srgbClr>
                </a:gs>
                <a:gs pos="100000">
                  <a:srgbClr val="5B5B5C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5303927">
              <a:off x="1233152" y="3309249"/>
              <a:ext cx="665394" cy="484563"/>
            </a:xfrm>
            <a:prstGeom prst="ellipse">
              <a:avLst/>
            </a:prstGeom>
            <a:gradFill>
              <a:gsLst>
                <a:gs pos="0">
                  <a:srgbClr val="05000A">
                    <a:alpha val="7766"/>
                  </a:srgbClr>
                </a:gs>
                <a:gs pos="14286">
                  <a:srgbClr val="05000A">
                    <a:alpha val="7161"/>
                  </a:srgbClr>
                </a:gs>
                <a:gs pos="28571">
                  <a:srgbClr val="05000A">
                    <a:alpha val="5606"/>
                  </a:srgbClr>
                </a:gs>
                <a:gs pos="42857">
                  <a:srgbClr val="05000A">
                    <a:alpha val="3713"/>
                  </a:srgbClr>
                </a:gs>
                <a:gs pos="57143">
                  <a:srgbClr val="05000A">
                    <a:alpha val="2075"/>
                  </a:srgbClr>
                </a:gs>
                <a:gs pos="71429">
                  <a:srgbClr val="05000A">
                    <a:alpha val="977"/>
                  </a:srgbClr>
                </a:gs>
                <a:gs pos="85714">
                  <a:srgbClr val="05000A">
                    <a:alpha val="387"/>
                  </a:srgbClr>
                </a:gs>
                <a:gs pos="100000">
                  <a:srgbClr val="05000A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5799821">
              <a:off x="900582" y="3210014"/>
              <a:ext cx="858261" cy="562477"/>
            </a:xfrm>
            <a:prstGeom prst="ellipse">
              <a:avLst/>
            </a:prstGeom>
            <a:gradFill>
              <a:gsLst>
                <a:gs pos="0">
                  <a:srgbClr val="0C0802">
                    <a:alpha val="7732"/>
                  </a:srgbClr>
                </a:gs>
                <a:gs pos="14286">
                  <a:srgbClr val="0C0802">
                    <a:alpha val="7129"/>
                  </a:srgbClr>
                </a:gs>
                <a:gs pos="28571">
                  <a:srgbClr val="0C0802">
                    <a:alpha val="5581"/>
                  </a:srgbClr>
                </a:gs>
                <a:gs pos="42857">
                  <a:srgbClr val="0C0802">
                    <a:alpha val="3697"/>
                  </a:srgbClr>
                </a:gs>
                <a:gs pos="57143">
                  <a:srgbClr val="0C0802">
                    <a:alpha val="2066"/>
                  </a:srgbClr>
                </a:gs>
                <a:gs pos="71429">
                  <a:srgbClr val="0C0802">
                    <a:alpha val="972"/>
                  </a:srgbClr>
                </a:gs>
                <a:gs pos="85714">
                  <a:srgbClr val="0C0802">
                    <a:alpha val="386"/>
                  </a:srgbClr>
                </a:gs>
                <a:gs pos="100000">
                  <a:srgbClr val="0C0802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5677697">
              <a:off x="722158" y="3394790"/>
              <a:ext cx="815780" cy="338329"/>
            </a:xfrm>
            <a:prstGeom prst="ellipse">
              <a:avLst/>
            </a:prstGeom>
            <a:gradFill>
              <a:gsLst>
                <a:gs pos="0">
                  <a:srgbClr val="242325">
                    <a:alpha val="32968"/>
                  </a:srgbClr>
                </a:gs>
                <a:gs pos="14286">
                  <a:srgbClr val="242325">
                    <a:alpha val="30764"/>
                  </a:srgbClr>
                </a:gs>
                <a:gs pos="28571">
                  <a:srgbClr val="242325">
                    <a:alpha val="24833"/>
                  </a:srgbClr>
                </a:gs>
                <a:gs pos="42857">
                  <a:srgbClr val="242325">
                    <a:alpha val="17075"/>
                  </a:srgbClr>
                </a:gs>
                <a:gs pos="57143">
                  <a:srgbClr val="242325">
                    <a:alpha val="9855"/>
                  </a:srgbClr>
                </a:gs>
                <a:gs pos="71429">
                  <a:srgbClr val="242325">
                    <a:alpha val="4740"/>
                  </a:srgbClr>
                </a:gs>
                <a:gs pos="85714">
                  <a:srgbClr val="242325">
                    <a:alpha val="1902"/>
                  </a:srgbClr>
                </a:gs>
                <a:gs pos="100000">
                  <a:srgbClr val="2423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4540402">
              <a:off x="2882109" y="3026236"/>
              <a:ext cx="689211" cy="517370"/>
            </a:xfrm>
            <a:prstGeom prst="ellipse">
              <a:avLst/>
            </a:prstGeom>
            <a:gradFill>
              <a:gsLst>
                <a:gs pos="0">
                  <a:srgbClr val="2C332E">
                    <a:alpha val="1841"/>
                  </a:srgbClr>
                </a:gs>
                <a:gs pos="14286">
                  <a:srgbClr val="2C332E">
                    <a:alpha val="1693"/>
                  </a:srgbClr>
                </a:gs>
                <a:gs pos="28571">
                  <a:srgbClr val="2C332E">
                    <a:alpha val="1317"/>
                  </a:srgbClr>
                </a:gs>
                <a:gs pos="42857">
                  <a:srgbClr val="2C332E">
                    <a:alpha val="866"/>
                  </a:srgbClr>
                </a:gs>
                <a:gs pos="57143">
                  <a:srgbClr val="2C332E">
                    <a:alpha val="481"/>
                  </a:srgbClr>
                </a:gs>
                <a:gs pos="71429">
                  <a:srgbClr val="2C332E">
                    <a:alpha val="225"/>
                  </a:srgbClr>
                </a:gs>
                <a:gs pos="85714">
                  <a:srgbClr val="2C332E">
                    <a:alpha val="89"/>
                  </a:srgbClr>
                </a:gs>
                <a:gs pos="100000">
                  <a:srgbClr val="2C332E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9810917">
              <a:off x="2573878" y="2998169"/>
              <a:ext cx="785753" cy="595940"/>
            </a:xfrm>
            <a:prstGeom prst="ellipse">
              <a:avLst/>
            </a:prstGeom>
            <a:gradFill>
              <a:gsLst>
                <a:gs pos="0">
                  <a:srgbClr val="515250">
                    <a:alpha val="6568"/>
                  </a:srgbClr>
                </a:gs>
                <a:gs pos="14286">
                  <a:srgbClr val="515250">
                    <a:alpha val="6053"/>
                  </a:srgbClr>
                </a:gs>
                <a:gs pos="28571">
                  <a:srgbClr val="515250">
                    <a:alpha val="4732"/>
                  </a:srgbClr>
                </a:gs>
                <a:gs pos="42857">
                  <a:srgbClr val="515250">
                    <a:alpha val="3130"/>
                  </a:srgbClr>
                </a:gs>
                <a:gs pos="57143">
                  <a:srgbClr val="515250">
                    <a:alpha val="1747"/>
                  </a:srgbClr>
                </a:gs>
                <a:gs pos="71429">
                  <a:srgbClr val="515250">
                    <a:alpha val="821"/>
                  </a:srgbClr>
                </a:gs>
                <a:gs pos="85714">
                  <a:srgbClr val="515250">
                    <a:alpha val="326"/>
                  </a:srgbClr>
                </a:gs>
                <a:gs pos="100000">
                  <a:srgbClr val="515250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4992308">
              <a:off x="2114506" y="3141590"/>
              <a:ext cx="731579" cy="510308"/>
            </a:xfrm>
            <a:prstGeom prst="ellipse">
              <a:avLst/>
            </a:prstGeom>
            <a:gradFill>
              <a:gsLst>
                <a:gs pos="0">
                  <a:srgbClr val="303032">
                    <a:alpha val="9398"/>
                  </a:srgbClr>
                </a:gs>
                <a:gs pos="14286">
                  <a:srgbClr val="303032">
                    <a:alpha val="8672"/>
                  </a:srgbClr>
                </a:gs>
                <a:gs pos="28571">
                  <a:srgbClr val="303032">
                    <a:alpha val="6801"/>
                  </a:srgbClr>
                </a:gs>
                <a:gs pos="42857">
                  <a:srgbClr val="303032">
                    <a:alpha val="4515"/>
                  </a:srgbClr>
                </a:gs>
                <a:gs pos="57143">
                  <a:srgbClr val="303032">
                    <a:alpha val="2527"/>
                  </a:srgbClr>
                </a:gs>
                <a:gs pos="71429">
                  <a:srgbClr val="303032">
                    <a:alpha val="1191"/>
                  </a:srgbClr>
                </a:gs>
                <a:gs pos="85714">
                  <a:srgbClr val="303032">
                    <a:alpha val="473"/>
                  </a:srgbClr>
                </a:gs>
                <a:gs pos="100000">
                  <a:srgbClr val="303032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5343766">
              <a:off x="1846468" y="3040915"/>
              <a:ext cx="677563" cy="625589"/>
            </a:xfrm>
            <a:prstGeom prst="ellipse">
              <a:avLst/>
            </a:prstGeom>
            <a:gradFill>
              <a:gsLst>
                <a:gs pos="0">
                  <a:srgbClr val="1F1D22">
                    <a:alpha val="4106"/>
                  </a:srgbClr>
                </a:gs>
                <a:gs pos="14286">
                  <a:srgbClr val="1F1D22">
                    <a:alpha val="3781"/>
                  </a:srgbClr>
                </a:gs>
                <a:gs pos="28571">
                  <a:srgbClr val="1F1D22">
                    <a:alpha val="2948"/>
                  </a:srgbClr>
                </a:gs>
                <a:gs pos="42857">
                  <a:srgbClr val="1F1D22">
                    <a:alpha val="1944"/>
                  </a:srgbClr>
                </a:gs>
                <a:gs pos="57143">
                  <a:srgbClr val="1F1D22">
                    <a:alpha val="1082"/>
                  </a:srgbClr>
                </a:gs>
                <a:gs pos="71429">
                  <a:srgbClr val="1F1D22">
                    <a:alpha val="508"/>
                  </a:srgbClr>
                </a:gs>
                <a:gs pos="85714">
                  <a:srgbClr val="1F1D22">
                    <a:alpha val="201"/>
                  </a:srgbClr>
                </a:gs>
                <a:gs pos="100000">
                  <a:srgbClr val="1F1D22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8391217">
              <a:off x="1461991" y="3049293"/>
              <a:ext cx="634768" cy="548535"/>
            </a:xfrm>
            <a:prstGeom prst="ellipse">
              <a:avLst/>
            </a:prstGeom>
            <a:gradFill>
              <a:gsLst>
                <a:gs pos="0">
                  <a:srgbClr val="555657">
                    <a:alpha val="6859"/>
                  </a:srgbClr>
                </a:gs>
                <a:gs pos="14286">
                  <a:srgbClr val="555657">
                    <a:alpha val="6322"/>
                  </a:srgbClr>
                </a:gs>
                <a:gs pos="28571">
                  <a:srgbClr val="555657">
                    <a:alpha val="4945"/>
                  </a:srgbClr>
                </a:gs>
                <a:gs pos="42857">
                  <a:srgbClr val="555657">
                    <a:alpha val="3272"/>
                  </a:srgbClr>
                </a:gs>
                <a:gs pos="57143">
                  <a:srgbClr val="555657">
                    <a:alpha val="1826"/>
                  </a:srgbClr>
                </a:gs>
                <a:gs pos="71429">
                  <a:srgbClr val="555657">
                    <a:alpha val="859"/>
                  </a:srgbClr>
                </a:gs>
                <a:gs pos="85714">
                  <a:srgbClr val="555657">
                    <a:alpha val="341"/>
                  </a:srgbClr>
                </a:gs>
                <a:gs pos="100000">
                  <a:srgbClr val="555657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7553696">
              <a:off x="623127" y="3251826"/>
              <a:ext cx="820785" cy="266521"/>
            </a:xfrm>
            <a:prstGeom prst="ellipse">
              <a:avLst/>
            </a:prstGeom>
            <a:gradFill>
              <a:gsLst>
                <a:gs pos="0">
                  <a:srgbClr val="444344">
                    <a:alpha val="11835"/>
                  </a:srgbClr>
                </a:gs>
                <a:gs pos="14286">
                  <a:srgbClr val="444344">
                    <a:alpha val="10932"/>
                  </a:srgbClr>
                </a:gs>
                <a:gs pos="28571">
                  <a:srgbClr val="444344">
                    <a:alpha val="8597"/>
                  </a:srgbClr>
                </a:gs>
                <a:gs pos="42857">
                  <a:srgbClr val="444344">
                    <a:alpha val="5726"/>
                  </a:srgbClr>
                </a:gs>
                <a:gs pos="57143">
                  <a:srgbClr val="444344">
                    <a:alpha val="3214"/>
                  </a:srgbClr>
                </a:gs>
                <a:gs pos="71429">
                  <a:srgbClr val="444344">
                    <a:alpha val="1518"/>
                  </a:srgbClr>
                </a:gs>
                <a:gs pos="85714">
                  <a:srgbClr val="444344">
                    <a:alpha val="603"/>
                  </a:srgbClr>
                </a:gs>
                <a:gs pos="100000">
                  <a:srgbClr val="444344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8574002">
              <a:off x="3152471" y="2892393"/>
              <a:ext cx="669555" cy="371731"/>
            </a:xfrm>
            <a:prstGeom prst="ellipse">
              <a:avLst/>
            </a:prstGeom>
            <a:gradFill>
              <a:gsLst>
                <a:gs pos="0">
                  <a:srgbClr val="646564">
                    <a:alpha val="25733"/>
                  </a:srgbClr>
                </a:gs>
                <a:gs pos="14286">
                  <a:srgbClr val="646564">
                    <a:alpha val="23924"/>
                  </a:srgbClr>
                </a:gs>
                <a:gs pos="28571">
                  <a:srgbClr val="646564">
                    <a:alpha val="19128"/>
                  </a:srgbClr>
                </a:gs>
                <a:gs pos="42857">
                  <a:srgbClr val="646564">
                    <a:alpha val="13000"/>
                  </a:srgbClr>
                </a:gs>
                <a:gs pos="57143">
                  <a:srgbClr val="646564">
                    <a:alpha val="7426"/>
                  </a:srgbClr>
                </a:gs>
                <a:gs pos="71429">
                  <a:srgbClr val="646564">
                    <a:alpha val="3548"/>
                  </a:srgbClr>
                </a:gs>
                <a:gs pos="85714">
                  <a:srgbClr val="646564">
                    <a:alpha val="1418"/>
                  </a:srgbClr>
                </a:gs>
                <a:gs pos="100000">
                  <a:srgbClr val="646564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7715619">
              <a:off x="2175842" y="2904711"/>
              <a:ext cx="625402" cy="436037"/>
            </a:xfrm>
            <a:prstGeom prst="ellipse">
              <a:avLst/>
            </a:prstGeom>
            <a:gradFill>
              <a:gsLst>
                <a:gs pos="0">
                  <a:srgbClr val="525153">
                    <a:alpha val="9415"/>
                  </a:srgbClr>
                </a:gs>
                <a:gs pos="14286">
                  <a:srgbClr val="525153">
                    <a:alpha val="8688"/>
                  </a:srgbClr>
                </a:gs>
                <a:gs pos="28571">
                  <a:srgbClr val="525153">
                    <a:alpha val="6814"/>
                  </a:srgbClr>
                </a:gs>
                <a:gs pos="42857">
                  <a:srgbClr val="525153">
                    <a:alpha val="4523"/>
                  </a:srgbClr>
                </a:gs>
                <a:gs pos="57143">
                  <a:srgbClr val="525153">
                    <a:alpha val="2532"/>
                  </a:srgbClr>
                </a:gs>
                <a:gs pos="71429">
                  <a:srgbClr val="525153">
                    <a:alpha val="1193"/>
                  </a:srgbClr>
                </a:gs>
                <a:gs pos="85714">
                  <a:srgbClr val="525153">
                    <a:alpha val="474"/>
                  </a:srgbClr>
                </a:gs>
                <a:gs pos="100000">
                  <a:srgbClr val="525153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-10200967">
              <a:off x="1817994" y="2879137"/>
              <a:ext cx="690350" cy="573144"/>
            </a:xfrm>
            <a:prstGeom prst="ellipse">
              <a:avLst/>
            </a:prstGeom>
            <a:gradFill>
              <a:gsLst>
                <a:gs pos="0">
                  <a:srgbClr val="08040A">
                    <a:alpha val="5838"/>
                  </a:srgbClr>
                </a:gs>
                <a:gs pos="14286">
                  <a:srgbClr val="08040A">
                    <a:alpha val="5379"/>
                  </a:srgbClr>
                </a:gs>
                <a:gs pos="28571">
                  <a:srgbClr val="08040A">
                    <a:alpha val="4202"/>
                  </a:srgbClr>
                </a:gs>
                <a:gs pos="42857">
                  <a:srgbClr val="08040A">
                    <a:alpha val="2777"/>
                  </a:srgbClr>
                </a:gs>
                <a:gs pos="57143">
                  <a:srgbClr val="08040A">
                    <a:alpha val="1548"/>
                  </a:srgbClr>
                </a:gs>
                <a:gs pos="71429">
                  <a:srgbClr val="08040A">
                    <a:alpha val="728"/>
                  </a:srgbClr>
                </a:gs>
                <a:gs pos="85714">
                  <a:srgbClr val="08040A">
                    <a:alpha val="288"/>
                  </a:srgbClr>
                </a:gs>
                <a:gs pos="100000">
                  <a:srgbClr val="08040A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9516107">
              <a:off x="502704" y="2899535"/>
              <a:ext cx="781556" cy="543354"/>
            </a:xfrm>
            <a:prstGeom prst="ellipse">
              <a:avLst/>
            </a:prstGeom>
            <a:gradFill>
              <a:gsLst>
                <a:gs pos="0">
                  <a:srgbClr val="000004">
                    <a:alpha val="3607"/>
                  </a:srgbClr>
                </a:gs>
                <a:gs pos="14286">
                  <a:srgbClr val="000004">
                    <a:alpha val="3320"/>
                  </a:srgbClr>
                </a:gs>
                <a:gs pos="28571">
                  <a:srgbClr val="000004">
                    <a:alpha val="2587"/>
                  </a:srgbClr>
                </a:gs>
                <a:gs pos="42857">
                  <a:srgbClr val="000004">
                    <a:alpha val="1705"/>
                  </a:srgbClr>
                </a:gs>
                <a:gs pos="57143">
                  <a:srgbClr val="000004">
                    <a:alpha val="948"/>
                  </a:srgbClr>
                </a:gs>
                <a:gs pos="71429">
                  <a:srgbClr val="000004">
                    <a:alpha val="445"/>
                  </a:srgbClr>
                </a:gs>
                <a:gs pos="85714">
                  <a:srgbClr val="000004">
                    <a:alpha val="176"/>
                  </a:srgbClr>
                </a:gs>
                <a:gs pos="100000">
                  <a:srgbClr val="000004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-10267073">
              <a:off x="2492677" y="2804265"/>
              <a:ext cx="617546" cy="358038"/>
            </a:xfrm>
            <a:prstGeom prst="ellipse">
              <a:avLst/>
            </a:prstGeom>
            <a:gradFill>
              <a:gsLst>
                <a:gs pos="0">
                  <a:srgbClr val="626261">
                    <a:alpha val="9223"/>
                  </a:srgbClr>
                </a:gs>
                <a:gs pos="14286">
                  <a:srgbClr val="626261">
                    <a:alpha val="8510"/>
                  </a:srgbClr>
                </a:gs>
                <a:gs pos="28571">
                  <a:srgbClr val="626261">
                    <a:alpha val="6673"/>
                  </a:srgbClr>
                </a:gs>
                <a:gs pos="42857">
                  <a:srgbClr val="626261">
                    <a:alpha val="4429"/>
                  </a:srgbClr>
                </a:gs>
                <a:gs pos="57143">
                  <a:srgbClr val="626261">
                    <a:alpha val="2479"/>
                  </a:srgbClr>
                </a:gs>
                <a:gs pos="71429">
                  <a:srgbClr val="626261">
                    <a:alpha val="1168"/>
                  </a:srgbClr>
                </a:gs>
                <a:gs pos="85714">
                  <a:srgbClr val="626261">
                    <a:alpha val="464"/>
                  </a:srgbClr>
                </a:gs>
                <a:gs pos="100000">
                  <a:srgbClr val="626261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9716273">
              <a:off x="1987293" y="2641490"/>
              <a:ext cx="678391" cy="560680"/>
            </a:xfrm>
            <a:prstGeom prst="ellipse">
              <a:avLst/>
            </a:prstGeom>
            <a:gradFill>
              <a:gsLst>
                <a:gs pos="0">
                  <a:srgbClr val="1F1E24">
                    <a:alpha val="5701"/>
                  </a:srgbClr>
                </a:gs>
                <a:gs pos="14286">
                  <a:srgbClr val="1F1E24">
                    <a:alpha val="5252"/>
                  </a:srgbClr>
                </a:gs>
                <a:gs pos="28571">
                  <a:srgbClr val="1F1E24">
                    <a:alpha val="4103"/>
                  </a:srgbClr>
                </a:gs>
                <a:gs pos="42857">
                  <a:srgbClr val="1F1E24">
                    <a:alpha val="2710"/>
                  </a:srgbClr>
                </a:gs>
                <a:gs pos="57143">
                  <a:srgbClr val="1F1E24">
                    <a:alpha val="1511"/>
                  </a:srgbClr>
                </a:gs>
                <a:gs pos="71429">
                  <a:srgbClr val="1F1E24">
                    <a:alpha val="710"/>
                  </a:srgbClr>
                </a:gs>
                <a:gs pos="85714">
                  <a:srgbClr val="1F1E24">
                    <a:alpha val="281"/>
                  </a:srgbClr>
                </a:gs>
                <a:gs pos="100000">
                  <a:srgbClr val="1F1E24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3036029">
              <a:off x="1362465" y="2683960"/>
              <a:ext cx="699502" cy="536605"/>
            </a:xfrm>
            <a:prstGeom prst="ellipse">
              <a:avLst/>
            </a:prstGeom>
            <a:gradFill>
              <a:gsLst>
                <a:gs pos="0">
                  <a:srgbClr val="000000">
                    <a:alpha val="2956"/>
                  </a:srgbClr>
                </a:gs>
                <a:gs pos="14286">
                  <a:srgbClr val="000000">
                    <a:alpha val="2720"/>
                  </a:srgbClr>
                </a:gs>
                <a:gs pos="28571">
                  <a:srgbClr val="000000">
                    <a:alpha val="2119"/>
                  </a:srgbClr>
                </a:gs>
                <a:gs pos="42857">
                  <a:srgbClr val="000000">
                    <a:alpha val="1395"/>
                  </a:srgbClr>
                </a:gs>
                <a:gs pos="57143">
                  <a:srgbClr val="000000">
                    <a:alpha val="775"/>
                  </a:srgbClr>
                </a:gs>
                <a:gs pos="71429">
                  <a:srgbClr val="000000">
                    <a:alpha val="364"/>
                  </a:srgbClr>
                </a:gs>
                <a:gs pos="85714">
                  <a:srgbClr val="000000">
                    <a:alpha val="144"/>
                  </a:srgbClr>
                </a:gs>
                <a:gs pos="100000">
                  <a:srgbClr val="0000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9481506">
              <a:off x="1091230" y="2645007"/>
              <a:ext cx="843981" cy="513303"/>
            </a:xfrm>
            <a:prstGeom prst="ellipse">
              <a:avLst/>
            </a:prstGeom>
            <a:gradFill>
              <a:gsLst>
                <a:gs pos="0">
                  <a:srgbClr val="353435">
                    <a:alpha val="4610"/>
                  </a:srgbClr>
                </a:gs>
                <a:gs pos="14286">
                  <a:srgbClr val="353435">
                    <a:alpha val="4245"/>
                  </a:srgbClr>
                </a:gs>
                <a:gs pos="28571">
                  <a:srgbClr val="353435">
                    <a:alpha val="3312"/>
                  </a:srgbClr>
                </a:gs>
                <a:gs pos="42857">
                  <a:srgbClr val="353435">
                    <a:alpha val="2185"/>
                  </a:srgbClr>
                </a:gs>
                <a:gs pos="57143">
                  <a:srgbClr val="353435">
                    <a:alpha val="1217"/>
                  </a:srgbClr>
                </a:gs>
                <a:gs pos="71429">
                  <a:srgbClr val="353435">
                    <a:alpha val="571"/>
                  </a:srgbClr>
                </a:gs>
                <a:gs pos="85714">
                  <a:srgbClr val="353435">
                    <a:alpha val="226"/>
                  </a:srgbClr>
                </a:gs>
                <a:gs pos="100000">
                  <a:srgbClr val="353435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8055526">
              <a:off x="849387" y="2930732"/>
              <a:ext cx="461811" cy="328159"/>
            </a:xfrm>
            <a:prstGeom prst="ellipse">
              <a:avLst/>
            </a:prstGeom>
            <a:gradFill>
              <a:gsLst>
                <a:gs pos="0">
                  <a:srgbClr val="5B5B5A">
                    <a:alpha val="32968"/>
                  </a:srgbClr>
                </a:gs>
                <a:gs pos="14286">
                  <a:srgbClr val="5B5B5A">
                    <a:alpha val="30764"/>
                  </a:srgbClr>
                </a:gs>
                <a:gs pos="28571">
                  <a:srgbClr val="5B5B5A">
                    <a:alpha val="24833"/>
                  </a:srgbClr>
                </a:gs>
                <a:gs pos="42857">
                  <a:srgbClr val="5B5B5A">
                    <a:alpha val="17075"/>
                  </a:srgbClr>
                </a:gs>
                <a:gs pos="57143">
                  <a:srgbClr val="5B5B5A">
                    <a:alpha val="9855"/>
                  </a:srgbClr>
                </a:gs>
                <a:gs pos="71429">
                  <a:srgbClr val="5B5B5A">
                    <a:alpha val="4740"/>
                  </a:srgbClr>
                </a:gs>
                <a:gs pos="85714">
                  <a:srgbClr val="5B5B5A">
                    <a:alpha val="1902"/>
                  </a:srgbClr>
                </a:gs>
                <a:gs pos="100000">
                  <a:srgbClr val="5B5B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9539952">
              <a:off x="524795" y="2759798"/>
              <a:ext cx="754333" cy="375480"/>
            </a:xfrm>
            <a:prstGeom prst="ellipse">
              <a:avLst/>
            </a:prstGeom>
            <a:gradFill>
              <a:gsLst>
                <a:gs pos="0">
                  <a:srgbClr val="535455">
                    <a:alpha val="12950"/>
                  </a:srgbClr>
                </a:gs>
                <a:gs pos="14286">
                  <a:srgbClr val="535455">
                    <a:alpha val="11968"/>
                  </a:srgbClr>
                </a:gs>
                <a:gs pos="28571">
                  <a:srgbClr val="535455">
                    <a:alpha val="9424"/>
                  </a:srgbClr>
                </a:gs>
                <a:gs pos="42857">
                  <a:srgbClr val="535455">
                    <a:alpha val="6286"/>
                  </a:srgbClr>
                </a:gs>
                <a:gs pos="57143">
                  <a:srgbClr val="535455">
                    <a:alpha val="3533"/>
                  </a:srgbClr>
                </a:gs>
                <a:gs pos="71429">
                  <a:srgbClr val="535455">
                    <a:alpha val="1670"/>
                  </a:srgbClr>
                </a:gs>
                <a:gs pos="85714">
                  <a:srgbClr val="535455">
                    <a:alpha val="664"/>
                  </a:srgbClr>
                </a:gs>
                <a:gs pos="100000">
                  <a:srgbClr val="535455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10595191">
              <a:off x="264657" y="2841560"/>
              <a:ext cx="648304" cy="423298"/>
            </a:xfrm>
            <a:prstGeom prst="ellipse">
              <a:avLst/>
            </a:prstGeom>
            <a:gradFill>
              <a:gsLst>
                <a:gs pos="0">
                  <a:srgbClr val="5E5E5E">
                    <a:alpha val="17902"/>
                  </a:srgbClr>
                </a:gs>
                <a:gs pos="14286">
                  <a:srgbClr val="5E5E5E">
                    <a:alpha val="16582"/>
                  </a:srgbClr>
                </a:gs>
                <a:gs pos="28571">
                  <a:srgbClr val="5E5E5E">
                    <a:alpha val="13131"/>
                  </a:srgbClr>
                </a:gs>
                <a:gs pos="42857">
                  <a:srgbClr val="5E5E5E">
                    <a:alpha val="8820"/>
                  </a:srgbClr>
                </a:gs>
                <a:gs pos="57143">
                  <a:srgbClr val="5E5E5E">
                    <a:alpha val="4988"/>
                  </a:srgbClr>
                </a:gs>
                <a:gs pos="71429">
                  <a:srgbClr val="5E5E5E">
                    <a:alpha val="2367"/>
                  </a:srgbClr>
                </a:gs>
                <a:gs pos="85714">
                  <a:srgbClr val="5E5E5E">
                    <a:alpha val="943"/>
                  </a:srgbClr>
                </a:gs>
                <a:gs pos="100000">
                  <a:srgbClr val="5E5E5E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7769628">
              <a:off x="-15149" y="2728850"/>
              <a:ext cx="588816" cy="530412"/>
            </a:xfrm>
            <a:prstGeom prst="ellipse">
              <a:avLst/>
            </a:prstGeom>
            <a:gradFill>
              <a:gsLst>
                <a:gs pos="0">
                  <a:srgbClr val="000100">
                    <a:alpha val="6040"/>
                  </a:srgbClr>
                </a:gs>
                <a:gs pos="14286">
                  <a:srgbClr val="000100">
                    <a:alpha val="5566"/>
                  </a:srgbClr>
                </a:gs>
                <a:gs pos="28571">
                  <a:srgbClr val="000100">
                    <a:alpha val="4349"/>
                  </a:srgbClr>
                </a:gs>
                <a:gs pos="42857">
                  <a:srgbClr val="000100">
                    <a:alpha val="2874"/>
                  </a:srgbClr>
                </a:gs>
                <a:gs pos="57143">
                  <a:srgbClr val="000100">
                    <a:alpha val="1603"/>
                  </a:srgbClr>
                </a:gs>
                <a:gs pos="71429">
                  <a:srgbClr val="000100">
                    <a:alpha val="754"/>
                  </a:srgbClr>
                </a:gs>
                <a:gs pos="85714">
                  <a:srgbClr val="000100">
                    <a:alpha val="299"/>
                  </a:srgbClr>
                </a:gs>
                <a:gs pos="100000">
                  <a:srgbClr val="0001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4904097">
              <a:off x="-305304" y="2644310"/>
              <a:ext cx="641789" cy="581778"/>
            </a:xfrm>
            <a:prstGeom prst="ellipse">
              <a:avLst/>
            </a:prstGeom>
            <a:gradFill>
              <a:gsLst>
                <a:gs pos="0">
                  <a:srgbClr val="010203">
                    <a:alpha val="2877"/>
                  </a:srgbClr>
                </a:gs>
                <a:gs pos="14286">
                  <a:srgbClr val="010203">
                    <a:alpha val="2648"/>
                  </a:srgbClr>
                </a:gs>
                <a:gs pos="28571">
                  <a:srgbClr val="010203">
                    <a:alpha val="2062"/>
                  </a:srgbClr>
                </a:gs>
                <a:gs pos="42857">
                  <a:srgbClr val="010203">
                    <a:alpha val="1357"/>
                  </a:srgbClr>
                </a:gs>
                <a:gs pos="57143">
                  <a:srgbClr val="010203">
                    <a:alpha val="754"/>
                  </a:srgbClr>
                </a:gs>
                <a:gs pos="71429">
                  <a:srgbClr val="010203">
                    <a:alpha val="354"/>
                  </a:srgbClr>
                </a:gs>
                <a:gs pos="85714">
                  <a:srgbClr val="010203">
                    <a:alpha val="140"/>
                  </a:srgbClr>
                </a:gs>
                <a:gs pos="100000">
                  <a:srgbClr val="010203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10774603">
              <a:off x="3188913" y="2801101"/>
              <a:ext cx="387514" cy="67379"/>
            </a:xfrm>
            <a:prstGeom prst="ellipse">
              <a:avLst/>
            </a:prstGeom>
            <a:gradFill>
              <a:gsLst>
                <a:gs pos="0">
                  <a:srgbClr val="F7F7F6">
                    <a:alpha val="17788"/>
                  </a:srgbClr>
                </a:gs>
                <a:gs pos="14286">
                  <a:srgbClr val="F7F7F6">
                    <a:alpha val="16475"/>
                  </a:srgbClr>
                </a:gs>
                <a:gs pos="28571">
                  <a:srgbClr val="F7F7F6">
                    <a:alpha val="13045"/>
                  </a:srgbClr>
                </a:gs>
                <a:gs pos="42857">
                  <a:srgbClr val="F7F7F6">
                    <a:alpha val="8761"/>
                  </a:srgbClr>
                </a:gs>
                <a:gs pos="57143">
                  <a:srgbClr val="F7F7F6">
                    <a:alpha val="4953"/>
                  </a:srgbClr>
                </a:gs>
                <a:gs pos="71429">
                  <a:srgbClr val="F7F7F6">
                    <a:alpha val="2350"/>
                  </a:srgbClr>
                </a:gs>
                <a:gs pos="85714">
                  <a:srgbClr val="F7F7F6">
                    <a:alpha val="936"/>
                  </a:srgbClr>
                </a:gs>
                <a:gs pos="100000">
                  <a:srgbClr val="F7F7F6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5085696">
              <a:off x="2195081" y="2486494"/>
              <a:ext cx="685225" cy="442934"/>
            </a:xfrm>
            <a:prstGeom prst="ellipse">
              <a:avLst/>
            </a:prstGeom>
            <a:gradFill>
              <a:gsLst>
                <a:gs pos="0">
                  <a:srgbClr val="5A5A5A">
                    <a:alpha val="32968"/>
                  </a:srgbClr>
                </a:gs>
                <a:gs pos="14286">
                  <a:srgbClr val="5A5A5A">
                    <a:alpha val="30764"/>
                  </a:srgbClr>
                </a:gs>
                <a:gs pos="28571">
                  <a:srgbClr val="5A5A5A">
                    <a:alpha val="24833"/>
                  </a:srgbClr>
                </a:gs>
                <a:gs pos="42857">
                  <a:srgbClr val="5A5A5A">
                    <a:alpha val="17075"/>
                  </a:srgbClr>
                </a:gs>
                <a:gs pos="57143">
                  <a:srgbClr val="5A5A5A">
                    <a:alpha val="9855"/>
                  </a:srgbClr>
                </a:gs>
                <a:gs pos="71429">
                  <a:srgbClr val="5A5A5A">
                    <a:alpha val="4740"/>
                  </a:srgbClr>
                </a:gs>
                <a:gs pos="85714">
                  <a:srgbClr val="5A5A5A">
                    <a:alpha val="1902"/>
                  </a:srgbClr>
                </a:gs>
                <a:gs pos="100000">
                  <a:srgbClr val="5A5A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9666647">
              <a:off x="1933939" y="2384754"/>
              <a:ext cx="762189" cy="637717"/>
            </a:xfrm>
            <a:prstGeom prst="ellipse">
              <a:avLst/>
            </a:prstGeom>
            <a:gradFill>
              <a:gsLst>
                <a:gs pos="0">
                  <a:srgbClr val="0C0008">
                    <a:alpha val="4020"/>
                  </a:srgbClr>
                </a:gs>
                <a:gs pos="14286">
                  <a:srgbClr val="0C0008">
                    <a:alpha val="3701"/>
                  </a:srgbClr>
                </a:gs>
                <a:gs pos="28571">
                  <a:srgbClr val="0C0008">
                    <a:alpha val="2886"/>
                  </a:srgbClr>
                </a:gs>
                <a:gs pos="42857">
                  <a:srgbClr val="0C0008">
                    <a:alpha val="1902"/>
                  </a:srgbClr>
                </a:gs>
                <a:gs pos="57143">
                  <a:srgbClr val="0C0008">
                    <a:alpha val="1059"/>
                  </a:srgbClr>
                </a:gs>
                <a:gs pos="71429">
                  <a:srgbClr val="0C0008">
                    <a:alpha val="497"/>
                  </a:srgbClr>
                </a:gs>
                <a:gs pos="85714">
                  <a:srgbClr val="0C0008">
                    <a:alpha val="197"/>
                  </a:srgbClr>
                </a:gs>
                <a:gs pos="100000">
                  <a:srgbClr val="0C0008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10566804">
              <a:off x="1209251" y="2513766"/>
              <a:ext cx="714702" cy="434913"/>
            </a:xfrm>
            <a:prstGeom prst="ellipse">
              <a:avLst/>
            </a:prstGeom>
            <a:gradFill>
              <a:gsLst>
                <a:gs pos="0">
                  <a:srgbClr val="000600">
                    <a:alpha val="5107"/>
                  </a:srgbClr>
                </a:gs>
                <a:gs pos="14286">
                  <a:srgbClr val="000600">
                    <a:alpha val="4704"/>
                  </a:srgbClr>
                </a:gs>
                <a:gs pos="28571">
                  <a:srgbClr val="000600">
                    <a:alpha val="3672"/>
                  </a:srgbClr>
                </a:gs>
                <a:gs pos="42857">
                  <a:srgbClr val="000600">
                    <a:alpha val="2424"/>
                  </a:srgbClr>
                </a:gs>
                <a:gs pos="57143">
                  <a:srgbClr val="000600">
                    <a:alpha val="1351"/>
                  </a:srgbClr>
                </a:gs>
                <a:gs pos="71429">
                  <a:srgbClr val="000600">
                    <a:alpha val="634"/>
                  </a:srgbClr>
                </a:gs>
                <a:gs pos="85714">
                  <a:srgbClr val="000600">
                    <a:alpha val="251"/>
                  </a:srgbClr>
                </a:gs>
                <a:gs pos="100000">
                  <a:srgbClr val="0006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10785279">
              <a:off x="952268" y="2465779"/>
              <a:ext cx="663531" cy="601217"/>
            </a:xfrm>
            <a:prstGeom prst="ellipse">
              <a:avLst/>
            </a:prstGeom>
            <a:gradFill>
              <a:gsLst>
                <a:gs pos="0">
                  <a:srgbClr val="282C28">
                    <a:alpha val="1311"/>
                  </a:srgbClr>
                </a:gs>
                <a:gs pos="14286">
                  <a:srgbClr val="282C28">
                    <a:alpha val="1206"/>
                  </a:srgbClr>
                </a:gs>
                <a:gs pos="28571">
                  <a:srgbClr val="282C28">
                    <a:alpha val="937"/>
                  </a:srgbClr>
                </a:gs>
                <a:gs pos="42857">
                  <a:srgbClr val="282C28">
                    <a:alpha val="616"/>
                  </a:srgbClr>
                </a:gs>
                <a:gs pos="57143">
                  <a:srgbClr val="282C28">
                    <a:alpha val="342"/>
                  </a:srgbClr>
                </a:gs>
                <a:gs pos="71429">
                  <a:srgbClr val="282C28">
                    <a:alpha val="160"/>
                  </a:srgbClr>
                </a:gs>
                <a:gs pos="85714">
                  <a:srgbClr val="282C28">
                    <a:alpha val="63"/>
                  </a:srgbClr>
                </a:gs>
                <a:gs pos="100000">
                  <a:srgbClr val="282C28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-8748680">
              <a:off x="-286964" y="2509358"/>
              <a:ext cx="723529" cy="490353"/>
            </a:xfrm>
            <a:prstGeom prst="ellipse">
              <a:avLst/>
            </a:prstGeom>
            <a:gradFill>
              <a:gsLst>
                <a:gs pos="0">
                  <a:srgbClr val="2D2B2C">
                    <a:alpha val="8031"/>
                  </a:srgbClr>
                </a:gs>
                <a:gs pos="14286">
                  <a:srgbClr val="2D2B2C">
                    <a:alpha val="7406"/>
                  </a:srgbClr>
                </a:gs>
                <a:gs pos="28571">
                  <a:srgbClr val="2D2B2C">
                    <a:alpha val="5800"/>
                  </a:srgbClr>
                </a:gs>
                <a:gs pos="42857">
                  <a:srgbClr val="2D2B2C">
                    <a:alpha val="3843"/>
                  </a:srgbClr>
                </a:gs>
                <a:gs pos="57143">
                  <a:srgbClr val="2D2B2C">
                    <a:alpha val="2148"/>
                  </a:srgbClr>
                </a:gs>
                <a:gs pos="71429">
                  <a:srgbClr val="2D2B2C">
                    <a:alpha val="1011"/>
                  </a:srgbClr>
                </a:gs>
                <a:gs pos="85714">
                  <a:srgbClr val="2D2B2C">
                    <a:alpha val="401"/>
                  </a:srgbClr>
                </a:gs>
                <a:gs pos="100000">
                  <a:srgbClr val="2D2B2C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10331402">
              <a:off x="2434304" y="2328157"/>
              <a:ext cx="544491" cy="498885"/>
            </a:xfrm>
            <a:prstGeom prst="ellipse">
              <a:avLst/>
            </a:prstGeom>
            <a:gradFill>
              <a:gsLst>
                <a:gs pos="0">
                  <a:srgbClr val="020700">
                    <a:alpha val="4045"/>
                  </a:srgbClr>
                </a:gs>
                <a:gs pos="14286">
                  <a:srgbClr val="020700">
                    <a:alpha val="3724"/>
                  </a:srgbClr>
                </a:gs>
                <a:gs pos="28571">
                  <a:srgbClr val="020700">
                    <a:alpha val="2904"/>
                  </a:srgbClr>
                </a:gs>
                <a:gs pos="42857">
                  <a:srgbClr val="020700">
                    <a:alpha val="1914"/>
                  </a:srgbClr>
                </a:gs>
                <a:gs pos="57143">
                  <a:srgbClr val="020700">
                    <a:alpha val="1065"/>
                  </a:srgbClr>
                </a:gs>
                <a:gs pos="71429">
                  <a:srgbClr val="020700">
                    <a:alpha val="500"/>
                  </a:srgbClr>
                </a:gs>
                <a:gs pos="85714">
                  <a:srgbClr val="020700">
                    <a:alpha val="198"/>
                  </a:srgbClr>
                </a:gs>
                <a:gs pos="100000">
                  <a:srgbClr val="020700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-9728357">
              <a:off x="1367970" y="2328126"/>
              <a:ext cx="714189" cy="378853"/>
            </a:xfrm>
            <a:prstGeom prst="ellipse">
              <a:avLst/>
            </a:prstGeom>
            <a:gradFill>
              <a:gsLst>
                <a:gs pos="0">
                  <a:srgbClr val="616060">
                    <a:alpha val="18950"/>
                  </a:srgbClr>
                </a:gs>
                <a:gs pos="14286">
                  <a:srgbClr val="616060">
                    <a:alpha val="17561"/>
                  </a:srgbClr>
                </a:gs>
                <a:gs pos="28571">
                  <a:srgbClr val="616060">
                    <a:alpha val="13924"/>
                  </a:srgbClr>
                </a:gs>
                <a:gs pos="42857">
                  <a:srgbClr val="616060">
                    <a:alpha val="9367"/>
                  </a:srgbClr>
                </a:gs>
                <a:gs pos="57143">
                  <a:srgbClr val="616060">
                    <a:alpha val="5304"/>
                  </a:srgbClr>
                </a:gs>
                <a:gs pos="71429">
                  <a:srgbClr val="616060">
                    <a:alpha val="2519"/>
                  </a:srgbClr>
                </a:gs>
                <a:gs pos="85714">
                  <a:srgbClr val="616060">
                    <a:alpha val="1004"/>
                  </a:srgbClr>
                </a:gs>
                <a:gs pos="100000">
                  <a:srgbClr val="61606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6399903">
              <a:off x="1190404" y="2202753"/>
              <a:ext cx="676281" cy="668761"/>
            </a:xfrm>
            <a:prstGeom prst="ellipse">
              <a:avLst/>
            </a:prstGeom>
            <a:gradFill>
              <a:gsLst>
                <a:gs pos="0">
                  <a:srgbClr val="010300">
                    <a:alpha val="8215"/>
                  </a:srgbClr>
                </a:gs>
                <a:gs pos="14286">
                  <a:srgbClr val="010300">
                    <a:alpha val="7576"/>
                  </a:srgbClr>
                </a:gs>
                <a:gs pos="28571">
                  <a:srgbClr val="010300">
                    <a:alpha val="5934"/>
                  </a:srgbClr>
                </a:gs>
                <a:gs pos="42857">
                  <a:srgbClr val="010300">
                    <a:alpha val="3933"/>
                  </a:srgbClr>
                </a:gs>
                <a:gs pos="57143">
                  <a:srgbClr val="010300">
                    <a:alpha val="2199"/>
                  </a:srgbClr>
                </a:gs>
                <a:gs pos="71429">
                  <a:srgbClr val="010300">
                    <a:alpha val="1035"/>
                  </a:srgbClr>
                </a:gs>
                <a:gs pos="85714">
                  <a:srgbClr val="010300">
                    <a:alpha val="411"/>
                  </a:srgbClr>
                </a:gs>
                <a:gs pos="100000">
                  <a:srgbClr val="0103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-8515967">
              <a:off x="1000835" y="2307326"/>
              <a:ext cx="647962" cy="532466"/>
            </a:xfrm>
            <a:prstGeom prst="ellipse">
              <a:avLst/>
            </a:prstGeom>
            <a:gradFill>
              <a:gsLst>
                <a:gs pos="0">
                  <a:srgbClr val="000501">
                    <a:alpha val="5088"/>
                  </a:srgbClr>
                </a:gs>
                <a:gs pos="14286">
                  <a:srgbClr val="000501">
                    <a:alpha val="4686"/>
                  </a:srgbClr>
                </a:gs>
                <a:gs pos="28571">
                  <a:srgbClr val="000501">
                    <a:alpha val="3658"/>
                  </a:srgbClr>
                </a:gs>
                <a:gs pos="42857">
                  <a:srgbClr val="000501">
                    <a:alpha val="2415"/>
                  </a:srgbClr>
                </a:gs>
                <a:gs pos="57143">
                  <a:srgbClr val="000501">
                    <a:alpha val="1345"/>
                  </a:srgbClr>
                </a:gs>
                <a:gs pos="71429">
                  <a:srgbClr val="000501">
                    <a:alpha val="632"/>
                  </a:srgbClr>
                </a:gs>
                <a:gs pos="85714">
                  <a:srgbClr val="000501">
                    <a:alpha val="250"/>
                  </a:srgbClr>
                </a:gs>
                <a:gs pos="100000">
                  <a:srgbClr val="000501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-8175901">
              <a:off x="-332883" y="2236868"/>
              <a:ext cx="843927" cy="614636"/>
            </a:xfrm>
            <a:prstGeom prst="ellipse">
              <a:avLst/>
            </a:prstGeom>
            <a:gradFill>
              <a:gsLst>
                <a:gs pos="0">
                  <a:srgbClr val="030005">
                    <a:alpha val="6049"/>
                  </a:srgbClr>
                </a:gs>
                <a:gs pos="14286">
                  <a:srgbClr val="030005">
                    <a:alpha val="5574"/>
                  </a:srgbClr>
                </a:gs>
                <a:gs pos="28571">
                  <a:srgbClr val="030005">
                    <a:alpha val="4355"/>
                  </a:srgbClr>
                </a:gs>
                <a:gs pos="42857">
                  <a:srgbClr val="030005">
                    <a:alpha val="2879"/>
                  </a:srgbClr>
                </a:gs>
                <a:gs pos="57143">
                  <a:srgbClr val="030005">
                    <a:alpha val="1605"/>
                  </a:srgbClr>
                </a:gs>
                <a:gs pos="71429">
                  <a:srgbClr val="030005">
                    <a:alpha val="755"/>
                  </a:srgbClr>
                </a:gs>
                <a:gs pos="85714">
                  <a:srgbClr val="030005">
                    <a:alpha val="299"/>
                  </a:srgbClr>
                </a:gs>
                <a:gs pos="100000">
                  <a:srgbClr val="030005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-10471842">
              <a:off x="3187791" y="2246871"/>
              <a:ext cx="657728" cy="290624"/>
            </a:xfrm>
            <a:prstGeom prst="ellipse">
              <a:avLst/>
            </a:prstGeom>
            <a:gradFill>
              <a:gsLst>
                <a:gs pos="0">
                  <a:srgbClr val="636263">
                    <a:alpha val="16157"/>
                  </a:srgbClr>
                </a:gs>
                <a:gs pos="14286">
                  <a:srgbClr val="636263">
                    <a:alpha val="14954"/>
                  </a:srgbClr>
                </a:gs>
                <a:gs pos="28571">
                  <a:srgbClr val="636263">
                    <a:alpha val="11818"/>
                  </a:srgbClr>
                </a:gs>
                <a:gs pos="42857">
                  <a:srgbClr val="636263">
                    <a:alpha val="7918"/>
                  </a:srgbClr>
                </a:gs>
                <a:gs pos="57143">
                  <a:srgbClr val="636263">
                    <a:alpha val="4468"/>
                  </a:srgbClr>
                </a:gs>
                <a:gs pos="71429">
                  <a:srgbClr val="636263">
                    <a:alpha val="2117"/>
                  </a:srgbClr>
                </a:gs>
                <a:gs pos="85714">
                  <a:srgbClr val="636263">
                    <a:alpha val="842"/>
                  </a:srgbClr>
                </a:gs>
                <a:gs pos="100000">
                  <a:srgbClr val="636263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-8760181">
              <a:off x="1987652" y="2119646"/>
              <a:ext cx="775580" cy="455558"/>
            </a:xfrm>
            <a:prstGeom prst="ellipse">
              <a:avLst/>
            </a:prstGeom>
            <a:gradFill>
              <a:gsLst>
                <a:gs pos="0">
                  <a:srgbClr val="302F31">
                    <a:alpha val="4411"/>
                  </a:srgbClr>
                </a:gs>
                <a:gs pos="14286">
                  <a:srgbClr val="302F31">
                    <a:alpha val="4061"/>
                  </a:srgbClr>
                </a:gs>
                <a:gs pos="28571">
                  <a:srgbClr val="302F31">
                    <a:alpha val="3168"/>
                  </a:srgbClr>
                </a:gs>
                <a:gs pos="42857">
                  <a:srgbClr val="302F31">
                    <a:alpha val="2089"/>
                  </a:srgbClr>
                </a:gs>
                <a:gs pos="57143">
                  <a:srgbClr val="302F31">
                    <a:alpha val="1163"/>
                  </a:srgbClr>
                </a:gs>
                <a:gs pos="71429">
                  <a:srgbClr val="302F31">
                    <a:alpha val="546"/>
                  </a:srgbClr>
                </a:gs>
                <a:gs pos="85714">
                  <a:srgbClr val="302F31">
                    <a:alpha val="216"/>
                  </a:srgbClr>
                </a:gs>
                <a:gs pos="100000">
                  <a:srgbClr val="302F31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8054685">
              <a:off x="1880975" y="2171023"/>
              <a:ext cx="589424" cy="375465"/>
            </a:xfrm>
            <a:prstGeom prst="ellipse">
              <a:avLst/>
            </a:prstGeom>
            <a:gradFill>
              <a:gsLst>
                <a:gs pos="0">
                  <a:srgbClr val="616161">
                    <a:alpha val="7805"/>
                  </a:srgbClr>
                </a:gs>
                <a:gs pos="14286">
                  <a:srgbClr val="616161">
                    <a:alpha val="7197"/>
                  </a:srgbClr>
                </a:gs>
                <a:gs pos="28571">
                  <a:srgbClr val="616161">
                    <a:alpha val="5634"/>
                  </a:srgbClr>
                </a:gs>
                <a:gs pos="42857">
                  <a:srgbClr val="616161">
                    <a:alpha val="3732"/>
                  </a:srgbClr>
                </a:gs>
                <a:gs pos="57143">
                  <a:srgbClr val="616161">
                    <a:alpha val="2086"/>
                  </a:srgbClr>
                </a:gs>
                <a:gs pos="71429">
                  <a:srgbClr val="616161">
                    <a:alpha val="982"/>
                  </a:srgbClr>
                </a:gs>
                <a:gs pos="85714">
                  <a:srgbClr val="616161">
                    <a:alpha val="389"/>
                  </a:srgbClr>
                </a:gs>
                <a:gs pos="100000">
                  <a:srgbClr val="616161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-8729082">
              <a:off x="758645" y="2078785"/>
              <a:ext cx="673480" cy="566733"/>
            </a:xfrm>
            <a:prstGeom prst="ellipse">
              <a:avLst/>
            </a:prstGeom>
            <a:gradFill>
              <a:gsLst>
                <a:gs pos="0">
                  <a:srgbClr val="000203">
                    <a:alpha val="4977"/>
                  </a:srgbClr>
                </a:gs>
                <a:gs pos="14286">
                  <a:srgbClr val="000203">
                    <a:alpha val="4584"/>
                  </a:srgbClr>
                </a:gs>
                <a:gs pos="28571">
                  <a:srgbClr val="000203">
                    <a:alpha val="3578"/>
                  </a:srgbClr>
                </a:gs>
                <a:gs pos="42857">
                  <a:srgbClr val="000203">
                    <a:alpha val="2361"/>
                  </a:srgbClr>
                </a:gs>
                <a:gs pos="57143">
                  <a:srgbClr val="000203">
                    <a:alpha val="1315"/>
                  </a:srgbClr>
                </a:gs>
                <a:gs pos="71429">
                  <a:srgbClr val="000203">
                    <a:alpha val="618"/>
                  </a:srgbClr>
                </a:gs>
                <a:gs pos="85714">
                  <a:srgbClr val="000203">
                    <a:alpha val="245"/>
                  </a:srgbClr>
                </a:gs>
                <a:gs pos="100000">
                  <a:srgbClr val="000203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9010640">
              <a:off x="5088" y="2061382"/>
              <a:ext cx="610555" cy="521255"/>
            </a:xfrm>
            <a:prstGeom prst="ellipse">
              <a:avLst/>
            </a:prstGeom>
            <a:gradFill>
              <a:gsLst>
                <a:gs pos="0">
                  <a:srgbClr val="3B3B3A">
                    <a:alpha val="4088"/>
                  </a:srgbClr>
                </a:gs>
                <a:gs pos="14286">
                  <a:srgbClr val="3B3B3A">
                    <a:alpha val="3764"/>
                  </a:srgbClr>
                </a:gs>
                <a:gs pos="28571">
                  <a:srgbClr val="3B3B3A">
                    <a:alpha val="2935"/>
                  </a:srgbClr>
                </a:gs>
                <a:gs pos="42857">
                  <a:srgbClr val="3B3B3A">
                    <a:alpha val="1935"/>
                  </a:srgbClr>
                </a:gs>
                <a:gs pos="57143">
                  <a:srgbClr val="3B3B3A">
                    <a:alpha val="1077"/>
                  </a:srgbClr>
                </a:gs>
                <a:gs pos="71429">
                  <a:srgbClr val="3B3B3A">
                    <a:alpha val="506"/>
                  </a:srgbClr>
                </a:gs>
                <a:gs pos="85714">
                  <a:srgbClr val="3B3B3A">
                    <a:alpha val="200"/>
                  </a:srgbClr>
                </a:gs>
                <a:gs pos="100000">
                  <a:srgbClr val="3B3B3A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6413971">
              <a:off x="-292061" y="1973151"/>
              <a:ext cx="718542" cy="606204"/>
            </a:xfrm>
            <a:prstGeom prst="ellipse">
              <a:avLst/>
            </a:prstGeom>
            <a:gradFill>
              <a:gsLst>
                <a:gs pos="0">
                  <a:srgbClr val="000705">
                    <a:alpha val="4516"/>
                  </a:srgbClr>
                </a:gs>
                <a:gs pos="14286">
                  <a:srgbClr val="000705">
                    <a:alpha val="4158"/>
                  </a:srgbClr>
                </a:gs>
                <a:gs pos="28571">
                  <a:srgbClr val="000705">
                    <a:alpha val="3244"/>
                  </a:srgbClr>
                </a:gs>
                <a:gs pos="42857">
                  <a:srgbClr val="000705">
                    <a:alpha val="2140"/>
                  </a:srgbClr>
                </a:gs>
                <a:gs pos="57143">
                  <a:srgbClr val="000705">
                    <a:alpha val="1191"/>
                  </a:srgbClr>
                </a:gs>
                <a:gs pos="71429">
                  <a:srgbClr val="000705">
                    <a:alpha val="559"/>
                  </a:srgbClr>
                </a:gs>
                <a:gs pos="85714">
                  <a:srgbClr val="000705">
                    <a:alpha val="222"/>
                  </a:srgbClr>
                </a:gs>
                <a:gs pos="100000">
                  <a:srgbClr val="000705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6526460">
              <a:off x="3310181" y="1888134"/>
              <a:ext cx="534882" cy="408274"/>
            </a:xfrm>
            <a:prstGeom prst="ellipse">
              <a:avLst/>
            </a:prstGeom>
            <a:gradFill>
              <a:gsLst>
                <a:gs pos="0">
                  <a:srgbClr val="676767">
                    <a:alpha val="25749"/>
                  </a:srgbClr>
                </a:gs>
                <a:gs pos="14286">
                  <a:srgbClr val="676767">
                    <a:alpha val="23939"/>
                  </a:srgbClr>
                </a:gs>
                <a:gs pos="28571">
                  <a:srgbClr val="676767">
                    <a:alpha val="19141"/>
                  </a:srgbClr>
                </a:gs>
                <a:gs pos="42857">
                  <a:srgbClr val="676767">
                    <a:alpha val="13009"/>
                  </a:srgbClr>
                </a:gs>
                <a:gs pos="57143">
                  <a:srgbClr val="676767">
                    <a:alpha val="7431"/>
                  </a:srgbClr>
                </a:gs>
                <a:gs pos="71429">
                  <a:srgbClr val="676767">
                    <a:alpha val="3550"/>
                  </a:srgbClr>
                </a:gs>
                <a:gs pos="85714">
                  <a:srgbClr val="676767">
                    <a:alpha val="1419"/>
                  </a:srgbClr>
                </a:gs>
                <a:gs pos="100000">
                  <a:srgbClr val="676767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3593707">
              <a:off x="2889115" y="1872784"/>
              <a:ext cx="661471" cy="547101"/>
            </a:xfrm>
            <a:prstGeom prst="ellipse">
              <a:avLst/>
            </a:prstGeom>
            <a:gradFill>
              <a:gsLst>
                <a:gs pos="0">
                  <a:srgbClr val="D9D9D9">
                    <a:alpha val="1261"/>
                  </a:srgbClr>
                </a:gs>
                <a:gs pos="14286">
                  <a:srgbClr val="D9D9D9">
                    <a:alpha val="1159"/>
                  </a:srgbClr>
                </a:gs>
                <a:gs pos="28571">
                  <a:srgbClr val="D9D9D9">
                    <a:alpha val="901"/>
                  </a:srgbClr>
                </a:gs>
                <a:gs pos="42857">
                  <a:srgbClr val="D9D9D9">
                    <a:alpha val="592"/>
                  </a:srgbClr>
                </a:gs>
                <a:gs pos="57143">
                  <a:srgbClr val="D9D9D9">
                    <a:alpha val="329"/>
                  </a:srgbClr>
                </a:gs>
                <a:gs pos="71429">
                  <a:srgbClr val="D9D9D9">
                    <a:alpha val="154"/>
                  </a:srgbClr>
                </a:gs>
                <a:gs pos="85714">
                  <a:srgbClr val="D9D9D9">
                    <a:alpha val="61"/>
                  </a:srgbClr>
                </a:gs>
                <a:gs pos="100000">
                  <a:srgbClr val="D9D9D9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6014681">
              <a:off x="1700323" y="1798271"/>
              <a:ext cx="800332" cy="488023"/>
            </a:xfrm>
            <a:prstGeom prst="ellipse">
              <a:avLst/>
            </a:prstGeom>
            <a:gradFill>
              <a:gsLst>
                <a:gs pos="0">
                  <a:srgbClr val="0E0F0B">
                    <a:alpha val="10089"/>
                  </a:srgbClr>
                </a:gs>
                <a:gs pos="14286">
                  <a:srgbClr val="0E0F0B">
                    <a:alpha val="9312"/>
                  </a:srgbClr>
                </a:gs>
                <a:gs pos="28571">
                  <a:srgbClr val="0E0F0B">
                    <a:alpha val="7309"/>
                  </a:srgbClr>
                </a:gs>
                <a:gs pos="42857">
                  <a:srgbClr val="0E0F0B">
                    <a:alpha val="4856"/>
                  </a:srgbClr>
                </a:gs>
                <a:gs pos="57143">
                  <a:srgbClr val="0E0F0B">
                    <a:alpha val="2721"/>
                  </a:srgbClr>
                </a:gs>
                <a:gs pos="71429">
                  <a:srgbClr val="0E0F0B">
                    <a:alpha val="1283"/>
                  </a:srgbClr>
                </a:gs>
                <a:gs pos="85714">
                  <a:srgbClr val="0E0F0B">
                    <a:alpha val="509"/>
                  </a:srgbClr>
                </a:gs>
                <a:gs pos="100000">
                  <a:srgbClr val="0E0F0B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6632268">
              <a:off x="785864" y="1912840"/>
              <a:ext cx="666349" cy="462493"/>
            </a:xfrm>
            <a:prstGeom prst="ellipse">
              <a:avLst/>
            </a:prstGeom>
            <a:gradFill>
              <a:gsLst>
                <a:gs pos="0">
                  <a:srgbClr val="000103">
                    <a:alpha val="4447"/>
                  </a:srgbClr>
                </a:gs>
                <a:gs pos="14286">
                  <a:srgbClr val="000103">
                    <a:alpha val="4095"/>
                  </a:srgbClr>
                </a:gs>
                <a:gs pos="28571">
                  <a:srgbClr val="000103">
                    <a:alpha val="3194"/>
                  </a:srgbClr>
                </a:gs>
                <a:gs pos="42857">
                  <a:srgbClr val="000103">
                    <a:alpha val="2107"/>
                  </a:srgbClr>
                </a:gs>
                <a:gs pos="57143">
                  <a:srgbClr val="000103">
                    <a:alpha val="1173"/>
                  </a:srgbClr>
                </a:gs>
                <a:gs pos="71429">
                  <a:srgbClr val="000103">
                    <a:alpha val="551"/>
                  </a:srgbClr>
                </a:gs>
                <a:gs pos="85714">
                  <a:srgbClr val="000103">
                    <a:alpha val="218"/>
                  </a:srgbClr>
                </a:gs>
                <a:gs pos="100000">
                  <a:srgbClr val="000103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-8749840">
              <a:off x="23265" y="1766552"/>
              <a:ext cx="607797" cy="606343"/>
            </a:xfrm>
            <a:prstGeom prst="ellipse">
              <a:avLst/>
            </a:prstGeom>
            <a:gradFill>
              <a:gsLst>
                <a:gs pos="0">
                  <a:srgbClr val="030105">
                    <a:alpha val="2105"/>
                  </a:srgbClr>
                </a:gs>
                <a:gs pos="14286">
                  <a:srgbClr val="030105">
                    <a:alpha val="1937"/>
                  </a:srgbClr>
                </a:gs>
                <a:gs pos="28571">
                  <a:srgbClr val="030105">
                    <a:alpha val="1507"/>
                  </a:srgbClr>
                </a:gs>
                <a:gs pos="42857">
                  <a:srgbClr val="030105">
                    <a:alpha val="991"/>
                  </a:srgbClr>
                </a:gs>
                <a:gs pos="57143">
                  <a:srgbClr val="030105">
                    <a:alpha val="550"/>
                  </a:srgbClr>
                </a:gs>
                <a:gs pos="71429">
                  <a:srgbClr val="030105">
                    <a:alpha val="258"/>
                  </a:srgbClr>
                </a:gs>
                <a:gs pos="85714">
                  <a:srgbClr val="030105">
                    <a:alpha val="102"/>
                  </a:srgbClr>
                </a:gs>
                <a:gs pos="100000">
                  <a:srgbClr val="030105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2908005">
              <a:off x="3072541" y="1805860"/>
              <a:ext cx="755707" cy="391078"/>
            </a:xfrm>
            <a:prstGeom prst="ellipse">
              <a:avLst/>
            </a:prstGeom>
            <a:gradFill>
              <a:gsLst>
                <a:gs pos="0">
                  <a:srgbClr val="909190">
                    <a:alpha val="2535"/>
                  </a:srgbClr>
                </a:gs>
                <a:gs pos="14286">
                  <a:srgbClr val="909190">
                    <a:alpha val="2332"/>
                  </a:srgbClr>
                </a:gs>
                <a:gs pos="28571">
                  <a:srgbClr val="909190">
                    <a:alpha val="1816"/>
                  </a:srgbClr>
                </a:gs>
                <a:gs pos="42857">
                  <a:srgbClr val="909190">
                    <a:alpha val="1195"/>
                  </a:srgbClr>
                </a:gs>
                <a:gs pos="57143">
                  <a:srgbClr val="909190">
                    <a:alpha val="664"/>
                  </a:srgbClr>
                </a:gs>
                <a:gs pos="71429">
                  <a:srgbClr val="909190">
                    <a:alpha val="311"/>
                  </a:srgbClr>
                </a:gs>
                <a:gs pos="85714">
                  <a:srgbClr val="909190">
                    <a:alpha val="123"/>
                  </a:srgbClr>
                </a:gs>
                <a:gs pos="100000">
                  <a:srgbClr val="90919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6990697">
              <a:off x="2738644" y="1582996"/>
              <a:ext cx="734217" cy="563078"/>
            </a:xfrm>
            <a:prstGeom prst="ellipse">
              <a:avLst/>
            </a:prstGeom>
            <a:gradFill>
              <a:gsLst>
                <a:gs pos="0">
                  <a:srgbClr val="767676">
                    <a:alpha val="13850"/>
                  </a:srgbClr>
                </a:gs>
                <a:gs pos="14286">
                  <a:srgbClr val="767676">
                    <a:alpha val="12805"/>
                  </a:srgbClr>
                </a:gs>
                <a:gs pos="28571">
                  <a:srgbClr val="767676">
                    <a:alpha val="10093"/>
                  </a:srgbClr>
                </a:gs>
                <a:gs pos="42857">
                  <a:srgbClr val="767676">
                    <a:alpha val="6741"/>
                  </a:srgbClr>
                </a:gs>
                <a:gs pos="57143">
                  <a:srgbClr val="767676">
                    <a:alpha val="3793"/>
                  </a:srgbClr>
                </a:gs>
                <a:gs pos="71429">
                  <a:srgbClr val="767676">
                    <a:alpha val="1794"/>
                  </a:srgbClr>
                </a:gs>
                <a:gs pos="85714">
                  <a:srgbClr val="767676">
                    <a:alpha val="713"/>
                  </a:srgbClr>
                </a:gs>
                <a:gs pos="100000">
                  <a:srgbClr val="767676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9532502">
              <a:off x="2235118" y="1789993"/>
              <a:ext cx="620695" cy="411767"/>
            </a:xfrm>
            <a:prstGeom prst="ellipse">
              <a:avLst/>
            </a:prstGeom>
            <a:gradFill>
              <a:gsLst>
                <a:gs pos="0">
                  <a:srgbClr val="656465">
                    <a:alpha val="17301"/>
                  </a:srgbClr>
                </a:gs>
                <a:gs pos="14286">
                  <a:srgbClr val="656465">
                    <a:alpha val="16020"/>
                  </a:srgbClr>
                </a:gs>
                <a:gs pos="28571">
                  <a:srgbClr val="656465">
                    <a:alpha val="12678"/>
                  </a:srgbClr>
                </a:gs>
                <a:gs pos="42857">
                  <a:srgbClr val="656465">
                    <a:alpha val="8508"/>
                  </a:srgbClr>
                </a:gs>
                <a:gs pos="57143">
                  <a:srgbClr val="656465">
                    <a:alpha val="4808"/>
                  </a:srgbClr>
                </a:gs>
                <a:gs pos="71429">
                  <a:srgbClr val="656465">
                    <a:alpha val="2280"/>
                  </a:srgbClr>
                </a:gs>
                <a:gs pos="85714">
                  <a:srgbClr val="656465">
                    <a:alpha val="908"/>
                  </a:srgbClr>
                </a:gs>
                <a:gs pos="100000">
                  <a:srgbClr val="656465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7357713">
              <a:off x="1801401" y="1795805"/>
              <a:ext cx="428015" cy="223415"/>
            </a:xfrm>
            <a:prstGeom prst="ellipse">
              <a:avLst/>
            </a:prstGeom>
            <a:gradFill>
              <a:gsLst>
                <a:gs pos="0">
                  <a:srgbClr val="615F5F">
                    <a:alpha val="32968"/>
                  </a:srgbClr>
                </a:gs>
                <a:gs pos="14286">
                  <a:srgbClr val="615F5F">
                    <a:alpha val="30764"/>
                  </a:srgbClr>
                </a:gs>
                <a:gs pos="28571">
                  <a:srgbClr val="615F5F">
                    <a:alpha val="24833"/>
                  </a:srgbClr>
                </a:gs>
                <a:gs pos="42857">
                  <a:srgbClr val="615F5F">
                    <a:alpha val="17075"/>
                  </a:srgbClr>
                </a:gs>
                <a:gs pos="57143">
                  <a:srgbClr val="615F5F">
                    <a:alpha val="9855"/>
                  </a:srgbClr>
                </a:gs>
                <a:gs pos="71429">
                  <a:srgbClr val="615F5F">
                    <a:alpha val="4740"/>
                  </a:srgbClr>
                </a:gs>
                <a:gs pos="85714">
                  <a:srgbClr val="615F5F">
                    <a:alpha val="1902"/>
                  </a:srgbClr>
                </a:gs>
                <a:gs pos="100000">
                  <a:srgbClr val="615F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5497923">
              <a:off x="1280464" y="1666662"/>
              <a:ext cx="784516" cy="473007"/>
            </a:xfrm>
            <a:prstGeom prst="ellipse">
              <a:avLst/>
            </a:prstGeom>
            <a:gradFill>
              <a:gsLst>
                <a:gs pos="0">
                  <a:srgbClr val="404040">
                    <a:alpha val="12177"/>
                  </a:srgbClr>
                </a:gs>
                <a:gs pos="14286">
                  <a:srgbClr val="404040">
                    <a:alpha val="11249"/>
                  </a:srgbClr>
                </a:gs>
                <a:gs pos="28571">
                  <a:srgbClr val="404040">
                    <a:alpha val="8850"/>
                  </a:srgbClr>
                </a:gs>
                <a:gs pos="42857">
                  <a:srgbClr val="404040">
                    <a:alpha val="5897"/>
                  </a:srgbClr>
                </a:gs>
                <a:gs pos="57143">
                  <a:srgbClr val="404040">
                    <a:alpha val="3312"/>
                  </a:srgbClr>
                </a:gs>
                <a:gs pos="71429">
                  <a:srgbClr val="404040">
                    <a:alpha val="1564"/>
                  </a:srgbClr>
                </a:gs>
                <a:gs pos="85714">
                  <a:srgbClr val="404040">
                    <a:alpha val="621"/>
                  </a:srgbClr>
                </a:gs>
                <a:gs pos="100000">
                  <a:srgbClr val="40404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4428346">
              <a:off x="126247" y="1726559"/>
              <a:ext cx="679254" cy="383770"/>
            </a:xfrm>
            <a:prstGeom prst="ellipse">
              <a:avLst/>
            </a:prstGeom>
            <a:gradFill>
              <a:gsLst>
                <a:gs pos="0">
                  <a:srgbClr val="605F60">
                    <a:alpha val="22211"/>
                  </a:srgbClr>
                </a:gs>
                <a:gs pos="14286">
                  <a:srgbClr val="605F60">
                    <a:alpha val="20614"/>
                  </a:srgbClr>
                </a:gs>
                <a:gs pos="28571">
                  <a:srgbClr val="605F60">
                    <a:alpha val="16410"/>
                  </a:srgbClr>
                </a:gs>
                <a:gs pos="42857">
                  <a:srgbClr val="605F60">
                    <a:alpha val="11092"/>
                  </a:srgbClr>
                </a:gs>
                <a:gs pos="57143">
                  <a:srgbClr val="605F60">
                    <a:alpha val="6307"/>
                  </a:srgbClr>
                </a:gs>
                <a:gs pos="71429">
                  <a:srgbClr val="605F60">
                    <a:alpha val="3003"/>
                  </a:srgbClr>
                </a:gs>
                <a:gs pos="85714">
                  <a:srgbClr val="605F60">
                    <a:alpha val="1199"/>
                  </a:srgbClr>
                </a:gs>
                <a:gs pos="100000">
                  <a:srgbClr val="605F60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10267714">
              <a:off x="-336193" y="1741060"/>
              <a:ext cx="845477" cy="358928"/>
            </a:xfrm>
            <a:prstGeom prst="ellipse">
              <a:avLst/>
            </a:prstGeom>
            <a:gradFill>
              <a:gsLst>
                <a:gs pos="0">
                  <a:srgbClr val="515050">
                    <a:alpha val="18732"/>
                  </a:srgbClr>
                </a:gs>
                <a:gs pos="14286">
                  <a:srgbClr val="515050">
                    <a:alpha val="17357"/>
                  </a:srgbClr>
                </a:gs>
                <a:gs pos="28571">
                  <a:srgbClr val="515050">
                    <a:alpha val="13759"/>
                  </a:srgbClr>
                </a:gs>
                <a:gs pos="42857">
                  <a:srgbClr val="515050">
                    <a:alpha val="9253"/>
                  </a:srgbClr>
                </a:gs>
                <a:gs pos="57143">
                  <a:srgbClr val="515050">
                    <a:alpha val="5238"/>
                  </a:srgbClr>
                </a:gs>
                <a:gs pos="71429">
                  <a:srgbClr val="515050">
                    <a:alpha val="2487"/>
                  </a:srgbClr>
                </a:gs>
                <a:gs pos="85714">
                  <a:srgbClr val="515050">
                    <a:alpha val="991"/>
                  </a:srgbClr>
                </a:gs>
                <a:gs pos="100000">
                  <a:srgbClr val="51505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4785856">
              <a:off x="3257624" y="1722776"/>
              <a:ext cx="604515" cy="60748"/>
            </a:xfrm>
            <a:prstGeom prst="ellipse">
              <a:avLst/>
            </a:prstGeom>
            <a:gradFill>
              <a:gsLst>
                <a:gs pos="0">
                  <a:srgbClr val="F8F9F9">
                    <a:alpha val="16134"/>
                  </a:srgbClr>
                </a:gs>
                <a:gs pos="14286">
                  <a:srgbClr val="F8F9F9">
                    <a:alpha val="14932"/>
                  </a:srgbClr>
                </a:gs>
                <a:gs pos="28571">
                  <a:srgbClr val="F8F9F9">
                    <a:alpha val="11800"/>
                  </a:srgbClr>
                </a:gs>
                <a:gs pos="42857">
                  <a:srgbClr val="F8F9F9">
                    <a:alpha val="7906"/>
                  </a:srgbClr>
                </a:gs>
                <a:gs pos="57143">
                  <a:srgbClr val="F8F9F9">
                    <a:alpha val="4461"/>
                  </a:srgbClr>
                </a:gs>
                <a:gs pos="71429">
                  <a:srgbClr val="F8F9F9">
                    <a:alpha val="2114"/>
                  </a:srgbClr>
                </a:gs>
                <a:gs pos="85714">
                  <a:srgbClr val="F8F9F9">
                    <a:alpha val="841"/>
                  </a:srgbClr>
                </a:gs>
                <a:gs pos="100000">
                  <a:srgbClr val="F8F9F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3284154">
              <a:off x="2206895" y="1456089"/>
              <a:ext cx="706524" cy="573656"/>
            </a:xfrm>
            <a:prstGeom prst="ellipse">
              <a:avLst/>
            </a:prstGeom>
            <a:gradFill>
              <a:gsLst>
                <a:gs pos="0">
                  <a:srgbClr val="020701">
                    <a:alpha val="4253"/>
                  </a:srgbClr>
                </a:gs>
                <a:gs pos="14286">
                  <a:srgbClr val="020701">
                    <a:alpha val="3916"/>
                  </a:srgbClr>
                </a:gs>
                <a:gs pos="28571">
                  <a:srgbClr val="020701">
                    <a:alpha val="3054"/>
                  </a:srgbClr>
                </a:gs>
                <a:gs pos="42857">
                  <a:srgbClr val="020701">
                    <a:alpha val="2014"/>
                  </a:srgbClr>
                </a:gs>
                <a:gs pos="57143">
                  <a:srgbClr val="020701">
                    <a:alpha val="1121"/>
                  </a:srgbClr>
                </a:gs>
                <a:gs pos="71429">
                  <a:srgbClr val="020701">
                    <a:alpha val="526"/>
                  </a:srgbClr>
                </a:gs>
                <a:gs pos="85714">
                  <a:srgbClr val="020701">
                    <a:alpha val="208"/>
                  </a:srgbClr>
                </a:gs>
                <a:gs pos="100000">
                  <a:srgbClr val="020701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-9020349">
              <a:off x="1943772" y="1616803"/>
              <a:ext cx="712034" cy="259447"/>
            </a:xfrm>
            <a:prstGeom prst="ellipse">
              <a:avLst/>
            </a:prstGeom>
            <a:gradFill>
              <a:gsLst>
                <a:gs pos="0">
                  <a:srgbClr val="5F5F60">
                    <a:alpha val="28044"/>
                  </a:srgbClr>
                </a:gs>
                <a:gs pos="14286">
                  <a:srgbClr val="5F5F60">
                    <a:alpha val="26102"/>
                  </a:srgbClr>
                </a:gs>
                <a:gs pos="28571">
                  <a:srgbClr val="5F5F60">
                    <a:alpha val="20932"/>
                  </a:srgbClr>
                </a:gs>
                <a:gs pos="42857">
                  <a:srgbClr val="5F5F60">
                    <a:alpha val="14277"/>
                  </a:srgbClr>
                </a:gs>
                <a:gs pos="57143">
                  <a:srgbClr val="5F5F60">
                    <a:alpha val="8182"/>
                  </a:srgbClr>
                </a:gs>
                <a:gs pos="71429">
                  <a:srgbClr val="5F5F60">
                    <a:alpha val="3917"/>
                  </a:srgbClr>
                </a:gs>
                <a:gs pos="85714">
                  <a:srgbClr val="5F5F60">
                    <a:alpha val="1568"/>
                  </a:srgbClr>
                </a:gs>
                <a:gs pos="100000">
                  <a:srgbClr val="5F5F6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8440485">
              <a:off x="988807" y="1434846"/>
              <a:ext cx="745167" cy="662704"/>
            </a:xfrm>
            <a:prstGeom prst="ellipse">
              <a:avLst/>
            </a:prstGeom>
            <a:gradFill>
              <a:gsLst>
                <a:gs pos="0">
                  <a:srgbClr val="2A2B29">
                    <a:alpha val="5882"/>
                  </a:srgbClr>
                </a:gs>
                <a:gs pos="14286">
                  <a:srgbClr val="2A2B29">
                    <a:alpha val="5420"/>
                  </a:srgbClr>
                </a:gs>
                <a:gs pos="28571">
                  <a:srgbClr val="2A2B29">
                    <a:alpha val="4234"/>
                  </a:srgbClr>
                </a:gs>
                <a:gs pos="42857">
                  <a:srgbClr val="2A2B29">
                    <a:alpha val="2798"/>
                  </a:srgbClr>
                </a:gs>
                <a:gs pos="57143">
                  <a:srgbClr val="2A2B29">
                    <a:alpha val="1560"/>
                  </a:srgbClr>
                </a:gs>
                <a:gs pos="71429">
                  <a:srgbClr val="2A2B29">
                    <a:alpha val="733"/>
                  </a:srgbClr>
                </a:gs>
                <a:gs pos="85714">
                  <a:srgbClr val="2A2B29">
                    <a:alpha val="291"/>
                  </a:srgbClr>
                </a:gs>
                <a:gs pos="100000">
                  <a:srgbClr val="2A2B29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6008516">
              <a:off x="482525" y="1550509"/>
              <a:ext cx="748645" cy="485165"/>
            </a:xfrm>
            <a:prstGeom prst="ellipse">
              <a:avLst/>
            </a:prstGeom>
            <a:gradFill>
              <a:gsLst>
                <a:gs pos="0">
                  <a:srgbClr val="11160C">
                    <a:alpha val="2213"/>
                  </a:srgbClr>
                </a:gs>
                <a:gs pos="14286">
                  <a:srgbClr val="11160C">
                    <a:alpha val="2036"/>
                  </a:srgbClr>
                </a:gs>
                <a:gs pos="28571">
                  <a:srgbClr val="11160C">
                    <a:alpha val="1585"/>
                  </a:srgbClr>
                </a:gs>
                <a:gs pos="42857">
                  <a:srgbClr val="11160C">
                    <a:alpha val="1042"/>
                  </a:srgbClr>
                </a:gs>
                <a:gs pos="57143">
                  <a:srgbClr val="11160C">
                    <a:alpha val="579"/>
                  </a:srgbClr>
                </a:gs>
                <a:gs pos="71429">
                  <a:srgbClr val="11160C">
                    <a:alpha val="271"/>
                  </a:srgbClr>
                </a:gs>
                <a:gs pos="85714">
                  <a:srgbClr val="11160C">
                    <a:alpha val="107"/>
                  </a:srgbClr>
                </a:gs>
                <a:gs pos="100000">
                  <a:srgbClr val="11160C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9651086">
              <a:off x="353735" y="1525001"/>
              <a:ext cx="666908" cy="480321"/>
            </a:xfrm>
            <a:prstGeom prst="ellipse">
              <a:avLst/>
            </a:prstGeom>
            <a:gradFill>
              <a:gsLst>
                <a:gs pos="0">
                  <a:srgbClr val="000600">
                    <a:alpha val="2818"/>
                  </a:srgbClr>
                </a:gs>
                <a:gs pos="14286">
                  <a:srgbClr val="000600">
                    <a:alpha val="2593"/>
                  </a:srgbClr>
                </a:gs>
                <a:gs pos="28571">
                  <a:srgbClr val="000600">
                    <a:alpha val="2019"/>
                  </a:srgbClr>
                </a:gs>
                <a:gs pos="42857">
                  <a:srgbClr val="000600">
                    <a:alpha val="1329"/>
                  </a:srgbClr>
                </a:gs>
                <a:gs pos="57143">
                  <a:srgbClr val="000600">
                    <a:alpha val="739"/>
                  </a:srgbClr>
                </a:gs>
                <a:gs pos="71429">
                  <a:srgbClr val="000600">
                    <a:alpha val="346"/>
                  </a:srgbClr>
                </a:gs>
                <a:gs pos="85714">
                  <a:srgbClr val="000600">
                    <a:alpha val="137"/>
                  </a:srgbClr>
                </a:gs>
                <a:gs pos="100000">
                  <a:srgbClr val="0006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-10559589">
              <a:off x="-379263" y="1575525"/>
              <a:ext cx="887805" cy="246797"/>
            </a:xfrm>
            <a:prstGeom prst="ellipse">
              <a:avLst/>
            </a:prstGeom>
            <a:gradFill>
              <a:gsLst>
                <a:gs pos="0">
                  <a:srgbClr val="6A6A6A">
                    <a:alpha val="32626"/>
                  </a:srgbClr>
                </a:gs>
                <a:gs pos="14286">
                  <a:srgbClr val="6A6A6A">
                    <a:alpha val="30440"/>
                  </a:srgbClr>
                </a:gs>
                <a:gs pos="28571">
                  <a:srgbClr val="6A6A6A">
                    <a:alpha val="24560"/>
                  </a:srgbClr>
                </a:gs>
                <a:gs pos="42857">
                  <a:srgbClr val="6A6A6A">
                    <a:alpha val="16878"/>
                  </a:srgbClr>
                </a:gs>
                <a:gs pos="57143">
                  <a:srgbClr val="6A6A6A">
                    <a:alpha val="9736"/>
                  </a:srgbClr>
                </a:gs>
                <a:gs pos="71429">
                  <a:srgbClr val="6A6A6A">
                    <a:alpha val="4682"/>
                  </a:srgbClr>
                </a:gs>
                <a:gs pos="85714">
                  <a:srgbClr val="6A6A6A">
                    <a:alpha val="1878"/>
                  </a:srgbClr>
                </a:gs>
                <a:gs pos="100000">
                  <a:srgbClr val="6A6A6A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4564719">
              <a:off x="3005507" y="1407101"/>
              <a:ext cx="771988" cy="321917"/>
            </a:xfrm>
            <a:prstGeom prst="ellipse">
              <a:avLst/>
            </a:prstGeom>
            <a:gradFill>
              <a:gsLst>
                <a:gs pos="0">
                  <a:srgbClr val="6F706F">
                    <a:alpha val="13322"/>
                  </a:srgbClr>
                </a:gs>
                <a:gs pos="14286">
                  <a:srgbClr val="6F706F">
                    <a:alpha val="12313"/>
                  </a:srgbClr>
                </a:gs>
                <a:gs pos="28571">
                  <a:srgbClr val="6F706F">
                    <a:alpha val="9699"/>
                  </a:srgbClr>
                </a:gs>
                <a:gs pos="42857">
                  <a:srgbClr val="6F706F">
                    <a:alpha val="6473"/>
                  </a:srgbClr>
                </a:gs>
                <a:gs pos="57143">
                  <a:srgbClr val="6F706F">
                    <a:alpha val="3640"/>
                  </a:srgbClr>
                </a:gs>
                <a:gs pos="71429">
                  <a:srgbClr val="6F706F">
                    <a:alpha val="1721"/>
                  </a:srgbClr>
                </a:gs>
                <a:gs pos="85714">
                  <a:srgbClr val="6F706F">
                    <a:alpha val="684"/>
                  </a:srgbClr>
                </a:gs>
                <a:gs pos="100000">
                  <a:srgbClr val="6F706F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5112433">
              <a:off x="2540860" y="1449203"/>
              <a:ext cx="669684" cy="277768"/>
            </a:xfrm>
            <a:prstGeom prst="ellipse">
              <a:avLst/>
            </a:prstGeom>
            <a:gradFill>
              <a:gsLst>
                <a:gs pos="0">
                  <a:srgbClr val="FEFEFE">
                    <a:alpha val="1761"/>
                  </a:srgbClr>
                </a:gs>
                <a:gs pos="14286">
                  <a:srgbClr val="FEFEFE">
                    <a:alpha val="1619"/>
                  </a:srgbClr>
                </a:gs>
                <a:gs pos="28571">
                  <a:srgbClr val="FEFEFE">
                    <a:alpha val="1260"/>
                  </a:srgbClr>
                </a:gs>
                <a:gs pos="42857">
                  <a:srgbClr val="FEFEFE">
                    <a:alpha val="828"/>
                  </a:srgbClr>
                </a:gs>
                <a:gs pos="57143">
                  <a:srgbClr val="FEFEFE">
                    <a:alpha val="460"/>
                  </a:srgbClr>
                </a:gs>
                <a:gs pos="71429">
                  <a:srgbClr val="FEFEFE">
                    <a:alpha val="215"/>
                  </a:srgbClr>
                </a:gs>
                <a:gs pos="85714">
                  <a:srgbClr val="FEFEFE">
                    <a:alpha val="85"/>
                  </a:srgbClr>
                </a:gs>
                <a:gs pos="100000">
                  <a:srgbClr val="FEFEFE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-8902421">
              <a:off x="2120317" y="1393717"/>
              <a:ext cx="516154" cy="375917"/>
            </a:xfrm>
            <a:prstGeom prst="ellipse">
              <a:avLst/>
            </a:prstGeom>
            <a:gradFill>
              <a:gsLst>
                <a:gs pos="0">
                  <a:srgbClr val="5E5E5D">
                    <a:alpha val="30574"/>
                  </a:srgbClr>
                </a:gs>
                <a:gs pos="14286">
                  <a:srgbClr val="5E5E5D">
                    <a:alpha val="28494"/>
                  </a:srgbClr>
                </a:gs>
                <a:gs pos="28571">
                  <a:srgbClr val="5E5E5D">
                    <a:alpha val="22927"/>
                  </a:srgbClr>
                </a:gs>
                <a:gs pos="42857">
                  <a:srgbClr val="5E5E5D">
                    <a:alpha val="15702"/>
                  </a:srgbClr>
                </a:gs>
                <a:gs pos="57143">
                  <a:srgbClr val="5E5E5D">
                    <a:alpha val="9031"/>
                  </a:srgbClr>
                </a:gs>
                <a:gs pos="71429">
                  <a:srgbClr val="5E5E5D">
                    <a:alpha val="4334"/>
                  </a:srgbClr>
                </a:gs>
                <a:gs pos="85714">
                  <a:srgbClr val="5E5E5D">
                    <a:alpha val="1737"/>
                  </a:srgbClr>
                </a:gs>
                <a:gs pos="100000">
                  <a:srgbClr val="5E5E5D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7996696">
              <a:off x="969744" y="1233059"/>
              <a:ext cx="681187" cy="519227"/>
            </a:xfrm>
            <a:prstGeom prst="ellipse">
              <a:avLst/>
            </a:prstGeom>
            <a:gradFill>
              <a:gsLst>
                <a:gs pos="0">
                  <a:srgbClr val="111414">
                    <a:alpha val="5263"/>
                  </a:srgbClr>
                </a:gs>
                <a:gs pos="14286">
                  <a:srgbClr val="111414">
                    <a:alpha val="4848"/>
                  </a:srgbClr>
                </a:gs>
                <a:gs pos="28571">
                  <a:srgbClr val="111414">
                    <a:alpha val="3785"/>
                  </a:srgbClr>
                </a:gs>
                <a:gs pos="42857">
                  <a:srgbClr val="111414">
                    <a:alpha val="2499"/>
                  </a:srgbClr>
                </a:gs>
                <a:gs pos="57143">
                  <a:srgbClr val="111414">
                    <a:alpha val="1393"/>
                  </a:srgbClr>
                </a:gs>
                <a:gs pos="71429">
                  <a:srgbClr val="111414">
                    <a:alpha val="654"/>
                  </a:srgbClr>
                </a:gs>
                <a:gs pos="85714">
                  <a:srgbClr val="111414">
                    <a:alpha val="259"/>
                  </a:srgbClr>
                </a:gs>
                <a:gs pos="100000">
                  <a:srgbClr val="111414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4903112">
              <a:off x="833090" y="1186356"/>
              <a:ext cx="697576" cy="539477"/>
            </a:xfrm>
            <a:prstGeom prst="ellipse">
              <a:avLst/>
            </a:prstGeom>
            <a:gradFill>
              <a:gsLst>
                <a:gs pos="0">
                  <a:srgbClr val="000304">
                    <a:alpha val="3275"/>
                  </a:srgbClr>
                </a:gs>
                <a:gs pos="14286">
                  <a:srgbClr val="000304">
                    <a:alpha val="3014"/>
                  </a:srgbClr>
                </a:gs>
                <a:gs pos="28571">
                  <a:srgbClr val="000304">
                    <a:alpha val="2348"/>
                  </a:srgbClr>
                </a:gs>
                <a:gs pos="42857">
                  <a:srgbClr val="000304">
                    <a:alpha val="1547"/>
                  </a:srgbClr>
                </a:gs>
                <a:gs pos="57143">
                  <a:srgbClr val="000304">
                    <a:alpha val="860"/>
                  </a:srgbClr>
                </a:gs>
                <a:gs pos="71429">
                  <a:srgbClr val="000304">
                    <a:alpha val="403"/>
                  </a:srgbClr>
                </a:gs>
                <a:gs pos="85714">
                  <a:srgbClr val="000304">
                    <a:alpha val="160"/>
                  </a:srgbClr>
                </a:gs>
                <a:gs pos="100000">
                  <a:srgbClr val="000304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-9284829">
              <a:off x="430605" y="1296193"/>
              <a:ext cx="630078" cy="496549"/>
            </a:xfrm>
            <a:prstGeom prst="ellipse">
              <a:avLst/>
            </a:prstGeom>
            <a:gradFill>
              <a:gsLst>
                <a:gs pos="0">
                  <a:srgbClr val="484846">
                    <a:alpha val="3369"/>
                  </a:srgbClr>
                </a:gs>
                <a:gs pos="14286">
                  <a:srgbClr val="484846">
                    <a:alpha val="3101"/>
                  </a:srgbClr>
                </a:gs>
                <a:gs pos="28571">
                  <a:srgbClr val="484846">
                    <a:alpha val="2416"/>
                  </a:srgbClr>
                </a:gs>
                <a:gs pos="42857">
                  <a:srgbClr val="484846">
                    <a:alpha val="1591"/>
                  </a:srgbClr>
                </a:gs>
                <a:gs pos="57143">
                  <a:srgbClr val="484846">
                    <a:alpha val="885"/>
                  </a:srgbClr>
                </a:gs>
                <a:gs pos="71429">
                  <a:srgbClr val="484846">
                    <a:alpha val="415"/>
                  </a:srgbClr>
                </a:gs>
                <a:gs pos="85714">
                  <a:srgbClr val="484846">
                    <a:alpha val="164"/>
                  </a:srgbClr>
                </a:gs>
                <a:gs pos="100000">
                  <a:srgbClr val="484846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7771575">
              <a:off x="97432" y="1421240"/>
              <a:ext cx="480350" cy="276995"/>
            </a:xfrm>
            <a:prstGeom prst="ellipse">
              <a:avLst/>
            </a:prstGeom>
            <a:gradFill>
              <a:gsLst>
                <a:gs pos="0">
                  <a:srgbClr val="606061">
                    <a:alpha val="27323"/>
                  </a:srgbClr>
                </a:gs>
                <a:gs pos="14286">
                  <a:srgbClr val="606061">
                    <a:alpha val="25423"/>
                  </a:srgbClr>
                </a:gs>
                <a:gs pos="28571">
                  <a:srgbClr val="606061">
                    <a:alpha val="20368"/>
                  </a:srgbClr>
                </a:gs>
                <a:gs pos="42857">
                  <a:srgbClr val="606061">
                    <a:alpha val="13877"/>
                  </a:srgbClr>
                </a:gs>
                <a:gs pos="57143">
                  <a:srgbClr val="606061">
                    <a:alpha val="7945"/>
                  </a:srgbClr>
                </a:gs>
                <a:gs pos="71429">
                  <a:srgbClr val="606061">
                    <a:alpha val="3801"/>
                  </a:srgbClr>
                </a:gs>
                <a:gs pos="85714">
                  <a:srgbClr val="606061">
                    <a:alpha val="1521"/>
                  </a:srgbClr>
                </a:gs>
                <a:gs pos="100000">
                  <a:srgbClr val="606061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5062773">
              <a:off x="3182438" y="1116090"/>
              <a:ext cx="817357" cy="301876"/>
            </a:xfrm>
            <a:prstGeom prst="ellipse">
              <a:avLst/>
            </a:prstGeom>
            <a:gradFill>
              <a:gsLst>
                <a:gs pos="0">
                  <a:srgbClr val="C0C0BF">
                    <a:alpha val="1771"/>
                  </a:srgbClr>
                </a:gs>
                <a:gs pos="14286">
                  <a:srgbClr val="C0C0BF">
                    <a:alpha val="1629"/>
                  </a:srgbClr>
                </a:gs>
                <a:gs pos="28571">
                  <a:srgbClr val="C0C0BF">
                    <a:alpha val="1267"/>
                  </a:srgbClr>
                </a:gs>
                <a:gs pos="42857">
                  <a:srgbClr val="C0C0BF">
                    <a:alpha val="833"/>
                  </a:srgbClr>
                </a:gs>
                <a:gs pos="57143">
                  <a:srgbClr val="C0C0BF">
                    <a:alpha val="462"/>
                  </a:srgbClr>
                </a:gs>
                <a:gs pos="71429">
                  <a:srgbClr val="C0C0BF">
                    <a:alpha val="217"/>
                  </a:srgbClr>
                </a:gs>
                <a:gs pos="85714">
                  <a:srgbClr val="C0C0BF">
                    <a:alpha val="86"/>
                  </a:srgbClr>
                </a:gs>
                <a:gs pos="100000">
                  <a:srgbClr val="C0C0BF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8453541">
              <a:off x="2605833" y="1114773"/>
              <a:ext cx="762021" cy="442478"/>
            </a:xfrm>
            <a:prstGeom prst="ellipse">
              <a:avLst/>
            </a:prstGeom>
            <a:gradFill>
              <a:gsLst>
                <a:gs pos="0">
                  <a:srgbClr val="6B6A6A">
                    <a:alpha val="16506"/>
                  </a:srgbClr>
                </a:gs>
                <a:gs pos="14286">
                  <a:srgbClr val="6B6A6A">
                    <a:alpha val="15279"/>
                  </a:srgbClr>
                </a:gs>
                <a:gs pos="28571">
                  <a:srgbClr val="6B6A6A">
                    <a:alpha val="12080"/>
                  </a:srgbClr>
                </a:gs>
                <a:gs pos="42857">
                  <a:srgbClr val="6B6A6A">
                    <a:alpha val="8098"/>
                  </a:srgbClr>
                </a:gs>
                <a:gs pos="57143">
                  <a:srgbClr val="6B6A6A">
                    <a:alpha val="4571"/>
                  </a:srgbClr>
                </a:gs>
                <a:gs pos="71429">
                  <a:srgbClr val="6B6A6A">
                    <a:alpha val="2166"/>
                  </a:srgbClr>
                </a:gs>
                <a:gs pos="85714">
                  <a:srgbClr val="6B6A6A">
                    <a:alpha val="862"/>
                  </a:srgbClr>
                </a:gs>
                <a:gs pos="100000">
                  <a:srgbClr val="6B6A6A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-8282758">
              <a:off x="2468936" y="1163065"/>
              <a:ext cx="558774" cy="496378"/>
            </a:xfrm>
            <a:prstGeom prst="ellipse">
              <a:avLst/>
            </a:prstGeom>
            <a:gradFill>
              <a:gsLst>
                <a:gs pos="0">
                  <a:srgbClr val="676767">
                    <a:alpha val="14073"/>
                  </a:srgbClr>
                </a:gs>
                <a:gs pos="14286">
                  <a:srgbClr val="676767">
                    <a:alpha val="13013"/>
                  </a:srgbClr>
                </a:gs>
                <a:gs pos="28571">
                  <a:srgbClr val="676767">
                    <a:alpha val="10259"/>
                  </a:srgbClr>
                </a:gs>
                <a:gs pos="42857">
                  <a:srgbClr val="676767">
                    <a:alpha val="6854"/>
                  </a:srgbClr>
                </a:gs>
                <a:gs pos="57143">
                  <a:srgbClr val="676767">
                    <a:alpha val="3858"/>
                  </a:srgbClr>
                </a:gs>
                <a:gs pos="71429">
                  <a:srgbClr val="676767">
                    <a:alpha val="1825"/>
                  </a:srgbClr>
                </a:gs>
                <a:gs pos="85714">
                  <a:srgbClr val="676767">
                    <a:alpha val="726"/>
                  </a:srgbClr>
                </a:gs>
                <a:gs pos="100000">
                  <a:srgbClr val="676767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5517329">
              <a:off x="3160407" y="967038"/>
              <a:ext cx="733268" cy="259223"/>
            </a:xfrm>
            <a:prstGeom prst="ellipse">
              <a:avLst/>
            </a:prstGeom>
            <a:gradFill>
              <a:gsLst>
                <a:gs pos="0">
                  <a:srgbClr val="8B8C8C">
                    <a:alpha val="9243"/>
                  </a:srgbClr>
                </a:gs>
                <a:gs pos="14286">
                  <a:srgbClr val="8B8C8C">
                    <a:alpha val="8528"/>
                  </a:srgbClr>
                </a:gs>
                <a:gs pos="28571">
                  <a:srgbClr val="8B8C8C">
                    <a:alpha val="6687"/>
                  </a:srgbClr>
                </a:gs>
                <a:gs pos="42857">
                  <a:srgbClr val="8B8C8C">
                    <a:alpha val="4438"/>
                  </a:srgbClr>
                </a:gs>
                <a:gs pos="57143">
                  <a:srgbClr val="8B8C8C">
                    <a:alpha val="2484"/>
                  </a:srgbClr>
                </a:gs>
                <a:gs pos="71429">
                  <a:srgbClr val="8B8C8C">
                    <a:alpha val="1171"/>
                  </a:srgbClr>
                </a:gs>
                <a:gs pos="85714">
                  <a:srgbClr val="8B8C8C">
                    <a:alpha val="465"/>
                  </a:srgbClr>
                </a:gs>
                <a:gs pos="100000">
                  <a:srgbClr val="8B8C8C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9412332">
              <a:off x="2988654" y="946994"/>
              <a:ext cx="623871" cy="534841"/>
            </a:xfrm>
            <a:prstGeom prst="ellipse">
              <a:avLst/>
            </a:prstGeom>
            <a:gradFill>
              <a:gsLst>
                <a:gs pos="0">
                  <a:srgbClr val="757575">
                    <a:alpha val="16864"/>
                  </a:srgbClr>
                </a:gs>
                <a:gs pos="14286">
                  <a:srgbClr val="757575">
                    <a:alpha val="15613"/>
                  </a:srgbClr>
                </a:gs>
                <a:gs pos="28571">
                  <a:srgbClr val="757575">
                    <a:alpha val="12349"/>
                  </a:srgbClr>
                </a:gs>
                <a:gs pos="42857">
                  <a:srgbClr val="757575">
                    <a:alpha val="8282"/>
                  </a:srgbClr>
                </a:gs>
                <a:gs pos="57143">
                  <a:srgbClr val="757575">
                    <a:alpha val="4678"/>
                  </a:srgbClr>
                </a:gs>
                <a:gs pos="71429">
                  <a:srgbClr val="757575">
                    <a:alpha val="2217"/>
                  </a:srgbClr>
                </a:gs>
                <a:gs pos="85714">
                  <a:srgbClr val="757575">
                    <a:alpha val="883"/>
                  </a:srgbClr>
                </a:gs>
                <a:gs pos="100000">
                  <a:srgbClr val="757575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4506392">
              <a:off x="2601352" y="802726"/>
              <a:ext cx="798390" cy="548505"/>
            </a:xfrm>
            <a:prstGeom prst="ellipse">
              <a:avLst/>
            </a:prstGeom>
            <a:gradFill>
              <a:gsLst>
                <a:gs pos="0">
                  <a:srgbClr val="F2F1F1">
                    <a:alpha val="2113"/>
                  </a:srgbClr>
                </a:gs>
                <a:gs pos="14286">
                  <a:srgbClr val="F2F1F1">
                    <a:alpha val="1944"/>
                  </a:srgbClr>
                </a:gs>
                <a:gs pos="28571">
                  <a:srgbClr val="F2F1F1">
                    <a:alpha val="1513"/>
                  </a:srgbClr>
                </a:gs>
                <a:gs pos="42857">
                  <a:srgbClr val="F2F1F1">
                    <a:alpha val="995"/>
                  </a:srgbClr>
                </a:gs>
                <a:gs pos="57143">
                  <a:srgbClr val="F2F1F1">
                    <a:alpha val="553"/>
                  </a:srgbClr>
                </a:gs>
                <a:gs pos="71429">
                  <a:srgbClr val="F2F1F1">
                    <a:alpha val="259"/>
                  </a:srgbClr>
                </a:gs>
                <a:gs pos="85714">
                  <a:srgbClr val="F2F1F1">
                    <a:alpha val="102"/>
                  </a:srgbClr>
                </a:gs>
                <a:gs pos="100000">
                  <a:srgbClr val="F2F1F1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-9542205">
              <a:off x="2111633" y="856129"/>
              <a:ext cx="549225" cy="384168"/>
            </a:xfrm>
            <a:prstGeom prst="ellipse">
              <a:avLst/>
            </a:prstGeom>
            <a:gradFill>
              <a:gsLst>
                <a:gs pos="0">
                  <a:srgbClr val="5F6061">
                    <a:alpha val="24246"/>
                  </a:srgbClr>
                </a:gs>
                <a:gs pos="14286">
                  <a:srgbClr val="5F6061">
                    <a:alpha val="22526"/>
                  </a:srgbClr>
                </a:gs>
                <a:gs pos="28571">
                  <a:srgbClr val="5F6061">
                    <a:alpha val="17977"/>
                  </a:srgbClr>
                </a:gs>
                <a:gs pos="42857">
                  <a:srgbClr val="5F6061">
                    <a:alpha val="12189"/>
                  </a:srgbClr>
                </a:gs>
                <a:gs pos="57143">
                  <a:srgbClr val="5F6061">
                    <a:alpha val="6949"/>
                  </a:srgbClr>
                </a:gs>
                <a:gs pos="71429">
                  <a:srgbClr val="5F6061">
                    <a:alpha val="3315"/>
                  </a:srgbClr>
                </a:gs>
                <a:gs pos="85714">
                  <a:srgbClr val="5F6061">
                    <a:alpha val="1324"/>
                  </a:srgbClr>
                </a:gs>
                <a:gs pos="100000">
                  <a:srgbClr val="5F6061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4592002">
              <a:off x="1819624" y="855343"/>
              <a:ext cx="654282" cy="410893"/>
            </a:xfrm>
            <a:prstGeom prst="ellipse">
              <a:avLst/>
            </a:prstGeom>
            <a:gradFill>
              <a:gsLst>
                <a:gs pos="0">
                  <a:srgbClr val="02000D">
                    <a:alpha val="5606"/>
                  </a:srgbClr>
                </a:gs>
                <a:gs pos="14286">
                  <a:srgbClr val="02000D">
                    <a:alpha val="5165"/>
                  </a:srgbClr>
                </a:gs>
                <a:gs pos="28571">
                  <a:srgbClr val="02000D">
                    <a:alpha val="4034"/>
                  </a:srgbClr>
                </a:gs>
                <a:gs pos="42857">
                  <a:srgbClr val="02000D">
                    <a:alpha val="2665"/>
                  </a:srgbClr>
                </a:gs>
                <a:gs pos="57143">
                  <a:srgbClr val="02000D">
                    <a:alpha val="1485"/>
                  </a:srgbClr>
                </a:gs>
                <a:gs pos="71429">
                  <a:srgbClr val="02000D">
                    <a:alpha val="698"/>
                  </a:srgbClr>
                </a:gs>
                <a:gs pos="85714">
                  <a:srgbClr val="02000D">
                    <a:alpha val="277"/>
                  </a:srgbClr>
                </a:gs>
                <a:gs pos="100000">
                  <a:srgbClr val="02000D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3391975">
              <a:off x="1251158" y="866275"/>
              <a:ext cx="637493" cy="467475"/>
            </a:xfrm>
            <a:prstGeom prst="ellipse">
              <a:avLst/>
            </a:prstGeom>
            <a:gradFill>
              <a:gsLst>
                <a:gs pos="0">
                  <a:srgbClr val="020005">
                    <a:alpha val="4411"/>
                  </a:srgbClr>
                </a:gs>
                <a:gs pos="14286">
                  <a:srgbClr val="020005">
                    <a:alpha val="4062"/>
                  </a:srgbClr>
                </a:gs>
                <a:gs pos="28571">
                  <a:srgbClr val="020005">
                    <a:alpha val="3168"/>
                  </a:srgbClr>
                </a:gs>
                <a:gs pos="42857">
                  <a:srgbClr val="020005">
                    <a:alpha val="2090"/>
                  </a:srgbClr>
                </a:gs>
                <a:gs pos="57143">
                  <a:srgbClr val="020005">
                    <a:alpha val="1163"/>
                  </a:srgbClr>
                </a:gs>
                <a:gs pos="71429">
                  <a:srgbClr val="020005">
                    <a:alpha val="546"/>
                  </a:srgbClr>
                </a:gs>
                <a:gs pos="85714">
                  <a:srgbClr val="020005">
                    <a:alpha val="216"/>
                  </a:srgbClr>
                </a:gs>
                <a:gs pos="100000">
                  <a:srgbClr val="020005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6762996">
              <a:off x="352085" y="1024834"/>
              <a:ext cx="630690" cy="411681"/>
            </a:xfrm>
            <a:prstGeom prst="ellipse">
              <a:avLst/>
            </a:prstGeom>
            <a:gradFill>
              <a:gsLst>
                <a:gs pos="0">
                  <a:srgbClr val="5B5A5B">
                    <a:alpha val="22602"/>
                  </a:srgbClr>
                </a:gs>
                <a:gs pos="14286">
                  <a:srgbClr val="5B5A5B">
                    <a:alpha val="20981"/>
                  </a:srgbClr>
                </a:gs>
                <a:gs pos="28571">
                  <a:srgbClr val="5B5A5B">
                    <a:alpha val="16710"/>
                  </a:srgbClr>
                </a:gs>
                <a:gs pos="42857">
                  <a:srgbClr val="5B5A5B">
                    <a:alpha val="11302"/>
                  </a:srgbClr>
                </a:gs>
                <a:gs pos="57143">
                  <a:srgbClr val="5B5A5B">
                    <a:alpha val="6429"/>
                  </a:srgbClr>
                </a:gs>
                <a:gs pos="71429">
                  <a:srgbClr val="5B5A5B">
                    <a:alpha val="3063"/>
                  </a:srgbClr>
                </a:gs>
                <a:gs pos="85714">
                  <a:srgbClr val="5B5A5B">
                    <a:alpha val="1223"/>
                  </a:srgbClr>
                </a:gs>
                <a:gs pos="100000">
                  <a:srgbClr val="5B5A5B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6916643">
              <a:off x="102363" y="839672"/>
              <a:ext cx="838795" cy="528360"/>
            </a:xfrm>
            <a:prstGeom prst="ellipse">
              <a:avLst/>
            </a:prstGeom>
            <a:gradFill>
              <a:gsLst>
                <a:gs pos="0">
                  <a:srgbClr val="434143">
                    <a:alpha val="4170"/>
                  </a:srgbClr>
                </a:gs>
                <a:gs pos="14286">
                  <a:srgbClr val="434143">
                    <a:alpha val="3839"/>
                  </a:srgbClr>
                </a:gs>
                <a:gs pos="28571">
                  <a:srgbClr val="434143">
                    <a:alpha val="2994"/>
                  </a:srgbClr>
                </a:gs>
                <a:gs pos="42857">
                  <a:srgbClr val="434143">
                    <a:alpha val="1974"/>
                  </a:srgbClr>
                </a:gs>
                <a:gs pos="57143">
                  <a:srgbClr val="434143">
                    <a:alpha val="1099"/>
                  </a:srgbClr>
                </a:gs>
                <a:gs pos="71429">
                  <a:srgbClr val="434143">
                    <a:alpha val="516"/>
                  </a:srgbClr>
                </a:gs>
                <a:gs pos="85714">
                  <a:srgbClr val="434143">
                    <a:alpha val="204"/>
                  </a:srgbClr>
                </a:gs>
                <a:gs pos="100000">
                  <a:srgbClr val="434143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-8460717">
              <a:off x="2841239" y="741711"/>
              <a:ext cx="718243" cy="363195"/>
            </a:xfrm>
            <a:prstGeom prst="ellipse">
              <a:avLst/>
            </a:prstGeom>
            <a:gradFill>
              <a:gsLst>
                <a:gs pos="0">
                  <a:srgbClr val="6D6D6C">
                    <a:alpha val="5946"/>
                  </a:srgbClr>
                </a:gs>
                <a:gs pos="14286">
                  <a:srgbClr val="6D6D6C">
                    <a:alpha val="5478"/>
                  </a:srgbClr>
                </a:gs>
                <a:gs pos="28571">
                  <a:srgbClr val="6D6D6C">
                    <a:alpha val="4280"/>
                  </a:srgbClr>
                </a:gs>
                <a:gs pos="42857">
                  <a:srgbClr val="6D6D6C">
                    <a:alpha val="2829"/>
                  </a:srgbClr>
                </a:gs>
                <a:gs pos="57143">
                  <a:srgbClr val="6D6D6C">
                    <a:alpha val="1577"/>
                  </a:srgbClr>
                </a:gs>
                <a:gs pos="71429">
                  <a:srgbClr val="6D6D6C">
                    <a:alpha val="741"/>
                  </a:srgbClr>
                </a:gs>
                <a:gs pos="85714">
                  <a:srgbClr val="6D6D6C">
                    <a:alpha val="294"/>
                  </a:srgbClr>
                </a:gs>
                <a:gs pos="100000">
                  <a:srgbClr val="6D6D6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3692756">
              <a:off x="2680787" y="752462"/>
              <a:ext cx="465530" cy="218187"/>
            </a:xfrm>
            <a:prstGeom prst="ellipse">
              <a:avLst/>
            </a:prstGeom>
            <a:gradFill>
              <a:gsLst>
                <a:gs pos="0">
                  <a:srgbClr val="656566">
                    <a:alpha val="21390"/>
                  </a:srgbClr>
                </a:gs>
                <a:gs pos="14286">
                  <a:srgbClr val="656566">
                    <a:alpha val="19845"/>
                  </a:srgbClr>
                </a:gs>
                <a:gs pos="28571">
                  <a:srgbClr val="656566">
                    <a:alpha val="15782"/>
                  </a:srgbClr>
                </a:gs>
                <a:gs pos="42857">
                  <a:srgbClr val="656566">
                    <a:alpha val="10654"/>
                  </a:srgbClr>
                </a:gs>
                <a:gs pos="57143">
                  <a:srgbClr val="656566">
                    <a:alpha val="6052"/>
                  </a:srgbClr>
                </a:gs>
                <a:gs pos="71429">
                  <a:srgbClr val="656566">
                    <a:alpha val="2880"/>
                  </a:srgbClr>
                </a:gs>
                <a:gs pos="85714">
                  <a:srgbClr val="656566">
                    <a:alpha val="1149"/>
                  </a:srgbClr>
                </a:gs>
                <a:gs pos="100000">
                  <a:srgbClr val="656566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-9200782">
              <a:off x="2192403" y="678548"/>
              <a:ext cx="744541" cy="564589"/>
            </a:xfrm>
            <a:prstGeom prst="ellipse">
              <a:avLst/>
            </a:prstGeom>
            <a:gradFill>
              <a:gsLst>
                <a:gs pos="0">
                  <a:srgbClr val="262324">
                    <a:alpha val="2652"/>
                  </a:srgbClr>
                </a:gs>
                <a:gs pos="14286">
                  <a:srgbClr val="262324">
                    <a:alpha val="2440"/>
                  </a:srgbClr>
                </a:gs>
                <a:gs pos="28571">
                  <a:srgbClr val="262324">
                    <a:alpha val="1900"/>
                  </a:srgbClr>
                </a:gs>
                <a:gs pos="42857">
                  <a:srgbClr val="262324">
                    <a:alpha val="1250"/>
                  </a:srgbClr>
                </a:gs>
                <a:gs pos="57143">
                  <a:srgbClr val="262324">
                    <a:alpha val="695"/>
                  </a:srgbClr>
                </a:gs>
                <a:gs pos="71429">
                  <a:srgbClr val="262324">
                    <a:alpha val="326"/>
                  </a:srgbClr>
                </a:gs>
                <a:gs pos="85714">
                  <a:srgbClr val="262324">
                    <a:alpha val="129"/>
                  </a:srgbClr>
                </a:gs>
                <a:gs pos="100000">
                  <a:srgbClr val="262324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-8709650">
              <a:off x="1392688" y="703569"/>
              <a:ext cx="569243" cy="463759"/>
            </a:xfrm>
            <a:prstGeom prst="ellipse">
              <a:avLst/>
            </a:prstGeom>
            <a:gradFill>
              <a:gsLst>
                <a:gs pos="0">
                  <a:srgbClr val="434343">
                    <a:alpha val="2107"/>
                  </a:srgbClr>
                </a:gs>
                <a:gs pos="14286">
                  <a:srgbClr val="434343">
                    <a:alpha val="1938"/>
                  </a:srgbClr>
                </a:gs>
                <a:gs pos="28571">
                  <a:srgbClr val="434343">
                    <a:alpha val="1508"/>
                  </a:srgbClr>
                </a:gs>
                <a:gs pos="42857">
                  <a:srgbClr val="434343">
                    <a:alpha val="992"/>
                  </a:srgbClr>
                </a:gs>
                <a:gs pos="57143">
                  <a:srgbClr val="434343">
                    <a:alpha val="551"/>
                  </a:srgbClr>
                </a:gs>
                <a:gs pos="71429">
                  <a:srgbClr val="434343">
                    <a:alpha val="258"/>
                  </a:srgbClr>
                </a:gs>
                <a:gs pos="85714">
                  <a:srgbClr val="434343">
                    <a:alpha val="102"/>
                  </a:srgbClr>
                </a:gs>
                <a:gs pos="100000">
                  <a:srgbClr val="434343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-10735471">
              <a:off x="1248639" y="889172"/>
              <a:ext cx="430252" cy="74965"/>
            </a:xfrm>
            <a:prstGeom prst="ellipse">
              <a:avLst/>
            </a:prstGeom>
            <a:gradFill>
              <a:gsLst>
                <a:gs pos="0">
                  <a:srgbClr val="FFFFFF">
                    <a:alpha val="17314"/>
                  </a:srgbClr>
                </a:gs>
                <a:gs pos="14286">
                  <a:srgbClr val="FFFFFF">
                    <a:alpha val="16032"/>
                  </a:srgbClr>
                </a:gs>
                <a:gs pos="28571">
                  <a:srgbClr val="FFFFFF">
                    <a:alpha val="12687"/>
                  </a:srgbClr>
                </a:gs>
                <a:gs pos="42857">
                  <a:srgbClr val="FFFFFF">
                    <a:alpha val="8515"/>
                  </a:srgbClr>
                </a:gs>
                <a:gs pos="57143">
                  <a:srgbClr val="FFFFFF">
                    <a:alpha val="4811"/>
                  </a:srgbClr>
                </a:gs>
                <a:gs pos="71429">
                  <a:srgbClr val="FFFFFF">
                    <a:alpha val="2282"/>
                  </a:srgbClr>
                </a:gs>
                <a:gs pos="85714">
                  <a:srgbClr val="FFFFFF">
                    <a:alpha val="909"/>
                  </a:srgbClr>
                </a:gs>
                <a:gs pos="100000">
                  <a:srgbClr val="FFFF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-10733966">
              <a:off x="1122722" y="780832"/>
              <a:ext cx="601702" cy="152720"/>
            </a:xfrm>
            <a:prstGeom prst="ellipse">
              <a:avLst/>
            </a:prstGeom>
            <a:gradFill>
              <a:gsLst>
                <a:gs pos="0">
                  <a:srgbClr val="5A5B5A">
                    <a:alpha val="19044"/>
                  </a:srgbClr>
                </a:gs>
                <a:gs pos="14286">
                  <a:srgbClr val="5A5B5A">
                    <a:alpha val="17649"/>
                  </a:srgbClr>
                </a:gs>
                <a:gs pos="28571">
                  <a:srgbClr val="5A5B5A">
                    <a:alpha val="13995"/>
                  </a:srgbClr>
                </a:gs>
                <a:gs pos="42857">
                  <a:srgbClr val="5A5B5A">
                    <a:alpha val="9416"/>
                  </a:srgbClr>
                </a:gs>
                <a:gs pos="57143">
                  <a:srgbClr val="5A5B5A">
                    <a:alpha val="5332"/>
                  </a:srgbClr>
                </a:gs>
                <a:gs pos="71429">
                  <a:srgbClr val="5A5B5A">
                    <a:alpha val="2532"/>
                  </a:srgbClr>
                </a:gs>
                <a:gs pos="85714">
                  <a:srgbClr val="5A5B5A">
                    <a:alpha val="1009"/>
                  </a:srgbClr>
                </a:gs>
                <a:gs pos="100000">
                  <a:srgbClr val="5A5B5A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3411533">
              <a:off x="243762" y="745461"/>
              <a:ext cx="497212" cy="408544"/>
            </a:xfrm>
            <a:prstGeom prst="ellipse">
              <a:avLst/>
            </a:prstGeom>
            <a:gradFill>
              <a:gsLst>
                <a:gs pos="0">
                  <a:srgbClr val="646464">
                    <a:alpha val="32968"/>
                  </a:srgbClr>
                </a:gs>
                <a:gs pos="14286">
                  <a:srgbClr val="646464">
                    <a:alpha val="30764"/>
                  </a:srgbClr>
                </a:gs>
                <a:gs pos="28571">
                  <a:srgbClr val="646464">
                    <a:alpha val="24833"/>
                  </a:srgbClr>
                </a:gs>
                <a:gs pos="42857">
                  <a:srgbClr val="646464">
                    <a:alpha val="17075"/>
                  </a:srgbClr>
                </a:gs>
                <a:gs pos="57143">
                  <a:srgbClr val="646464">
                    <a:alpha val="9855"/>
                  </a:srgbClr>
                </a:gs>
                <a:gs pos="71429">
                  <a:srgbClr val="646464">
                    <a:alpha val="4740"/>
                  </a:srgbClr>
                </a:gs>
                <a:gs pos="85714">
                  <a:srgbClr val="646464">
                    <a:alpha val="1902"/>
                  </a:srgbClr>
                </a:gs>
                <a:gs pos="100000">
                  <a:srgbClr val="6464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5651564">
              <a:off x="-146770" y="809237"/>
              <a:ext cx="710610" cy="314020"/>
            </a:xfrm>
            <a:prstGeom prst="ellipse">
              <a:avLst/>
            </a:prstGeom>
            <a:gradFill>
              <a:gsLst>
                <a:gs pos="0">
                  <a:srgbClr val="434445">
                    <a:alpha val="9249"/>
                  </a:srgbClr>
                </a:gs>
                <a:gs pos="14286">
                  <a:srgbClr val="434445">
                    <a:alpha val="8534"/>
                  </a:srgbClr>
                </a:gs>
                <a:gs pos="28571">
                  <a:srgbClr val="434445">
                    <a:alpha val="6691"/>
                  </a:srgbClr>
                </a:gs>
                <a:gs pos="42857">
                  <a:srgbClr val="434445">
                    <a:alpha val="4441"/>
                  </a:srgbClr>
                </a:gs>
                <a:gs pos="57143">
                  <a:srgbClr val="434445">
                    <a:alpha val="2486"/>
                  </a:srgbClr>
                </a:gs>
                <a:gs pos="71429">
                  <a:srgbClr val="434445">
                    <a:alpha val="1171"/>
                  </a:srgbClr>
                </a:gs>
                <a:gs pos="85714">
                  <a:srgbClr val="434445">
                    <a:alpha val="465"/>
                  </a:srgbClr>
                </a:gs>
                <a:gs pos="100000">
                  <a:srgbClr val="434445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5254996">
              <a:off x="-338236" y="870996"/>
              <a:ext cx="784554" cy="347664"/>
            </a:xfrm>
            <a:prstGeom prst="ellipse">
              <a:avLst/>
            </a:prstGeom>
            <a:gradFill>
              <a:gsLst>
                <a:gs pos="0">
                  <a:srgbClr val="5C5D5C">
                    <a:alpha val="32968"/>
                  </a:srgbClr>
                </a:gs>
                <a:gs pos="14286">
                  <a:srgbClr val="5C5D5C">
                    <a:alpha val="30764"/>
                  </a:srgbClr>
                </a:gs>
                <a:gs pos="28571">
                  <a:srgbClr val="5C5D5C">
                    <a:alpha val="24833"/>
                  </a:srgbClr>
                </a:gs>
                <a:gs pos="42857">
                  <a:srgbClr val="5C5D5C">
                    <a:alpha val="17075"/>
                  </a:srgbClr>
                </a:gs>
                <a:gs pos="57143">
                  <a:srgbClr val="5C5D5C">
                    <a:alpha val="9855"/>
                  </a:srgbClr>
                </a:gs>
                <a:gs pos="71429">
                  <a:srgbClr val="5C5D5C">
                    <a:alpha val="4740"/>
                  </a:srgbClr>
                </a:gs>
                <a:gs pos="85714">
                  <a:srgbClr val="5C5D5C">
                    <a:alpha val="1902"/>
                  </a:srgbClr>
                </a:gs>
                <a:gs pos="100000">
                  <a:srgbClr val="5C5D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4900496">
              <a:off x="3207926" y="466978"/>
              <a:ext cx="817853" cy="482255"/>
            </a:xfrm>
            <a:prstGeom prst="ellipse">
              <a:avLst/>
            </a:prstGeom>
            <a:gradFill>
              <a:gsLst>
                <a:gs pos="0">
                  <a:srgbClr val="6F6F6F">
                    <a:alpha val="5659"/>
                  </a:srgbClr>
                </a:gs>
                <a:gs pos="14286">
                  <a:srgbClr val="6F6F6F">
                    <a:alpha val="5214"/>
                  </a:srgbClr>
                </a:gs>
                <a:gs pos="28571">
                  <a:srgbClr val="6F6F6F">
                    <a:alpha val="4072"/>
                  </a:srgbClr>
                </a:gs>
                <a:gs pos="42857">
                  <a:srgbClr val="6F6F6F">
                    <a:alpha val="2690"/>
                  </a:srgbClr>
                </a:gs>
                <a:gs pos="57143">
                  <a:srgbClr val="6F6F6F">
                    <a:alpha val="1500"/>
                  </a:srgbClr>
                </a:gs>
                <a:gs pos="71429">
                  <a:srgbClr val="6F6F6F">
                    <a:alpha val="705"/>
                  </a:srgbClr>
                </a:gs>
                <a:gs pos="85714">
                  <a:srgbClr val="6F6F6F">
                    <a:alpha val="279"/>
                  </a:srgbClr>
                </a:gs>
                <a:gs pos="100000">
                  <a:srgbClr val="6F6F6F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10743250">
              <a:off x="2865070" y="762613"/>
              <a:ext cx="362736" cy="59690"/>
            </a:xfrm>
            <a:prstGeom prst="ellipse">
              <a:avLst/>
            </a:prstGeom>
            <a:gradFill>
              <a:gsLst>
                <a:gs pos="0">
                  <a:srgbClr val="CFD0D0">
                    <a:alpha val="29974"/>
                  </a:srgbClr>
                </a:gs>
                <a:gs pos="14286">
                  <a:srgbClr val="CFD0D0">
                    <a:alpha val="27927"/>
                  </a:srgbClr>
                </a:gs>
                <a:gs pos="28571">
                  <a:srgbClr val="CFD0D0">
                    <a:alpha val="22452"/>
                  </a:srgbClr>
                </a:gs>
                <a:gs pos="42857">
                  <a:srgbClr val="CFD0D0">
                    <a:alpha val="15362"/>
                  </a:srgbClr>
                </a:gs>
                <a:gs pos="57143">
                  <a:srgbClr val="CFD0D0">
                    <a:alpha val="8827"/>
                  </a:srgbClr>
                </a:gs>
                <a:gs pos="71429">
                  <a:srgbClr val="CFD0D0">
                    <a:alpha val="4234"/>
                  </a:srgbClr>
                </a:gs>
                <a:gs pos="85714">
                  <a:srgbClr val="CFD0D0">
                    <a:alpha val="1696"/>
                  </a:srgbClr>
                </a:gs>
                <a:gs pos="100000">
                  <a:srgbClr val="CFD0D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4418322">
              <a:off x="2031893" y="512026"/>
              <a:ext cx="664500" cy="454306"/>
            </a:xfrm>
            <a:prstGeom prst="ellipse">
              <a:avLst/>
            </a:prstGeom>
            <a:gradFill>
              <a:gsLst>
                <a:gs pos="0">
                  <a:srgbClr val="6F6F6E">
                    <a:alpha val="6889"/>
                  </a:srgbClr>
                </a:gs>
                <a:gs pos="14286">
                  <a:srgbClr val="6F6F6E">
                    <a:alpha val="6350"/>
                  </a:srgbClr>
                </a:gs>
                <a:gs pos="28571">
                  <a:srgbClr val="6F6F6E">
                    <a:alpha val="4966"/>
                  </a:srgbClr>
                </a:gs>
                <a:gs pos="42857">
                  <a:srgbClr val="6F6F6E">
                    <a:alpha val="3286"/>
                  </a:srgbClr>
                </a:gs>
                <a:gs pos="57143">
                  <a:srgbClr val="6F6F6E">
                    <a:alpha val="1834"/>
                  </a:srgbClr>
                </a:gs>
                <a:gs pos="71429">
                  <a:srgbClr val="6F6F6E">
                    <a:alpha val="863"/>
                  </a:srgbClr>
                </a:gs>
                <a:gs pos="85714">
                  <a:srgbClr val="6F6F6E">
                    <a:alpha val="342"/>
                  </a:srgbClr>
                </a:gs>
                <a:gs pos="100000">
                  <a:srgbClr val="6F6F6E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5202052">
              <a:off x="1740851" y="476936"/>
              <a:ext cx="647565" cy="499270"/>
            </a:xfrm>
            <a:prstGeom prst="ellipse">
              <a:avLst/>
            </a:prstGeom>
            <a:gradFill>
              <a:gsLst>
                <a:gs pos="0">
                  <a:srgbClr val="0F1211">
                    <a:alpha val="3113"/>
                  </a:srgbClr>
                </a:gs>
                <a:gs pos="14286">
                  <a:srgbClr val="0F1211">
                    <a:alpha val="2865"/>
                  </a:srgbClr>
                </a:gs>
                <a:gs pos="28571">
                  <a:srgbClr val="0F1211">
                    <a:alpha val="2232"/>
                  </a:srgbClr>
                </a:gs>
                <a:gs pos="42857">
                  <a:srgbClr val="0F1211">
                    <a:alpha val="1470"/>
                  </a:srgbClr>
                </a:gs>
                <a:gs pos="57143">
                  <a:srgbClr val="0F1211">
                    <a:alpha val="817"/>
                  </a:srgbClr>
                </a:gs>
                <a:gs pos="71429">
                  <a:srgbClr val="0F1211">
                    <a:alpha val="383"/>
                  </a:srgbClr>
                </a:gs>
                <a:gs pos="85714">
                  <a:srgbClr val="0F1211">
                    <a:alpha val="152"/>
                  </a:srgbClr>
                </a:gs>
                <a:gs pos="100000">
                  <a:srgbClr val="0F1211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6744932">
              <a:off x="1697560" y="473237"/>
              <a:ext cx="578761" cy="443289"/>
            </a:xfrm>
            <a:prstGeom prst="ellipse">
              <a:avLst/>
            </a:prstGeom>
            <a:gradFill>
              <a:gsLst>
                <a:gs pos="0">
                  <a:srgbClr val="A4A5A5">
                    <a:alpha val="2051"/>
                  </a:srgbClr>
                </a:gs>
                <a:gs pos="14286">
                  <a:srgbClr val="A4A5A5">
                    <a:alpha val="1887"/>
                  </a:srgbClr>
                </a:gs>
                <a:gs pos="28571">
                  <a:srgbClr val="A4A5A5">
                    <a:alpha val="1468"/>
                  </a:srgbClr>
                </a:gs>
                <a:gs pos="42857">
                  <a:srgbClr val="A4A5A5">
                    <a:alpha val="965"/>
                  </a:srgbClr>
                </a:gs>
                <a:gs pos="57143">
                  <a:srgbClr val="A4A5A5">
                    <a:alpha val="536"/>
                  </a:srgbClr>
                </a:gs>
                <a:gs pos="71429">
                  <a:srgbClr val="A4A5A5">
                    <a:alpha val="251"/>
                  </a:srgbClr>
                </a:gs>
                <a:gs pos="85714">
                  <a:srgbClr val="A4A5A5">
                    <a:alpha val="99"/>
                  </a:srgbClr>
                </a:gs>
                <a:gs pos="100000">
                  <a:srgbClr val="A4A5A5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3276805">
              <a:off x="838854" y="467259"/>
              <a:ext cx="605957" cy="455922"/>
            </a:xfrm>
            <a:prstGeom prst="ellipse">
              <a:avLst/>
            </a:prstGeom>
            <a:gradFill>
              <a:gsLst>
                <a:gs pos="0">
                  <a:srgbClr val="1A1D1E">
                    <a:alpha val="4067"/>
                  </a:srgbClr>
                </a:gs>
                <a:gs pos="14286">
                  <a:srgbClr val="1A1D1E">
                    <a:alpha val="3745"/>
                  </a:srgbClr>
                </a:gs>
                <a:gs pos="28571">
                  <a:srgbClr val="1A1D1E">
                    <a:alpha val="2920"/>
                  </a:srgbClr>
                </a:gs>
                <a:gs pos="42857">
                  <a:srgbClr val="1A1D1E">
                    <a:alpha val="1925"/>
                  </a:srgbClr>
                </a:gs>
                <a:gs pos="57143">
                  <a:srgbClr val="1A1D1E">
                    <a:alpha val="1071"/>
                  </a:srgbClr>
                </a:gs>
                <a:gs pos="71429">
                  <a:srgbClr val="1A1D1E">
                    <a:alpha val="503"/>
                  </a:srgbClr>
                </a:gs>
                <a:gs pos="85714">
                  <a:srgbClr val="1A1D1E">
                    <a:alpha val="199"/>
                  </a:srgbClr>
                </a:gs>
                <a:gs pos="100000">
                  <a:srgbClr val="1A1D1E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10460934">
              <a:off x="-317281" y="590436"/>
              <a:ext cx="707580" cy="369193"/>
            </a:xfrm>
            <a:prstGeom prst="ellipse">
              <a:avLst/>
            </a:prstGeom>
            <a:gradFill>
              <a:gsLst>
                <a:gs pos="0">
                  <a:srgbClr val="585959">
                    <a:alpha val="16790"/>
                  </a:srgbClr>
                </a:gs>
                <a:gs pos="14286">
                  <a:srgbClr val="585959">
                    <a:alpha val="15544"/>
                  </a:srgbClr>
                </a:gs>
                <a:gs pos="28571">
                  <a:srgbClr val="585959">
                    <a:alpha val="12293"/>
                  </a:srgbClr>
                </a:gs>
                <a:gs pos="42857">
                  <a:srgbClr val="585959">
                    <a:alpha val="8244"/>
                  </a:srgbClr>
                </a:gs>
                <a:gs pos="57143">
                  <a:srgbClr val="585959">
                    <a:alpha val="4656"/>
                  </a:srgbClr>
                </a:gs>
                <a:gs pos="71429">
                  <a:srgbClr val="585959">
                    <a:alpha val="2207"/>
                  </a:srgbClr>
                </a:gs>
                <a:gs pos="85714">
                  <a:srgbClr val="585959">
                    <a:alpha val="879"/>
                  </a:srgbClr>
                </a:gs>
                <a:gs pos="100000">
                  <a:srgbClr val="585959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3780192">
              <a:off x="3003190" y="229608"/>
              <a:ext cx="717456" cy="498797"/>
            </a:xfrm>
            <a:prstGeom prst="ellipse">
              <a:avLst/>
            </a:prstGeom>
            <a:gradFill>
              <a:gsLst>
                <a:gs pos="0">
                  <a:srgbClr val="D0D0D0">
                    <a:alpha val="2328"/>
                  </a:srgbClr>
                </a:gs>
                <a:gs pos="14286">
                  <a:srgbClr val="D0D0D0">
                    <a:alpha val="2142"/>
                  </a:srgbClr>
                </a:gs>
                <a:gs pos="28571">
                  <a:srgbClr val="D0D0D0">
                    <a:alpha val="1667"/>
                  </a:srgbClr>
                </a:gs>
                <a:gs pos="42857">
                  <a:srgbClr val="D0D0D0">
                    <a:alpha val="1097"/>
                  </a:srgbClr>
                </a:gs>
                <a:gs pos="57143">
                  <a:srgbClr val="D0D0D0">
                    <a:alpha val="609"/>
                  </a:srgbClr>
                </a:gs>
                <a:gs pos="71429">
                  <a:srgbClr val="D0D0D0">
                    <a:alpha val="286"/>
                  </a:srgbClr>
                </a:gs>
                <a:gs pos="85714">
                  <a:srgbClr val="D0D0D0">
                    <a:alpha val="113"/>
                  </a:srgbClr>
                </a:gs>
                <a:gs pos="100000">
                  <a:srgbClr val="D0D0D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10593698">
              <a:off x="3065035" y="577854"/>
              <a:ext cx="344634" cy="57003"/>
            </a:xfrm>
            <a:prstGeom prst="ellipse">
              <a:avLst/>
            </a:prstGeom>
            <a:gradFill>
              <a:gsLst>
                <a:gs pos="0">
                  <a:srgbClr val="F2F1F1">
                    <a:alpha val="21631"/>
                  </a:srgbClr>
                </a:gs>
                <a:gs pos="14286">
                  <a:srgbClr val="F2F1F1">
                    <a:alpha val="20071"/>
                  </a:srgbClr>
                </a:gs>
                <a:gs pos="28571">
                  <a:srgbClr val="F2F1F1">
                    <a:alpha val="15966"/>
                  </a:srgbClr>
                </a:gs>
                <a:gs pos="42857">
                  <a:srgbClr val="F2F1F1">
                    <a:alpha val="10783"/>
                  </a:srgbClr>
                </a:gs>
                <a:gs pos="57143">
                  <a:srgbClr val="F2F1F1">
                    <a:alpha val="6126"/>
                  </a:srgbClr>
                </a:gs>
                <a:gs pos="71429">
                  <a:srgbClr val="F2F1F1">
                    <a:alpha val="2916"/>
                  </a:srgbClr>
                </a:gs>
                <a:gs pos="85714">
                  <a:srgbClr val="F2F1F1">
                    <a:alpha val="1163"/>
                  </a:srgbClr>
                </a:gs>
                <a:gs pos="100000">
                  <a:srgbClr val="F2F1F1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4811900">
              <a:off x="2640805" y="361021"/>
              <a:ext cx="473550" cy="55229"/>
            </a:xfrm>
            <a:prstGeom prst="ellipse">
              <a:avLst/>
            </a:prstGeom>
            <a:gradFill>
              <a:gsLst>
                <a:gs pos="0">
                  <a:srgbClr val="F1F1F1">
                    <a:alpha val="9888"/>
                  </a:srgbClr>
                </a:gs>
                <a:gs pos="14286">
                  <a:srgbClr val="F1F1F1">
                    <a:alpha val="9126"/>
                  </a:srgbClr>
                </a:gs>
                <a:gs pos="28571">
                  <a:srgbClr val="F1F1F1">
                    <a:alpha val="7161"/>
                  </a:srgbClr>
                </a:gs>
                <a:gs pos="42857">
                  <a:srgbClr val="F1F1F1">
                    <a:alpha val="4757"/>
                  </a:srgbClr>
                </a:gs>
                <a:gs pos="57143">
                  <a:srgbClr val="F1F1F1">
                    <a:alpha val="2664"/>
                  </a:srgbClr>
                </a:gs>
                <a:gs pos="71429">
                  <a:srgbClr val="F1F1F1">
                    <a:alpha val="1256"/>
                  </a:srgbClr>
                </a:gs>
                <a:gs pos="85714">
                  <a:srgbClr val="F1F1F1">
                    <a:alpha val="499"/>
                  </a:srgbClr>
                </a:gs>
                <a:gs pos="100000">
                  <a:srgbClr val="F1F1F1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8101983">
              <a:off x="1720373" y="263778"/>
              <a:ext cx="639269" cy="502350"/>
            </a:xfrm>
            <a:prstGeom prst="ellipse">
              <a:avLst/>
            </a:prstGeom>
            <a:gradFill>
              <a:gsLst>
                <a:gs pos="0">
                  <a:srgbClr val="2C2E2C">
                    <a:alpha val="6456"/>
                  </a:srgbClr>
                </a:gs>
                <a:gs pos="14286">
                  <a:srgbClr val="2C2E2C">
                    <a:alpha val="5949"/>
                  </a:srgbClr>
                </a:gs>
                <a:gs pos="28571">
                  <a:srgbClr val="2C2E2C">
                    <a:alpha val="4651"/>
                  </a:srgbClr>
                </a:gs>
                <a:gs pos="42857">
                  <a:srgbClr val="2C2E2C">
                    <a:alpha val="3075"/>
                  </a:srgbClr>
                </a:gs>
                <a:gs pos="57143">
                  <a:srgbClr val="2C2E2C">
                    <a:alpha val="1716"/>
                  </a:srgbClr>
                </a:gs>
                <a:gs pos="71429">
                  <a:srgbClr val="2C2E2C">
                    <a:alpha val="807"/>
                  </a:srgbClr>
                </a:gs>
                <a:gs pos="85714">
                  <a:srgbClr val="2C2E2C">
                    <a:alpha val="320"/>
                  </a:srgbClr>
                </a:gs>
                <a:gs pos="100000">
                  <a:srgbClr val="2C2E2C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-9800036">
              <a:off x="325261" y="294078"/>
              <a:ext cx="768390" cy="381016"/>
            </a:xfrm>
            <a:prstGeom prst="ellipse">
              <a:avLst/>
            </a:prstGeom>
            <a:gradFill>
              <a:gsLst>
                <a:gs pos="0">
                  <a:srgbClr val="5B5B5B">
                    <a:alpha val="20762"/>
                  </a:srgbClr>
                </a:gs>
                <a:gs pos="14286">
                  <a:srgbClr val="5B5B5B">
                    <a:alpha val="19256"/>
                  </a:srgbClr>
                </a:gs>
                <a:gs pos="28571">
                  <a:srgbClr val="5B5B5B">
                    <a:alpha val="15302"/>
                  </a:srgbClr>
                </a:gs>
                <a:gs pos="42857">
                  <a:srgbClr val="5B5B5B">
                    <a:alpha val="10321"/>
                  </a:srgbClr>
                </a:gs>
                <a:gs pos="57143">
                  <a:srgbClr val="5B5B5B">
                    <a:alpha val="5857"/>
                  </a:srgbClr>
                </a:gs>
                <a:gs pos="71429">
                  <a:srgbClr val="5B5B5B">
                    <a:alpha val="2786"/>
                  </a:srgbClr>
                </a:gs>
                <a:gs pos="85714">
                  <a:srgbClr val="5B5B5B">
                    <a:alpha val="1111"/>
                  </a:srgbClr>
                </a:gs>
                <a:gs pos="100000">
                  <a:srgbClr val="5B5B5B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4827460">
              <a:off x="3338128" y="304531"/>
              <a:ext cx="351673" cy="56314"/>
            </a:xfrm>
            <a:prstGeom prst="ellipse">
              <a:avLst/>
            </a:prstGeom>
            <a:gradFill>
              <a:gsLst>
                <a:gs pos="0">
                  <a:srgbClr val="FEFFFF">
                    <a:alpha val="10939"/>
                  </a:srgbClr>
                </a:gs>
                <a:gs pos="14286">
                  <a:srgbClr val="FEFFFF">
                    <a:alpha val="10100"/>
                  </a:srgbClr>
                </a:gs>
                <a:gs pos="28571">
                  <a:srgbClr val="FEFFFF">
                    <a:alpha val="7935"/>
                  </a:srgbClr>
                </a:gs>
                <a:gs pos="42857">
                  <a:srgbClr val="FEFFFF">
                    <a:alpha val="5278"/>
                  </a:srgbClr>
                </a:gs>
                <a:gs pos="57143">
                  <a:srgbClr val="FEFFFF">
                    <a:alpha val="2960"/>
                  </a:srgbClr>
                </a:gs>
                <a:gs pos="71429">
                  <a:srgbClr val="FEFFFF">
                    <a:alpha val="1397"/>
                  </a:srgbClr>
                </a:gs>
                <a:gs pos="85714">
                  <a:srgbClr val="FEFFFF">
                    <a:alpha val="555"/>
                  </a:srgbClr>
                </a:gs>
                <a:gs pos="100000">
                  <a:srgbClr val="FEFFFF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5179845">
              <a:off x="2739854" y="145423"/>
              <a:ext cx="699364" cy="350869"/>
            </a:xfrm>
            <a:prstGeom prst="ellipse">
              <a:avLst/>
            </a:prstGeom>
            <a:gradFill>
              <a:gsLst>
                <a:gs pos="0">
                  <a:srgbClr val="CCCCCC">
                    <a:alpha val="1303"/>
                  </a:srgbClr>
                </a:gs>
                <a:gs pos="14286">
                  <a:srgbClr val="CCCCCC">
                    <a:alpha val="1198"/>
                  </a:srgbClr>
                </a:gs>
                <a:gs pos="28571">
                  <a:srgbClr val="CCCCCC">
                    <a:alpha val="932"/>
                  </a:srgbClr>
                </a:gs>
                <a:gs pos="42857">
                  <a:srgbClr val="CCCCCC">
                    <a:alpha val="612"/>
                  </a:srgbClr>
                </a:gs>
                <a:gs pos="57143">
                  <a:srgbClr val="CCCCCC">
                    <a:alpha val="340"/>
                  </a:srgbClr>
                </a:gs>
                <a:gs pos="71429">
                  <a:srgbClr val="CCCCCC">
                    <a:alpha val="159"/>
                  </a:srgbClr>
                </a:gs>
                <a:gs pos="85714">
                  <a:srgbClr val="CCCCCC">
                    <a:alpha val="63"/>
                  </a:srgbClr>
                </a:gs>
                <a:gs pos="100000">
                  <a:srgbClr val="CCCCCC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3022682">
              <a:off x="876508" y="153338"/>
              <a:ext cx="802706" cy="443423"/>
            </a:xfrm>
            <a:prstGeom prst="ellipse">
              <a:avLst/>
            </a:prstGeom>
            <a:gradFill>
              <a:gsLst>
                <a:gs pos="0">
                  <a:srgbClr val="03050C">
                    <a:alpha val="6162"/>
                  </a:srgbClr>
                </a:gs>
                <a:gs pos="14286">
                  <a:srgbClr val="03050C">
                    <a:alpha val="5678"/>
                  </a:srgbClr>
                </a:gs>
                <a:gs pos="28571">
                  <a:srgbClr val="03050C">
                    <a:alpha val="4438"/>
                  </a:srgbClr>
                </a:gs>
                <a:gs pos="42857">
                  <a:srgbClr val="03050C">
                    <a:alpha val="2933"/>
                  </a:srgbClr>
                </a:gs>
                <a:gs pos="57143">
                  <a:srgbClr val="03050C">
                    <a:alpha val="1636"/>
                  </a:srgbClr>
                </a:gs>
                <a:gs pos="71429">
                  <a:srgbClr val="03050C">
                    <a:alpha val="769"/>
                  </a:srgbClr>
                </a:gs>
                <a:gs pos="85714">
                  <a:srgbClr val="03050C">
                    <a:alpha val="305"/>
                  </a:srgbClr>
                </a:gs>
                <a:gs pos="100000">
                  <a:srgbClr val="03050C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9588277">
              <a:off x="837715" y="114195"/>
              <a:ext cx="512533" cy="306187"/>
            </a:xfrm>
            <a:prstGeom prst="ellipse">
              <a:avLst/>
            </a:prstGeom>
            <a:gradFill>
              <a:gsLst>
                <a:gs pos="0">
                  <a:srgbClr val="5A5A59">
                    <a:alpha val="19484"/>
                  </a:srgbClr>
                </a:gs>
                <a:gs pos="14286">
                  <a:srgbClr val="5A5A59">
                    <a:alpha val="18060"/>
                  </a:srgbClr>
                </a:gs>
                <a:gs pos="28571">
                  <a:srgbClr val="5A5A59">
                    <a:alpha val="14329"/>
                  </a:srgbClr>
                </a:gs>
                <a:gs pos="42857">
                  <a:srgbClr val="5A5A59">
                    <a:alpha val="9647"/>
                  </a:srgbClr>
                </a:gs>
                <a:gs pos="57143">
                  <a:srgbClr val="5A5A59">
                    <a:alpha val="5466"/>
                  </a:srgbClr>
                </a:gs>
                <a:gs pos="71429">
                  <a:srgbClr val="5A5A59">
                    <a:alpha val="2597"/>
                  </a:srgbClr>
                </a:gs>
                <a:gs pos="85714">
                  <a:srgbClr val="5A5A59">
                    <a:alpha val="1035"/>
                  </a:srgbClr>
                </a:gs>
                <a:gs pos="100000">
                  <a:srgbClr val="5A5A59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-9438189">
              <a:off x="557847" y="204446"/>
              <a:ext cx="634839" cy="364453"/>
            </a:xfrm>
            <a:prstGeom prst="ellipse">
              <a:avLst/>
            </a:prstGeom>
            <a:gradFill>
              <a:gsLst>
                <a:gs pos="0">
                  <a:srgbClr val="404241">
                    <a:alpha val="6391"/>
                  </a:srgbClr>
                </a:gs>
                <a:gs pos="14286">
                  <a:srgbClr val="404241">
                    <a:alpha val="5890"/>
                  </a:srgbClr>
                </a:gs>
                <a:gs pos="28571">
                  <a:srgbClr val="404241">
                    <a:alpha val="4604"/>
                  </a:srgbClr>
                </a:gs>
                <a:gs pos="42857">
                  <a:srgbClr val="404241">
                    <a:alpha val="3044"/>
                  </a:srgbClr>
                </a:gs>
                <a:gs pos="57143">
                  <a:srgbClr val="404241">
                    <a:alpha val="1699"/>
                  </a:srgbClr>
                </a:gs>
                <a:gs pos="71429">
                  <a:srgbClr val="404241">
                    <a:alpha val="799"/>
                  </a:srgbClr>
                </a:gs>
                <a:gs pos="85714">
                  <a:srgbClr val="404241">
                    <a:alpha val="317"/>
                  </a:srgbClr>
                </a:gs>
                <a:gs pos="100000">
                  <a:srgbClr val="404241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10228235">
              <a:off x="267324" y="148449"/>
              <a:ext cx="588656" cy="360850"/>
            </a:xfrm>
            <a:prstGeom prst="ellipse">
              <a:avLst/>
            </a:prstGeom>
            <a:gradFill>
              <a:gsLst>
                <a:gs pos="0">
                  <a:srgbClr val="646363">
                    <a:alpha val="30723"/>
                  </a:srgbClr>
                </a:gs>
                <a:gs pos="14286">
                  <a:srgbClr val="646363">
                    <a:alpha val="28636"/>
                  </a:srgbClr>
                </a:gs>
                <a:gs pos="28571">
                  <a:srgbClr val="646363">
                    <a:alpha val="23045"/>
                  </a:srgbClr>
                </a:gs>
                <a:gs pos="42857">
                  <a:srgbClr val="646363">
                    <a:alpha val="15787"/>
                  </a:srgbClr>
                </a:gs>
                <a:gs pos="57143">
                  <a:srgbClr val="646363">
                    <a:alpha val="9081"/>
                  </a:srgbClr>
                </a:gs>
                <a:gs pos="71429">
                  <a:srgbClr val="646363">
                    <a:alpha val="4359"/>
                  </a:srgbClr>
                </a:gs>
                <a:gs pos="85714">
                  <a:srgbClr val="646363">
                    <a:alpha val="1747"/>
                  </a:srgbClr>
                </a:gs>
                <a:gs pos="100000">
                  <a:srgbClr val="646363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7663006">
              <a:off x="-6818" y="3088"/>
              <a:ext cx="669488" cy="576731"/>
            </a:xfrm>
            <a:prstGeom prst="ellipse">
              <a:avLst/>
            </a:prstGeom>
            <a:gradFill>
              <a:gsLst>
                <a:gs pos="0">
                  <a:srgbClr val="040008">
                    <a:alpha val="4057"/>
                  </a:srgbClr>
                </a:gs>
                <a:gs pos="14286">
                  <a:srgbClr val="040008">
                    <a:alpha val="3735"/>
                  </a:srgbClr>
                </a:gs>
                <a:gs pos="28571">
                  <a:srgbClr val="040008">
                    <a:alpha val="2912"/>
                  </a:srgbClr>
                </a:gs>
                <a:gs pos="42857">
                  <a:srgbClr val="040008">
                    <a:alpha val="1920"/>
                  </a:srgbClr>
                </a:gs>
                <a:gs pos="57143">
                  <a:srgbClr val="040008">
                    <a:alpha val="1068"/>
                  </a:srgbClr>
                </a:gs>
                <a:gs pos="71429">
                  <a:srgbClr val="040008">
                    <a:alpha val="502"/>
                  </a:srgbClr>
                </a:gs>
                <a:gs pos="85714">
                  <a:srgbClr val="040008">
                    <a:alpha val="199"/>
                  </a:srgbClr>
                </a:gs>
                <a:gs pos="100000">
                  <a:srgbClr val="040008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9500800">
              <a:off x="3084259" y="-278514"/>
              <a:ext cx="948366" cy="557028"/>
            </a:xfrm>
            <a:prstGeom prst="ellipse">
              <a:avLst/>
            </a:prstGeom>
            <a:gradFill>
              <a:gsLst>
                <a:gs pos="0">
                  <a:srgbClr val="E3E3E3">
                    <a:alpha val="9012"/>
                  </a:srgbClr>
                </a:gs>
                <a:gs pos="14286">
                  <a:srgbClr val="E3E3E3">
                    <a:alpha val="8314"/>
                  </a:srgbClr>
                </a:gs>
                <a:gs pos="28571">
                  <a:srgbClr val="E3E3E3">
                    <a:alpha val="6518"/>
                  </a:srgbClr>
                </a:gs>
                <a:gs pos="42857">
                  <a:srgbClr val="E3E3E3">
                    <a:alpha val="4324"/>
                  </a:srgbClr>
                </a:gs>
                <a:gs pos="57143">
                  <a:srgbClr val="E3E3E3">
                    <a:alpha val="2420"/>
                  </a:srgbClr>
                </a:gs>
                <a:gs pos="71429">
                  <a:srgbClr val="E3E3E3">
                    <a:alpha val="1140"/>
                  </a:srgbClr>
                </a:gs>
                <a:gs pos="85714">
                  <a:srgbClr val="E3E3E3">
                    <a:alpha val="452"/>
                  </a:srgbClr>
                </a:gs>
                <a:gs pos="100000">
                  <a:srgbClr val="E3E3E3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-10524913">
              <a:off x="2886310" y="-107665"/>
              <a:ext cx="1006452" cy="381364"/>
            </a:xfrm>
            <a:prstGeom prst="ellipse">
              <a:avLst/>
            </a:prstGeom>
            <a:gradFill>
              <a:gsLst>
                <a:gs pos="0">
                  <a:srgbClr val="000100">
                    <a:alpha val="23330"/>
                  </a:srgbClr>
                </a:gs>
                <a:gs pos="14286">
                  <a:srgbClr val="000100">
                    <a:alpha val="21665"/>
                  </a:srgbClr>
                </a:gs>
                <a:gs pos="28571">
                  <a:srgbClr val="000100">
                    <a:alpha val="17270"/>
                  </a:srgbClr>
                </a:gs>
                <a:gs pos="42857">
                  <a:srgbClr val="000100">
                    <a:alpha val="11693"/>
                  </a:srgbClr>
                </a:gs>
                <a:gs pos="57143">
                  <a:srgbClr val="000100">
                    <a:alpha val="6658"/>
                  </a:srgbClr>
                </a:gs>
                <a:gs pos="71429">
                  <a:srgbClr val="000100">
                    <a:alpha val="3174"/>
                  </a:srgbClr>
                </a:gs>
                <a:gs pos="85714">
                  <a:srgbClr val="000100">
                    <a:alpha val="1267"/>
                  </a:srgbClr>
                </a:gs>
                <a:gs pos="100000">
                  <a:srgbClr val="000100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-9109791">
              <a:off x="2728443" y="-197884"/>
              <a:ext cx="892001" cy="395768"/>
            </a:xfrm>
            <a:prstGeom prst="ellipse">
              <a:avLst/>
            </a:prstGeom>
            <a:gradFill>
              <a:gsLst>
                <a:gs pos="0">
                  <a:srgbClr val="B9BAB9">
                    <a:alpha val="6749"/>
                  </a:srgbClr>
                </a:gs>
                <a:gs pos="14286">
                  <a:srgbClr val="B9BAB9">
                    <a:alpha val="6220"/>
                  </a:srgbClr>
                </a:gs>
                <a:gs pos="28571">
                  <a:srgbClr val="B9BAB9">
                    <a:alpha val="4864"/>
                  </a:srgbClr>
                </a:gs>
                <a:gs pos="42857">
                  <a:srgbClr val="B9BAB9">
                    <a:alpha val="3218"/>
                  </a:srgbClr>
                </a:gs>
                <a:gs pos="57143">
                  <a:srgbClr val="B9BAB9">
                    <a:alpha val="1796"/>
                  </a:srgbClr>
                </a:gs>
                <a:gs pos="71429">
                  <a:srgbClr val="B9BAB9">
                    <a:alpha val="845"/>
                  </a:srgbClr>
                </a:gs>
                <a:gs pos="85714">
                  <a:srgbClr val="B9BAB9">
                    <a:alpha val="335"/>
                  </a:srgbClr>
                </a:gs>
                <a:gs pos="100000">
                  <a:srgbClr val="B9BAB9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4950039">
              <a:off x="2370232" y="94047"/>
              <a:ext cx="936886" cy="55753"/>
            </a:xfrm>
            <a:prstGeom prst="ellipse">
              <a:avLst/>
            </a:prstGeom>
            <a:gradFill>
              <a:gsLst>
                <a:gs pos="0">
                  <a:srgbClr val="F1F1F1">
                    <a:alpha val="21604"/>
                  </a:srgbClr>
                </a:gs>
                <a:gs pos="14286">
                  <a:srgbClr val="F1F1F1">
                    <a:alpha val="20046"/>
                  </a:srgbClr>
                </a:gs>
                <a:gs pos="28571">
                  <a:srgbClr val="F1F1F1">
                    <a:alpha val="15945"/>
                  </a:srgbClr>
                </a:gs>
                <a:gs pos="42857">
                  <a:srgbClr val="F1F1F1">
                    <a:alpha val="10768"/>
                  </a:srgbClr>
                </a:gs>
                <a:gs pos="57143">
                  <a:srgbClr val="F1F1F1">
                    <a:alpha val="6118"/>
                  </a:srgbClr>
                </a:gs>
                <a:gs pos="71429">
                  <a:srgbClr val="F1F1F1">
                    <a:alpha val="2912"/>
                  </a:srgbClr>
                </a:gs>
                <a:gs pos="85714">
                  <a:srgbClr val="F1F1F1">
                    <a:alpha val="1162"/>
                  </a:srgbClr>
                </a:gs>
                <a:gs pos="100000">
                  <a:srgbClr val="F1F1F1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10289066">
              <a:off x="1773311" y="-103371"/>
              <a:ext cx="653509" cy="340117"/>
            </a:xfrm>
            <a:prstGeom prst="ellipse">
              <a:avLst/>
            </a:prstGeom>
            <a:gradFill>
              <a:gsLst>
                <a:gs pos="0">
                  <a:srgbClr val="5E5F5E">
                    <a:alpha val="19696"/>
                  </a:srgbClr>
                </a:gs>
                <a:gs pos="14286">
                  <a:srgbClr val="5E5F5E">
                    <a:alpha val="18258"/>
                  </a:srgbClr>
                </a:gs>
                <a:gs pos="28571">
                  <a:srgbClr val="5E5F5E">
                    <a:alpha val="14490"/>
                  </a:srgbClr>
                </a:gs>
                <a:gs pos="42857">
                  <a:srgbClr val="5E5F5E">
                    <a:alpha val="9758"/>
                  </a:srgbClr>
                </a:gs>
                <a:gs pos="57143">
                  <a:srgbClr val="5E5F5E">
                    <a:alpha val="5530"/>
                  </a:srgbClr>
                </a:gs>
                <a:gs pos="71429">
                  <a:srgbClr val="5E5F5E">
                    <a:alpha val="2628"/>
                  </a:srgbClr>
                </a:gs>
                <a:gs pos="85714">
                  <a:srgbClr val="5E5F5E">
                    <a:alpha val="1048"/>
                  </a:srgbClr>
                </a:gs>
                <a:gs pos="100000">
                  <a:srgbClr val="5E5F5E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10032175">
              <a:off x="1240884" y="-46945"/>
              <a:ext cx="550071" cy="213844"/>
            </a:xfrm>
            <a:prstGeom prst="ellipse">
              <a:avLst/>
            </a:prstGeom>
            <a:gradFill>
              <a:gsLst>
                <a:gs pos="0">
                  <a:srgbClr val="000000">
                    <a:alpha val="23917"/>
                  </a:srgbClr>
                </a:gs>
                <a:gs pos="14286">
                  <a:srgbClr val="000000">
                    <a:alpha val="22217"/>
                  </a:srgbClr>
                </a:gs>
                <a:gs pos="28571">
                  <a:srgbClr val="000000">
                    <a:alpha val="17723"/>
                  </a:srgbClr>
                </a:gs>
                <a:gs pos="42857">
                  <a:srgbClr val="000000">
                    <a:alpha val="12011"/>
                  </a:srgbClr>
                </a:gs>
                <a:gs pos="57143">
                  <a:srgbClr val="000000">
                    <a:alpha val="6844"/>
                  </a:srgbClr>
                </a:gs>
                <a:gs pos="71429">
                  <a:srgbClr val="000000">
                    <a:alpha val="3264"/>
                  </a:srgbClr>
                </a:gs>
                <a:gs pos="85714">
                  <a:srgbClr val="000000">
                    <a:alpha val="1304"/>
                  </a:srgbClr>
                </a:gs>
                <a:gs pos="100000">
                  <a:srgbClr val="000000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-9560280">
              <a:off x="865802" y="-209610"/>
              <a:ext cx="660301" cy="534153"/>
            </a:xfrm>
            <a:prstGeom prst="ellipse">
              <a:avLst/>
            </a:prstGeom>
            <a:gradFill>
              <a:gsLst>
                <a:gs pos="0">
                  <a:srgbClr val="090001">
                    <a:alpha val="6048"/>
                  </a:srgbClr>
                </a:gs>
                <a:gs pos="14286">
                  <a:srgbClr val="090001">
                    <a:alpha val="5573"/>
                  </a:srgbClr>
                </a:gs>
                <a:gs pos="28571">
                  <a:srgbClr val="090001">
                    <a:alpha val="4354"/>
                  </a:srgbClr>
                </a:gs>
                <a:gs pos="42857">
                  <a:srgbClr val="090001">
                    <a:alpha val="2878"/>
                  </a:srgbClr>
                </a:gs>
                <a:gs pos="57143">
                  <a:srgbClr val="090001">
                    <a:alpha val="1605"/>
                  </a:srgbClr>
                </a:gs>
                <a:gs pos="71429">
                  <a:srgbClr val="090001">
                    <a:alpha val="755"/>
                  </a:srgbClr>
                </a:gs>
                <a:gs pos="85714">
                  <a:srgbClr val="090001">
                    <a:alpha val="299"/>
                  </a:srgbClr>
                </a:gs>
                <a:gs pos="100000">
                  <a:srgbClr val="090001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5197712">
              <a:off x="546538" y="-19825"/>
              <a:ext cx="620825" cy="287229"/>
            </a:xfrm>
            <a:prstGeom prst="ellipse">
              <a:avLst/>
            </a:prstGeom>
            <a:gradFill>
              <a:gsLst>
                <a:gs pos="0">
                  <a:srgbClr val="0D0E01">
                    <a:alpha val="9356"/>
                  </a:srgbClr>
                </a:gs>
                <a:gs pos="14286">
                  <a:srgbClr val="0D0E01">
                    <a:alpha val="8633"/>
                  </a:srgbClr>
                </a:gs>
                <a:gs pos="28571">
                  <a:srgbClr val="0D0E01">
                    <a:alpha val="6770"/>
                  </a:srgbClr>
                </a:gs>
                <a:gs pos="42857">
                  <a:srgbClr val="0D0E01">
                    <a:alpha val="4494"/>
                  </a:srgbClr>
                </a:gs>
                <a:gs pos="57143">
                  <a:srgbClr val="0D0E01">
                    <a:alpha val="2516"/>
                  </a:srgbClr>
                </a:gs>
                <a:gs pos="71429">
                  <a:srgbClr val="0D0E01">
                    <a:alpha val="1186"/>
                  </a:srgbClr>
                </a:gs>
                <a:gs pos="85714">
                  <a:srgbClr val="0D0E01">
                    <a:alpha val="470"/>
                  </a:srgbClr>
                </a:gs>
                <a:gs pos="100000">
                  <a:srgbClr val="0D0E01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5098465">
              <a:off x="451607" y="-10508"/>
              <a:ext cx="544458" cy="168144"/>
            </a:xfrm>
            <a:prstGeom prst="ellipse">
              <a:avLst/>
            </a:prstGeom>
            <a:gradFill>
              <a:gsLst>
                <a:gs pos="0">
                  <a:srgbClr val="FFFFFF">
                    <a:alpha val="3110"/>
                  </a:srgbClr>
                </a:gs>
                <a:gs pos="14286">
                  <a:srgbClr val="FFFFFF">
                    <a:alpha val="2862"/>
                  </a:srgbClr>
                </a:gs>
                <a:gs pos="28571">
                  <a:srgbClr val="FFFFFF">
                    <a:alpha val="2230"/>
                  </a:srgbClr>
                </a:gs>
                <a:gs pos="42857">
                  <a:srgbClr val="FFFFFF">
                    <a:alpha val="1468"/>
                  </a:srgbClr>
                </a:gs>
                <a:gs pos="57143">
                  <a:srgbClr val="FFFFFF">
                    <a:alpha val="816"/>
                  </a:srgbClr>
                </a:gs>
                <a:gs pos="71429">
                  <a:srgbClr val="FFFFFF">
                    <a:alpha val="383"/>
                  </a:srgbClr>
                </a:gs>
                <a:gs pos="85714">
                  <a:srgbClr val="FFFFFF">
                    <a:alpha val="152"/>
                  </a:srgbClr>
                </a:gs>
                <a:gs pos="100000">
                  <a:srgbClr val="FFFFFF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7254323">
              <a:off x="267027" y="-20877"/>
              <a:ext cx="595720" cy="216624"/>
            </a:xfrm>
            <a:prstGeom prst="ellipse">
              <a:avLst/>
            </a:prstGeom>
            <a:gradFill>
              <a:gsLst>
                <a:gs pos="0">
                  <a:srgbClr val="5C5D5C">
                    <a:alpha val="23121"/>
                  </a:srgbClr>
                </a:gs>
                <a:gs pos="14286">
                  <a:srgbClr val="5C5D5C">
                    <a:alpha val="21468"/>
                  </a:srgbClr>
                </a:gs>
                <a:gs pos="28571">
                  <a:srgbClr val="5C5D5C">
                    <a:alpha val="17109"/>
                  </a:srgbClr>
                </a:gs>
                <a:gs pos="42857">
                  <a:srgbClr val="5C5D5C">
                    <a:alpha val="11580"/>
                  </a:srgbClr>
                </a:gs>
                <a:gs pos="57143">
                  <a:srgbClr val="5C5D5C">
                    <a:alpha val="6592"/>
                  </a:srgbClr>
                </a:gs>
                <a:gs pos="71429">
                  <a:srgbClr val="5C5D5C">
                    <a:alpha val="3142"/>
                  </a:srgbClr>
                </a:gs>
                <a:gs pos="85714">
                  <a:srgbClr val="5C5D5C">
                    <a:alpha val="1254"/>
                  </a:srgbClr>
                </a:gs>
                <a:gs pos="100000">
                  <a:srgbClr val="5C5D5C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2026-08-02T19:01:09Z</dcterms:created>
  <dcterms:modified xsi:type="dcterms:W3CDTF">2026-08-02T19:01:09Z</dcterms:modified>
</cp:coreProperties>
</file>