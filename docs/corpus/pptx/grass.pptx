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3657600" cy="3657600" type="custom"/>
  <p:notesSz cx="6858000" cy="9144000"/>
  <p:defaultTextStyle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Slide Background"/>
        <p:cNvGrpSpPr/>
        <p:nvPr/>
      </p:nvGrpSpPr>
      <p:grpSpPr>
        <a:xfrm>
          <a:off x="0" y="0"/>
          <a:ext cx="3657600" cy="3657600"/>
          <a:chOff x="0" y="0"/>
          <a:chExt cx="3657600" cy="3657600"/>
        </a:xfrm>
      </p:grpSpPr>
      <p:grpSp>
        <p:nvGrpSpPr>
          <p:cNvPr id="2" name="Splat Group"/>
          <p:cNvGrpSpPr/>
          <p:nvPr/>
        </p:nvGrpSpPr>
        <p:grpSpPr>
          <a:xfrm>
            <a:off x="0" y="0"/>
            <a:ext cx="3657600" cy="3657600"/>
            <a:chOff x="0" y="0"/>
            <a:chExt cx="3657600" cy="3657600"/>
          </a:xfrm>
        </p:grpSpPr>
        <p:sp>
          <p:nvSpPr>
            <p:cNvPr id="3" name="Splat Background"/>
            <p:cNvSpPr>
              <a:spLocks noGrp="1"/>
            </p:cNvSpPr>
            <p:nvPr/>
          </p:nvSpPr>
          <p:spPr>
            <a:xfrm>
              <a:off x="0" y="0"/>
              <a:ext cx="3657600" cy="3657600"/>
            </a:xfrm>
            <a:prstGeom prst="rect">
              <a:avLst/>
            </a:prstGeom>
            <a:solidFill>
              <a:srgbClr val="7A7A7A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Splat 4"/>
            <p:cNvSpPr>
              <a:spLocks noGrp="1"/>
            </p:cNvSpPr>
            <p:nvPr/>
          </p:nvSpPr>
          <p:spPr>
            <a:xfrm rot="-9747148">
              <a:off x="110838" y="1552941"/>
              <a:ext cx="457744" cy="451065"/>
            </a:xfrm>
            <a:prstGeom prst="ellipse">
              <a:avLst/>
            </a:prstGeom>
            <a:gradFill>
              <a:gsLst>
                <a:gs pos="0">
                  <a:srgbClr val="C3C4C5">
                    <a:alpha val="9338"/>
                  </a:srgbClr>
                </a:gs>
                <a:gs pos="14286">
                  <a:srgbClr val="C3C4C5">
                    <a:alpha val="8617"/>
                  </a:srgbClr>
                </a:gs>
                <a:gs pos="28571">
                  <a:srgbClr val="C3C4C5">
                    <a:alpha val="6757"/>
                  </a:srgbClr>
                </a:gs>
                <a:gs pos="42857">
                  <a:srgbClr val="C3C4C5">
                    <a:alpha val="4485"/>
                  </a:srgbClr>
                </a:gs>
                <a:gs pos="57143">
                  <a:srgbClr val="C3C4C5">
                    <a:alpha val="2511"/>
                  </a:srgbClr>
                </a:gs>
                <a:gs pos="71429">
                  <a:srgbClr val="C3C4C5">
                    <a:alpha val="1183"/>
                  </a:srgbClr>
                </a:gs>
                <a:gs pos="85714">
                  <a:srgbClr val="C3C4C5">
                    <a:alpha val="470"/>
                  </a:srgbClr>
                </a:gs>
                <a:gs pos="100000">
                  <a:srgbClr val="C3C4C5">
                    <a:alpha val="1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Splat 5"/>
            <p:cNvSpPr>
              <a:spLocks noGrp="1"/>
            </p:cNvSpPr>
            <p:nvPr/>
          </p:nvSpPr>
          <p:spPr>
            <a:xfrm rot="7580075">
              <a:off x="2576325" y="3562006"/>
              <a:ext cx="771262" cy="141966"/>
            </a:xfrm>
            <a:prstGeom prst="ellipse">
              <a:avLst/>
            </a:prstGeom>
            <a:gradFill>
              <a:gsLst>
                <a:gs pos="0">
                  <a:srgbClr val="E4E2E2">
                    <a:alpha val="20608"/>
                  </a:srgbClr>
                </a:gs>
                <a:gs pos="14286">
                  <a:srgbClr val="E4E2E2">
                    <a:alpha val="19112"/>
                  </a:srgbClr>
                </a:gs>
                <a:gs pos="28571">
                  <a:srgbClr val="E4E2E2">
                    <a:alpha val="15184"/>
                  </a:srgbClr>
                </a:gs>
                <a:gs pos="42857">
                  <a:srgbClr val="E4E2E2">
                    <a:alpha val="10239"/>
                  </a:srgbClr>
                </a:gs>
                <a:gs pos="57143">
                  <a:srgbClr val="E4E2E2">
                    <a:alpha val="5810"/>
                  </a:srgbClr>
                </a:gs>
                <a:gs pos="71429">
                  <a:srgbClr val="E4E2E2">
                    <a:alpha val="2763"/>
                  </a:srgbClr>
                </a:gs>
                <a:gs pos="85714">
                  <a:srgbClr val="E4E2E2">
                    <a:alpha val="1102"/>
                  </a:srgbClr>
                </a:gs>
                <a:gs pos="100000">
                  <a:srgbClr val="E4E2E2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Splat 6"/>
            <p:cNvSpPr>
              <a:spLocks noGrp="1"/>
            </p:cNvSpPr>
            <p:nvPr/>
          </p:nvSpPr>
          <p:spPr>
            <a:xfrm rot="10711317">
              <a:off x="179149" y="1370634"/>
              <a:ext cx="430982" cy="48643"/>
            </a:xfrm>
            <a:prstGeom prst="ellipse">
              <a:avLst/>
            </a:prstGeom>
            <a:gradFill>
              <a:gsLst>
                <a:gs pos="0">
                  <a:srgbClr val="FFFFFF">
                    <a:alpha val="30454"/>
                  </a:srgbClr>
                </a:gs>
                <a:gs pos="14286">
                  <a:srgbClr val="FFFFFF">
                    <a:alpha val="28380"/>
                  </a:srgbClr>
                </a:gs>
                <a:gs pos="28571">
                  <a:srgbClr val="FFFFFF">
                    <a:alpha val="22831"/>
                  </a:srgbClr>
                </a:gs>
                <a:gs pos="42857">
                  <a:srgbClr val="FFFFFF">
                    <a:alpha val="15634"/>
                  </a:srgbClr>
                </a:gs>
                <a:gs pos="57143">
                  <a:srgbClr val="FFFFFF">
                    <a:alpha val="8990"/>
                  </a:srgbClr>
                </a:gs>
                <a:gs pos="71429">
                  <a:srgbClr val="FFFFFF">
                    <a:alpha val="4314"/>
                  </a:srgbClr>
                </a:gs>
                <a:gs pos="85714">
                  <a:srgbClr val="FFFFFF">
                    <a:alpha val="1728"/>
                  </a:srgbClr>
                </a:gs>
                <a:gs pos="100000">
                  <a:srgbClr val="FFFFFF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Splat 7"/>
            <p:cNvSpPr>
              <a:spLocks noGrp="1"/>
            </p:cNvSpPr>
            <p:nvPr/>
          </p:nvSpPr>
          <p:spPr>
            <a:xfrm rot="10618674">
              <a:off x="2080298" y="767896"/>
              <a:ext cx="742885" cy="395348"/>
            </a:xfrm>
            <a:prstGeom prst="ellipse">
              <a:avLst/>
            </a:prstGeom>
            <a:gradFill>
              <a:gsLst>
                <a:gs pos="0">
                  <a:srgbClr val="9C9B9A">
                    <a:alpha val="4874"/>
                  </a:srgbClr>
                </a:gs>
                <a:gs pos="14286">
                  <a:srgbClr val="9C9B9A">
                    <a:alpha val="4488"/>
                  </a:srgbClr>
                </a:gs>
                <a:gs pos="28571">
                  <a:srgbClr val="9C9B9A">
                    <a:alpha val="3503"/>
                  </a:srgbClr>
                </a:gs>
                <a:gs pos="42857">
                  <a:srgbClr val="9C9B9A">
                    <a:alpha val="2312"/>
                  </a:srgbClr>
                </a:gs>
                <a:gs pos="57143">
                  <a:srgbClr val="9C9B9A">
                    <a:alpha val="1288"/>
                  </a:srgbClr>
                </a:gs>
                <a:gs pos="71429">
                  <a:srgbClr val="9C9B9A">
                    <a:alpha val="605"/>
                  </a:srgbClr>
                </a:gs>
                <a:gs pos="85714">
                  <a:srgbClr val="9C9B9A">
                    <a:alpha val="240"/>
                  </a:srgbClr>
                </a:gs>
                <a:gs pos="100000">
                  <a:srgbClr val="9C9B9A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Splat 8"/>
            <p:cNvSpPr>
              <a:spLocks noGrp="1"/>
            </p:cNvSpPr>
            <p:nvPr/>
          </p:nvSpPr>
          <p:spPr>
            <a:xfrm rot="5958711">
              <a:off x="976499" y="3298951"/>
              <a:ext cx="575171" cy="557477"/>
            </a:xfrm>
            <a:prstGeom prst="ellipse">
              <a:avLst/>
            </a:prstGeom>
            <a:gradFill>
              <a:gsLst>
                <a:gs pos="0">
                  <a:srgbClr val="999798">
                    <a:alpha val="8410"/>
                  </a:srgbClr>
                </a:gs>
                <a:gs pos="14286">
                  <a:srgbClr val="999798">
                    <a:alpha val="7757"/>
                  </a:srgbClr>
                </a:gs>
                <a:gs pos="28571">
                  <a:srgbClr val="999798">
                    <a:alpha val="6077"/>
                  </a:srgbClr>
                </a:gs>
                <a:gs pos="42857">
                  <a:srgbClr val="999798">
                    <a:alpha val="4029"/>
                  </a:srgbClr>
                </a:gs>
                <a:gs pos="57143">
                  <a:srgbClr val="999798">
                    <a:alpha val="2253"/>
                  </a:srgbClr>
                </a:gs>
                <a:gs pos="71429">
                  <a:srgbClr val="999798">
                    <a:alpha val="1061"/>
                  </a:srgbClr>
                </a:gs>
                <a:gs pos="85714">
                  <a:srgbClr val="999798">
                    <a:alpha val="421"/>
                  </a:srgbClr>
                </a:gs>
                <a:gs pos="100000">
                  <a:srgbClr val="999798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Splat 9"/>
            <p:cNvSpPr>
              <a:spLocks noGrp="1"/>
            </p:cNvSpPr>
            <p:nvPr/>
          </p:nvSpPr>
          <p:spPr>
            <a:xfrm rot="6282645">
              <a:off x="2957469" y="695912"/>
              <a:ext cx="504556" cy="495027"/>
            </a:xfrm>
            <a:prstGeom prst="ellipse">
              <a:avLst/>
            </a:prstGeom>
            <a:gradFill>
              <a:gsLst>
                <a:gs pos="0">
                  <a:srgbClr val="979A98">
                    <a:alpha val="8366"/>
                  </a:srgbClr>
                </a:gs>
                <a:gs pos="14286">
                  <a:srgbClr val="979A98">
                    <a:alpha val="7716"/>
                  </a:srgbClr>
                </a:gs>
                <a:gs pos="28571">
                  <a:srgbClr val="979A98">
                    <a:alpha val="6045"/>
                  </a:srgbClr>
                </a:gs>
                <a:gs pos="42857">
                  <a:srgbClr val="979A98">
                    <a:alpha val="4007"/>
                  </a:srgbClr>
                </a:gs>
                <a:gs pos="57143">
                  <a:srgbClr val="979A98">
                    <a:alpha val="2241"/>
                  </a:srgbClr>
                </a:gs>
                <a:gs pos="71429">
                  <a:srgbClr val="979A98">
                    <a:alpha val="1055"/>
                  </a:srgbClr>
                </a:gs>
                <a:gs pos="85714">
                  <a:srgbClr val="979A98">
                    <a:alpha val="419"/>
                  </a:srgbClr>
                </a:gs>
                <a:gs pos="100000">
                  <a:srgbClr val="979A98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Splat 10"/>
            <p:cNvSpPr>
              <a:spLocks noGrp="1"/>
            </p:cNvSpPr>
            <p:nvPr/>
          </p:nvSpPr>
          <p:spPr>
            <a:xfrm rot="8764938">
              <a:off x="-225808" y="2365516"/>
              <a:ext cx="890221" cy="111641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Splat 11"/>
            <p:cNvSpPr>
              <a:spLocks noGrp="1"/>
            </p:cNvSpPr>
            <p:nvPr/>
          </p:nvSpPr>
          <p:spPr>
            <a:xfrm rot="6191700">
              <a:off x="3136029" y="2303088"/>
              <a:ext cx="938771" cy="98521"/>
            </a:xfrm>
            <a:prstGeom prst="ellipse">
              <a:avLst/>
            </a:prstGeom>
            <a:gradFill>
              <a:gsLst>
                <a:gs pos="0">
                  <a:srgbClr val="D4DEDC">
                    <a:alpha val="16376"/>
                  </a:srgbClr>
                </a:gs>
                <a:gs pos="14286">
                  <a:srgbClr val="D4DEDC">
                    <a:alpha val="15157"/>
                  </a:srgbClr>
                </a:gs>
                <a:gs pos="28571">
                  <a:srgbClr val="D4DEDC">
                    <a:alpha val="11982"/>
                  </a:srgbClr>
                </a:gs>
                <a:gs pos="42857">
                  <a:srgbClr val="D4DEDC">
                    <a:alpha val="8030"/>
                  </a:srgbClr>
                </a:gs>
                <a:gs pos="57143">
                  <a:srgbClr val="D4DEDC">
                    <a:alpha val="4533"/>
                  </a:srgbClr>
                </a:gs>
                <a:gs pos="71429">
                  <a:srgbClr val="D4DEDC">
                    <a:alpha val="2148"/>
                  </a:srgbClr>
                </a:gs>
                <a:gs pos="85714">
                  <a:srgbClr val="D4DEDC">
                    <a:alpha val="855"/>
                  </a:srgbClr>
                </a:gs>
                <a:gs pos="100000">
                  <a:srgbClr val="D4DEDC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Splat 12"/>
            <p:cNvSpPr>
              <a:spLocks noGrp="1"/>
            </p:cNvSpPr>
            <p:nvPr/>
          </p:nvSpPr>
          <p:spPr>
            <a:xfrm rot="9624747">
              <a:off x="1776619" y="1506620"/>
              <a:ext cx="519863" cy="95900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Splat 13"/>
            <p:cNvSpPr>
              <a:spLocks noGrp="1"/>
            </p:cNvSpPr>
            <p:nvPr/>
          </p:nvSpPr>
          <p:spPr>
            <a:xfrm rot="6725628">
              <a:off x="3038264" y="2366439"/>
              <a:ext cx="1095782" cy="515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Splat 14"/>
            <p:cNvSpPr>
              <a:spLocks noGrp="1"/>
            </p:cNvSpPr>
            <p:nvPr/>
          </p:nvSpPr>
          <p:spPr>
            <a:xfrm rot="-8647961">
              <a:off x="1919821" y="1246070"/>
              <a:ext cx="649450" cy="315274"/>
            </a:xfrm>
            <a:prstGeom prst="ellipse">
              <a:avLst/>
            </a:prstGeom>
            <a:gradFill>
              <a:gsLst>
                <a:gs pos="0">
                  <a:srgbClr val="F7F6F7">
                    <a:alpha val="32736"/>
                  </a:srgbClr>
                </a:gs>
                <a:gs pos="14286">
                  <a:srgbClr val="F7F6F7">
                    <a:alpha val="30544"/>
                  </a:srgbClr>
                </a:gs>
                <a:gs pos="28571">
                  <a:srgbClr val="F7F6F7">
                    <a:alpha val="24647"/>
                  </a:srgbClr>
                </a:gs>
                <a:gs pos="42857">
                  <a:srgbClr val="F7F6F7">
                    <a:alpha val="16941"/>
                  </a:srgbClr>
                </a:gs>
                <a:gs pos="57143">
                  <a:srgbClr val="F7F6F7">
                    <a:alpha val="9774"/>
                  </a:srgbClr>
                </a:gs>
                <a:gs pos="71429">
                  <a:srgbClr val="F7F6F7">
                    <a:alpha val="4700"/>
                  </a:srgbClr>
                </a:gs>
                <a:gs pos="85714">
                  <a:srgbClr val="F7F6F7">
                    <a:alpha val="1886"/>
                  </a:srgbClr>
                </a:gs>
                <a:gs pos="100000">
                  <a:srgbClr val="F7F6F7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Splat 15"/>
            <p:cNvSpPr>
              <a:spLocks noGrp="1"/>
            </p:cNvSpPr>
            <p:nvPr/>
          </p:nvSpPr>
          <p:spPr>
            <a:xfrm rot="4382119">
              <a:off x="1308575" y="3316888"/>
              <a:ext cx="687922" cy="357731"/>
            </a:xfrm>
            <a:prstGeom prst="ellipse">
              <a:avLst/>
            </a:prstGeom>
            <a:gradFill>
              <a:gsLst>
                <a:gs pos="0">
                  <a:srgbClr val="B5B7B9">
                    <a:alpha val="6740"/>
                  </a:srgbClr>
                </a:gs>
                <a:gs pos="14286">
                  <a:srgbClr val="B5B7B9">
                    <a:alpha val="6212"/>
                  </a:srgbClr>
                </a:gs>
                <a:gs pos="28571">
                  <a:srgbClr val="B5B7B9">
                    <a:alpha val="4858"/>
                  </a:srgbClr>
                </a:gs>
                <a:gs pos="42857">
                  <a:srgbClr val="B5B7B9">
                    <a:alpha val="3214"/>
                  </a:srgbClr>
                </a:gs>
                <a:gs pos="57143">
                  <a:srgbClr val="B5B7B9">
                    <a:alpha val="1794"/>
                  </a:srgbClr>
                </a:gs>
                <a:gs pos="71429">
                  <a:srgbClr val="B5B7B9">
                    <a:alpha val="844"/>
                  </a:srgbClr>
                </a:gs>
                <a:gs pos="85714">
                  <a:srgbClr val="B5B7B9">
                    <a:alpha val="334"/>
                  </a:srgbClr>
                </a:gs>
                <a:gs pos="100000">
                  <a:srgbClr val="B5B7B9">
                    <a:alpha val="1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Splat 16"/>
            <p:cNvSpPr>
              <a:spLocks noGrp="1"/>
            </p:cNvSpPr>
            <p:nvPr/>
          </p:nvSpPr>
          <p:spPr>
            <a:xfrm rot="9144148">
              <a:off x="2870973" y="1696045"/>
              <a:ext cx="999554" cy="164292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Splat 17"/>
            <p:cNvSpPr>
              <a:spLocks noGrp="1"/>
            </p:cNvSpPr>
            <p:nvPr/>
          </p:nvSpPr>
          <p:spPr>
            <a:xfrm rot="4467329">
              <a:off x="733362" y="3130020"/>
              <a:ext cx="593890" cy="588378"/>
            </a:xfrm>
            <a:prstGeom prst="ellipse">
              <a:avLst/>
            </a:prstGeom>
            <a:gradFill>
              <a:gsLst>
                <a:gs pos="0">
                  <a:srgbClr val="484B49">
                    <a:alpha val="9281"/>
                  </a:srgbClr>
                </a:gs>
                <a:gs pos="14286">
                  <a:srgbClr val="484B49">
                    <a:alpha val="8563"/>
                  </a:srgbClr>
                </a:gs>
                <a:gs pos="28571">
                  <a:srgbClr val="484B49">
                    <a:alpha val="6715"/>
                  </a:srgbClr>
                </a:gs>
                <a:gs pos="42857">
                  <a:srgbClr val="484B49">
                    <a:alpha val="4457"/>
                  </a:srgbClr>
                </a:gs>
                <a:gs pos="57143">
                  <a:srgbClr val="484B49">
                    <a:alpha val="2495"/>
                  </a:srgbClr>
                </a:gs>
                <a:gs pos="71429">
                  <a:srgbClr val="484B49">
                    <a:alpha val="1176"/>
                  </a:srgbClr>
                </a:gs>
                <a:gs pos="85714">
                  <a:srgbClr val="484B49">
                    <a:alpha val="467"/>
                  </a:srgbClr>
                </a:gs>
                <a:gs pos="100000">
                  <a:srgbClr val="484B49">
                    <a:alpha val="1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Splat 18"/>
            <p:cNvSpPr>
              <a:spLocks noGrp="1"/>
            </p:cNvSpPr>
            <p:nvPr/>
          </p:nvSpPr>
          <p:spPr>
            <a:xfrm rot="7968094">
              <a:off x="2973706" y="2551889"/>
              <a:ext cx="556873" cy="328433"/>
            </a:xfrm>
            <a:prstGeom prst="ellipse">
              <a:avLst/>
            </a:prstGeom>
            <a:gradFill>
              <a:gsLst>
                <a:gs pos="0">
                  <a:srgbClr val="0F0A0B">
                    <a:alpha val="22158"/>
                  </a:srgbClr>
                </a:gs>
                <a:gs pos="14286">
                  <a:srgbClr val="0F0A0B">
                    <a:alpha val="20565"/>
                  </a:srgbClr>
                </a:gs>
                <a:gs pos="28571">
                  <a:srgbClr val="0F0A0B">
                    <a:alpha val="16369"/>
                  </a:srgbClr>
                </a:gs>
                <a:gs pos="42857">
                  <a:srgbClr val="0F0A0B">
                    <a:alpha val="11064"/>
                  </a:srgbClr>
                </a:gs>
                <a:gs pos="57143">
                  <a:srgbClr val="0F0A0B">
                    <a:alpha val="6291"/>
                  </a:srgbClr>
                </a:gs>
                <a:gs pos="71429">
                  <a:srgbClr val="0F0A0B">
                    <a:alpha val="2995"/>
                  </a:srgbClr>
                </a:gs>
                <a:gs pos="85714">
                  <a:srgbClr val="0F0A0B">
                    <a:alpha val="1195"/>
                  </a:srgbClr>
                </a:gs>
                <a:gs pos="100000">
                  <a:srgbClr val="0F0A0B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Splat 19"/>
            <p:cNvSpPr>
              <a:spLocks noGrp="1"/>
            </p:cNvSpPr>
            <p:nvPr/>
          </p:nvSpPr>
          <p:spPr>
            <a:xfrm rot="-8969428">
              <a:off x="1748805" y="556601"/>
              <a:ext cx="929204" cy="320937"/>
            </a:xfrm>
            <a:prstGeom prst="ellipse">
              <a:avLst/>
            </a:prstGeom>
            <a:gradFill>
              <a:gsLst>
                <a:gs pos="0">
                  <a:srgbClr val="575556">
                    <a:alpha val="19040"/>
                  </a:srgbClr>
                </a:gs>
                <a:gs pos="14286">
                  <a:srgbClr val="575556">
                    <a:alpha val="17645"/>
                  </a:srgbClr>
                </a:gs>
                <a:gs pos="28571">
                  <a:srgbClr val="575556">
                    <a:alpha val="13992"/>
                  </a:srgbClr>
                </a:gs>
                <a:gs pos="42857">
                  <a:srgbClr val="575556">
                    <a:alpha val="9414"/>
                  </a:srgbClr>
                </a:gs>
                <a:gs pos="57143">
                  <a:srgbClr val="575556">
                    <a:alpha val="5331"/>
                  </a:srgbClr>
                </a:gs>
                <a:gs pos="71429">
                  <a:srgbClr val="575556">
                    <a:alpha val="2532"/>
                  </a:srgbClr>
                </a:gs>
                <a:gs pos="85714">
                  <a:srgbClr val="575556">
                    <a:alpha val="1009"/>
                  </a:srgbClr>
                </a:gs>
                <a:gs pos="100000">
                  <a:srgbClr val="575556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Splat 20"/>
            <p:cNvSpPr>
              <a:spLocks noGrp="1"/>
            </p:cNvSpPr>
            <p:nvPr/>
          </p:nvSpPr>
          <p:spPr>
            <a:xfrm rot="5064318">
              <a:off x="3432305" y="2566429"/>
              <a:ext cx="47859" cy="14628"/>
            </a:xfrm>
            <a:prstGeom prst="ellipse">
              <a:avLst/>
            </a:prstGeom>
            <a:gradFill>
              <a:gsLst>
                <a:gs pos="0">
                  <a:srgbClr val="F2F3F1">
                    <a:alpha val="22862"/>
                  </a:srgbClr>
                </a:gs>
                <a:gs pos="14286">
                  <a:srgbClr val="F2F3F1">
                    <a:alpha val="21226"/>
                  </a:srgbClr>
                </a:gs>
                <a:gs pos="28571">
                  <a:srgbClr val="F2F3F1">
                    <a:alpha val="16910"/>
                  </a:srgbClr>
                </a:gs>
                <a:gs pos="42857">
                  <a:srgbClr val="F2F3F1">
                    <a:alpha val="11442"/>
                  </a:srgbClr>
                </a:gs>
                <a:gs pos="57143">
                  <a:srgbClr val="F2F3F1">
                    <a:alpha val="6511"/>
                  </a:srgbClr>
                </a:gs>
                <a:gs pos="71429">
                  <a:srgbClr val="F2F3F1">
                    <a:alpha val="3102"/>
                  </a:srgbClr>
                </a:gs>
                <a:gs pos="85714">
                  <a:srgbClr val="F2F3F1">
                    <a:alpha val="1239"/>
                  </a:srgbClr>
                </a:gs>
                <a:gs pos="100000">
                  <a:srgbClr val="F2F3F1">
                    <a:alpha val="4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Splat 21"/>
            <p:cNvSpPr>
              <a:spLocks noGrp="1"/>
            </p:cNvSpPr>
            <p:nvPr/>
          </p:nvSpPr>
          <p:spPr>
            <a:xfrm rot="3405931">
              <a:off x="197596" y="2736651"/>
              <a:ext cx="895522" cy="204280"/>
            </a:xfrm>
            <a:prstGeom prst="ellipse">
              <a:avLst/>
            </a:prstGeom>
            <a:gradFill>
              <a:gsLst>
                <a:gs pos="0">
                  <a:srgbClr val="A7A6A7">
                    <a:alpha val="15465"/>
                  </a:srgbClr>
                </a:gs>
                <a:gs pos="14286">
                  <a:srgbClr val="A7A6A7">
                    <a:alpha val="14309"/>
                  </a:srgbClr>
                </a:gs>
                <a:gs pos="28571">
                  <a:srgbClr val="A7A6A7">
                    <a:alpha val="11299"/>
                  </a:srgbClr>
                </a:gs>
                <a:gs pos="42857">
                  <a:srgbClr val="A7A6A7">
                    <a:alpha val="7563"/>
                  </a:srgbClr>
                </a:gs>
                <a:gs pos="57143">
                  <a:srgbClr val="A7A6A7">
                    <a:alpha val="4264"/>
                  </a:srgbClr>
                </a:gs>
                <a:gs pos="71429">
                  <a:srgbClr val="A7A6A7">
                    <a:alpha val="2019"/>
                  </a:srgbClr>
                </a:gs>
                <a:gs pos="85714">
                  <a:srgbClr val="A7A6A7">
                    <a:alpha val="803"/>
                  </a:srgbClr>
                </a:gs>
                <a:gs pos="100000">
                  <a:srgbClr val="A7A6A7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Splat 22"/>
            <p:cNvSpPr>
              <a:spLocks noGrp="1"/>
            </p:cNvSpPr>
            <p:nvPr/>
          </p:nvSpPr>
          <p:spPr>
            <a:xfrm rot="3837114">
              <a:off x="2732587" y="2315281"/>
              <a:ext cx="892200" cy="232643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Splat 23"/>
            <p:cNvSpPr>
              <a:spLocks noGrp="1"/>
            </p:cNvSpPr>
            <p:nvPr/>
          </p:nvSpPr>
          <p:spPr>
            <a:xfrm rot="8350252">
              <a:off x="-7997" y="1500341"/>
              <a:ext cx="47071" cy="13588"/>
            </a:xfrm>
            <a:prstGeom prst="ellipse">
              <a:avLst/>
            </a:prstGeom>
            <a:gradFill>
              <a:gsLst>
                <a:gs pos="0">
                  <a:srgbClr val="E9E9E8">
                    <a:alpha val="23623"/>
                  </a:srgbClr>
                </a:gs>
                <a:gs pos="14286">
                  <a:srgbClr val="E9E9E8">
                    <a:alpha val="21940"/>
                  </a:srgbClr>
                </a:gs>
                <a:gs pos="28571">
                  <a:srgbClr val="E9E9E8">
                    <a:alpha val="17496"/>
                  </a:srgbClr>
                </a:gs>
                <a:gs pos="42857">
                  <a:srgbClr val="E9E9E8">
                    <a:alpha val="11852"/>
                  </a:srgbClr>
                </a:gs>
                <a:gs pos="57143">
                  <a:srgbClr val="E9E9E8">
                    <a:alpha val="6751"/>
                  </a:srgbClr>
                </a:gs>
                <a:gs pos="71429">
                  <a:srgbClr val="E9E9E8">
                    <a:alpha val="3219"/>
                  </a:srgbClr>
                </a:gs>
                <a:gs pos="85714">
                  <a:srgbClr val="E9E9E8">
                    <a:alpha val="1285"/>
                  </a:srgbClr>
                </a:gs>
                <a:gs pos="100000">
                  <a:srgbClr val="E9E9E8">
                    <a:alpha val="4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Splat 24"/>
            <p:cNvSpPr>
              <a:spLocks noGrp="1"/>
            </p:cNvSpPr>
            <p:nvPr/>
          </p:nvSpPr>
          <p:spPr>
            <a:xfrm rot="10050995">
              <a:off x="1625055" y="2163137"/>
              <a:ext cx="59467" cy="16699"/>
            </a:xfrm>
            <a:prstGeom prst="ellipse">
              <a:avLst/>
            </a:prstGeom>
            <a:gradFill>
              <a:gsLst>
                <a:gs pos="0">
                  <a:srgbClr val="000000">
                    <a:alpha val="21489"/>
                  </a:srgbClr>
                </a:gs>
                <a:gs pos="14286">
                  <a:srgbClr val="000000">
                    <a:alpha val="19937"/>
                  </a:srgbClr>
                </a:gs>
                <a:gs pos="28571">
                  <a:srgbClr val="000000">
                    <a:alpha val="15857"/>
                  </a:srgbClr>
                </a:gs>
                <a:gs pos="42857">
                  <a:srgbClr val="000000">
                    <a:alpha val="10707"/>
                  </a:srgbClr>
                </a:gs>
                <a:gs pos="57143">
                  <a:srgbClr val="000000">
                    <a:alpha val="6082"/>
                  </a:srgbClr>
                </a:gs>
                <a:gs pos="71429">
                  <a:srgbClr val="000000">
                    <a:alpha val="2895"/>
                  </a:srgbClr>
                </a:gs>
                <a:gs pos="85714">
                  <a:srgbClr val="000000">
                    <a:alpha val="1155"/>
                  </a:srgbClr>
                </a:gs>
                <a:gs pos="100000">
                  <a:srgbClr val="000000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Splat 25"/>
            <p:cNvSpPr>
              <a:spLocks noGrp="1"/>
            </p:cNvSpPr>
            <p:nvPr/>
          </p:nvSpPr>
          <p:spPr>
            <a:xfrm rot="5355589">
              <a:off x="3534565" y="2370023"/>
              <a:ext cx="60879" cy="17037"/>
            </a:xfrm>
            <a:prstGeom prst="ellipse">
              <a:avLst/>
            </a:prstGeom>
            <a:gradFill>
              <a:gsLst>
                <a:gs pos="0">
                  <a:srgbClr val="BABBB5">
                    <a:alpha val="21030"/>
                  </a:srgbClr>
                </a:gs>
                <a:gs pos="14286">
                  <a:srgbClr val="BABBB5">
                    <a:alpha val="19508"/>
                  </a:srgbClr>
                </a:gs>
                <a:gs pos="28571">
                  <a:srgbClr val="BABBB5">
                    <a:alpha val="15506"/>
                  </a:srgbClr>
                </a:gs>
                <a:gs pos="42857">
                  <a:srgbClr val="BABBB5">
                    <a:alpha val="10463"/>
                  </a:srgbClr>
                </a:gs>
                <a:gs pos="57143">
                  <a:srgbClr val="BABBB5">
                    <a:alpha val="5940"/>
                  </a:srgbClr>
                </a:gs>
                <a:gs pos="71429">
                  <a:srgbClr val="BABBB5">
                    <a:alpha val="2826"/>
                  </a:srgbClr>
                </a:gs>
                <a:gs pos="85714">
                  <a:srgbClr val="BABBB5">
                    <a:alpha val="1127"/>
                  </a:srgbClr>
                </a:gs>
                <a:gs pos="100000">
                  <a:srgbClr val="BABBB5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Splat 26"/>
            <p:cNvSpPr>
              <a:spLocks noGrp="1"/>
            </p:cNvSpPr>
            <p:nvPr/>
          </p:nvSpPr>
          <p:spPr>
            <a:xfrm rot="3486627">
              <a:off x="3105599" y="489116"/>
              <a:ext cx="937824" cy="175848"/>
            </a:xfrm>
            <a:prstGeom prst="ellipse">
              <a:avLst/>
            </a:prstGeom>
            <a:gradFill>
              <a:gsLst>
                <a:gs pos="0">
                  <a:srgbClr val="140000">
                    <a:alpha val="32968"/>
                  </a:srgbClr>
                </a:gs>
                <a:gs pos="14286">
                  <a:srgbClr val="140000">
                    <a:alpha val="30764"/>
                  </a:srgbClr>
                </a:gs>
                <a:gs pos="28571">
                  <a:srgbClr val="140000">
                    <a:alpha val="24833"/>
                  </a:srgbClr>
                </a:gs>
                <a:gs pos="42857">
                  <a:srgbClr val="140000">
                    <a:alpha val="17075"/>
                  </a:srgbClr>
                </a:gs>
                <a:gs pos="57143">
                  <a:srgbClr val="140000">
                    <a:alpha val="9855"/>
                  </a:srgbClr>
                </a:gs>
                <a:gs pos="71429">
                  <a:srgbClr val="140000">
                    <a:alpha val="4740"/>
                  </a:srgbClr>
                </a:gs>
                <a:gs pos="85714">
                  <a:srgbClr val="140000">
                    <a:alpha val="1902"/>
                  </a:srgbClr>
                </a:gs>
                <a:gs pos="100000">
                  <a:srgbClr val="14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Splat 27"/>
            <p:cNvSpPr>
              <a:spLocks noGrp="1"/>
            </p:cNvSpPr>
            <p:nvPr/>
          </p:nvSpPr>
          <p:spPr>
            <a:xfrm rot="7376372">
              <a:off x="814127" y="1166152"/>
              <a:ext cx="676118" cy="616371"/>
            </a:xfrm>
            <a:prstGeom prst="ellipse">
              <a:avLst/>
            </a:prstGeom>
            <a:gradFill>
              <a:gsLst>
                <a:gs pos="0">
                  <a:srgbClr val="1D0005">
                    <a:alpha val="32968"/>
                  </a:srgbClr>
                </a:gs>
                <a:gs pos="14286">
                  <a:srgbClr val="1D0005">
                    <a:alpha val="30764"/>
                  </a:srgbClr>
                </a:gs>
                <a:gs pos="28571">
                  <a:srgbClr val="1D0005">
                    <a:alpha val="24833"/>
                  </a:srgbClr>
                </a:gs>
                <a:gs pos="42857">
                  <a:srgbClr val="1D0005">
                    <a:alpha val="17075"/>
                  </a:srgbClr>
                </a:gs>
                <a:gs pos="57143">
                  <a:srgbClr val="1D0005">
                    <a:alpha val="9855"/>
                  </a:srgbClr>
                </a:gs>
                <a:gs pos="71429">
                  <a:srgbClr val="1D0005">
                    <a:alpha val="4740"/>
                  </a:srgbClr>
                </a:gs>
                <a:gs pos="85714">
                  <a:srgbClr val="1D0005">
                    <a:alpha val="1902"/>
                  </a:srgbClr>
                </a:gs>
                <a:gs pos="100000">
                  <a:srgbClr val="1D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Splat 28"/>
            <p:cNvSpPr>
              <a:spLocks noGrp="1"/>
            </p:cNvSpPr>
            <p:nvPr/>
          </p:nvSpPr>
          <p:spPr>
            <a:xfrm rot="7040061">
              <a:off x="2427478" y="3255026"/>
              <a:ext cx="661204" cy="502636"/>
            </a:xfrm>
            <a:prstGeom prst="ellipse">
              <a:avLst/>
            </a:prstGeom>
            <a:gradFill>
              <a:gsLst>
                <a:gs pos="0">
                  <a:srgbClr val="DFDFDE">
                    <a:alpha val="15988"/>
                  </a:srgbClr>
                </a:gs>
                <a:gs pos="14286">
                  <a:srgbClr val="DFDFDE">
                    <a:alpha val="14796"/>
                  </a:srgbClr>
                </a:gs>
                <a:gs pos="28571">
                  <a:srgbClr val="DFDFDE">
                    <a:alpha val="11691"/>
                  </a:srgbClr>
                </a:gs>
                <a:gs pos="42857">
                  <a:srgbClr val="DFDFDE">
                    <a:alpha val="7831"/>
                  </a:srgbClr>
                </a:gs>
                <a:gs pos="57143">
                  <a:srgbClr val="DFDFDE">
                    <a:alpha val="4418"/>
                  </a:srgbClr>
                </a:gs>
                <a:gs pos="71429">
                  <a:srgbClr val="DFDFDE">
                    <a:alpha val="2093"/>
                  </a:srgbClr>
                </a:gs>
                <a:gs pos="85714">
                  <a:srgbClr val="DFDFDE">
                    <a:alpha val="833"/>
                  </a:srgbClr>
                </a:gs>
                <a:gs pos="100000">
                  <a:srgbClr val="DFDFDE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Splat 29"/>
            <p:cNvSpPr>
              <a:spLocks noGrp="1"/>
            </p:cNvSpPr>
            <p:nvPr/>
          </p:nvSpPr>
          <p:spPr>
            <a:xfrm rot="9905774">
              <a:off x="2243619" y="3446877"/>
              <a:ext cx="60705" cy="16224"/>
            </a:xfrm>
            <a:prstGeom prst="ellipse">
              <a:avLst/>
            </a:prstGeom>
            <a:gradFill>
              <a:gsLst>
                <a:gs pos="0">
                  <a:srgbClr val="4C4C57">
                    <a:alpha val="20015"/>
                  </a:srgbClr>
                </a:gs>
                <a:gs pos="14286">
                  <a:srgbClr val="4C4C57">
                    <a:alpha val="18557"/>
                  </a:srgbClr>
                </a:gs>
                <a:gs pos="28571">
                  <a:srgbClr val="4C4C57">
                    <a:alpha val="14733"/>
                  </a:srgbClr>
                </a:gs>
                <a:gs pos="42857">
                  <a:srgbClr val="4C4C57">
                    <a:alpha val="9926"/>
                  </a:srgbClr>
                </a:gs>
                <a:gs pos="57143">
                  <a:srgbClr val="4C4C57">
                    <a:alpha val="5628"/>
                  </a:srgbClr>
                </a:gs>
                <a:gs pos="71429">
                  <a:srgbClr val="4C4C57">
                    <a:alpha val="2675"/>
                  </a:srgbClr>
                </a:gs>
                <a:gs pos="85714">
                  <a:srgbClr val="4C4C57">
                    <a:alpha val="1067"/>
                  </a:srgbClr>
                </a:gs>
                <a:gs pos="100000">
                  <a:srgbClr val="4C4C57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Splat 30"/>
            <p:cNvSpPr>
              <a:spLocks noGrp="1"/>
            </p:cNvSpPr>
            <p:nvPr/>
          </p:nvSpPr>
          <p:spPr>
            <a:xfrm rot="-8179111">
              <a:off x="445386" y="2032226"/>
              <a:ext cx="910407" cy="568494"/>
            </a:xfrm>
            <a:prstGeom prst="ellipse">
              <a:avLst/>
            </a:prstGeom>
            <a:gradFill>
              <a:gsLst>
                <a:gs pos="0">
                  <a:srgbClr val="4C4B4E">
                    <a:alpha val="19172"/>
                  </a:srgbClr>
                </a:gs>
                <a:gs pos="14286">
                  <a:srgbClr val="4C4B4E">
                    <a:alpha val="17769"/>
                  </a:srgbClr>
                </a:gs>
                <a:gs pos="28571">
                  <a:srgbClr val="4C4B4E">
                    <a:alpha val="14093"/>
                  </a:srgbClr>
                </a:gs>
                <a:gs pos="42857">
                  <a:srgbClr val="4C4B4E">
                    <a:alpha val="9483"/>
                  </a:srgbClr>
                </a:gs>
                <a:gs pos="57143">
                  <a:srgbClr val="4C4B4E">
                    <a:alpha val="5371"/>
                  </a:srgbClr>
                </a:gs>
                <a:gs pos="71429">
                  <a:srgbClr val="4C4B4E">
                    <a:alpha val="2551"/>
                  </a:srgbClr>
                </a:gs>
                <a:gs pos="85714">
                  <a:srgbClr val="4C4B4E">
                    <a:alpha val="1017"/>
                  </a:srgbClr>
                </a:gs>
                <a:gs pos="100000">
                  <a:srgbClr val="4C4B4E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Splat 31"/>
            <p:cNvSpPr>
              <a:spLocks noGrp="1"/>
            </p:cNvSpPr>
            <p:nvPr/>
          </p:nvSpPr>
          <p:spPr>
            <a:xfrm rot="10315003">
              <a:off x="2090792" y="2438611"/>
              <a:ext cx="522250" cy="481360"/>
            </a:xfrm>
            <a:prstGeom prst="ellipse">
              <a:avLst/>
            </a:prstGeom>
            <a:gradFill>
              <a:gsLst>
                <a:gs pos="0">
                  <a:srgbClr val="AEAFAE">
                    <a:alpha val="9959"/>
                  </a:srgbClr>
                </a:gs>
                <a:gs pos="14286">
                  <a:srgbClr val="AEAFAE">
                    <a:alpha val="9192"/>
                  </a:srgbClr>
                </a:gs>
                <a:gs pos="28571">
                  <a:srgbClr val="AEAFAE">
                    <a:alpha val="7213"/>
                  </a:srgbClr>
                </a:gs>
                <a:gs pos="42857">
                  <a:srgbClr val="AEAFAE">
                    <a:alpha val="4792"/>
                  </a:srgbClr>
                </a:gs>
                <a:gs pos="57143">
                  <a:srgbClr val="AEAFAE">
                    <a:alpha val="2684"/>
                  </a:srgbClr>
                </a:gs>
                <a:gs pos="71429">
                  <a:srgbClr val="AEAFAE">
                    <a:alpha val="1266"/>
                  </a:srgbClr>
                </a:gs>
                <a:gs pos="85714">
                  <a:srgbClr val="AEAFAE">
                    <a:alpha val="502"/>
                  </a:srgbClr>
                </a:gs>
                <a:gs pos="100000">
                  <a:srgbClr val="AEAFAE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Splat 32"/>
            <p:cNvSpPr>
              <a:spLocks noGrp="1"/>
            </p:cNvSpPr>
            <p:nvPr/>
          </p:nvSpPr>
          <p:spPr>
            <a:xfrm rot="3053330">
              <a:off x="1872663" y="1003488"/>
              <a:ext cx="910532" cy="1363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Splat 33"/>
            <p:cNvSpPr>
              <a:spLocks noGrp="1"/>
            </p:cNvSpPr>
            <p:nvPr/>
          </p:nvSpPr>
          <p:spPr>
            <a:xfrm rot="5661957">
              <a:off x="1581580" y="820893"/>
              <a:ext cx="841306" cy="137056"/>
            </a:xfrm>
            <a:prstGeom prst="ellipse">
              <a:avLst/>
            </a:prstGeom>
            <a:gradFill>
              <a:gsLst>
                <a:gs pos="0">
                  <a:srgbClr val="D0D2D5">
                    <a:alpha val="22606"/>
                  </a:srgbClr>
                </a:gs>
                <a:gs pos="14286">
                  <a:srgbClr val="D0D2D5">
                    <a:alpha val="20985"/>
                  </a:srgbClr>
                </a:gs>
                <a:gs pos="28571">
                  <a:srgbClr val="D0D2D5">
                    <a:alpha val="16713"/>
                  </a:srgbClr>
                </a:gs>
                <a:gs pos="42857">
                  <a:srgbClr val="D0D2D5">
                    <a:alpha val="11304"/>
                  </a:srgbClr>
                </a:gs>
                <a:gs pos="57143">
                  <a:srgbClr val="D0D2D5">
                    <a:alpha val="6431"/>
                  </a:srgbClr>
                </a:gs>
                <a:gs pos="71429">
                  <a:srgbClr val="D0D2D5">
                    <a:alpha val="3063"/>
                  </a:srgbClr>
                </a:gs>
                <a:gs pos="85714">
                  <a:srgbClr val="D0D2D5">
                    <a:alpha val="1223"/>
                  </a:srgbClr>
                </a:gs>
                <a:gs pos="100000">
                  <a:srgbClr val="D0D2D5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Splat 34"/>
            <p:cNvSpPr>
              <a:spLocks noGrp="1"/>
            </p:cNvSpPr>
            <p:nvPr/>
          </p:nvSpPr>
          <p:spPr>
            <a:xfrm rot="-8642343">
              <a:off x="2433934" y="906394"/>
              <a:ext cx="616454" cy="445276"/>
            </a:xfrm>
            <a:prstGeom prst="ellipse">
              <a:avLst/>
            </a:prstGeom>
            <a:gradFill>
              <a:gsLst>
                <a:gs pos="0">
                  <a:srgbClr val="000300">
                    <a:alpha val="32968"/>
                  </a:srgbClr>
                </a:gs>
                <a:gs pos="14286">
                  <a:srgbClr val="000300">
                    <a:alpha val="30764"/>
                  </a:srgbClr>
                </a:gs>
                <a:gs pos="28571">
                  <a:srgbClr val="000300">
                    <a:alpha val="24833"/>
                  </a:srgbClr>
                </a:gs>
                <a:gs pos="42857">
                  <a:srgbClr val="000300">
                    <a:alpha val="17075"/>
                  </a:srgbClr>
                </a:gs>
                <a:gs pos="57143">
                  <a:srgbClr val="000300">
                    <a:alpha val="9855"/>
                  </a:srgbClr>
                </a:gs>
                <a:gs pos="71429">
                  <a:srgbClr val="000300">
                    <a:alpha val="4740"/>
                  </a:srgbClr>
                </a:gs>
                <a:gs pos="85714">
                  <a:srgbClr val="000300">
                    <a:alpha val="1902"/>
                  </a:srgbClr>
                </a:gs>
                <a:gs pos="100000">
                  <a:srgbClr val="0003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Splat 35"/>
            <p:cNvSpPr>
              <a:spLocks noGrp="1"/>
            </p:cNvSpPr>
            <p:nvPr/>
          </p:nvSpPr>
          <p:spPr>
            <a:xfrm rot="7581612">
              <a:off x="1113923" y="3337099"/>
              <a:ext cx="579644" cy="286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Splat 36"/>
            <p:cNvSpPr>
              <a:spLocks noGrp="1"/>
            </p:cNvSpPr>
            <p:nvPr/>
          </p:nvSpPr>
          <p:spPr>
            <a:xfrm rot="7859483">
              <a:off x="1701491" y="3042269"/>
              <a:ext cx="606265" cy="534761"/>
            </a:xfrm>
            <a:prstGeom prst="ellipse">
              <a:avLst/>
            </a:prstGeom>
            <a:gradFill>
              <a:gsLst>
                <a:gs pos="0">
                  <a:srgbClr val="BABBBA">
                    <a:alpha val="25501"/>
                  </a:srgbClr>
                </a:gs>
                <a:gs pos="14286">
                  <a:srgbClr val="BABBBA">
                    <a:alpha val="23706"/>
                  </a:srgbClr>
                </a:gs>
                <a:gs pos="28571">
                  <a:srgbClr val="BABBBA">
                    <a:alpha val="18949"/>
                  </a:srgbClr>
                </a:gs>
                <a:gs pos="42857">
                  <a:srgbClr val="BABBBA">
                    <a:alpha val="12873"/>
                  </a:srgbClr>
                </a:gs>
                <a:gs pos="57143">
                  <a:srgbClr val="BABBBA">
                    <a:alpha val="7351"/>
                  </a:srgbClr>
                </a:gs>
                <a:gs pos="71429">
                  <a:srgbClr val="BABBBA">
                    <a:alpha val="3511"/>
                  </a:srgbClr>
                </a:gs>
                <a:gs pos="85714">
                  <a:srgbClr val="BABBBA">
                    <a:alpha val="1403"/>
                  </a:srgbClr>
                </a:gs>
                <a:gs pos="100000">
                  <a:srgbClr val="BABBBA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Splat 37"/>
            <p:cNvSpPr>
              <a:spLocks noGrp="1"/>
            </p:cNvSpPr>
            <p:nvPr/>
          </p:nvSpPr>
          <p:spPr>
            <a:xfrm rot="6679924">
              <a:off x="43724" y="3350303"/>
              <a:ext cx="1023084" cy="3415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Splat 38"/>
            <p:cNvSpPr>
              <a:spLocks noGrp="1"/>
            </p:cNvSpPr>
            <p:nvPr/>
          </p:nvSpPr>
          <p:spPr>
            <a:xfrm rot="-9406211">
              <a:off x="1731390" y="794392"/>
              <a:ext cx="652953" cy="639610"/>
            </a:xfrm>
            <a:prstGeom prst="ellipse">
              <a:avLst/>
            </a:prstGeom>
            <a:gradFill>
              <a:gsLst>
                <a:gs pos="0">
                  <a:srgbClr val="010900">
                    <a:alpha val="32968"/>
                  </a:srgbClr>
                </a:gs>
                <a:gs pos="14286">
                  <a:srgbClr val="010900">
                    <a:alpha val="30764"/>
                  </a:srgbClr>
                </a:gs>
                <a:gs pos="28571">
                  <a:srgbClr val="010900">
                    <a:alpha val="24833"/>
                  </a:srgbClr>
                </a:gs>
                <a:gs pos="42857">
                  <a:srgbClr val="010900">
                    <a:alpha val="17075"/>
                  </a:srgbClr>
                </a:gs>
                <a:gs pos="57143">
                  <a:srgbClr val="010900">
                    <a:alpha val="9855"/>
                  </a:srgbClr>
                </a:gs>
                <a:gs pos="71429">
                  <a:srgbClr val="010900">
                    <a:alpha val="4740"/>
                  </a:srgbClr>
                </a:gs>
                <a:gs pos="85714">
                  <a:srgbClr val="010900">
                    <a:alpha val="1902"/>
                  </a:srgbClr>
                </a:gs>
                <a:gs pos="100000">
                  <a:srgbClr val="0109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Splat 39"/>
            <p:cNvSpPr>
              <a:spLocks noGrp="1"/>
            </p:cNvSpPr>
            <p:nvPr/>
          </p:nvSpPr>
          <p:spPr>
            <a:xfrm rot="2976821">
              <a:off x="2990236" y="2558476"/>
              <a:ext cx="876007" cy="620970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Splat 40"/>
            <p:cNvSpPr>
              <a:spLocks noGrp="1"/>
            </p:cNvSpPr>
            <p:nvPr/>
          </p:nvSpPr>
          <p:spPr>
            <a:xfrm rot="-10426784">
              <a:off x="3189961" y="3491116"/>
              <a:ext cx="59211" cy="13038"/>
            </a:xfrm>
            <a:prstGeom prst="ellipse">
              <a:avLst/>
            </a:prstGeom>
            <a:gradFill>
              <a:gsLst>
                <a:gs pos="0">
                  <a:srgbClr val="615C68">
                    <a:alpha val="18730"/>
                  </a:srgbClr>
                </a:gs>
                <a:gs pos="14286">
                  <a:srgbClr val="615C68">
                    <a:alpha val="17355"/>
                  </a:srgbClr>
                </a:gs>
                <a:gs pos="28571">
                  <a:srgbClr val="615C68">
                    <a:alpha val="13757"/>
                  </a:srgbClr>
                </a:gs>
                <a:gs pos="42857">
                  <a:srgbClr val="615C68">
                    <a:alpha val="9252"/>
                  </a:srgbClr>
                </a:gs>
                <a:gs pos="57143">
                  <a:srgbClr val="615C68">
                    <a:alpha val="5237"/>
                  </a:srgbClr>
                </a:gs>
                <a:gs pos="71429">
                  <a:srgbClr val="615C68">
                    <a:alpha val="2487"/>
                  </a:srgbClr>
                </a:gs>
                <a:gs pos="85714">
                  <a:srgbClr val="615C68">
                    <a:alpha val="991"/>
                  </a:srgbClr>
                </a:gs>
                <a:gs pos="100000">
                  <a:srgbClr val="615C68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Splat 41"/>
            <p:cNvSpPr>
              <a:spLocks noGrp="1"/>
            </p:cNvSpPr>
            <p:nvPr/>
          </p:nvSpPr>
          <p:spPr>
            <a:xfrm rot="6376825">
              <a:off x="1514547" y="2895483"/>
              <a:ext cx="61919" cy="17353"/>
            </a:xfrm>
            <a:prstGeom prst="ellipse">
              <a:avLst/>
            </a:prstGeom>
            <a:gradFill>
              <a:gsLst>
                <a:gs pos="0">
                  <a:srgbClr val="98908E">
                    <a:alpha val="19823"/>
                  </a:srgbClr>
                </a:gs>
                <a:gs pos="14286">
                  <a:srgbClr val="98908E">
                    <a:alpha val="18377"/>
                  </a:srgbClr>
                </a:gs>
                <a:gs pos="28571">
                  <a:srgbClr val="98908E">
                    <a:alpha val="14586"/>
                  </a:srgbClr>
                </a:gs>
                <a:gs pos="42857">
                  <a:srgbClr val="98908E">
                    <a:alpha val="9825"/>
                  </a:srgbClr>
                </a:gs>
                <a:gs pos="57143">
                  <a:srgbClr val="98908E">
                    <a:alpha val="5569"/>
                  </a:srgbClr>
                </a:gs>
                <a:gs pos="71429">
                  <a:srgbClr val="98908E">
                    <a:alpha val="2647"/>
                  </a:srgbClr>
                </a:gs>
                <a:gs pos="85714">
                  <a:srgbClr val="98908E">
                    <a:alpha val="1055"/>
                  </a:srgbClr>
                </a:gs>
                <a:gs pos="100000">
                  <a:srgbClr val="98908E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Splat 42"/>
            <p:cNvSpPr>
              <a:spLocks noGrp="1"/>
            </p:cNvSpPr>
            <p:nvPr/>
          </p:nvSpPr>
          <p:spPr>
            <a:xfrm rot="4993418">
              <a:off x="2235924" y="1146376"/>
              <a:ext cx="620838" cy="588824"/>
            </a:xfrm>
            <a:prstGeom prst="ellipse">
              <a:avLst/>
            </a:prstGeom>
            <a:gradFill>
              <a:gsLst>
                <a:gs pos="0">
                  <a:srgbClr val="0C0114">
                    <a:alpha val="32968"/>
                  </a:srgbClr>
                </a:gs>
                <a:gs pos="14286">
                  <a:srgbClr val="0C0114">
                    <a:alpha val="30764"/>
                  </a:srgbClr>
                </a:gs>
                <a:gs pos="28571">
                  <a:srgbClr val="0C0114">
                    <a:alpha val="24833"/>
                  </a:srgbClr>
                </a:gs>
                <a:gs pos="42857">
                  <a:srgbClr val="0C0114">
                    <a:alpha val="17075"/>
                  </a:srgbClr>
                </a:gs>
                <a:gs pos="57143">
                  <a:srgbClr val="0C0114">
                    <a:alpha val="9855"/>
                  </a:srgbClr>
                </a:gs>
                <a:gs pos="71429">
                  <a:srgbClr val="0C0114">
                    <a:alpha val="4740"/>
                  </a:srgbClr>
                </a:gs>
                <a:gs pos="85714">
                  <a:srgbClr val="0C0114">
                    <a:alpha val="1902"/>
                  </a:srgbClr>
                </a:gs>
                <a:gs pos="100000">
                  <a:srgbClr val="0C011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Splat 43"/>
            <p:cNvSpPr>
              <a:spLocks noGrp="1"/>
            </p:cNvSpPr>
            <p:nvPr/>
          </p:nvSpPr>
          <p:spPr>
            <a:xfrm rot="8144621">
              <a:off x="3164132" y="326219"/>
              <a:ext cx="917275" cy="392175"/>
            </a:xfrm>
            <a:prstGeom prst="ellipse">
              <a:avLst/>
            </a:prstGeom>
            <a:gradFill>
              <a:gsLst>
                <a:gs pos="0">
                  <a:srgbClr val="B8B7B7">
                    <a:alpha val="16921"/>
                  </a:srgbClr>
                </a:gs>
                <a:gs pos="14286">
                  <a:srgbClr val="B8B7B7">
                    <a:alpha val="15666"/>
                  </a:srgbClr>
                </a:gs>
                <a:gs pos="28571">
                  <a:srgbClr val="B8B7B7">
                    <a:alpha val="12391"/>
                  </a:srgbClr>
                </a:gs>
                <a:gs pos="42857">
                  <a:srgbClr val="B8B7B7">
                    <a:alpha val="8311"/>
                  </a:srgbClr>
                </a:gs>
                <a:gs pos="57143">
                  <a:srgbClr val="B8B7B7">
                    <a:alpha val="4694"/>
                  </a:srgbClr>
                </a:gs>
                <a:gs pos="71429">
                  <a:srgbClr val="B8B7B7">
                    <a:alpha val="2225"/>
                  </a:srgbClr>
                </a:gs>
                <a:gs pos="85714">
                  <a:srgbClr val="B8B7B7">
                    <a:alpha val="886"/>
                  </a:srgbClr>
                </a:gs>
                <a:gs pos="100000">
                  <a:srgbClr val="B8B7B7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Splat 44"/>
            <p:cNvSpPr>
              <a:spLocks noGrp="1"/>
            </p:cNvSpPr>
            <p:nvPr/>
          </p:nvSpPr>
          <p:spPr>
            <a:xfrm rot="8355667">
              <a:off x="2560520" y="1409133"/>
              <a:ext cx="578775" cy="788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Splat 45"/>
            <p:cNvSpPr>
              <a:spLocks noGrp="1"/>
            </p:cNvSpPr>
            <p:nvPr/>
          </p:nvSpPr>
          <p:spPr>
            <a:xfrm rot="6299782">
              <a:off x="2195672" y="1373992"/>
              <a:ext cx="346255" cy="748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Splat 46"/>
            <p:cNvSpPr>
              <a:spLocks noGrp="1"/>
            </p:cNvSpPr>
            <p:nvPr/>
          </p:nvSpPr>
          <p:spPr>
            <a:xfrm rot="7816956">
              <a:off x="1570007" y="217311"/>
              <a:ext cx="62839" cy="17385"/>
            </a:xfrm>
            <a:prstGeom prst="ellipse">
              <a:avLst/>
            </a:prstGeom>
            <a:gradFill>
              <a:gsLst>
                <a:gs pos="0">
                  <a:srgbClr val="43404E">
                    <a:alpha val="20415"/>
                  </a:srgbClr>
                </a:gs>
                <a:gs pos="14286">
                  <a:srgbClr val="43404E">
                    <a:alpha val="18932"/>
                  </a:srgbClr>
                </a:gs>
                <a:gs pos="28571">
                  <a:srgbClr val="43404E">
                    <a:alpha val="15037"/>
                  </a:srgbClr>
                </a:gs>
                <a:gs pos="42857">
                  <a:srgbClr val="43404E">
                    <a:alpha val="10137"/>
                  </a:srgbClr>
                </a:gs>
                <a:gs pos="57143">
                  <a:srgbClr val="43404E">
                    <a:alpha val="5751"/>
                  </a:srgbClr>
                </a:gs>
                <a:gs pos="71429">
                  <a:srgbClr val="43404E">
                    <a:alpha val="2734"/>
                  </a:srgbClr>
                </a:gs>
                <a:gs pos="85714">
                  <a:srgbClr val="43404E">
                    <a:alpha val="1090"/>
                  </a:srgbClr>
                </a:gs>
                <a:gs pos="100000">
                  <a:srgbClr val="43404E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Splat 47"/>
            <p:cNvSpPr>
              <a:spLocks noGrp="1"/>
            </p:cNvSpPr>
            <p:nvPr/>
          </p:nvSpPr>
          <p:spPr>
            <a:xfrm rot="10243827">
              <a:off x="2888801" y="1378634"/>
              <a:ext cx="1007133" cy="538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Splat 48"/>
            <p:cNvSpPr>
              <a:spLocks noGrp="1"/>
            </p:cNvSpPr>
            <p:nvPr/>
          </p:nvSpPr>
          <p:spPr>
            <a:xfrm rot="8430904">
              <a:off x="1312075" y="104154"/>
              <a:ext cx="893708" cy="178908"/>
            </a:xfrm>
            <a:prstGeom prst="ellipse">
              <a:avLst/>
            </a:prstGeom>
            <a:gradFill>
              <a:gsLst>
                <a:gs pos="0">
                  <a:srgbClr val="DBDBD9">
                    <a:alpha val="32968"/>
                  </a:srgbClr>
                </a:gs>
                <a:gs pos="14286">
                  <a:srgbClr val="DBDBD9">
                    <a:alpha val="30764"/>
                  </a:srgbClr>
                </a:gs>
                <a:gs pos="28571">
                  <a:srgbClr val="DBDBD9">
                    <a:alpha val="24833"/>
                  </a:srgbClr>
                </a:gs>
                <a:gs pos="42857">
                  <a:srgbClr val="DBDBD9">
                    <a:alpha val="17075"/>
                  </a:srgbClr>
                </a:gs>
                <a:gs pos="57143">
                  <a:srgbClr val="DBDBD9">
                    <a:alpha val="9855"/>
                  </a:srgbClr>
                </a:gs>
                <a:gs pos="71429">
                  <a:srgbClr val="DBDBD9">
                    <a:alpha val="4740"/>
                  </a:srgbClr>
                </a:gs>
                <a:gs pos="85714">
                  <a:srgbClr val="DBDBD9">
                    <a:alpha val="1902"/>
                  </a:srgbClr>
                </a:gs>
                <a:gs pos="100000">
                  <a:srgbClr val="DBDB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Splat 49"/>
            <p:cNvSpPr>
              <a:spLocks noGrp="1"/>
            </p:cNvSpPr>
            <p:nvPr/>
          </p:nvSpPr>
          <p:spPr>
            <a:xfrm rot="8755784">
              <a:off x="2372825" y="1801884"/>
              <a:ext cx="641338" cy="541474"/>
            </a:xfrm>
            <a:prstGeom prst="ellipse">
              <a:avLst/>
            </a:prstGeom>
            <a:gradFill>
              <a:gsLst>
                <a:gs pos="0">
                  <a:srgbClr val="4A464A">
                    <a:alpha val="5352"/>
                  </a:srgbClr>
                </a:gs>
                <a:gs pos="14286">
                  <a:srgbClr val="4A464A">
                    <a:alpha val="4930"/>
                  </a:srgbClr>
                </a:gs>
                <a:gs pos="28571">
                  <a:srgbClr val="4A464A">
                    <a:alpha val="3849"/>
                  </a:srgbClr>
                </a:gs>
                <a:gs pos="42857">
                  <a:srgbClr val="4A464A">
                    <a:alpha val="2542"/>
                  </a:srgbClr>
                </a:gs>
                <a:gs pos="57143">
                  <a:srgbClr val="4A464A">
                    <a:alpha val="1417"/>
                  </a:srgbClr>
                </a:gs>
                <a:gs pos="71429">
                  <a:srgbClr val="4A464A">
                    <a:alpha val="666"/>
                  </a:srgbClr>
                </a:gs>
                <a:gs pos="85714">
                  <a:srgbClr val="4A464A">
                    <a:alpha val="264"/>
                  </a:srgbClr>
                </a:gs>
                <a:gs pos="100000">
                  <a:srgbClr val="4A464A">
                    <a:alpha val="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Splat 50"/>
            <p:cNvSpPr>
              <a:spLocks noGrp="1"/>
            </p:cNvSpPr>
            <p:nvPr/>
          </p:nvSpPr>
          <p:spPr>
            <a:xfrm rot="4462786">
              <a:off x="2814866" y="3269851"/>
              <a:ext cx="61075" cy="14004"/>
            </a:xfrm>
            <a:prstGeom prst="ellipse">
              <a:avLst/>
            </a:prstGeom>
            <a:gradFill>
              <a:gsLst>
                <a:gs pos="0">
                  <a:srgbClr val="868484">
                    <a:alpha val="16156"/>
                  </a:srgbClr>
                </a:gs>
                <a:gs pos="14286">
                  <a:srgbClr val="868484">
                    <a:alpha val="14953"/>
                  </a:srgbClr>
                </a:gs>
                <a:gs pos="28571">
                  <a:srgbClr val="868484">
                    <a:alpha val="11817"/>
                  </a:srgbClr>
                </a:gs>
                <a:gs pos="42857">
                  <a:srgbClr val="868484">
                    <a:alpha val="7918"/>
                  </a:srgbClr>
                </a:gs>
                <a:gs pos="57143">
                  <a:srgbClr val="868484">
                    <a:alpha val="4468"/>
                  </a:srgbClr>
                </a:gs>
                <a:gs pos="71429">
                  <a:srgbClr val="868484">
                    <a:alpha val="2117"/>
                  </a:srgbClr>
                </a:gs>
                <a:gs pos="85714">
                  <a:srgbClr val="868484">
                    <a:alpha val="842"/>
                  </a:srgbClr>
                </a:gs>
                <a:gs pos="100000">
                  <a:srgbClr val="868484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Splat 51"/>
            <p:cNvSpPr>
              <a:spLocks noGrp="1"/>
            </p:cNvSpPr>
            <p:nvPr/>
          </p:nvSpPr>
          <p:spPr>
            <a:xfrm rot="8832108">
              <a:off x="1055687" y="308007"/>
              <a:ext cx="424317" cy="401100"/>
            </a:xfrm>
            <a:prstGeom prst="ellipse">
              <a:avLst/>
            </a:prstGeom>
            <a:gradFill>
              <a:gsLst>
                <a:gs pos="0">
                  <a:srgbClr val="AEB1B2">
                    <a:alpha val="11585"/>
                  </a:srgbClr>
                </a:gs>
                <a:gs pos="14286">
                  <a:srgbClr val="AEB1B2">
                    <a:alpha val="10700"/>
                  </a:srgbClr>
                </a:gs>
                <a:gs pos="28571">
                  <a:srgbClr val="AEB1B2">
                    <a:alpha val="8412"/>
                  </a:srgbClr>
                </a:gs>
                <a:gs pos="42857">
                  <a:srgbClr val="AEB1B2">
                    <a:alpha val="5600"/>
                  </a:srgbClr>
                </a:gs>
                <a:gs pos="57143">
                  <a:srgbClr val="AEB1B2">
                    <a:alpha val="3143"/>
                  </a:srgbClr>
                </a:gs>
                <a:gs pos="71429">
                  <a:srgbClr val="AEB1B2">
                    <a:alpha val="1484"/>
                  </a:srgbClr>
                </a:gs>
                <a:gs pos="85714">
                  <a:srgbClr val="AEB1B2">
                    <a:alpha val="589"/>
                  </a:srgbClr>
                </a:gs>
                <a:gs pos="100000">
                  <a:srgbClr val="AEB1B2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Splat 52"/>
            <p:cNvSpPr>
              <a:spLocks noGrp="1"/>
            </p:cNvSpPr>
            <p:nvPr/>
          </p:nvSpPr>
          <p:spPr>
            <a:xfrm rot="9211142">
              <a:off x="877085" y="3551682"/>
              <a:ext cx="62925" cy="17788"/>
            </a:xfrm>
            <a:prstGeom prst="ellipse">
              <a:avLst/>
            </a:prstGeom>
            <a:gradFill>
              <a:gsLst>
                <a:gs pos="0">
                  <a:srgbClr val="000000">
                    <a:alpha val="20682"/>
                  </a:srgbClr>
                </a:gs>
                <a:gs pos="14286">
                  <a:srgbClr val="000000">
                    <a:alpha val="19181"/>
                  </a:srgbClr>
                </a:gs>
                <a:gs pos="28571">
                  <a:srgbClr val="000000">
                    <a:alpha val="15240"/>
                  </a:srgbClr>
                </a:gs>
                <a:gs pos="42857">
                  <a:srgbClr val="000000">
                    <a:alpha val="10278"/>
                  </a:srgbClr>
                </a:gs>
                <a:gs pos="57143">
                  <a:srgbClr val="000000">
                    <a:alpha val="5833"/>
                  </a:srgbClr>
                </a:gs>
                <a:gs pos="71429">
                  <a:srgbClr val="000000">
                    <a:alpha val="2774"/>
                  </a:srgbClr>
                </a:gs>
                <a:gs pos="85714">
                  <a:srgbClr val="000000">
                    <a:alpha val="1106"/>
                  </a:srgbClr>
                </a:gs>
                <a:gs pos="100000">
                  <a:srgbClr val="000000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Splat 53"/>
            <p:cNvSpPr>
              <a:spLocks noGrp="1"/>
            </p:cNvSpPr>
            <p:nvPr/>
          </p:nvSpPr>
          <p:spPr>
            <a:xfrm rot="2933075">
              <a:off x="252992" y="587038"/>
              <a:ext cx="393354" cy="17537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Splat 54"/>
            <p:cNvSpPr>
              <a:spLocks noGrp="1"/>
            </p:cNvSpPr>
            <p:nvPr/>
          </p:nvSpPr>
          <p:spPr>
            <a:xfrm rot="3193961">
              <a:off x="99889" y="1315337"/>
              <a:ext cx="371587" cy="26970"/>
            </a:xfrm>
            <a:prstGeom prst="ellipse">
              <a:avLst/>
            </a:prstGeom>
            <a:gradFill>
              <a:gsLst>
                <a:gs pos="0">
                  <a:srgbClr val="FDFDFC">
                    <a:alpha val="32968"/>
                  </a:srgbClr>
                </a:gs>
                <a:gs pos="14286">
                  <a:srgbClr val="FDFDFC">
                    <a:alpha val="30764"/>
                  </a:srgbClr>
                </a:gs>
                <a:gs pos="28571">
                  <a:srgbClr val="FDFDFC">
                    <a:alpha val="24833"/>
                  </a:srgbClr>
                </a:gs>
                <a:gs pos="42857">
                  <a:srgbClr val="FDFDFC">
                    <a:alpha val="17075"/>
                  </a:srgbClr>
                </a:gs>
                <a:gs pos="57143">
                  <a:srgbClr val="FDFDFC">
                    <a:alpha val="9855"/>
                  </a:srgbClr>
                </a:gs>
                <a:gs pos="71429">
                  <a:srgbClr val="FDFDFC">
                    <a:alpha val="4740"/>
                  </a:srgbClr>
                </a:gs>
                <a:gs pos="85714">
                  <a:srgbClr val="FDFDFC">
                    <a:alpha val="1902"/>
                  </a:srgbClr>
                </a:gs>
                <a:gs pos="100000">
                  <a:srgbClr val="FDFD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Splat 55"/>
            <p:cNvSpPr>
              <a:spLocks noGrp="1"/>
            </p:cNvSpPr>
            <p:nvPr/>
          </p:nvSpPr>
          <p:spPr>
            <a:xfrm rot="-10402063">
              <a:off x="3070457" y="27788"/>
              <a:ext cx="668592" cy="547245"/>
            </a:xfrm>
            <a:prstGeom prst="ellipse">
              <a:avLst/>
            </a:prstGeom>
            <a:gradFill>
              <a:gsLst>
                <a:gs pos="0">
                  <a:srgbClr val="1E1107">
                    <a:alpha val="9420"/>
                  </a:srgbClr>
                </a:gs>
                <a:gs pos="14286">
                  <a:srgbClr val="1E1107">
                    <a:alpha val="8692"/>
                  </a:srgbClr>
                </a:gs>
                <a:gs pos="28571">
                  <a:srgbClr val="1E1107">
                    <a:alpha val="6817"/>
                  </a:srgbClr>
                </a:gs>
                <a:gs pos="42857">
                  <a:srgbClr val="1E1107">
                    <a:alpha val="4526"/>
                  </a:srgbClr>
                </a:gs>
                <a:gs pos="57143">
                  <a:srgbClr val="1E1107">
                    <a:alpha val="2534"/>
                  </a:srgbClr>
                </a:gs>
                <a:gs pos="71429">
                  <a:srgbClr val="1E1107">
                    <a:alpha val="1194"/>
                  </a:srgbClr>
                </a:gs>
                <a:gs pos="85714">
                  <a:srgbClr val="1E1107">
                    <a:alpha val="474"/>
                  </a:srgbClr>
                </a:gs>
                <a:gs pos="100000">
                  <a:srgbClr val="1E1107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Splat 56"/>
            <p:cNvSpPr>
              <a:spLocks noGrp="1"/>
            </p:cNvSpPr>
            <p:nvPr/>
          </p:nvSpPr>
          <p:spPr>
            <a:xfrm rot="9523571">
              <a:off x="3157733" y="3487066"/>
              <a:ext cx="307258" cy="319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Splat 57"/>
            <p:cNvSpPr>
              <a:spLocks noGrp="1"/>
            </p:cNvSpPr>
            <p:nvPr/>
          </p:nvSpPr>
          <p:spPr>
            <a:xfrm rot="3841500">
              <a:off x="2407133" y="3036971"/>
              <a:ext cx="57530" cy="16155"/>
            </a:xfrm>
            <a:prstGeom prst="ellipse">
              <a:avLst/>
            </a:prstGeom>
            <a:gradFill>
              <a:gsLst>
                <a:gs pos="0">
                  <a:srgbClr val="D2D2CE">
                    <a:alpha val="21823"/>
                  </a:srgbClr>
                </a:gs>
                <a:gs pos="14286">
                  <a:srgbClr val="D2D2CE">
                    <a:alpha val="20250"/>
                  </a:srgbClr>
                </a:gs>
                <a:gs pos="28571">
                  <a:srgbClr val="D2D2CE">
                    <a:alpha val="16112"/>
                  </a:srgbClr>
                </a:gs>
                <a:gs pos="42857">
                  <a:srgbClr val="D2D2CE">
                    <a:alpha val="10885"/>
                  </a:srgbClr>
                </a:gs>
                <a:gs pos="57143">
                  <a:srgbClr val="D2D2CE">
                    <a:alpha val="6186"/>
                  </a:srgbClr>
                </a:gs>
                <a:gs pos="71429">
                  <a:srgbClr val="D2D2CE">
                    <a:alpha val="2945"/>
                  </a:srgbClr>
                </a:gs>
                <a:gs pos="85714">
                  <a:srgbClr val="D2D2CE">
                    <a:alpha val="1175"/>
                  </a:srgbClr>
                </a:gs>
                <a:gs pos="100000">
                  <a:srgbClr val="D2D2CE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Splat 58"/>
            <p:cNvSpPr>
              <a:spLocks noGrp="1"/>
            </p:cNvSpPr>
            <p:nvPr/>
          </p:nvSpPr>
          <p:spPr>
            <a:xfrm rot="3179965">
              <a:off x="2451843" y="2776626"/>
              <a:ext cx="466740" cy="491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Splat 59"/>
            <p:cNvSpPr>
              <a:spLocks noGrp="1"/>
            </p:cNvSpPr>
            <p:nvPr/>
          </p:nvSpPr>
          <p:spPr>
            <a:xfrm rot="8989432">
              <a:off x="851564" y="3455190"/>
              <a:ext cx="255922" cy="646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Splat 60"/>
            <p:cNvSpPr>
              <a:spLocks noGrp="1"/>
            </p:cNvSpPr>
            <p:nvPr/>
          </p:nvSpPr>
          <p:spPr>
            <a:xfrm rot="-10043807">
              <a:off x="-196634" y="615835"/>
              <a:ext cx="830890" cy="311600"/>
            </a:xfrm>
            <a:prstGeom prst="ellipse">
              <a:avLst/>
            </a:prstGeom>
            <a:gradFill>
              <a:gsLst>
                <a:gs pos="0">
                  <a:srgbClr val="080012">
                    <a:alpha val="32968"/>
                  </a:srgbClr>
                </a:gs>
                <a:gs pos="14286">
                  <a:srgbClr val="080012">
                    <a:alpha val="30764"/>
                  </a:srgbClr>
                </a:gs>
                <a:gs pos="28571">
                  <a:srgbClr val="080012">
                    <a:alpha val="24833"/>
                  </a:srgbClr>
                </a:gs>
                <a:gs pos="42857">
                  <a:srgbClr val="080012">
                    <a:alpha val="17075"/>
                  </a:srgbClr>
                </a:gs>
                <a:gs pos="57143">
                  <a:srgbClr val="080012">
                    <a:alpha val="9855"/>
                  </a:srgbClr>
                </a:gs>
                <a:gs pos="71429">
                  <a:srgbClr val="080012">
                    <a:alpha val="4740"/>
                  </a:srgbClr>
                </a:gs>
                <a:gs pos="85714">
                  <a:srgbClr val="080012">
                    <a:alpha val="1902"/>
                  </a:srgbClr>
                </a:gs>
                <a:gs pos="100000">
                  <a:srgbClr val="08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Splat 61"/>
            <p:cNvSpPr>
              <a:spLocks noGrp="1"/>
            </p:cNvSpPr>
            <p:nvPr/>
          </p:nvSpPr>
          <p:spPr>
            <a:xfrm rot="5856170">
              <a:off x="1921041" y="1640967"/>
              <a:ext cx="308440" cy="498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Splat 62"/>
            <p:cNvSpPr>
              <a:spLocks noGrp="1"/>
            </p:cNvSpPr>
            <p:nvPr/>
          </p:nvSpPr>
          <p:spPr>
            <a:xfrm rot="10289752">
              <a:off x="3462316" y="1953937"/>
              <a:ext cx="64504" cy="17910"/>
            </a:xfrm>
            <a:prstGeom prst="ellipse">
              <a:avLst/>
            </a:prstGeom>
            <a:gradFill>
              <a:gsLst>
                <a:gs pos="0">
                  <a:srgbClr val="000023">
                    <a:alpha val="20540"/>
                  </a:srgbClr>
                </a:gs>
                <a:gs pos="14286">
                  <a:srgbClr val="000023">
                    <a:alpha val="19048"/>
                  </a:srgbClr>
                </a:gs>
                <a:gs pos="28571">
                  <a:srgbClr val="000023">
                    <a:alpha val="15132"/>
                  </a:srgbClr>
                </a:gs>
                <a:gs pos="42857">
                  <a:srgbClr val="000023">
                    <a:alpha val="10203"/>
                  </a:srgbClr>
                </a:gs>
                <a:gs pos="57143">
                  <a:srgbClr val="000023">
                    <a:alpha val="5789"/>
                  </a:srgbClr>
                </a:gs>
                <a:gs pos="71429">
                  <a:srgbClr val="000023">
                    <a:alpha val="2753"/>
                  </a:srgbClr>
                </a:gs>
                <a:gs pos="85714">
                  <a:srgbClr val="000023">
                    <a:alpha val="1098"/>
                  </a:srgbClr>
                </a:gs>
                <a:gs pos="100000">
                  <a:srgbClr val="000023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Splat 63"/>
            <p:cNvSpPr>
              <a:spLocks noGrp="1"/>
            </p:cNvSpPr>
            <p:nvPr/>
          </p:nvSpPr>
          <p:spPr>
            <a:xfrm rot="-9523251">
              <a:off x="1283471" y="2718218"/>
              <a:ext cx="394096" cy="380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Splat 64"/>
            <p:cNvSpPr>
              <a:spLocks noGrp="1"/>
            </p:cNvSpPr>
            <p:nvPr/>
          </p:nvSpPr>
          <p:spPr>
            <a:xfrm rot="6888225">
              <a:off x="2969475" y="2977202"/>
              <a:ext cx="381679" cy="4729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Splat 65"/>
            <p:cNvSpPr>
              <a:spLocks noGrp="1"/>
            </p:cNvSpPr>
            <p:nvPr/>
          </p:nvSpPr>
          <p:spPr>
            <a:xfrm rot="3192717">
              <a:off x="324362" y="1888500"/>
              <a:ext cx="177989" cy="977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Splat 66"/>
            <p:cNvSpPr>
              <a:spLocks noGrp="1"/>
            </p:cNvSpPr>
            <p:nvPr/>
          </p:nvSpPr>
          <p:spPr>
            <a:xfrm rot="10132552">
              <a:off x="1506900" y="2114268"/>
              <a:ext cx="96055" cy="4520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Splat 67"/>
            <p:cNvSpPr>
              <a:spLocks noGrp="1"/>
            </p:cNvSpPr>
            <p:nvPr/>
          </p:nvSpPr>
          <p:spPr>
            <a:xfrm rot="2701218">
              <a:off x="298307" y="1740424"/>
              <a:ext cx="453780" cy="584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Splat 68"/>
            <p:cNvSpPr>
              <a:spLocks noGrp="1"/>
            </p:cNvSpPr>
            <p:nvPr/>
          </p:nvSpPr>
          <p:spPr>
            <a:xfrm rot="8655421">
              <a:off x="2658512" y="1641708"/>
              <a:ext cx="52329" cy="14903"/>
            </a:xfrm>
            <a:prstGeom prst="ellipse">
              <a:avLst/>
            </a:prstGeom>
            <a:gradFill>
              <a:gsLst>
                <a:gs pos="0">
                  <a:srgbClr val="E0E0DE">
                    <a:alpha val="22722"/>
                  </a:srgbClr>
                </a:gs>
                <a:gs pos="14286">
                  <a:srgbClr val="E0E0DE">
                    <a:alpha val="21094"/>
                  </a:srgbClr>
                </a:gs>
                <a:gs pos="28571">
                  <a:srgbClr val="E0E0DE">
                    <a:alpha val="16802"/>
                  </a:srgbClr>
                </a:gs>
                <a:gs pos="42857">
                  <a:srgbClr val="E0E0DE">
                    <a:alpha val="11366"/>
                  </a:srgbClr>
                </a:gs>
                <a:gs pos="57143">
                  <a:srgbClr val="E0E0DE">
                    <a:alpha val="6467"/>
                  </a:srgbClr>
                </a:gs>
                <a:gs pos="71429">
                  <a:srgbClr val="E0E0DE">
                    <a:alpha val="3081"/>
                  </a:srgbClr>
                </a:gs>
                <a:gs pos="85714">
                  <a:srgbClr val="E0E0DE">
                    <a:alpha val="1230"/>
                  </a:srgbClr>
                </a:gs>
                <a:gs pos="100000">
                  <a:srgbClr val="E0E0DE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Splat 69"/>
            <p:cNvSpPr>
              <a:spLocks noGrp="1"/>
            </p:cNvSpPr>
            <p:nvPr/>
          </p:nvSpPr>
          <p:spPr>
            <a:xfrm rot="-10625825">
              <a:off x="522356" y="2490822"/>
              <a:ext cx="326673" cy="425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Splat 70"/>
            <p:cNvSpPr>
              <a:spLocks noGrp="1"/>
            </p:cNvSpPr>
            <p:nvPr/>
          </p:nvSpPr>
          <p:spPr>
            <a:xfrm rot="8700625">
              <a:off x="2696064" y="1222734"/>
              <a:ext cx="62183" cy="17358"/>
            </a:xfrm>
            <a:prstGeom prst="ellipse">
              <a:avLst/>
            </a:prstGeom>
            <a:gradFill>
              <a:gsLst>
                <a:gs pos="0">
                  <a:srgbClr val="CECECC">
                    <a:alpha val="21025"/>
                  </a:srgbClr>
                </a:gs>
                <a:gs pos="14286">
                  <a:srgbClr val="CECECC">
                    <a:alpha val="19502"/>
                  </a:srgbClr>
                </a:gs>
                <a:gs pos="28571">
                  <a:srgbClr val="CECECC">
                    <a:alpha val="15502"/>
                  </a:srgbClr>
                </a:gs>
                <a:gs pos="42857">
                  <a:srgbClr val="CECECC">
                    <a:alpha val="10460"/>
                  </a:srgbClr>
                </a:gs>
                <a:gs pos="57143">
                  <a:srgbClr val="CECECC">
                    <a:alpha val="5938"/>
                  </a:srgbClr>
                </a:gs>
                <a:gs pos="71429">
                  <a:srgbClr val="CECECC">
                    <a:alpha val="2825"/>
                  </a:srgbClr>
                </a:gs>
                <a:gs pos="85714">
                  <a:srgbClr val="CECECC">
                    <a:alpha val="1127"/>
                  </a:srgbClr>
                </a:gs>
                <a:gs pos="100000">
                  <a:srgbClr val="CECECC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Splat 71"/>
            <p:cNvSpPr>
              <a:spLocks noGrp="1"/>
            </p:cNvSpPr>
            <p:nvPr/>
          </p:nvSpPr>
          <p:spPr>
            <a:xfrm rot="10762593">
              <a:off x="866592" y="3399741"/>
              <a:ext cx="64405" cy="17872"/>
            </a:xfrm>
            <a:prstGeom prst="ellipse">
              <a:avLst/>
            </a:prstGeom>
            <a:gradFill>
              <a:gsLst>
                <a:gs pos="0">
                  <a:srgbClr val="000000">
                    <a:alpha val="20629"/>
                  </a:srgbClr>
                </a:gs>
                <a:gs pos="14286">
                  <a:srgbClr val="000000">
                    <a:alpha val="19132"/>
                  </a:srgbClr>
                </a:gs>
                <a:gs pos="28571">
                  <a:srgbClr val="000000">
                    <a:alpha val="15200"/>
                  </a:srgbClr>
                </a:gs>
                <a:gs pos="42857">
                  <a:srgbClr val="000000">
                    <a:alpha val="10250"/>
                  </a:srgbClr>
                </a:gs>
                <a:gs pos="57143">
                  <a:srgbClr val="000000">
                    <a:alpha val="5816"/>
                  </a:srgbClr>
                </a:gs>
                <a:gs pos="71429">
                  <a:srgbClr val="000000">
                    <a:alpha val="2766"/>
                  </a:srgbClr>
                </a:gs>
                <a:gs pos="85714">
                  <a:srgbClr val="000000">
                    <a:alpha val="1103"/>
                  </a:srgbClr>
                </a:gs>
                <a:gs pos="100000">
                  <a:srgbClr val="000000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Splat 72"/>
            <p:cNvSpPr>
              <a:spLocks noGrp="1"/>
            </p:cNvSpPr>
            <p:nvPr/>
          </p:nvSpPr>
          <p:spPr>
            <a:xfrm rot="10240350">
              <a:off x="706995" y="1947343"/>
              <a:ext cx="67391" cy="15087"/>
            </a:xfrm>
            <a:prstGeom prst="ellipse">
              <a:avLst/>
            </a:prstGeom>
            <a:gradFill>
              <a:gsLst>
                <a:gs pos="0">
                  <a:srgbClr val="AAAA9D">
                    <a:alpha val="19952"/>
                  </a:srgbClr>
                </a:gs>
                <a:gs pos="14286">
                  <a:srgbClr val="AAAA9D">
                    <a:alpha val="18499"/>
                  </a:srgbClr>
                </a:gs>
                <a:gs pos="28571">
                  <a:srgbClr val="AAAA9D">
                    <a:alpha val="14685"/>
                  </a:srgbClr>
                </a:gs>
                <a:gs pos="42857">
                  <a:srgbClr val="AAAA9D">
                    <a:alpha val="9893"/>
                  </a:srgbClr>
                </a:gs>
                <a:gs pos="57143">
                  <a:srgbClr val="AAAA9D">
                    <a:alpha val="5609"/>
                  </a:srgbClr>
                </a:gs>
                <a:gs pos="71429">
                  <a:srgbClr val="AAAA9D">
                    <a:alpha val="2666"/>
                  </a:srgbClr>
                </a:gs>
                <a:gs pos="85714">
                  <a:srgbClr val="AAAA9D">
                    <a:alpha val="1063"/>
                  </a:srgbClr>
                </a:gs>
                <a:gs pos="100000">
                  <a:srgbClr val="AAAA9D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Splat 73"/>
            <p:cNvSpPr>
              <a:spLocks noGrp="1"/>
            </p:cNvSpPr>
            <p:nvPr/>
          </p:nvSpPr>
          <p:spPr>
            <a:xfrm rot="9790794">
              <a:off x="3234623" y="326768"/>
              <a:ext cx="496018" cy="348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Splat 74"/>
            <p:cNvSpPr>
              <a:spLocks noGrp="1"/>
            </p:cNvSpPr>
            <p:nvPr/>
          </p:nvSpPr>
          <p:spPr>
            <a:xfrm rot="4063414">
              <a:off x="2884151" y="2409041"/>
              <a:ext cx="639120" cy="137656"/>
            </a:xfrm>
            <a:prstGeom prst="ellipse">
              <a:avLst/>
            </a:prstGeom>
            <a:gradFill>
              <a:gsLst>
                <a:gs pos="0">
                  <a:srgbClr val="EAEAE9">
                    <a:alpha val="32968"/>
                  </a:srgbClr>
                </a:gs>
                <a:gs pos="14286">
                  <a:srgbClr val="EAEAE9">
                    <a:alpha val="30764"/>
                  </a:srgbClr>
                </a:gs>
                <a:gs pos="28571">
                  <a:srgbClr val="EAEAE9">
                    <a:alpha val="24833"/>
                  </a:srgbClr>
                </a:gs>
                <a:gs pos="42857">
                  <a:srgbClr val="EAEAE9">
                    <a:alpha val="17075"/>
                  </a:srgbClr>
                </a:gs>
                <a:gs pos="57143">
                  <a:srgbClr val="EAEAE9">
                    <a:alpha val="9855"/>
                  </a:srgbClr>
                </a:gs>
                <a:gs pos="71429">
                  <a:srgbClr val="EAEAE9">
                    <a:alpha val="4740"/>
                  </a:srgbClr>
                </a:gs>
                <a:gs pos="85714">
                  <a:srgbClr val="EAEAE9">
                    <a:alpha val="1902"/>
                  </a:srgbClr>
                </a:gs>
                <a:gs pos="100000">
                  <a:srgbClr val="EAEA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Splat 75"/>
            <p:cNvSpPr>
              <a:spLocks noGrp="1"/>
            </p:cNvSpPr>
            <p:nvPr/>
          </p:nvSpPr>
          <p:spPr>
            <a:xfrm rot="4820788">
              <a:off x="2424312" y="3443893"/>
              <a:ext cx="436839" cy="349339"/>
            </a:xfrm>
            <a:prstGeom prst="ellipse">
              <a:avLst/>
            </a:prstGeom>
            <a:gradFill>
              <a:gsLst>
                <a:gs pos="0">
                  <a:srgbClr val="000800">
                    <a:alpha val="32968"/>
                  </a:srgbClr>
                </a:gs>
                <a:gs pos="14286">
                  <a:srgbClr val="000800">
                    <a:alpha val="30764"/>
                  </a:srgbClr>
                </a:gs>
                <a:gs pos="28571">
                  <a:srgbClr val="000800">
                    <a:alpha val="24833"/>
                  </a:srgbClr>
                </a:gs>
                <a:gs pos="42857">
                  <a:srgbClr val="000800">
                    <a:alpha val="17075"/>
                  </a:srgbClr>
                </a:gs>
                <a:gs pos="57143">
                  <a:srgbClr val="000800">
                    <a:alpha val="9855"/>
                  </a:srgbClr>
                </a:gs>
                <a:gs pos="71429">
                  <a:srgbClr val="000800">
                    <a:alpha val="4740"/>
                  </a:srgbClr>
                </a:gs>
                <a:gs pos="85714">
                  <a:srgbClr val="000800">
                    <a:alpha val="1902"/>
                  </a:srgbClr>
                </a:gs>
                <a:gs pos="100000">
                  <a:srgbClr val="0008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Splat 76"/>
            <p:cNvSpPr>
              <a:spLocks noGrp="1"/>
            </p:cNvSpPr>
            <p:nvPr/>
          </p:nvSpPr>
          <p:spPr>
            <a:xfrm rot="3111520">
              <a:off x="2776942" y="3247251"/>
              <a:ext cx="131152" cy="687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Splat 77"/>
            <p:cNvSpPr>
              <a:spLocks noGrp="1"/>
            </p:cNvSpPr>
            <p:nvPr/>
          </p:nvSpPr>
          <p:spPr>
            <a:xfrm rot="8900610">
              <a:off x="1827041" y="3051919"/>
              <a:ext cx="57042" cy="16461"/>
            </a:xfrm>
            <a:prstGeom prst="ellipse">
              <a:avLst/>
            </a:prstGeom>
            <a:gradFill>
              <a:gsLst>
                <a:gs pos="0">
                  <a:srgbClr val="E0E1D9">
                    <a:alpha val="21494"/>
                  </a:srgbClr>
                </a:gs>
                <a:gs pos="14286">
                  <a:srgbClr val="E0E1D9">
                    <a:alpha val="19942"/>
                  </a:srgbClr>
                </a:gs>
                <a:gs pos="28571">
                  <a:srgbClr val="E0E1D9">
                    <a:alpha val="15861"/>
                  </a:srgbClr>
                </a:gs>
                <a:gs pos="42857">
                  <a:srgbClr val="E0E1D9">
                    <a:alpha val="10709"/>
                  </a:srgbClr>
                </a:gs>
                <a:gs pos="57143">
                  <a:srgbClr val="E0E1D9">
                    <a:alpha val="6084"/>
                  </a:srgbClr>
                </a:gs>
                <a:gs pos="71429">
                  <a:srgbClr val="E0E1D9">
                    <a:alpha val="2895"/>
                  </a:srgbClr>
                </a:gs>
                <a:gs pos="85714">
                  <a:srgbClr val="E0E1D9">
                    <a:alpha val="1155"/>
                  </a:srgbClr>
                </a:gs>
                <a:gs pos="100000">
                  <a:srgbClr val="E0E1D9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Splat 78"/>
            <p:cNvSpPr>
              <a:spLocks noGrp="1"/>
            </p:cNvSpPr>
            <p:nvPr/>
          </p:nvSpPr>
          <p:spPr>
            <a:xfrm rot="6287573">
              <a:off x="3511909" y="2201152"/>
              <a:ext cx="59024" cy="17667"/>
            </a:xfrm>
            <a:prstGeom prst="ellipse">
              <a:avLst/>
            </a:prstGeom>
            <a:gradFill>
              <a:gsLst>
                <a:gs pos="0">
                  <a:srgbClr val="BFC0BD">
                    <a:alpha val="17283"/>
                  </a:srgbClr>
                </a:gs>
                <a:gs pos="14286">
                  <a:srgbClr val="BFC0BD">
                    <a:alpha val="16003"/>
                  </a:srgbClr>
                </a:gs>
                <a:gs pos="28571">
                  <a:srgbClr val="BFC0BD">
                    <a:alpha val="12664"/>
                  </a:srgbClr>
                </a:gs>
                <a:gs pos="42857">
                  <a:srgbClr val="BFC0BD">
                    <a:alpha val="8499"/>
                  </a:srgbClr>
                </a:gs>
                <a:gs pos="57143">
                  <a:srgbClr val="BFC0BD">
                    <a:alpha val="4802"/>
                  </a:srgbClr>
                </a:gs>
                <a:gs pos="71429">
                  <a:srgbClr val="BFC0BD">
                    <a:alpha val="2277"/>
                  </a:srgbClr>
                </a:gs>
                <a:gs pos="85714">
                  <a:srgbClr val="BFC0BD">
                    <a:alpha val="907"/>
                  </a:srgbClr>
                </a:gs>
                <a:gs pos="100000">
                  <a:srgbClr val="BFC0BD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Splat 79"/>
            <p:cNvSpPr>
              <a:spLocks noGrp="1"/>
            </p:cNvSpPr>
            <p:nvPr/>
          </p:nvSpPr>
          <p:spPr>
            <a:xfrm rot="-10799988">
              <a:off x="3146192" y="2353354"/>
              <a:ext cx="33909" cy="33907"/>
            </a:xfrm>
            <a:prstGeom prst="ellipse">
              <a:avLst/>
            </a:prstGeom>
            <a:gradFill>
              <a:gsLst>
                <a:gs pos="0">
                  <a:srgbClr val="00003A">
                    <a:alpha val="20447"/>
                  </a:srgbClr>
                </a:gs>
                <a:gs pos="14286">
                  <a:srgbClr val="00003A">
                    <a:alpha val="18961"/>
                  </a:srgbClr>
                </a:gs>
                <a:gs pos="28571">
                  <a:srgbClr val="00003A">
                    <a:alpha val="15062"/>
                  </a:srgbClr>
                </a:gs>
                <a:gs pos="42857">
                  <a:srgbClr val="00003A">
                    <a:alpha val="10154"/>
                  </a:srgbClr>
                </a:gs>
                <a:gs pos="57143">
                  <a:srgbClr val="00003A">
                    <a:alpha val="5760"/>
                  </a:srgbClr>
                </a:gs>
                <a:gs pos="71429">
                  <a:srgbClr val="00003A">
                    <a:alpha val="2739"/>
                  </a:srgbClr>
                </a:gs>
                <a:gs pos="85714">
                  <a:srgbClr val="00003A">
                    <a:alpha val="1092"/>
                  </a:srgbClr>
                </a:gs>
                <a:gs pos="100000">
                  <a:srgbClr val="00003A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Splat 80"/>
            <p:cNvSpPr>
              <a:spLocks noGrp="1"/>
            </p:cNvSpPr>
            <p:nvPr/>
          </p:nvSpPr>
          <p:spPr>
            <a:xfrm rot="7022046">
              <a:off x="300453" y="895981"/>
              <a:ext cx="67600" cy="13950"/>
            </a:xfrm>
            <a:prstGeom prst="ellipse">
              <a:avLst/>
            </a:prstGeom>
            <a:gradFill>
              <a:gsLst>
                <a:gs pos="0">
                  <a:srgbClr val="9CA69D">
                    <a:alpha val="19729"/>
                  </a:srgbClr>
                </a:gs>
                <a:gs pos="14286">
                  <a:srgbClr val="9CA69D">
                    <a:alpha val="18290"/>
                  </a:srgbClr>
                </a:gs>
                <a:gs pos="28571">
                  <a:srgbClr val="9CA69D">
                    <a:alpha val="14516"/>
                  </a:srgbClr>
                </a:gs>
                <a:gs pos="42857">
                  <a:srgbClr val="9CA69D">
                    <a:alpha val="9776"/>
                  </a:srgbClr>
                </a:gs>
                <a:gs pos="57143">
                  <a:srgbClr val="9CA69D">
                    <a:alpha val="5541"/>
                  </a:srgbClr>
                </a:gs>
                <a:gs pos="71429">
                  <a:srgbClr val="9CA69D">
                    <a:alpha val="2633"/>
                  </a:srgbClr>
                </a:gs>
                <a:gs pos="85714">
                  <a:srgbClr val="9CA69D">
                    <a:alpha val="1050"/>
                  </a:srgbClr>
                </a:gs>
                <a:gs pos="100000">
                  <a:srgbClr val="9CA69D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Splat 81"/>
            <p:cNvSpPr>
              <a:spLocks noGrp="1"/>
            </p:cNvSpPr>
            <p:nvPr/>
          </p:nvSpPr>
          <p:spPr>
            <a:xfrm rot="10105685">
              <a:off x="1832064" y="251155"/>
              <a:ext cx="1142756" cy="3149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Splat 82"/>
            <p:cNvSpPr>
              <a:spLocks noGrp="1"/>
            </p:cNvSpPr>
            <p:nvPr/>
          </p:nvSpPr>
          <p:spPr>
            <a:xfrm rot="-8865472">
              <a:off x="2481111" y="762881"/>
              <a:ext cx="67469" cy="18683"/>
            </a:xfrm>
            <a:prstGeom prst="ellipse">
              <a:avLst/>
            </a:prstGeom>
            <a:gradFill>
              <a:gsLst>
                <a:gs pos="0">
                  <a:srgbClr val="BCBDB7">
                    <a:alpha val="20037"/>
                  </a:srgbClr>
                </a:gs>
                <a:gs pos="14286">
                  <a:srgbClr val="BCBDB7">
                    <a:alpha val="18578"/>
                  </a:srgbClr>
                </a:gs>
                <a:gs pos="28571">
                  <a:srgbClr val="BCBDB7">
                    <a:alpha val="14750"/>
                  </a:srgbClr>
                </a:gs>
                <a:gs pos="42857">
                  <a:srgbClr val="BCBDB7">
                    <a:alpha val="9938"/>
                  </a:srgbClr>
                </a:gs>
                <a:gs pos="57143">
                  <a:srgbClr val="BCBDB7">
                    <a:alpha val="5635"/>
                  </a:srgbClr>
                </a:gs>
                <a:gs pos="71429">
                  <a:srgbClr val="BCBDB7">
                    <a:alpha val="2678"/>
                  </a:srgbClr>
                </a:gs>
                <a:gs pos="85714">
                  <a:srgbClr val="BCBDB7">
                    <a:alpha val="1068"/>
                  </a:srgbClr>
                </a:gs>
                <a:gs pos="100000">
                  <a:srgbClr val="BCBDB7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Splat 83"/>
            <p:cNvSpPr>
              <a:spLocks noGrp="1"/>
            </p:cNvSpPr>
            <p:nvPr/>
          </p:nvSpPr>
          <p:spPr>
            <a:xfrm rot="6628933">
              <a:off x="1732881" y="934475"/>
              <a:ext cx="63533" cy="14378"/>
            </a:xfrm>
            <a:prstGeom prst="ellipse">
              <a:avLst/>
            </a:prstGeom>
            <a:gradFill>
              <a:gsLst>
                <a:gs pos="0">
                  <a:srgbClr val="808072">
                    <a:alpha val="15259"/>
                  </a:srgbClr>
                </a:gs>
                <a:gs pos="14286">
                  <a:srgbClr val="808072">
                    <a:alpha val="14116"/>
                  </a:srgbClr>
                </a:gs>
                <a:gs pos="28571">
                  <a:srgbClr val="808072">
                    <a:alpha val="11144"/>
                  </a:srgbClr>
                </a:gs>
                <a:gs pos="42857">
                  <a:srgbClr val="808072">
                    <a:alpha val="7457"/>
                  </a:srgbClr>
                </a:gs>
                <a:gs pos="57143">
                  <a:srgbClr val="808072">
                    <a:alpha val="4203"/>
                  </a:srgbClr>
                </a:gs>
                <a:gs pos="71429">
                  <a:srgbClr val="808072">
                    <a:alpha val="1990"/>
                  </a:srgbClr>
                </a:gs>
                <a:gs pos="85714">
                  <a:srgbClr val="808072">
                    <a:alpha val="792"/>
                  </a:srgbClr>
                </a:gs>
                <a:gs pos="100000">
                  <a:srgbClr val="808072">
                    <a:alpha val="2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Splat 84"/>
            <p:cNvSpPr>
              <a:spLocks noGrp="1"/>
            </p:cNvSpPr>
            <p:nvPr/>
          </p:nvSpPr>
          <p:spPr>
            <a:xfrm rot="-9628309">
              <a:off x="1797450" y="326193"/>
              <a:ext cx="68346" cy="18908"/>
            </a:xfrm>
            <a:prstGeom prst="ellipse">
              <a:avLst/>
            </a:prstGeom>
            <a:gradFill>
              <a:gsLst>
                <a:gs pos="0">
                  <a:srgbClr val="A5A49B">
                    <a:alpha val="19873"/>
                  </a:srgbClr>
                </a:gs>
                <a:gs pos="14286">
                  <a:srgbClr val="A5A49B">
                    <a:alpha val="18425"/>
                  </a:srgbClr>
                </a:gs>
                <a:gs pos="28571">
                  <a:srgbClr val="A5A49B">
                    <a:alpha val="14625"/>
                  </a:srgbClr>
                </a:gs>
                <a:gs pos="42857">
                  <a:srgbClr val="A5A49B">
                    <a:alpha val="9852"/>
                  </a:srgbClr>
                </a:gs>
                <a:gs pos="57143">
                  <a:srgbClr val="A5A49B">
                    <a:alpha val="5585"/>
                  </a:srgbClr>
                </a:gs>
                <a:gs pos="71429">
                  <a:srgbClr val="A5A49B">
                    <a:alpha val="2654"/>
                  </a:srgbClr>
                </a:gs>
                <a:gs pos="85714">
                  <a:srgbClr val="A5A49B">
                    <a:alpha val="1058"/>
                  </a:srgbClr>
                </a:gs>
                <a:gs pos="100000">
                  <a:srgbClr val="A5A49B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Splat 85"/>
            <p:cNvSpPr>
              <a:spLocks noGrp="1"/>
            </p:cNvSpPr>
            <p:nvPr/>
          </p:nvSpPr>
          <p:spPr>
            <a:xfrm rot="5048224">
              <a:off x="3539660" y="447214"/>
              <a:ext cx="65414" cy="18146"/>
            </a:xfrm>
            <a:prstGeom prst="ellipse">
              <a:avLst/>
            </a:prstGeom>
            <a:gradFill>
              <a:gsLst>
                <a:gs pos="0">
                  <a:srgbClr val="39324B">
                    <a:alpha val="20360"/>
                  </a:srgbClr>
                </a:gs>
                <a:gs pos="14286">
                  <a:srgbClr val="39324B">
                    <a:alpha val="18880"/>
                  </a:srgbClr>
                </a:gs>
                <a:gs pos="28571">
                  <a:srgbClr val="39324B">
                    <a:alpha val="14995"/>
                  </a:srgbClr>
                </a:gs>
                <a:gs pos="42857">
                  <a:srgbClr val="39324B">
                    <a:alpha val="10108"/>
                  </a:srgbClr>
                </a:gs>
                <a:gs pos="57143">
                  <a:srgbClr val="39324B">
                    <a:alpha val="5734"/>
                  </a:srgbClr>
                </a:gs>
                <a:gs pos="71429">
                  <a:srgbClr val="39324B">
                    <a:alpha val="2726"/>
                  </a:srgbClr>
                </a:gs>
                <a:gs pos="85714">
                  <a:srgbClr val="39324B">
                    <a:alpha val="1087"/>
                  </a:srgbClr>
                </a:gs>
                <a:gs pos="100000">
                  <a:srgbClr val="39324B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Splat 86"/>
            <p:cNvSpPr>
              <a:spLocks noGrp="1"/>
            </p:cNvSpPr>
            <p:nvPr/>
          </p:nvSpPr>
          <p:spPr>
            <a:xfrm rot="5121706">
              <a:off x="1091116" y="1915108"/>
              <a:ext cx="671813" cy="487756"/>
            </a:xfrm>
            <a:prstGeom prst="ellipse">
              <a:avLst/>
            </a:prstGeom>
            <a:gradFill>
              <a:gsLst>
                <a:gs pos="0">
                  <a:srgbClr val="001601">
                    <a:alpha val="19603"/>
                  </a:srgbClr>
                </a:gs>
                <a:gs pos="14286">
                  <a:srgbClr val="001601">
                    <a:alpha val="18171"/>
                  </a:srgbClr>
                </a:gs>
                <a:gs pos="28571">
                  <a:srgbClr val="001601">
                    <a:alpha val="14419"/>
                  </a:srgbClr>
                </a:gs>
                <a:gs pos="42857">
                  <a:srgbClr val="001601">
                    <a:alpha val="9709"/>
                  </a:srgbClr>
                </a:gs>
                <a:gs pos="57143">
                  <a:srgbClr val="001601">
                    <a:alpha val="5502"/>
                  </a:srgbClr>
                </a:gs>
                <a:gs pos="71429">
                  <a:srgbClr val="001601">
                    <a:alpha val="2614"/>
                  </a:srgbClr>
                </a:gs>
                <a:gs pos="85714">
                  <a:srgbClr val="001601">
                    <a:alpha val="1042"/>
                  </a:srgbClr>
                </a:gs>
                <a:gs pos="100000">
                  <a:srgbClr val="001601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Splat 87"/>
            <p:cNvSpPr>
              <a:spLocks noGrp="1"/>
            </p:cNvSpPr>
            <p:nvPr/>
          </p:nvSpPr>
          <p:spPr>
            <a:xfrm rot="3914943">
              <a:off x="243938" y="2097580"/>
              <a:ext cx="65167" cy="18116"/>
            </a:xfrm>
            <a:prstGeom prst="ellipse">
              <a:avLst/>
            </a:prstGeom>
            <a:gradFill>
              <a:gsLst>
                <a:gs pos="0">
                  <a:srgbClr val="C2C2BF">
                    <a:alpha val="20495"/>
                  </a:srgbClr>
                </a:gs>
                <a:gs pos="14286">
                  <a:srgbClr val="C2C2BF">
                    <a:alpha val="19007"/>
                  </a:srgbClr>
                </a:gs>
                <a:gs pos="28571">
                  <a:srgbClr val="C2C2BF">
                    <a:alpha val="15098"/>
                  </a:srgbClr>
                </a:gs>
                <a:gs pos="42857">
                  <a:srgbClr val="C2C2BF">
                    <a:alpha val="10180"/>
                  </a:srgbClr>
                </a:gs>
                <a:gs pos="57143">
                  <a:srgbClr val="C2C2BF">
                    <a:alpha val="5775"/>
                  </a:srgbClr>
                </a:gs>
                <a:gs pos="71429">
                  <a:srgbClr val="C2C2BF">
                    <a:alpha val="2746"/>
                  </a:srgbClr>
                </a:gs>
                <a:gs pos="85714">
                  <a:srgbClr val="C2C2BF">
                    <a:alpha val="1095"/>
                  </a:srgbClr>
                </a:gs>
                <a:gs pos="100000">
                  <a:srgbClr val="C2C2BF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Splat 88"/>
            <p:cNvSpPr>
              <a:spLocks noGrp="1"/>
            </p:cNvSpPr>
            <p:nvPr/>
          </p:nvSpPr>
          <p:spPr>
            <a:xfrm rot="4071817">
              <a:off x="1340800" y="1068423"/>
              <a:ext cx="98129" cy="702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Splat 89"/>
            <p:cNvSpPr>
              <a:spLocks noGrp="1"/>
            </p:cNvSpPr>
            <p:nvPr/>
          </p:nvSpPr>
          <p:spPr>
            <a:xfrm rot="5591298">
              <a:off x="1883026" y="990330"/>
              <a:ext cx="883795" cy="137753"/>
            </a:xfrm>
            <a:prstGeom prst="ellipse">
              <a:avLst/>
            </a:prstGeom>
            <a:gradFill>
              <a:gsLst>
                <a:gs pos="0">
                  <a:srgbClr val="010000">
                    <a:alpha val="30628"/>
                  </a:srgbClr>
                </a:gs>
                <a:gs pos="14286">
                  <a:srgbClr val="010000">
                    <a:alpha val="28545"/>
                  </a:srgbClr>
                </a:gs>
                <a:gs pos="28571">
                  <a:srgbClr val="010000">
                    <a:alpha val="22969"/>
                  </a:srgbClr>
                </a:gs>
                <a:gs pos="42857">
                  <a:srgbClr val="010000">
                    <a:alpha val="15732"/>
                  </a:srgbClr>
                </a:gs>
                <a:gs pos="57143">
                  <a:srgbClr val="010000">
                    <a:alpha val="9049"/>
                  </a:srgbClr>
                </a:gs>
                <a:gs pos="71429">
                  <a:srgbClr val="010000">
                    <a:alpha val="4343"/>
                  </a:srgbClr>
                </a:gs>
                <a:gs pos="85714">
                  <a:srgbClr val="010000">
                    <a:alpha val="1740"/>
                  </a:srgbClr>
                </a:gs>
                <a:gs pos="100000">
                  <a:srgbClr val="010000">
                    <a:alpha val="5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Splat 90"/>
            <p:cNvSpPr>
              <a:spLocks noGrp="1"/>
            </p:cNvSpPr>
            <p:nvPr/>
          </p:nvSpPr>
          <p:spPr>
            <a:xfrm rot="9755306">
              <a:off x="2868446" y="2225817"/>
              <a:ext cx="294968" cy="350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Splat 91"/>
            <p:cNvSpPr>
              <a:spLocks noGrp="1"/>
            </p:cNvSpPr>
            <p:nvPr/>
          </p:nvSpPr>
          <p:spPr>
            <a:xfrm rot="-8289666">
              <a:off x="1739191" y="1252310"/>
              <a:ext cx="530070" cy="1268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Splat 92"/>
            <p:cNvSpPr>
              <a:spLocks noGrp="1"/>
            </p:cNvSpPr>
            <p:nvPr/>
          </p:nvSpPr>
          <p:spPr>
            <a:xfrm rot="4233059">
              <a:off x="264753" y="3601029"/>
              <a:ext cx="67925" cy="18800"/>
            </a:xfrm>
            <a:prstGeom prst="ellipse">
              <a:avLst/>
            </a:prstGeom>
            <a:gradFill>
              <a:gsLst>
                <a:gs pos="0">
                  <a:srgbClr val="000000">
                    <a:alpha val="20002"/>
                  </a:srgbClr>
                </a:gs>
                <a:gs pos="14286">
                  <a:srgbClr val="000000">
                    <a:alpha val="18545"/>
                  </a:srgbClr>
                </a:gs>
                <a:gs pos="28571">
                  <a:srgbClr val="000000">
                    <a:alpha val="14723"/>
                  </a:srgbClr>
                </a:gs>
                <a:gs pos="42857">
                  <a:srgbClr val="000000">
                    <a:alpha val="9919"/>
                  </a:srgbClr>
                </a:gs>
                <a:gs pos="57143">
                  <a:srgbClr val="000000">
                    <a:alpha val="5624"/>
                  </a:srgbClr>
                </a:gs>
                <a:gs pos="71429">
                  <a:srgbClr val="000000">
                    <a:alpha val="2673"/>
                  </a:srgbClr>
                </a:gs>
                <a:gs pos="85714">
                  <a:srgbClr val="000000">
                    <a:alpha val="1066"/>
                  </a:srgbClr>
                </a:gs>
                <a:gs pos="100000">
                  <a:srgbClr val="000000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Splat 93"/>
            <p:cNvSpPr>
              <a:spLocks noGrp="1"/>
            </p:cNvSpPr>
            <p:nvPr/>
          </p:nvSpPr>
          <p:spPr>
            <a:xfrm rot="3175226">
              <a:off x="2499479" y="1382864"/>
              <a:ext cx="364416" cy="120251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Splat 94"/>
            <p:cNvSpPr>
              <a:spLocks noGrp="1"/>
            </p:cNvSpPr>
            <p:nvPr/>
          </p:nvSpPr>
          <p:spPr>
            <a:xfrm rot="10336654">
              <a:off x="1191254" y="1518972"/>
              <a:ext cx="865772" cy="233980"/>
            </a:xfrm>
            <a:prstGeom prst="ellipse">
              <a:avLst/>
            </a:prstGeom>
            <a:gradFill>
              <a:gsLst>
                <a:gs pos="0">
                  <a:srgbClr val="C4C6C5">
                    <a:alpha val="19910"/>
                  </a:srgbClr>
                </a:gs>
                <a:gs pos="14286">
                  <a:srgbClr val="C4C6C5">
                    <a:alpha val="18459"/>
                  </a:srgbClr>
                </a:gs>
                <a:gs pos="28571">
                  <a:srgbClr val="C4C6C5">
                    <a:alpha val="14653"/>
                  </a:srgbClr>
                </a:gs>
                <a:gs pos="42857">
                  <a:srgbClr val="C4C6C5">
                    <a:alpha val="9871"/>
                  </a:srgbClr>
                </a:gs>
                <a:gs pos="57143">
                  <a:srgbClr val="C4C6C5">
                    <a:alpha val="5596"/>
                  </a:srgbClr>
                </a:gs>
                <a:gs pos="71429">
                  <a:srgbClr val="C4C6C5">
                    <a:alpha val="2660"/>
                  </a:srgbClr>
                </a:gs>
                <a:gs pos="85714">
                  <a:srgbClr val="C4C6C5">
                    <a:alpha val="1060"/>
                  </a:srgbClr>
                </a:gs>
                <a:gs pos="100000">
                  <a:srgbClr val="C4C6C5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Splat 95"/>
            <p:cNvSpPr>
              <a:spLocks noGrp="1"/>
            </p:cNvSpPr>
            <p:nvPr/>
          </p:nvSpPr>
          <p:spPr>
            <a:xfrm rot="-10786884">
              <a:off x="1303820" y="1773676"/>
              <a:ext cx="854612" cy="184352"/>
            </a:xfrm>
            <a:prstGeom prst="ellipse">
              <a:avLst/>
            </a:prstGeom>
            <a:gradFill>
              <a:gsLst>
                <a:gs pos="0">
                  <a:srgbClr val="9C9C9B">
                    <a:alpha val="15161"/>
                  </a:srgbClr>
                </a:gs>
                <a:gs pos="14286">
                  <a:srgbClr val="9C9C9B">
                    <a:alpha val="14025"/>
                  </a:srgbClr>
                </a:gs>
                <a:gs pos="28571">
                  <a:srgbClr val="9C9C9B">
                    <a:alpha val="11071"/>
                  </a:srgbClr>
                </a:gs>
                <a:gs pos="42857">
                  <a:srgbClr val="9C9C9B">
                    <a:alpha val="7407"/>
                  </a:srgbClr>
                </a:gs>
                <a:gs pos="57143">
                  <a:srgbClr val="9C9C9B">
                    <a:alpha val="4175"/>
                  </a:srgbClr>
                </a:gs>
                <a:gs pos="71429">
                  <a:srgbClr val="9C9C9B">
                    <a:alpha val="1976"/>
                  </a:srgbClr>
                </a:gs>
                <a:gs pos="85714">
                  <a:srgbClr val="9C9C9B">
                    <a:alpha val="786"/>
                  </a:srgbClr>
                </a:gs>
                <a:gs pos="100000">
                  <a:srgbClr val="9C9C9B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Splat 96"/>
            <p:cNvSpPr>
              <a:spLocks noGrp="1"/>
            </p:cNvSpPr>
            <p:nvPr/>
          </p:nvSpPr>
          <p:spPr>
            <a:xfrm rot="5277581">
              <a:off x="1948082" y="857931"/>
              <a:ext cx="65921" cy="18233"/>
            </a:xfrm>
            <a:prstGeom prst="ellipse">
              <a:avLst/>
            </a:prstGeom>
            <a:gradFill>
              <a:gsLst>
                <a:gs pos="0">
                  <a:srgbClr val="000000">
                    <a:alpha val="20356"/>
                  </a:srgbClr>
                </a:gs>
                <a:gs pos="14286">
                  <a:srgbClr val="000000">
                    <a:alpha val="18876"/>
                  </a:srgbClr>
                </a:gs>
                <a:gs pos="28571">
                  <a:srgbClr val="000000">
                    <a:alpha val="14992"/>
                  </a:srgbClr>
                </a:gs>
                <a:gs pos="42857">
                  <a:srgbClr val="000000">
                    <a:alpha val="10106"/>
                  </a:srgbClr>
                </a:gs>
                <a:gs pos="57143">
                  <a:srgbClr val="000000">
                    <a:alpha val="5733"/>
                  </a:srgbClr>
                </a:gs>
                <a:gs pos="71429">
                  <a:srgbClr val="000000">
                    <a:alpha val="2726"/>
                  </a:srgbClr>
                </a:gs>
                <a:gs pos="85714">
                  <a:srgbClr val="000000">
                    <a:alpha val="1087"/>
                  </a:srgbClr>
                </a:gs>
                <a:gs pos="100000">
                  <a:srgbClr val="000000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Splat 97"/>
            <p:cNvSpPr>
              <a:spLocks noGrp="1"/>
            </p:cNvSpPr>
            <p:nvPr/>
          </p:nvSpPr>
          <p:spPr>
            <a:xfrm rot="10475295">
              <a:off x="1221894" y="1926597"/>
              <a:ext cx="555996" cy="484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Splat 98"/>
            <p:cNvSpPr>
              <a:spLocks noGrp="1"/>
            </p:cNvSpPr>
            <p:nvPr/>
          </p:nvSpPr>
          <p:spPr>
            <a:xfrm rot="-9809990">
              <a:off x="208157" y="1490532"/>
              <a:ext cx="60825" cy="17023"/>
            </a:xfrm>
            <a:prstGeom prst="ellipse">
              <a:avLst/>
            </a:prstGeom>
            <a:gradFill>
              <a:gsLst>
                <a:gs pos="0">
                  <a:srgbClr val="000000">
                    <a:alpha val="21255"/>
                  </a:srgbClr>
                </a:gs>
                <a:gs pos="14286">
                  <a:srgbClr val="000000">
                    <a:alpha val="19718"/>
                  </a:srgbClr>
                </a:gs>
                <a:gs pos="28571">
                  <a:srgbClr val="000000">
                    <a:alpha val="15678"/>
                  </a:srgbClr>
                </a:gs>
                <a:gs pos="42857">
                  <a:srgbClr val="000000">
                    <a:alpha val="10582"/>
                  </a:srgbClr>
                </a:gs>
                <a:gs pos="57143">
                  <a:srgbClr val="000000">
                    <a:alpha val="6010"/>
                  </a:srgbClr>
                </a:gs>
                <a:gs pos="71429">
                  <a:srgbClr val="000000">
                    <a:alpha val="2859"/>
                  </a:srgbClr>
                </a:gs>
                <a:gs pos="85714">
                  <a:srgbClr val="000000">
                    <a:alpha val="1141"/>
                  </a:srgbClr>
                </a:gs>
                <a:gs pos="100000">
                  <a:srgbClr val="000000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Splat 99"/>
            <p:cNvSpPr>
              <a:spLocks noGrp="1"/>
            </p:cNvSpPr>
            <p:nvPr/>
          </p:nvSpPr>
          <p:spPr>
            <a:xfrm rot="8272334">
              <a:off x="254735" y="2579900"/>
              <a:ext cx="670768" cy="505651"/>
            </a:xfrm>
            <a:prstGeom prst="ellipse">
              <a:avLst/>
            </a:prstGeom>
            <a:gradFill>
              <a:gsLst>
                <a:gs pos="0">
                  <a:srgbClr val="9C9B9C">
                    <a:alpha val="15221"/>
                  </a:srgbClr>
                </a:gs>
                <a:gs pos="14286">
                  <a:srgbClr val="9C9B9C">
                    <a:alpha val="14081"/>
                  </a:srgbClr>
                </a:gs>
                <a:gs pos="28571">
                  <a:srgbClr val="9C9B9C">
                    <a:alpha val="11116"/>
                  </a:srgbClr>
                </a:gs>
                <a:gs pos="42857">
                  <a:srgbClr val="9C9B9C">
                    <a:alpha val="7438"/>
                  </a:srgbClr>
                </a:gs>
                <a:gs pos="57143">
                  <a:srgbClr val="9C9B9C">
                    <a:alpha val="4192"/>
                  </a:srgbClr>
                </a:gs>
                <a:gs pos="71429">
                  <a:srgbClr val="9C9B9C">
                    <a:alpha val="1985"/>
                  </a:srgbClr>
                </a:gs>
                <a:gs pos="85714">
                  <a:srgbClr val="9C9B9C">
                    <a:alpha val="790"/>
                  </a:srgbClr>
                </a:gs>
                <a:gs pos="100000">
                  <a:srgbClr val="9C9B9C">
                    <a:alpha val="2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Splat 100"/>
            <p:cNvSpPr>
              <a:spLocks noGrp="1"/>
            </p:cNvSpPr>
            <p:nvPr/>
          </p:nvSpPr>
          <p:spPr>
            <a:xfrm rot="8718685">
              <a:off x="1265658" y="1093156"/>
              <a:ext cx="232284" cy="1859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Splat 101"/>
            <p:cNvSpPr>
              <a:spLocks noGrp="1"/>
            </p:cNvSpPr>
            <p:nvPr/>
          </p:nvSpPr>
          <p:spPr>
            <a:xfrm rot="4497005">
              <a:off x="2034611" y="1558700"/>
              <a:ext cx="1108788" cy="192405"/>
            </a:xfrm>
            <a:prstGeom prst="ellipse">
              <a:avLst/>
            </a:prstGeom>
            <a:gradFill>
              <a:gsLst>
                <a:gs pos="0">
                  <a:srgbClr val="E8E8E8">
                    <a:alpha val="32582"/>
                  </a:srgbClr>
                </a:gs>
                <a:gs pos="14286">
                  <a:srgbClr val="E8E8E8">
                    <a:alpha val="30397"/>
                  </a:srgbClr>
                </a:gs>
                <a:gs pos="28571">
                  <a:srgbClr val="E8E8E8">
                    <a:alpha val="24524"/>
                  </a:srgbClr>
                </a:gs>
                <a:gs pos="42857">
                  <a:srgbClr val="E8E8E8">
                    <a:alpha val="16852"/>
                  </a:srgbClr>
                </a:gs>
                <a:gs pos="57143">
                  <a:srgbClr val="E8E8E8">
                    <a:alpha val="9720"/>
                  </a:srgbClr>
                </a:gs>
                <a:gs pos="71429">
                  <a:srgbClr val="E8E8E8">
                    <a:alpha val="4674"/>
                  </a:srgbClr>
                </a:gs>
                <a:gs pos="85714">
                  <a:srgbClr val="E8E8E8">
                    <a:alpha val="1875"/>
                  </a:srgbClr>
                </a:gs>
                <a:gs pos="100000">
                  <a:srgbClr val="E8E8E8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Splat 102"/>
            <p:cNvSpPr>
              <a:spLocks noGrp="1"/>
            </p:cNvSpPr>
            <p:nvPr/>
          </p:nvSpPr>
          <p:spPr>
            <a:xfrm rot="-9891613">
              <a:off x="3054634" y="1965862"/>
              <a:ext cx="69011" cy="19072"/>
            </a:xfrm>
            <a:prstGeom prst="ellipse">
              <a:avLst/>
            </a:prstGeom>
            <a:gradFill>
              <a:gsLst>
                <a:gs pos="0">
                  <a:srgbClr val="9CA295">
                    <a:alpha val="19604"/>
                  </a:srgbClr>
                </a:gs>
                <a:gs pos="14286">
                  <a:srgbClr val="9CA295">
                    <a:alpha val="18173"/>
                  </a:srgbClr>
                </a:gs>
                <a:gs pos="28571">
                  <a:srgbClr val="9CA295">
                    <a:alpha val="14421"/>
                  </a:srgbClr>
                </a:gs>
                <a:gs pos="42857">
                  <a:srgbClr val="9CA295">
                    <a:alpha val="9710"/>
                  </a:srgbClr>
                </a:gs>
                <a:gs pos="57143">
                  <a:srgbClr val="9CA295">
                    <a:alpha val="5503"/>
                  </a:srgbClr>
                </a:gs>
                <a:gs pos="71429">
                  <a:srgbClr val="9CA295">
                    <a:alpha val="2615"/>
                  </a:srgbClr>
                </a:gs>
                <a:gs pos="85714">
                  <a:srgbClr val="9CA295">
                    <a:alpha val="1042"/>
                  </a:srgbClr>
                </a:gs>
                <a:gs pos="100000">
                  <a:srgbClr val="9CA295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Splat 103"/>
            <p:cNvSpPr>
              <a:spLocks noGrp="1"/>
            </p:cNvSpPr>
            <p:nvPr/>
          </p:nvSpPr>
          <p:spPr>
            <a:xfrm rot="-9068215">
              <a:off x="2513300" y="670965"/>
              <a:ext cx="383092" cy="3570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Splat 104"/>
            <p:cNvSpPr>
              <a:spLocks noGrp="1"/>
            </p:cNvSpPr>
            <p:nvPr/>
          </p:nvSpPr>
          <p:spPr>
            <a:xfrm rot="5237773">
              <a:off x="2674780" y="1476648"/>
              <a:ext cx="224808" cy="311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Splat 105"/>
            <p:cNvSpPr>
              <a:spLocks noGrp="1"/>
            </p:cNvSpPr>
            <p:nvPr/>
          </p:nvSpPr>
          <p:spPr>
            <a:xfrm rot="9868324">
              <a:off x="2554596" y="3384287"/>
              <a:ext cx="52901" cy="15032"/>
            </a:xfrm>
            <a:prstGeom prst="ellipse">
              <a:avLst/>
            </a:prstGeom>
            <a:gradFill>
              <a:gsLst>
                <a:gs pos="0">
                  <a:srgbClr val="E9E9E8">
                    <a:alpha val="22631"/>
                  </a:srgbClr>
                </a:gs>
                <a:gs pos="14286">
                  <a:srgbClr val="E9E9E8">
                    <a:alpha val="21008"/>
                  </a:srgbClr>
                </a:gs>
                <a:gs pos="28571">
                  <a:srgbClr val="E9E9E8">
                    <a:alpha val="16732"/>
                  </a:srgbClr>
                </a:gs>
                <a:gs pos="42857">
                  <a:srgbClr val="E9E9E8">
                    <a:alpha val="11317"/>
                  </a:srgbClr>
                </a:gs>
                <a:gs pos="57143">
                  <a:srgbClr val="E9E9E8">
                    <a:alpha val="6438"/>
                  </a:srgbClr>
                </a:gs>
                <a:gs pos="71429">
                  <a:srgbClr val="E9E9E8">
                    <a:alpha val="3067"/>
                  </a:srgbClr>
                </a:gs>
                <a:gs pos="85714">
                  <a:srgbClr val="E9E9E8">
                    <a:alpha val="1224"/>
                  </a:srgbClr>
                </a:gs>
                <a:gs pos="100000">
                  <a:srgbClr val="E9E9E8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Splat 106"/>
            <p:cNvSpPr>
              <a:spLocks noGrp="1"/>
            </p:cNvSpPr>
            <p:nvPr/>
          </p:nvSpPr>
          <p:spPr>
            <a:xfrm rot="-10357767">
              <a:off x="2961081" y="1059598"/>
              <a:ext cx="63631" cy="17680"/>
            </a:xfrm>
            <a:prstGeom prst="ellipse">
              <a:avLst/>
            </a:prstGeom>
            <a:gradFill>
              <a:gsLst>
                <a:gs pos="0">
                  <a:srgbClr val="000000">
                    <a:alpha val="20701"/>
                  </a:srgbClr>
                </a:gs>
                <a:gs pos="14286">
                  <a:srgbClr val="000000">
                    <a:alpha val="19199"/>
                  </a:srgbClr>
                </a:gs>
                <a:gs pos="28571">
                  <a:srgbClr val="000000">
                    <a:alpha val="15255"/>
                  </a:srgbClr>
                </a:gs>
                <a:gs pos="42857">
                  <a:srgbClr val="000000">
                    <a:alpha val="10289"/>
                  </a:srgbClr>
                </a:gs>
                <a:gs pos="57143">
                  <a:srgbClr val="000000">
                    <a:alpha val="5839"/>
                  </a:srgbClr>
                </a:gs>
                <a:gs pos="71429">
                  <a:srgbClr val="000000">
                    <a:alpha val="2777"/>
                  </a:srgbClr>
                </a:gs>
                <a:gs pos="85714">
                  <a:srgbClr val="000000">
                    <a:alpha val="1107"/>
                  </a:srgbClr>
                </a:gs>
                <a:gs pos="100000">
                  <a:srgbClr val="000000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Splat 107"/>
            <p:cNvSpPr>
              <a:spLocks noGrp="1"/>
            </p:cNvSpPr>
            <p:nvPr/>
          </p:nvSpPr>
          <p:spPr>
            <a:xfrm rot="2804506">
              <a:off x="1192687" y="1907336"/>
              <a:ext cx="66621" cy="16023"/>
            </a:xfrm>
            <a:prstGeom prst="ellipse">
              <a:avLst/>
            </a:prstGeom>
            <a:gradFill>
              <a:gsLst>
                <a:gs pos="0">
                  <a:srgbClr val="817581">
                    <a:alpha val="16154"/>
                  </a:srgbClr>
                </a:gs>
                <a:gs pos="14286">
                  <a:srgbClr val="817581">
                    <a:alpha val="14950"/>
                  </a:srgbClr>
                </a:gs>
                <a:gs pos="28571">
                  <a:srgbClr val="817581">
                    <a:alpha val="11815"/>
                  </a:srgbClr>
                </a:gs>
                <a:gs pos="42857">
                  <a:srgbClr val="817581">
                    <a:alpha val="7916"/>
                  </a:srgbClr>
                </a:gs>
                <a:gs pos="57143">
                  <a:srgbClr val="817581">
                    <a:alpha val="4467"/>
                  </a:srgbClr>
                </a:gs>
                <a:gs pos="71429">
                  <a:srgbClr val="817581">
                    <a:alpha val="2116"/>
                  </a:srgbClr>
                </a:gs>
                <a:gs pos="85714">
                  <a:srgbClr val="817581">
                    <a:alpha val="842"/>
                  </a:srgbClr>
                </a:gs>
                <a:gs pos="100000">
                  <a:srgbClr val="817581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Splat 108"/>
            <p:cNvSpPr>
              <a:spLocks noGrp="1"/>
            </p:cNvSpPr>
            <p:nvPr/>
          </p:nvSpPr>
          <p:spPr>
            <a:xfrm rot="5005767">
              <a:off x="2968321" y="385243"/>
              <a:ext cx="979866" cy="190096"/>
            </a:xfrm>
            <a:prstGeom prst="ellipse">
              <a:avLst/>
            </a:prstGeom>
            <a:gradFill>
              <a:gsLst>
                <a:gs pos="0">
                  <a:srgbClr val="E2E2E1">
                    <a:alpha val="10590"/>
                  </a:srgbClr>
                </a:gs>
                <a:gs pos="14286">
                  <a:srgbClr val="E2E2E1">
                    <a:alpha val="9776"/>
                  </a:srgbClr>
                </a:gs>
                <a:gs pos="28571">
                  <a:srgbClr val="E2E2E1">
                    <a:alpha val="7677"/>
                  </a:srgbClr>
                </a:gs>
                <a:gs pos="42857">
                  <a:srgbClr val="E2E2E1">
                    <a:alpha val="5105"/>
                  </a:srgbClr>
                </a:gs>
                <a:gs pos="57143">
                  <a:srgbClr val="E2E2E1">
                    <a:alpha val="2861"/>
                  </a:srgbClr>
                </a:gs>
                <a:gs pos="71429">
                  <a:srgbClr val="E2E2E1">
                    <a:alpha val="1350"/>
                  </a:srgbClr>
                </a:gs>
                <a:gs pos="85714">
                  <a:srgbClr val="E2E2E1">
                    <a:alpha val="536"/>
                  </a:srgbClr>
                </a:gs>
                <a:gs pos="100000">
                  <a:srgbClr val="E2E2E1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Splat 109"/>
            <p:cNvSpPr>
              <a:spLocks noGrp="1"/>
            </p:cNvSpPr>
            <p:nvPr/>
          </p:nvSpPr>
          <p:spPr>
            <a:xfrm rot="7573259">
              <a:off x="2395464" y="1994275"/>
              <a:ext cx="67023" cy="19164"/>
            </a:xfrm>
            <a:prstGeom prst="ellipse">
              <a:avLst/>
            </a:prstGeom>
            <a:gradFill>
              <a:gsLst>
                <a:gs pos="0">
                  <a:srgbClr val="45465E">
                    <a:alpha val="19521"/>
                  </a:srgbClr>
                </a:gs>
                <a:gs pos="14286">
                  <a:srgbClr val="45465E">
                    <a:alpha val="18095"/>
                  </a:srgbClr>
                </a:gs>
                <a:gs pos="28571">
                  <a:srgbClr val="45465E">
                    <a:alpha val="14357"/>
                  </a:srgbClr>
                </a:gs>
                <a:gs pos="42857">
                  <a:srgbClr val="45465E">
                    <a:alpha val="9666"/>
                  </a:srgbClr>
                </a:gs>
                <a:gs pos="57143">
                  <a:srgbClr val="45465E">
                    <a:alpha val="5477"/>
                  </a:srgbClr>
                </a:gs>
                <a:gs pos="71429">
                  <a:srgbClr val="45465E">
                    <a:alpha val="2602"/>
                  </a:srgbClr>
                </a:gs>
                <a:gs pos="85714">
                  <a:srgbClr val="45465E">
                    <a:alpha val="1037"/>
                  </a:srgbClr>
                </a:gs>
                <a:gs pos="100000">
                  <a:srgbClr val="45465E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Splat 110"/>
            <p:cNvSpPr>
              <a:spLocks noGrp="1"/>
            </p:cNvSpPr>
            <p:nvPr/>
          </p:nvSpPr>
          <p:spPr>
            <a:xfrm rot="9327157">
              <a:off x="1349990" y="2135761"/>
              <a:ext cx="409635" cy="3300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Splat 111"/>
            <p:cNvSpPr>
              <a:spLocks noGrp="1"/>
            </p:cNvSpPr>
            <p:nvPr/>
          </p:nvSpPr>
          <p:spPr>
            <a:xfrm rot="8727435">
              <a:off x="660568" y="2571523"/>
              <a:ext cx="64989" cy="18061"/>
            </a:xfrm>
            <a:prstGeom prst="ellipse">
              <a:avLst/>
            </a:prstGeom>
            <a:gradFill>
              <a:gsLst>
                <a:gs pos="0">
                  <a:srgbClr val="C8C8C7">
                    <a:alpha val="20523"/>
                  </a:srgbClr>
                </a:gs>
                <a:gs pos="14286">
                  <a:srgbClr val="C8C8C7">
                    <a:alpha val="19032"/>
                  </a:srgbClr>
                </a:gs>
                <a:gs pos="28571">
                  <a:srgbClr val="C8C8C7">
                    <a:alpha val="15119"/>
                  </a:srgbClr>
                </a:gs>
                <a:gs pos="42857">
                  <a:srgbClr val="C8C8C7">
                    <a:alpha val="10194"/>
                  </a:srgbClr>
                </a:gs>
                <a:gs pos="57143">
                  <a:srgbClr val="C8C8C7">
                    <a:alpha val="5784"/>
                  </a:srgbClr>
                </a:gs>
                <a:gs pos="71429">
                  <a:srgbClr val="C8C8C7">
                    <a:alpha val="2750"/>
                  </a:srgbClr>
                </a:gs>
                <a:gs pos="85714">
                  <a:srgbClr val="C8C8C7">
                    <a:alpha val="1097"/>
                  </a:srgbClr>
                </a:gs>
                <a:gs pos="100000">
                  <a:srgbClr val="C8C8C7">
                    <a:alpha val="3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Splat 112"/>
            <p:cNvSpPr>
              <a:spLocks noGrp="1"/>
            </p:cNvSpPr>
            <p:nvPr/>
          </p:nvSpPr>
          <p:spPr>
            <a:xfrm rot="9966833">
              <a:off x="513372" y="531672"/>
              <a:ext cx="60524" cy="17823"/>
            </a:xfrm>
            <a:prstGeom prst="ellipse">
              <a:avLst/>
            </a:prstGeom>
            <a:gradFill>
              <a:gsLst>
                <a:gs pos="0">
                  <a:srgbClr val="140440">
                    <a:alpha val="20294"/>
                  </a:srgbClr>
                </a:gs>
                <a:gs pos="14286">
                  <a:srgbClr val="140440">
                    <a:alpha val="18818"/>
                  </a:srgbClr>
                </a:gs>
                <a:gs pos="28571">
                  <a:srgbClr val="140440">
                    <a:alpha val="14945"/>
                  </a:srgbClr>
                </a:gs>
                <a:gs pos="42857">
                  <a:srgbClr val="140440">
                    <a:alpha val="10073"/>
                  </a:srgbClr>
                </a:gs>
                <a:gs pos="57143">
                  <a:srgbClr val="140440">
                    <a:alpha val="5713"/>
                  </a:srgbClr>
                </a:gs>
                <a:gs pos="71429">
                  <a:srgbClr val="140440">
                    <a:alpha val="2716"/>
                  </a:srgbClr>
                </a:gs>
                <a:gs pos="85714">
                  <a:srgbClr val="140440">
                    <a:alpha val="1083"/>
                  </a:srgbClr>
                </a:gs>
                <a:gs pos="100000">
                  <a:srgbClr val="140440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Splat 113"/>
            <p:cNvSpPr>
              <a:spLocks noGrp="1"/>
            </p:cNvSpPr>
            <p:nvPr/>
          </p:nvSpPr>
          <p:spPr>
            <a:xfrm rot="10770665">
              <a:off x="416183" y="136388"/>
              <a:ext cx="495107" cy="494102"/>
            </a:xfrm>
            <a:prstGeom prst="ellipse">
              <a:avLst/>
            </a:prstGeom>
            <a:gradFill>
              <a:gsLst>
                <a:gs pos="0">
                  <a:srgbClr val="656868">
                    <a:alpha val="3564"/>
                  </a:srgbClr>
                </a:gs>
                <a:gs pos="14286">
                  <a:srgbClr val="656868">
                    <a:alpha val="3280"/>
                  </a:srgbClr>
                </a:gs>
                <a:gs pos="28571">
                  <a:srgbClr val="656868">
                    <a:alpha val="2556"/>
                  </a:srgbClr>
                </a:gs>
                <a:gs pos="42857">
                  <a:srgbClr val="656868">
                    <a:alpha val="1684"/>
                  </a:srgbClr>
                </a:gs>
                <a:gs pos="57143">
                  <a:srgbClr val="656868">
                    <a:alpha val="937"/>
                  </a:srgbClr>
                </a:gs>
                <a:gs pos="71429">
                  <a:srgbClr val="656868">
                    <a:alpha val="440"/>
                  </a:srgbClr>
                </a:gs>
                <a:gs pos="85714">
                  <a:srgbClr val="656868">
                    <a:alpha val="174"/>
                  </a:srgbClr>
                </a:gs>
                <a:gs pos="100000">
                  <a:srgbClr val="656868">
                    <a:alpha val="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Splat 114"/>
            <p:cNvSpPr>
              <a:spLocks noGrp="1"/>
            </p:cNvSpPr>
            <p:nvPr/>
          </p:nvSpPr>
          <p:spPr>
            <a:xfrm rot="4677594">
              <a:off x="2703062" y="2984883"/>
              <a:ext cx="67218" cy="17255"/>
            </a:xfrm>
            <a:prstGeom prst="ellipse">
              <a:avLst/>
            </a:prstGeom>
            <a:gradFill>
              <a:gsLst>
                <a:gs pos="0">
                  <a:srgbClr val="8B8B8A">
                    <a:alpha val="16424"/>
                  </a:srgbClr>
                </a:gs>
                <a:gs pos="14286">
                  <a:srgbClr val="8B8B8A">
                    <a:alpha val="15203"/>
                  </a:srgbClr>
                </a:gs>
                <a:gs pos="28571">
                  <a:srgbClr val="8B8B8A">
                    <a:alpha val="12018"/>
                  </a:srgbClr>
                </a:gs>
                <a:gs pos="42857">
                  <a:srgbClr val="8B8B8A">
                    <a:alpha val="8055"/>
                  </a:srgbClr>
                </a:gs>
                <a:gs pos="57143">
                  <a:srgbClr val="8B8B8A">
                    <a:alpha val="4547"/>
                  </a:srgbClr>
                </a:gs>
                <a:gs pos="71429">
                  <a:srgbClr val="8B8B8A">
                    <a:alpha val="2155"/>
                  </a:srgbClr>
                </a:gs>
                <a:gs pos="85714">
                  <a:srgbClr val="8B8B8A">
                    <a:alpha val="858"/>
                  </a:srgbClr>
                </a:gs>
                <a:gs pos="100000">
                  <a:srgbClr val="8B8B8A">
                    <a:alpha val="2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Splat 115"/>
            <p:cNvSpPr>
              <a:spLocks noGrp="1"/>
            </p:cNvSpPr>
            <p:nvPr/>
          </p:nvSpPr>
          <p:spPr>
            <a:xfrm rot="5768176">
              <a:off x="2616040" y="3146625"/>
              <a:ext cx="63820" cy="17173"/>
            </a:xfrm>
            <a:prstGeom prst="ellipse">
              <a:avLst/>
            </a:prstGeom>
            <a:gradFill>
              <a:gsLst>
                <a:gs pos="0">
                  <a:srgbClr val="D8D7D5">
                    <a:alpha val="20723"/>
                  </a:srgbClr>
                </a:gs>
                <a:gs pos="14286">
                  <a:srgbClr val="D8D7D5">
                    <a:alpha val="19220"/>
                  </a:srgbClr>
                </a:gs>
                <a:gs pos="28571">
                  <a:srgbClr val="D8D7D5">
                    <a:alpha val="15272"/>
                  </a:srgbClr>
                </a:gs>
                <a:gs pos="42857">
                  <a:srgbClr val="D8D7D5">
                    <a:alpha val="10300"/>
                  </a:srgbClr>
                </a:gs>
                <a:gs pos="57143">
                  <a:srgbClr val="D8D7D5">
                    <a:alpha val="5845"/>
                  </a:srgbClr>
                </a:gs>
                <a:gs pos="71429">
                  <a:srgbClr val="D8D7D5">
                    <a:alpha val="2780"/>
                  </a:srgbClr>
                </a:gs>
                <a:gs pos="85714">
                  <a:srgbClr val="D8D7D5">
                    <a:alpha val="1109"/>
                  </a:srgbClr>
                </a:gs>
                <a:gs pos="100000">
                  <a:srgbClr val="D8D7D5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Splat 116"/>
            <p:cNvSpPr>
              <a:spLocks noGrp="1"/>
            </p:cNvSpPr>
            <p:nvPr/>
          </p:nvSpPr>
          <p:spPr>
            <a:xfrm rot="5422775">
              <a:off x="1937907" y="1556093"/>
              <a:ext cx="204643" cy="1013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Splat 117"/>
            <p:cNvSpPr>
              <a:spLocks noGrp="1"/>
            </p:cNvSpPr>
            <p:nvPr/>
          </p:nvSpPr>
          <p:spPr>
            <a:xfrm rot="9585052">
              <a:off x="867959" y="1854995"/>
              <a:ext cx="70155" cy="19350"/>
            </a:xfrm>
            <a:prstGeom prst="ellipse">
              <a:avLst/>
            </a:prstGeom>
            <a:gradFill>
              <a:gsLst>
                <a:gs pos="0">
                  <a:srgbClr val="00002B">
                    <a:alpha val="19546"/>
                  </a:srgbClr>
                </a:gs>
                <a:gs pos="14286">
                  <a:srgbClr val="00002B">
                    <a:alpha val="18118"/>
                  </a:srgbClr>
                </a:gs>
                <a:gs pos="28571">
                  <a:srgbClr val="00002B">
                    <a:alpha val="14376"/>
                  </a:srgbClr>
                </a:gs>
                <a:gs pos="42857">
                  <a:srgbClr val="00002B">
                    <a:alpha val="9679"/>
                  </a:srgbClr>
                </a:gs>
                <a:gs pos="57143">
                  <a:srgbClr val="00002B">
                    <a:alpha val="5485"/>
                  </a:srgbClr>
                </a:gs>
                <a:gs pos="71429">
                  <a:srgbClr val="00002B">
                    <a:alpha val="2606"/>
                  </a:srgbClr>
                </a:gs>
                <a:gs pos="85714">
                  <a:srgbClr val="00002B">
                    <a:alpha val="1039"/>
                  </a:srgbClr>
                </a:gs>
                <a:gs pos="100000">
                  <a:srgbClr val="00002B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Splat 118"/>
            <p:cNvSpPr>
              <a:spLocks noGrp="1"/>
            </p:cNvSpPr>
            <p:nvPr/>
          </p:nvSpPr>
          <p:spPr>
            <a:xfrm rot="3801289">
              <a:off x="1111922" y="2676301"/>
              <a:ext cx="65978" cy="18855"/>
            </a:xfrm>
            <a:prstGeom prst="ellipse">
              <a:avLst/>
            </a:prstGeom>
            <a:gradFill>
              <a:gsLst>
                <a:gs pos="0">
                  <a:srgbClr val="616A68">
                    <a:alpha val="17063"/>
                  </a:srgbClr>
                </a:gs>
                <a:gs pos="14286">
                  <a:srgbClr val="616A68">
                    <a:alpha val="15798"/>
                  </a:srgbClr>
                </a:gs>
                <a:gs pos="28571">
                  <a:srgbClr val="616A68">
                    <a:alpha val="12498"/>
                  </a:srgbClr>
                </a:gs>
                <a:gs pos="42857">
                  <a:srgbClr val="616A68">
                    <a:alpha val="8385"/>
                  </a:srgbClr>
                </a:gs>
                <a:gs pos="57143">
                  <a:srgbClr val="616A68">
                    <a:alpha val="4737"/>
                  </a:srgbClr>
                </a:gs>
                <a:gs pos="71429">
                  <a:srgbClr val="616A68">
                    <a:alpha val="2246"/>
                  </a:srgbClr>
                </a:gs>
                <a:gs pos="85714">
                  <a:srgbClr val="616A68">
                    <a:alpha val="894"/>
                  </a:srgbClr>
                </a:gs>
                <a:gs pos="100000">
                  <a:srgbClr val="616A68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Splat 119"/>
            <p:cNvSpPr>
              <a:spLocks noGrp="1"/>
            </p:cNvSpPr>
            <p:nvPr/>
          </p:nvSpPr>
          <p:spPr>
            <a:xfrm rot="6576034">
              <a:off x="145061" y="1425638"/>
              <a:ext cx="68958" cy="19208"/>
            </a:xfrm>
            <a:prstGeom prst="ellipse">
              <a:avLst/>
            </a:prstGeom>
            <a:gradFill>
              <a:gsLst>
                <a:gs pos="0">
                  <a:srgbClr val="000000">
                    <a:alpha val="19727"/>
                  </a:srgbClr>
                </a:gs>
                <a:gs pos="14286">
                  <a:srgbClr val="000000">
                    <a:alpha val="18287"/>
                  </a:srgbClr>
                </a:gs>
                <a:gs pos="28571">
                  <a:srgbClr val="000000">
                    <a:alpha val="14513"/>
                  </a:srgbClr>
                </a:gs>
                <a:gs pos="42857">
                  <a:srgbClr val="000000">
                    <a:alpha val="9774"/>
                  </a:srgbClr>
                </a:gs>
                <a:gs pos="57143">
                  <a:srgbClr val="000000">
                    <a:alpha val="5540"/>
                  </a:srgbClr>
                </a:gs>
                <a:gs pos="71429">
                  <a:srgbClr val="000000">
                    <a:alpha val="2633"/>
                  </a:srgbClr>
                </a:gs>
                <a:gs pos="85714">
                  <a:srgbClr val="000000">
                    <a:alpha val="1049"/>
                  </a:srgbClr>
                </a:gs>
                <a:gs pos="100000">
                  <a:srgbClr val="000000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Splat 120"/>
            <p:cNvSpPr>
              <a:spLocks noGrp="1"/>
            </p:cNvSpPr>
            <p:nvPr/>
          </p:nvSpPr>
          <p:spPr>
            <a:xfrm rot="5861120">
              <a:off x="3492778" y="2220890"/>
              <a:ext cx="58866" cy="17687"/>
            </a:xfrm>
            <a:prstGeom prst="ellipse">
              <a:avLst/>
            </a:prstGeom>
            <a:gradFill>
              <a:gsLst>
                <a:gs pos="0">
                  <a:srgbClr val="D8D9D3">
                    <a:alpha val="20727"/>
                  </a:srgbClr>
                </a:gs>
                <a:gs pos="14286">
                  <a:srgbClr val="D8D9D3">
                    <a:alpha val="19223"/>
                  </a:srgbClr>
                </a:gs>
                <a:gs pos="28571">
                  <a:srgbClr val="D8D9D3">
                    <a:alpha val="15275"/>
                  </a:srgbClr>
                </a:gs>
                <a:gs pos="42857">
                  <a:srgbClr val="D8D9D3">
                    <a:alpha val="10302"/>
                  </a:srgbClr>
                </a:gs>
                <a:gs pos="57143">
                  <a:srgbClr val="D8D9D3">
                    <a:alpha val="5847"/>
                  </a:srgbClr>
                </a:gs>
                <a:gs pos="71429">
                  <a:srgbClr val="D8D9D3">
                    <a:alpha val="2781"/>
                  </a:srgbClr>
                </a:gs>
                <a:gs pos="85714">
                  <a:srgbClr val="D8D9D3">
                    <a:alpha val="1109"/>
                  </a:srgbClr>
                </a:gs>
                <a:gs pos="100000">
                  <a:srgbClr val="D8D9D3">
                    <a:alpha val="3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Splat 121"/>
            <p:cNvSpPr>
              <a:spLocks noGrp="1"/>
            </p:cNvSpPr>
            <p:nvPr/>
          </p:nvSpPr>
          <p:spPr>
            <a:xfrm rot="5931545">
              <a:off x="629580" y="203680"/>
              <a:ext cx="534883" cy="836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Splat 122"/>
            <p:cNvSpPr>
              <a:spLocks noGrp="1"/>
            </p:cNvSpPr>
            <p:nvPr/>
          </p:nvSpPr>
          <p:spPr>
            <a:xfrm rot="7607026">
              <a:off x="3245553" y="3084621"/>
              <a:ext cx="69077" cy="19094"/>
            </a:xfrm>
            <a:prstGeom prst="ellipse">
              <a:avLst/>
            </a:prstGeom>
            <a:gradFill>
              <a:gsLst>
                <a:gs pos="0">
                  <a:srgbClr val="B7B7B5">
                    <a:alpha val="19808"/>
                  </a:srgbClr>
                </a:gs>
                <a:gs pos="14286">
                  <a:srgbClr val="B7B7B5">
                    <a:alpha val="18363"/>
                  </a:srgbClr>
                </a:gs>
                <a:gs pos="28571">
                  <a:srgbClr val="B7B7B5">
                    <a:alpha val="14575"/>
                  </a:srgbClr>
                </a:gs>
                <a:gs pos="42857">
                  <a:srgbClr val="B7B7B5">
                    <a:alpha val="9817"/>
                  </a:srgbClr>
                </a:gs>
                <a:gs pos="57143">
                  <a:srgbClr val="B7B7B5">
                    <a:alpha val="5565"/>
                  </a:srgbClr>
                </a:gs>
                <a:gs pos="71429">
                  <a:srgbClr val="B7B7B5">
                    <a:alpha val="2644"/>
                  </a:srgbClr>
                </a:gs>
                <a:gs pos="85714">
                  <a:srgbClr val="B7B7B5">
                    <a:alpha val="1054"/>
                  </a:srgbClr>
                </a:gs>
                <a:gs pos="100000">
                  <a:srgbClr val="B7B7B5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Splat 123"/>
            <p:cNvSpPr>
              <a:spLocks noGrp="1"/>
            </p:cNvSpPr>
            <p:nvPr/>
          </p:nvSpPr>
          <p:spPr>
            <a:xfrm rot="4129311">
              <a:off x="1275429" y="706143"/>
              <a:ext cx="586282" cy="703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Splat 124"/>
            <p:cNvSpPr>
              <a:spLocks noGrp="1"/>
            </p:cNvSpPr>
            <p:nvPr/>
          </p:nvSpPr>
          <p:spPr>
            <a:xfrm rot="3203612">
              <a:off x="1766258" y="305695"/>
              <a:ext cx="69121" cy="19105"/>
            </a:xfrm>
            <a:prstGeom prst="ellipse">
              <a:avLst/>
            </a:prstGeom>
            <a:gradFill>
              <a:gsLst>
                <a:gs pos="0">
                  <a:srgbClr val="B6B6B5">
                    <a:alpha val="19804"/>
                  </a:srgbClr>
                </a:gs>
                <a:gs pos="14286">
                  <a:srgbClr val="B6B6B5">
                    <a:alpha val="18360"/>
                  </a:srgbClr>
                </a:gs>
                <a:gs pos="28571">
                  <a:srgbClr val="B6B6B5">
                    <a:alpha val="14572"/>
                  </a:srgbClr>
                </a:gs>
                <a:gs pos="42857">
                  <a:srgbClr val="B6B6B5">
                    <a:alpha val="9815"/>
                  </a:srgbClr>
                </a:gs>
                <a:gs pos="57143">
                  <a:srgbClr val="B6B6B5">
                    <a:alpha val="5564"/>
                  </a:srgbClr>
                </a:gs>
                <a:gs pos="71429">
                  <a:srgbClr val="B6B6B5">
                    <a:alpha val="2644"/>
                  </a:srgbClr>
                </a:gs>
                <a:gs pos="85714">
                  <a:srgbClr val="B6B6B5">
                    <a:alpha val="1054"/>
                  </a:srgbClr>
                </a:gs>
                <a:gs pos="100000">
                  <a:srgbClr val="B6B6B5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Splat 125"/>
            <p:cNvSpPr>
              <a:spLocks noGrp="1"/>
            </p:cNvSpPr>
            <p:nvPr/>
          </p:nvSpPr>
          <p:spPr>
            <a:xfrm rot="-8815446">
              <a:off x="3083783" y="1630365"/>
              <a:ext cx="62987" cy="17572"/>
            </a:xfrm>
            <a:prstGeom prst="ellipse">
              <a:avLst/>
            </a:prstGeom>
            <a:gradFill>
              <a:gsLst>
                <a:gs pos="0">
                  <a:srgbClr val="CFCFC9">
                    <a:alpha val="20864"/>
                  </a:srgbClr>
                </a:gs>
                <a:gs pos="14286">
                  <a:srgbClr val="CFCFC9">
                    <a:alpha val="19352"/>
                  </a:srgbClr>
                </a:gs>
                <a:gs pos="28571">
                  <a:srgbClr val="CFCFC9">
                    <a:alpha val="15380"/>
                  </a:srgbClr>
                </a:gs>
                <a:gs pos="42857">
                  <a:srgbClr val="CFCFC9">
                    <a:alpha val="10375"/>
                  </a:srgbClr>
                </a:gs>
                <a:gs pos="57143">
                  <a:srgbClr val="CFCFC9">
                    <a:alpha val="5889"/>
                  </a:srgbClr>
                </a:gs>
                <a:gs pos="71429">
                  <a:srgbClr val="CFCFC9">
                    <a:alpha val="2801"/>
                  </a:srgbClr>
                </a:gs>
                <a:gs pos="85714">
                  <a:srgbClr val="CFCFC9">
                    <a:alpha val="1117"/>
                  </a:srgbClr>
                </a:gs>
                <a:gs pos="100000">
                  <a:srgbClr val="CFCFC9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Splat 126"/>
            <p:cNvSpPr>
              <a:spLocks noGrp="1"/>
            </p:cNvSpPr>
            <p:nvPr/>
          </p:nvSpPr>
          <p:spPr>
            <a:xfrm rot="7686390">
              <a:off x="3087087" y="2570698"/>
              <a:ext cx="57217" cy="16127"/>
            </a:xfrm>
            <a:prstGeom prst="ellipse">
              <a:avLst/>
            </a:prstGeom>
            <a:gradFill>
              <a:gsLst>
                <a:gs pos="0">
                  <a:srgbClr val="E5E5E2">
                    <a:alpha val="21890"/>
                  </a:srgbClr>
                </a:gs>
                <a:gs pos="14286">
                  <a:srgbClr val="E5E5E2">
                    <a:alpha val="20314"/>
                  </a:srgbClr>
                </a:gs>
                <a:gs pos="28571">
                  <a:srgbClr val="E5E5E2">
                    <a:alpha val="16164"/>
                  </a:srgbClr>
                </a:gs>
                <a:gs pos="42857">
                  <a:srgbClr val="E5E5E2">
                    <a:alpha val="10921"/>
                  </a:srgbClr>
                </a:gs>
                <a:gs pos="57143">
                  <a:srgbClr val="E5E5E2">
                    <a:alpha val="6207"/>
                  </a:srgbClr>
                </a:gs>
                <a:gs pos="71429">
                  <a:srgbClr val="E5E5E2">
                    <a:alpha val="2955"/>
                  </a:srgbClr>
                </a:gs>
                <a:gs pos="85714">
                  <a:srgbClr val="E5E5E2">
                    <a:alpha val="1179"/>
                  </a:srgbClr>
                </a:gs>
                <a:gs pos="100000">
                  <a:srgbClr val="E5E5E2">
                    <a:alpha val="3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Splat 127"/>
            <p:cNvSpPr>
              <a:spLocks noGrp="1"/>
            </p:cNvSpPr>
            <p:nvPr/>
          </p:nvSpPr>
          <p:spPr>
            <a:xfrm rot="9248487">
              <a:off x="1797063" y="2065387"/>
              <a:ext cx="406673" cy="682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Splat 128"/>
            <p:cNvSpPr>
              <a:spLocks noGrp="1"/>
            </p:cNvSpPr>
            <p:nvPr/>
          </p:nvSpPr>
          <p:spPr>
            <a:xfrm rot="-9351198">
              <a:off x="480757" y="3303183"/>
              <a:ext cx="67395" cy="16037"/>
            </a:xfrm>
            <a:prstGeom prst="ellipse">
              <a:avLst/>
            </a:prstGeom>
            <a:gradFill>
              <a:gsLst>
                <a:gs pos="0">
                  <a:srgbClr val="8B8986">
                    <a:alpha val="18454"/>
                  </a:srgbClr>
                </a:gs>
                <a:gs pos="14286">
                  <a:srgbClr val="8B8986">
                    <a:alpha val="17098"/>
                  </a:srgbClr>
                </a:gs>
                <a:gs pos="28571">
                  <a:srgbClr val="8B8986">
                    <a:alpha val="13549"/>
                  </a:srgbClr>
                </a:gs>
                <a:gs pos="42857">
                  <a:srgbClr val="8B8986">
                    <a:alpha val="9108"/>
                  </a:srgbClr>
                </a:gs>
                <a:gs pos="57143">
                  <a:srgbClr val="8B8986">
                    <a:alpha val="5154"/>
                  </a:srgbClr>
                </a:gs>
                <a:gs pos="71429">
                  <a:srgbClr val="8B8986">
                    <a:alpha val="2446"/>
                  </a:srgbClr>
                </a:gs>
                <a:gs pos="85714">
                  <a:srgbClr val="8B8986">
                    <a:alpha val="975"/>
                  </a:srgbClr>
                </a:gs>
                <a:gs pos="100000">
                  <a:srgbClr val="8B8986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Splat 129"/>
            <p:cNvSpPr>
              <a:spLocks noGrp="1"/>
            </p:cNvSpPr>
            <p:nvPr/>
          </p:nvSpPr>
          <p:spPr>
            <a:xfrm rot="8097830">
              <a:off x="649018" y="1379676"/>
              <a:ext cx="59114" cy="16594"/>
            </a:xfrm>
            <a:prstGeom prst="ellipse">
              <a:avLst/>
            </a:prstGeom>
            <a:gradFill>
              <a:gsLst>
                <a:gs pos="0">
                  <a:srgbClr val="DEDEDD">
                    <a:alpha val="21555"/>
                  </a:srgbClr>
                </a:gs>
                <a:gs pos="14286">
                  <a:srgbClr val="DEDEDD">
                    <a:alpha val="19999"/>
                  </a:srgbClr>
                </a:gs>
                <a:gs pos="28571">
                  <a:srgbClr val="DEDEDD">
                    <a:alpha val="15907"/>
                  </a:srgbClr>
                </a:gs>
                <a:gs pos="42857">
                  <a:srgbClr val="DEDEDD">
                    <a:alpha val="10742"/>
                  </a:srgbClr>
                </a:gs>
                <a:gs pos="57143">
                  <a:srgbClr val="DEDEDD">
                    <a:alpha val="6103"/>
                  </a:srgbClr>
                </a:gs>
                <a:gs pos="71429">
                  <a:srgbClr val="DEDEDD">
                    <a:alpha val="2904"/>
                  </a:srgbClr>
                </a:gs>
                <a:gs pos="85714">
                  <a:srgbClr val="DEDEDD">
                    <a:alpha val="1159"/>
                  </a:srgbClr>
                </a:gs>
                <a:gs pos="100000">
                  <a:srgbClr val="DEDEDD">
                    <a:alpha val="3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Splat 130"/>
            <p:cNvSpPr>
              <a:spLocks noGrp="1"/>
            </p:cNvSpPr>
            <p:nvPr/>
          </p:nvSpPr>
          <p:spPr>
            <a:xfrm rot="6209305">
              <a:off x="1916572" y="3182114"/>
              <a:ext cx="726340" cy="557468"/>
            </a:xfrm>
            <a:prstGeom prst="ellipse">
              <a:avLst/>
            </a:prstGeom>
            <a:gradFill>
              <a:gsLst>
                <a:gs pos="0">
                  <a:srgbClr val="000B18">
                    <a:alpha val="32968"/>
                  </a:srgbClr>
                </a:gs>
                <a:gs pos="14286">
                  <a:srgbClr val="000B18">
                    <a:alpha val="30764"/>
                  </a:srgbClr>
                </a:gs>
                <a:gs pos="28571">
                  <a:srgbClr val="000B18">
                    <a:alpha val="24833"/>
                  </a:srgbClr>
                </a:gs>
                <a:gs pos="42857">
                  <a:srgbClr val="000B18">
                    <a:alpha val="17075"/>
                  </a:srgbClr>
                </a:gs>
                <a:gs pos="57143">
                  <a:srgbClr val="000B18">
                    <a:alpha val="9855"/>
                  </a:srgbClr>
                </a:gs>
                <a:gs pos="71429">
                  <a:srgbClr val="000B18">
                    <a:alpha val="4740"/>
                  </a:srgbClr>
                </a:gs>
                <a:gs pos="85714">
                  <a:srgbClr val="000B18">
                    <a:alpha val="1902"/>
                  </a:srgbClr>
                </a:gs>
                <a:gs pos="100000">
                  <a:srgbClr val="000B1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Splat 131"/>
            <p:cNvSpPr>
              <a:spLocks noGrp="1"/>
            </p:cNvSpPr>
            <p:nvPr/>
          </p:nvSpPr>
          <p:spPr>
            <a:xfrm rot="8501716">
              <a:off x="2332260" y="1816882"/>
              <a:ext cx="666598" cy="527309"/>
            </a:xfrm>
            <a:prstGeom prst="ellipse">
              <a:avLst/>
            </a:prstGeom>
            <a:gradFill>
              <a:gsLst>
                <a:gs pos="0">
                  <a:srgbClr val="414048">
                    <a:alpha val="22050"/>
                  </a:srgbClr>
                </a:gs>
                <a:gs pos="14286">
                  <a:srgbClr val="414048">
                    <a:alpha val="20463"/>
                  </a:srgbClr>
                </a:gs>
                <a:gs pos="28571">
                  <a:srgbClr val="414048">
                    <a:alpha val="16286"/>
                  </a:srgbClr>
                </a:gs>
                <a:gs pos="42857">
                  <a:srgbClr val="414048">
                    <a:alpha val="11006"/>
                  </a:srgbClr>
                </a:gs>
                <a:gs pos="57143">
                  <a:srgbClr val="414048">
                    <a:alpha val="6257"/>
                  </a:srgbClr>
                </a:gs>
                <a:gs pos="71429">
                  <a:srgbClr val="414048">
                    <a:alpha val="2979"/>
                  </a:srgbClr>
                </a:gs>
                <a:gs pos="85714">
                  <a:srgbClr val="414048">
                    <a:alpha val="1189"/>
                  </a:srgbClr>
                </a:gs>
                <a:gs pos="100000">
                  <a:srgbClr val="414048">
                    <a:alpha val="3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Splat 132"/>
            <p:cNvSpPr>
              <a:spLocks noGrp="1"/>
            </p:cNvSpPr>
            <p:nvPr/>
          </p:nvSpPr>
          <p:spPr>
            <a:xfrm rot="10742940">
              <a:off x="2393699" y="1213827"/>
              <a:ext cx="35445" cy="34207"/>
            </a:xfrm>
            <a:prstGeom prst="ellipse">
              <a:avLst/>
            </a:prstGeom>
            <a:gradFill>
              <a:gsLst>
                <a:gs pos="0">
                  <a:srgbClr val="CDCEC5">
                    <a:alpha val="19909"/>
                  </a:srgbClr>
                </a:gs>
                <a:gs pos="14286">
                  <a:srgbClr val="CDCEC5">
                    <a:alpha val="18458"/>
                  </a:srgbClr>
                </a:gs>
                <a:gs pos="28571">
                  <a:srgbClr val="CDCEC5">
                    <a:alpha val="14652"/>
                  </a:srgbClr>
                </a:gs>
                <a:gs pos="42857">
                  <a:srgbClr val="CDCEC5">
                    <a:alpha val="9870"/>
                  </a:srgbClr>
                </a:gs>
                <a:gs pos="57143">
                  <a:srgbClr val="CDCEC5">
                    <a:alpha val="5596"/>
                  </a:srgbClr>
                </a:gs>
                <a:gs pos="71429">
                  <a:srgbClr val="CDCEC5">
                    <a:alpha val="2659"/>
                  </a:srgbClr>
                </a:gs>
                <a:gs pos="85714">
                  <a:srgbClr val="CDCEC5">
                    <a:alpha val="1060"/>
                  </a:srgbClr>
                </a:gs>
                <a:gs pos="100000">
                  <a:srgbClr val="CDCEC5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Splat 133"/>
            <p:cNvSpPr>
              <a:spLocks noGrp="1"/>
            </p:cNvSpPr>
            <p:nvPr/>
          </p:nvSpPr>
          <p:spPr>
            <a:xfrm rot="9830626">
              <a:off x="2090457" y="1932596"/>
              <a:ext cx="66983" cy="18854"/>
            </a:xfrm>
            <a:prstGeom prst="ellipse">
              <a:avLst/>
            </a:prstGeom>
            <a:gradFill>
              <a:gsLst>
                <a:gs pos="0">
                  <a:srgbClr val="8D8C84">
                    <a:alpha val="17458"/>
                  </a:srgbClr>
                </a:gs>
                <a:gs pos="14286">
                  <a:srgbClr val="8D8C84">
                    <a:alpha val="16167"/>
                  </a:srgbClr>
                </a:gs>
                <a:gs pos="28571">
                  <a:srgbClr val="8D8C84">
                    <a:alpha val="12796"/>
                  </a:srgbClr>
                </a:gs>
                <a:gs pos="42857">
                  <a:srgbClr val="8D8C84">
                    <a:alpha val="8590"/>
                  </a:srgbClr>
                </a:gs>
                <a:gs pos="57143">
                  <a:srgbClr val="8D8C84">
                    <a:alpha val="4855"/>
                  </a:srgbClr>
                </a:gs>
                <a:gs pos="71429">
                  <a:srgbClr val="8D8C84">
                    <a:alpha val="2303"/>
                  </a:srgbClr>
                </a:gs>
                <a:gs pos="85714">
                  <a:srgbClr val="8D8C84">
                    <a:alpha val="917"/>
                  </a:srgbClr>
                </a:gs>
                <a:gs pos="100000">
                  <a:srgbClr val="8D8C84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Splat 134"/>
            <p:cNvSpPr>
              <a:spLocks noGrp="1"/>
            </p:cNvSpPr>
            <p:nvPr/>
          </p:nvSpPr>
          <p:spPr>
            <a:xfrm rot="8265720">
              <a:off x="989178" y="2723455"/>
              <a:ext cx="60962" cy="17040"/>
            </a:xfrm>
            <a:prstGeom prst="ellipse">
              <a:avLst/>
            </a:prstGeom>
            <a:gradFill>
              <a:gsLst>
                <a:gs pos="0">
                  <a:srgbClr val="D0D0CC">
                    <a:alpha val="21238"/>
                  </a:srgbClr>
                </a:gs>
                <a:gs pos="14286">
                  <a:srgbClr val="D0D0CC">
                    <a:alpha val="19702"/>
                  </a:srgbClr>
                </a:gs>
                <a:gs pos="28571">
                  <a:srgbClr val="D0D0CC">
                    <a:alpha val="15665"/>
                  </a:srgbClr>
                </a:gs>
                <a:gs pos="42857">
                  <a:srgbClr val="D0D0CC">
                    <a:alpha val="10573"/>
                  </a:srgbClr>
                </a:gs>
                <a:gs pos="57143">
                  <a:srgbClr val="D0D0CC">
                    <a:alpha val="6004"/>
                  </a:srgbClr>
                </a:gs>
                <a:gs pos="71429">
                  <a:srgbClr val="D0D0CC">
                    <a:alpha val="2857"/>
                  </a:srgbClr>
                </a:gs>
                <a:gs pos="85714">
                  <a:srgbClr val="D0D0CC">
                    <a:alpha val="1140"/>
                  </a:srgbClr>
                </a:gs>
                <a:gs pos="100000">
                  <a:srgbClr val="D0D0CC">
                    <a:alpha val="3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Splat 135"/>
            <p:cNvSpPr>
              <a:spLocks noGrp="1"/>
            </p:cNvSpPr>
            <p:nvPr/>
          </p:nvSpPr>
          <p:spPr>
            <a:xfrm rot="7980813">
              <a:off x="3086289" y="2373202"/>
              <a:ext cx="69583" cy="19204"/>
            </a:xfrm>
            <a:prstGeom prst="ellipse">
              <a:avLst/>
            </a:prstGeom>
            <a:gradFill>
              <a:gsLst>
                <a:gs pos="0">
                  <a:srgbClr val="000000">
                    <a:alpha val="19707"/>
                  </a:srgbClr>
                </a:gs>
                <a:gs pos="14286">
                  <a:srgbClr val="000000">
                    <a:alpha val="18269"/>
                  </a:srgbClr>
                </a:gs>
                <a:gs pos="28571">
                  <a:srgbClr val="000000">
                    <a:alpha val="14498"/>
                  </a:srgbClr>
                </a:gs>
                <a:gs pos="42857">
                  <a:srgbClr val="000000">
                    <a:alpha val="9764"/>
                  </a:srgbClr>
                </a:gs>
                <a:gs pos="57143">
                  <a:srgbClr val="000000">
                    <a:alpha val="5534"/>
                  </a:srgbClr>
                </a:gs>
                <a:gs pos="71429">
                  <a:srgbClr val="000000">
                    <a:alpha val="2630"/>
                  </a:srgbClr>
                </a:gs>
                <a:gs pos="85714">
                  <a:srgbClr val="000000">
                    <a:alpha val="1048"/>
                  </a:srgbClr>
                </a:gs>
                <a:gs pos="100000">
                  <a:srgbClr val="000000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Splat 136"/>
            <p:cNvSpPr>
              <a:spLocks noGrp="1"/>
            </p:cNvSpPr>
            <p:nvPr/>
          </p:nvSpPr>
          <p:spPr>
            <a:xfrm rot="8486342">
              <a:off x="2935335" y="865152"/>
              <a:ext cx="401495" cy="1214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Splat 137"/>
            <p:cNvSpPr>
              <a:spLocks noGrp="1"/>
            </p:cNvSpPr>
            <p:nvPr/>
          </p:nvSpPr>
          <p:spPr>
            <a:xfrm rot="3695268">
              <a:off x="169731" y="801583"/>
              <a:ext cx="66711" cy="17633"/>
            </a:xfrm>
            <a:prstGeom prst="ellipse">
              <a:avLst/>
            </a:prstGeom>
            <a:gradFill>
              <a:gsLst>
                <a:gs pos="0">
                  <a:srgbClr val="5E5F74">
                    <a:alpha val="15313"/>
                  </a:srgbClr>
                </a:gs>
                <a:gs pos="14286">
                  <a:srgbClr val="5E5F74">
                    <a:alpha val="14167"/>
                  </a:srgbClr>
                </a:gs>
                <a:gs pos="28571">
                  <a:srgbClr val="5E5F74">
                    <a:alpha val="11185"/>
                  </a:srgbClr>
                </a:gs>
                <a:gs pos="42857">
                  <a:srgbClr val="5E5F74">
                    <a:alpha val="7485"/>
                  </a:srgbClr>
                </a:gs>
                <a:gs pos="57143">
                  <a:srgbClr val="5E5F74">
                    <a:alpha val="4219"/>
                  </a:srgbClr>
                </a:gs>
                <a:gs pos="71429">
                  <a:srgbClr val="5E5F74">
                    <a:alpha val="1998"/>
                  </a:srgbClr>
                </a:gs>
                <a:gs pos="85714">
                  <a:srgbClr val="5E5F74">
                    <a:alpha val="795"/>
                  </a:srgbClr>
                </a:gs>
                <a:gs pos="100000">
                  <a:srgbClr val="5E5F74">
                    <a:alpha val="2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Splat 138"/>
            <p:cNvSpPr>
              <a:spLocks noGrp="1"/>
            </p:cNvSpPr>
            <p:nvPr/>
          </p:nvSpPr>
          <p:spPr>
            <a:xfrm rot="8230008">
              <a:off x="162617" y="2787862"/>
              <a:ext cx="436530" cy="305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Splat 139"/>
            <p:cNvSpPr>
              <a:spLocks noGrp="1"/>
            </p:cNvSpPr>
            <p:nvPr/>
          </p:nvSpPr>
          <p:spPr>
            <a:xfrm rot="8742077">
              <a:off x="2340826" y="3456978"/>
              <a:ext cx="66213" cy="19283"/>
            </a:xfrm>
            <a:prstGeom prst="ellipse">
              <a:avLst/>
            </a:prstGeom>
            <a:gradFill>
              <a:gsLst>
                <a:gs pos="0">
                  <a:srgbClr val="A2A6A2">
                    <a:alpha val="18771"/>
                  </a:srgbClr>
                </a:gs>
                <a:gs pos="14286">
                  <a:srgbClr val="A2A6A2">
                    <a:alpha val="17394"/>
                  </a:srgbClr>
                </a:gs>
                <a:gs pos="28571">
                  <a:srgbClr val="A2A6A2">
                    <a:alpha val="13789"/>
                  </a:srgbClr>
                </a:gs>
                <a:gs pos="42857">
                  <a:srgbClr val="A2A6A2">
                    <a:alpha val="9273"/>
                  </a:srgbClr>
                </a:gs>
                <a:gs pos="57143">
                  <a:srgbClr val="A2A6A2">
                    <a:alpha val="5250"/>
                  </a:srgbClr>
                </a:gs>
                <a:gs pos="71429">
                  <a:srgbClr val="A2A6A2">
                    <a:alpha val="2493"/>
                  </a:srgbClr>
                </a:gs>
                <a:gs pos="85714">
                  <a:srgbClr val="A2A6A2">
                    <a:alpha val="993"/>
                  </a:srgbClr>
                </a:gs>
                <a:gs pos="100000">
                  <a:srgbClr val="A2A6A2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Splat 140"/>
            <p:cNvSpPr>
              <a:spLocks noGrp="1"/>
            </p:cNvSpPr>
            <p:nvPr/>
          </p:nvSpPr>
          <p:spPr>
            <a:xfrm rot="3703675">
              <a:off x="2422716" y="3161718"/>
              <a:ext cx="576664" cy="758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Splat 141"/>
            <p:cNvSpPr>
              <a:spLocks noGrp="1"/>
            </p:cNvSpPr>
            <p:nvPr/>
          </p:nvSpPr>
          <p:spPr>
            <a:xfrm rot="-8339830">
              <a:off x="2552758" y="3181802"/>
              <a:ext cx="314821" cy="4388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Splat 142"/>
            <p:cNvSpPr>
              <a:spLocks noGrp="1"/>
            </p:cNvSpPr>
            <p:nvPr/>
          </p:nvSpPr>
          <p:spPr>
            <a:xfrm rot="8181284">
              <a:off x="1279412" y="307547"/>
              <a:ext cx="68738" cy="14876"/>
            </a:xfrm>
            <a:prstGeom prst="ellipse">
              <a:avLst/>
            </a:prstGeom>
            <a:gradFill>
              <a:gsLst>
                <a:gs pos="0">
                  <a:srgbClr val="4A545F">
                    <a:alpha val="19141"/>
                  </a:srgbClr>
                </a:gs>
                <a:gs pos="14286">
                  <a:srgbClr val="4A545F">
                    <a:alpha val="17740"/>
                  </a:srgbClr>
                </a:gs>
                <a:gs pos="28571">
                  <a:srgbClr val="4A545F">
                    <a:alpha val="14069"/>
                  </a:srgbClr>
                </a:gs>
                <a:gs pos="42857">
                  <a:srgbClr val="4A545F">
                    <a:alpha val="9467"/>
                  </a:srgbClr>
                </a:gs>
                <a:gs pos="57143">
                  <a:srgbClr val="4A545F">
                    <a:alpha val="5362"/>
                  </a:srgbClr>
                </a:gs>
                <a:gs pos="71429">
                  <a:srgbClr val="4A545F">
                    <a:alpha val="2547"/>
                  </a:srgbClr>
                </a:gs>
                <a:gs pos="85714">
                  <a:srgbClr val="4A545F">
                    <a:alpha val="1015"/>
                  </a:srgbClr>
                </a:gs>
                <a:gs pos="100000">
                  <a:srgbClr val="4A545F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Splat 143"/>
            <p:cNvSpPr>
              <a:spLocks noGrp="1"/>
            </p:cNvSpPr>
            <p:nvPr/>
          </p:nvSpPr>
          <p:spPr>
            <a:xfrm rot="5363613">
              <a:off x="2647888" y="38229"/>
              <a:ext cx="42565" cy="40769"/>
            </a:xfrm>
            <a:prstGeom prst="ellipse">
              <a:avLst/>
            </a:prstGeom>
            <a:gradFill>
              <a:gsLst>
                <a:gs pos="0">
                  <a:srgbClr val="E2E2E1">
                    <a:alpha val="21544"/>
                  </a:srgbClr>
                </a:gs>
                <a:gs pos="14286">
                  <a:srgbClr val="E2E2E1">
                    <a:alpha val="19989"/>
                  </a:srgbClr>
                </a:gs>
                <a:gs pos="28571">
                  <a:srgbClr val="E2E2E1">
                    <a:alpha val="15899"/>
                  </a:srgbClr>
                </a:gs>
                <a:gs pos="42857">
                  <a:srgbClr val="E2E2E1">
                    <a:alpha val="10736"/>
                  </a:srgbClr>
                </a:gs>
                <a:gs pos="57143">
                  <a:srgbClr val="E2E2E1">
                    <a:alpha val="6099"/>
                  </a:srgbClr>
                </a:gs>
                <a:gs pos="71429">
                  <a:srgbClr val="E2E2E1">
                    <a:alpha val="2903"/>
                  </a:srgbClr>
                </a:gs>
                <a:gs pos="85714">
                  <a:srgbClr val="E2E2E1">
                    <a:alpha val="1158"/>
                  </a:srgbClr>
                </a:gs>
                <a:gs pos="100000">
                  <a:srgbClr val="E2E2E1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Splat 144"/>
            <p:cNvSpPr>
              <a:spLocks noGrp="1"/>
            </p:cNvSpPr>
            <p:nvPr/>
          </p:nvSpPr>
          <p:spPr>
            <a:xfrm rot="9578641">
              <a:off x="3315151" y="3027445"/>
              <a:ext cx="60025" cy="16828"/>
            </a:xfrm>
            <a:prstGeom prst="ellipse">
              <a:avLst/>
            </a:prstGeom>
            <a:gradFill>
              <a:gsLst>
                <a:gs pos="0">
                  <a:srgbClr val="000000">
                    <a:alpha val="21369"/>
                  </a:srgbClr>
                </a:gs>
                <a:gs pos="14286">
                  <a:srgbClr val="000000">
                    <a:alpha val="19825"/>
                  </a:srgbClr>
                </a:gs>
                <a:gs pos="28571">
                  <a:srgbClr val="000000">
                    <a:alpha val="15765"/>
                  </a:srgbClr>
                </a:gs>
                <a:gs pos="42857">
                  <a:srgbClr val="000000">
                    <a:alpha val="10643"/>
                  </a:srgbClr>
                </a:gs>
                <a:gs pos="57143">
                  <a:srgbClr val="000000">
                    <a:alpha val="6045"/>
                  </a:srgbClr>
                </a:gs>
                <a:gs pos="71429">
                  <a:srgbClr val="000000">
                    <a:alpha val="2877"/>
                  </a:srgbClr>
                </a:gs>
                <a:gs pos="85714">
                  <a:srgbClr val="000000">
                    <a:alpha val="1148"/>
                  </a:srgbClr>
                </a:gs>
                <a:gs pos="100000">
                  <a:srgbClr val="000000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Splat 145"/>
            <p:cNvSpPr>
              <a:spLocks noGrp="1"/>
            </p:cNvSpPr>
            <p:nvPr/>
          </p:nvSpPr>
          <p:spPr>
            <a:xfrm rot="-8529480">
              <a:off x="1460443" y="178805"/>
              <a:ext cx="65270" cy="18141"/>
            </a:xfrm>
            <a:prstGeom prst="ellipse">
              <a:avLst/>
            </a:prstGeom>
            <a:gradFill>
              <a:gsLst>
                <a:gs pos="0">
                  <a:srgbClr val="CCCDC9">
                    <a:alpha val="20484"/>
                  </a:srgbClr>
                </a:gs>
                <a:gs pos="14286">
                  <a:srgbClr val="CCCDC9">
                    <a:alpha val="18996"/>
                  </a:srgbClr>
                </a:gs>
                <a:gs pos="28571">
                  <a:srgbClr val="CCCDC9">
                    <a:alpha val="15089"/>
                  </a:srgbClr>
                </a:gs>
                <a:gs pos="42857">
                  <a:srgbClr val="CCCDC9">
                    <a:alpha val="10173"/>
                  </a:srgbClr>
                </a:gs>
                <a:gs pos="57143">
                  <a:srgbClr val="CCCDC9">
                    <a:alpha val="5772"/>
                  </a:srgbClr>
                </a:gs>
                <a:gs pos="71429">
                  <a:srgbClr val="CCCDC9">
                    <a:alpha val="2744"/>
                  </a:srgbClr>
                </a:gs>
                <a:gs pos="85714">
                  <a:srgbClr val="CCCDC9">
                    <a:alpha val="1094"/>
                  </a:srgbClr>
                </a:gs>
                <a:gs pos="100000">
                  <a:srgbClr val="CCCDC9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Splat 146"/>
            <p:cNvSpPr>
              <a:spLocks noGrp="1"/>
            </p:cNvSpPr>
            <p:nvPr/>
          </p:nvSpPr>
          <p:spPr>
            <a:xfrm rot="8991583">
              <a:off x="3223115" y="3462894"/>
              <a:ext cx="66158" cy="14906"/>
            </a:xfrm>
            <a:prstGeom prst="ellipse">
              <a:avLst/>
            </a:prstGeom>
            <a:gradFill>
              <a:gsLst>
                <a:gs pos="0">
                  <a:srgbClr val="7B7D83">
                    <a:alpha val="14473"/>
                  </a:srgbClr>
                </a:gs>
                <a:gs pos="14286">
                  <a:srgbClr val="7B7D83">
                    <a:alpha val="13384"/>
                  </a:srgbClr>
                </a:gs>
                <a:gs pos="28571">
                  <a:srgbClr val="7B7D83">
                    <a:alpha val="10557"/>
                  </a:srgbClr>
                </a:gs>
                <a:gs pos="42857">
                  <a:srgbClr val="7B7D83">
                    <a:alpha val="7057"/>
                  </a:srgbClr>
                </a:gs>
                <a:gs pos="57143">
                  <a:srgbClr val="7B7D83">
                    <a:alpha val="3974"/>
                  </a:srgbClr>
                </a:gs>
                <a:gs pos="71429">
                  <a:srgbClr val="7B7D83">
                    <a:alpha val="1880"/>
                  </a:srgbClr>
                </a:gs>
                <a:gs pos="85714">
                  <a:srgbClr val="7B7D83">
                    <a:alpha val="748"/>
                  </a:srgbClr>
                </a:gs>
                <a:gs pos="100000">
                  <a:srgbClr val="7B7D83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Splat 147"/>
            <p:cNvSpPr>
              <a:spLocks noGrp="1"/>
            </p:cNvSpPr>
            <p:nvPr/>
          </p:nvSpPr>
          <p:spPr>
            <a:xfrm rot="6909187">
              <a:off x="1587253" y="1315475"/>
              <a:ext cx="322413" cy="851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Splat 148"/>
            <p:cNvSpPr>
              <a:spLocks noGrp="1"/>
            </p:cNvSpPr>
            <p:nvPr/>
          </p:nvSpPr>
          <p:spPr>
            <a:xfrm rot="2957487">
              <a:off x="879502" y="840639"/>
              <a:ext cx="398103" cy="1542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Splat 149"/>
            <p:cNvSpPr>
              <a:spLocks noGrp="1"/>
            </p:cNvSpPr>
            <p:nvPr/>
          </p:nvSpPr>
          <p:spPr>
            <a:xfrm rot="8803598">
              <a:off x="2144614" y="437561"/>
              <a:ext cx="1084291" cy="149218"/>
            </a:xfrm>
            <a:prstGeom prst="ellipse">
              <a:avLst/>
            </a:prstGeom>
            <a:gradFill>
              <a:gsLst>
                <a:gs pos="0">
                  <a:srgbClr val="F7F5F5">
                    <a:alpha val="32968"/>
                  </a:srgbClr>
                </a:gs>
                <a:gs pos="14286">
                  <a:srgbClr val="F7F5F5">
                    <a:alpha val="30764"/>
                  </a:srgbClr>
                </a:gs>
                <a:gs pos="28571">
                  <a:srgbClr val="F7F5F5">
                    <a:alpha val="24833"/>
                  </a:srgbClr>
                </a:gs>
                <a:gs pos="42857">
                  <a:srgbClr val="F7F5F5">
                    <a:alpha val="17075"/>
                  </a:srgbClr>
                </a:gs>
                <a:gs pos="57143">
                  <a:srgbClr val="F7F5F5">
                    <a:alpha val="9855"/>
                  </a:srgbClr>
                </a:gs>
                <a:gs pos="71429">
                  <a:srgbClr val="F7F5F5">
                    <a:alpha val="4740"/>
                  </a:srgbClr>
                </a:gs>
                <a:gs pos="85714">
                  <a:srgbClr val="F7F5F5">
                    <a:alpha val="1902"/>
                  </a:srgbClr>
                </a:gs>
                <a:gs pos="100000">
                  <a:srgbClr val="F7F5F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Splat 150"/>
            <p:cNvSpPr>
              <a:spLocks noGrp="1"/>
            </p:cNvSpPr>
            <p:nvPr/>
          </p:nvSpPr>
          <p:spPr>
            <a:xfrm rot="6498516">
              <a:off x="1096831" y="719634"/>
              <a:ext cx="596632" cy="6670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Splat 151"/>
            <p:cNvSpPr>
              <a:spLocks noGrp="1"/>
            </p:cNvSpPr>
            <p:nvPr/>
          </p:nvSpPr>
          <p:spPr>
            <a:xfrm rot="10786175">
              <a:off x="1352887" y="354046"/>
              <a:ext cx="70406" cy="15562"/>
            </a:xfrm>
            <a:prstGeom prst="ellipse">
              <a:avLst/>
            </a:prstGeom>
            <a:gradFill>
              <a:gsLst>
                <a:gs pos="0">
                  <a:srgbClr val="959289">
                    <a:alpha val="18697"/>
                  </a:srgbClr>
                </a:gs>
                <a:gs pos="14286">
                  <a:srgbClr val="959289">
                    <a:alpha val="17324"/>
                  </a:srgbClr>
                </a:gs>
                <a:gs pos="28571">
                  <a:srgbClr val="959289">
                    <a:alpha val="13732"/>
                  </a:srgbClr>
                </a:gs>
                <a:gs pos="42857">
                  <a:srgbClr val="959289">
                    <a:alpha val="9234"/>
                  </a:srgbClr>
                </a:gs>
                <a:gs pos="57143">
                  <a:srgbClr val="959289">
                    <a:alpha val="5227"/>
                  </a:srgbClr>
                </a:gs>
                <a:gs pos="71429">
                  <a:srgbClr val="959289">
                    <a:alpha val="2482"/>
                  </a:srgbClr>
                </a:gs>
                <a:gs pos="85714">
                  <a:srgbClr val="959289">
                    <a:alpha val="989"/>
                  </a:srgbClr>
                </a:gs>
                <a:gs pos="100000">
                  <a:srgbClr val="959289">
                    <a:alpha val="3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Splat 152"/>
            <p:cNvSpPr>
              <a:spLocks noGrp="1"/>
            </p:cNvSpPr>
            <p:nvPr/>
          </p:nvSpPr>
          <p:spPr>
            <a:xfrm rot="10233707">
              <a:off x="1652249" y="1744089"/>
              <a:ext cx="250543" cy="476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Splat 153"/>
            <p:cNvSpPr>
              <a:spLocks noGrp="1"/>
            </p:cNvSpPr>
            <p:nvPr/>
          </p:nvSpPr>
          <p:spPr>
            <a:xfrm rot="8701607">
              <a:off x="1529321" y="2473286"/>
              <a:ext cx="675777" cy="371998"/>
            </a:xfrm>
            <a:prstGeom prst="ellipse">
              <a:avLst/>
            </a:prstGeom>
            <a:gradFill>
              <a:gsLst>
                <a:gs pos="0">
                  <a:srgbClr val="00000B">
                    <a:alpha val="32968"/>
                  </a:srgbClr>
                </a:gs>
                <a:gs pos="14286">
                  <a:srgbClr val="00000B">
                    <a:alpha val="30764"/>
                  </a:srgbClr>
                </a:gs>
                <a:gs pos="28571">
                  <a:srgbClr val="00000B">
                    <a:alpha val="24833"/>
                  </a:srgbClr>
                </a:gs>
                <a:gs pos="42857">
                  <a:srgbClr val="00000B">
                    <a:alpha val="17075"/>
                  </a:srgbClr>
                </a:gs>
                <a:gs pos="57143">
                  <a:srgbClr val="00000B">
                    <a:alpha val="9855"/>
                  </a:srgbClr>
                </a:gs>
                <a:gs pos="71429">
                  <a:srgbClr val="00000B">
                    <a:alpha val="4740"/>
                  </a:srgbClr>
                </a:gs>
                <a:gs pos="85714">
                  <a:srgbClr val="00000B">
                    <a:alpha val="1902"/>
                  </a:srgbClr>
                </a:gs>
                <a:gs pos="100000">
                  <a:srgbClr val="00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Splat 154"/>
            <p:cNvSpPr>
              <a:spLocks noGrp="1"/>
            </p:cNvSpPr>
            <p:nvPr/>
          </p:nvSpPr>
          <p:spPr>
            <a:xfrm rot="5883464">
              <a:off x="3441436" y="2603102"/>
              <a:ext cx="67568" cy="18686"/>
            </a:xfrm>
            <a:prstGeom prst="ellipse">
              <a:avLst/>
            </a:prstGeom>
            <a:gradFill>
              <a:gsLst>
                <a:gs pos="0">
                  <a:srgbClr val="000000">
                    <a:alpha val="20024"/>
                  </a:srgbClr>
                </a:gs>
                <a:gs pos="14286">
                  <a:srgbClr val="000000">
                    <a:alpha val="18565"/>
                  </a:srgbClr>
                </a:gs>
                <a:gs pos="28571">
                  <a:srgbClr val="000000">
                    <a:alpha val="14739"/>
                  </a:srgbClr>
                </a:gs>
                <a:gs pos="42857">
                  <a:srgbClr val="000000">
                    <a:alpha val="9931"/>
                  </a:srgbClr>
                </a:gs>
                <a:gs pos="57143">
                  <a:srgbClr val="000000">
                    <a:alpha val="5631"/>
                  </a:srgbClr>
                </a:gs>
                <a:gs pos="71429">
                  <a:srgbClr val="000000">
                    <a:alpha val="2676"/>
                  </a:srgbClr>
                </a:gs>
                <a:gs pos="85714">
                  <a:srgbClr val="000000">
                    <a:alpha val="1067"/>
                  </a:srgbClr>
                </a:gs>
                <a:gs pos="100000">
                  <a:srgbClr val="000000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Splat 155"/>
            <p:cNvSpPr>
              <a:spLocks noGrp="1"/>
            </p:cNvSpPr>
            <p:nvPr/>
          </p:nvSpPr>
          <p:spPr>
            <a:xfrm rot="-9547567">
              <a:off x="1233751" y="1723816"/>
              <a:ext cx="67339" cy="15995"/>
            </a:xfrm>
            <a:prstGeom prst="ellipse">
              <a:avLst/>
            </a:prstGeom>
            <a:gradFill>
              <a:gsLst>
                <a:gs pos="0">
                  <a:srgbClr val="8C867A">
                    <a:alpha val="15090"/>
                  </a:srgbClr>
                </a:gs>
                <a:gs pos="14286">
                  <a:srgbClr val="8C867A">
                    <a:alpha val="13959"/>
                  </a:srgbClr>
                </a:gs>
                <a:gs pos="28571">
                  <a:srgbClr val="8C867A">
                    <a:alpha val="11018"/>
                  </a:srgbClr>
                </a:gs>
                <a:gs pos="42857">
                  <a:srgbClr val="8C867A">
                    <a:alpha val="7371"/>
                  </a:srgbClr>
                </a:gs>
                <a:gs pos="57143">
                  <a:srgbClr val="8C867A">
                    <a:alpha val="4154"/>
                  </a:srgbClr>
                </a:gs>
                <a:gs pos="71429">
                  <a:srgbClr val="8C867A">
                    <a:alpha val="1966"/>
                  </a:srgbClr>
                </a:gs>
                <a:gs pos="85714">
                  <a:srgbClr val="8C867A">
                    <a:alpha val="782"/>
                  </a:srgbClr>
                </a:gs>
                <a:gs pos="100000">
                  <a:srgbClr val="8C867A">
                    <a:alpha val="2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Splat 156"/>
            <p:cNvSpPr>
              <a:spLocks noGrp="1"/>
            </p:cNvSpPr>
            <p:nvPr/>
          </p:nvSpPr>
          <p:spPr>
            <a:xfrm rot="9401168">
              <a:off x="2306340" y="1097837"/>
              <a:ext cx="59478" cy="17888"/>
            </a:xfrm>
            <a:prstGeom prst="ellipse">
              <a:avLst/>
            </a:prstGeom>
            <a:gradFill>
              <a:gsLst>
                <a:gs pos="0">
                  <a:srgbClr val="D6D6D2">
                    <a:alpha val="20644"/>
                  </a:srgbClr>
                </a:gs>
                <a:gs pos="14286">
                  <a:srgbClr val="D6D6D2">
                    <a:alpha val="19146"/>
                  </a:srgbClr>
                </a:gs>
                <a:gs pos="28571">
                  <a:srgbClr val="D6D6D2">
                    <a:alpha val="15212"/>
                  </a:srgbClr>
                </a:gs>
                <a:gs pos="42857">
                  <a:srgbClr val="D6D6D2">
                    <a:alpha val="10258"/>
                  </a:srgbClr>
                </a:gs>
                <a:gs pos="57143">
                  <a:srgbClr val="D6D6D2">
                    <a:alpha val="5821"/>
                  </a:srgbClr>
                </a:gs>
                <a:gs pos="71429">
                  <a:srgbClr val="D6D6D2">
                    <a:alpha val="2768"/>
                  </a:srgbClr>
                </a:gs>
                <a:gs pos="85714">
                  <a:srgbClr val="D6D6D2">
                    <a:alpha val="1104"/>
                  </a:srgbClr>
                </a:gs>
                <a:gs pos="100000">
                  <a:srgbClr val="D6D6D2">
                    <a:alpha val="37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Splat 157"/>
            <p:cNvSpPr>
              <a:spLocks noGrp="1"/>
            </p:cNvSpPr>
            <p:nvPr/>
          </p:nvSpPr>
          <p:spPr>
            <a:xfrm rot="4849257">
              <a:off x="3555247" y="3248538"/>
              <a:ext cx="68096" cy="19228"/>
            </a:xfrm>
            <a:prstGeom prst="ellipse">
              <a:avLst/>
            </a:prstGeom>
            <a:gradFill>
              <a:gsLst>
                <a:gs pos="0">
                  <a:srgbClr val="BCBDB6">
                    <a:alpha val="19628"/>
                  </a:srgbClr>
                </a:gs>
                <a:gs pos="14286">
                  <a:srgbClr val="BCBDB6">
                    <a:alpha val="18194"/>
                  </a:srgbClr>
                </a:gs>
                <a:gs pos="28571">
                  <a:srgbClr val="BCBDB6">
                    <a:alpha val="14438"/>
                  </a:srgbClr>
                </a:gs>
                <a:gs pos="42857">
                  <a:srgbClr val="BCBDB6">
                    <a:alpha val="9722"/>
                  </a:srgbClr>
                </a:gs>
                <a:gs pos="57143">
                  <a:srgbClr val="BCBDB6">
                    <a:alpha val="5510"/>
                  </a:srgbClr>
                </a:gs>
                <a:gs pos="71429">
                  <a:srgbClr val="BCBDB6">
                    <a:alpha val="2618"/>
                  </a:srgbClr>
                </a:gs>
                <a:gs pos="85714">
                  <a:srgbClr val="BCBDB6">
                    <a:alpha val="1044"/>
                  </a:srgbClr>
                </a:gs>
                <a:gs pos="100000">
                  <a:srgbClr val="BCBDB6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Splat 158"/>
            <p:cNvSpPr>
              <a:spLocks noGrp="1"/>
            </p:cNvSpPr>
            <p:nvPr/>
          </p:nvSpPr>
          <p:spPr>
            <a:xfrm rot="-10773735">
              <a:off x="-273924" y="1478674"/>
              <a:ext cx="849515" cy="1382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Splat 159"/>
            <p:cNvSpPr>
              <a:spLocks noGrp="1"/>
            </p:cNvSpPr>
            <p:nvPr/>
          </p:nvSpPr>
          <p:spPr>
            <a:xfrm rot="-8484746">
              <a:off x="1589309" y="1762468"/>
              <a:ext cx="942696" cy="1647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Splat 160"/>
            <p:cNvSpPr>
              <a:spLocks noGrp="1"/>
            </p:cNvSpPr>
            <p:nvPr/>
          </p:nvSpPr>
          <p:spPr>
            <a:xfrm rot="4771765">
              <a:off x="-233669" y="3077950"/>
              <a:ext cx="530951" cy="138006"/>
            </a:xfrm>
            <a:prstGeom prst="ellipse">
              <a:avLst/>
            </a:prstGeom>
            <a:gradFill>
              <a:gsLst>
                <a:gs pos="0">
                  <a:srgbClr val="B6B7B7">
                    <a:alpha val="32968"/>
                  </a:srgbClr>
                </a:gs>
                <a:gs pos="14286">
                  <a:srgbClr val="B6B7B7">
                    <a:alpha val="30764"/>
                  </a:srgbClr>
                </a:gs>
                <a:gs pos="28571">
                  <a:srgbClr val="B6B7B7">
                    <a:alpha val="24833"/>
                  </a:srgbClr>
                </a:gs>
                <a:gs pos="42857">
                  <a:srgbClr val="B6B7B7">
                    <a:alpha val="17075"/>
                  </a:srgbClr>
                </a:gs>
                <a:gs pos="57143">
                  <a:srgbClr val="B6B7B7">
                    <a:alpha val="9855"/>
                  </a:srgbClr>
                </a:gs>
                <a:gs pos="71429">
                  <a:srgbClr val="B6B7B7">
                    <a:alpha val="4740"/>
                  </a:srgbClr>
                </a:gs>
                <a:gs pos="85714">
                  <a:srgbClr val="B6B7B7">
                    <a:alpha val="1902"/>
                  </a:srgbClr>
                </a:gs>
                <a:gs pos="100000">
                  <a:srgbClr val="B6B7B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Splat 161"/>
            <p:cNvSpPr>
              <a:spLocks noGrp="1"/>
            </p:cNvSpPr>
            <p:nvPr/>
          </p:nvSpPr>
          <p:spPr>
            <a:xfrm rot="9850226">
              <a:off x="2280809" y="2212140"/>
              <a:ext cx="315188" cy="294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Splat 162"/>
            <p:cNvSpPr>
              <a:spLocks noGrp="1"/>
            </p:cNvSpPr>
            <p:nvPr/>
          </p:nvSpPr>
          <p:spPr>
            <a:xfrm rot="4891921">
              <a:off x="452360" y="1402340"/>
              <a:ext cx="558494" cy="822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Splat 163"/>
            <p:cNvSpPr>
              <a:spLocks noGrp="1"/>
            </p:cNvSpPr>
            <p:nvPr/>
          </p:nvSpPr>
          <p:spPr>
            <a:xfrm rot="9052407">
              <a:off x="1331708" y="2817009"/>
              <a:ext cx="617107" cy="398503"/>
            </a:xfrm>
            <a:prstGeom prst="ellipse">
              <a:avLst/>
            </a:prstGeom>
            <a:gradFill>
              <a:gsLst>
                <a:gs pos="0">
                  <a:srgbClr val="EDECEC">
                    <a:alpha val="32968"/>
                  </a:srgbClr>
                </a:gs>
                <a:gs pos="14286">
                  <a:srgbClr val="EDECEC">
                    <a:alpha val="30764"/>
                  </a:srgbClr>
                </a:gs>
                <a:gs pos="28571">
                  <a:srgbClr val="EDECEC">
                    <a:alpha val="24833"/>
                  </a:srgbClr>
                </a:gs>
                <a:gs pos="42857">
                  <a:srgbClr val="EDECEC">
                    <a:alpha val="17075"/>
                  </a:srgbClr>
                </a:gs>
                <a:gs pos="57143">
                  <a:srgbClr val="EDECEC">
                    <a:alpha val="9855"/>
                  </a:srgbClr>
                </a:gs>
                <a:gs pos="71429">
                  <a:srgbClr val="EDECEC">
                    <a:alpha val="4740"/>
                  </a:srgbClr>
                </a:gs>
                <a:gs pos="85714">
                  <a:srgbClr val="EDECEC">
                    <a:alpha val="1902"/>
                  </a:srgbClr>
                </a:gs>
                <a:gs pos="100000">
                  <a:srgbClr val="ED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Splat 164"/>
            <p:cNvSpPr>
              <a:spLocks noGrp="1"/>
            </p:cNvSpPr>
            <p:nvPr/>
          </p:nvSpPr>
          <p:spPr>
            <a:xfrm rot="10220912">
              <a:off x="3070309" y="2669318"/>
              <a:ext cx="65395" cy="18168"/>
            </a:xfrm>
            <a:prstGeom prst="ellipse">
              <a:avLst/>
            </a:prstGeom>
            <a:gradFill>
              <a:gsLst>
                <a:gs pos="0">
                  <a:srgbClr val="CDCDCC">
                    <a:alpha val="20458"/>
                  </a:srgbClr>
                </a:gs>
                <a:gs pos="14286">
                  <a:srgbClr val="CDCDCC">
                    <a:alpha val="18971"/>
                  </a:srgbClr>
                </a:gs>
                <a:gs pos="28571">
                  <a:srgbClr val="CDCDCC">
                    <a:alpha val="15070"/>
                  </a:srgbClr>
                </a:gs>
                <a:gs pos="42857">
                  <a:srgbClr val="CDCDCC">
                    <a:alpha val="10160"/>
                  </a:srgbClr>
                </a:gs>
                <a:gs pos="57143">
                  <a:srgbClr val="CDCDCC">
                    <a:alpha val="5764"/>
                  </a:srgbClr>
                </a:gs>
                <a:gs pos="71429">
                  <a:srgbClr val="CDCDCC">
                    <a:alpha val="2741"/>
                  </a:srgbClr>
                </a:gs>
                <a:gs pos="85714">
                  <a:srgbClr val="CDCDCC">
                    <a:alpha val="1093"/>
                  </a:srgbClr>
                </a:gs>
                <a:gs pos="100000">
                  <a:srgbClr val="CDCDCC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Splat 165"/>
            <p:cNvSpPr>
              <a:spLocks noGrp="1"/>
            </p:cNvSpPr>
            <p:nvPr/>
          </p:nvSpPr>
          <p:spPr>
            <a:xfrm rot="7771589">
              <a:off x="1009609" y="3219679"/>
              <a:ext cx="1128565" cy="3148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Splat 166"/>
            <p:cNvSpPr>
              <a:spLocks noGrp="1"/>
            </p:cNvSpPr>
            <p:nvPr/>
          </p:nvSpPr>
          <p:spPr>
            <a:xfrm rot="7878385">
              <a:off x="1609690" y="940533"/>
              <a:ext cx="70836" cy="19840"/>
            </a:xfrm>
            <a:prstGeom prst="ellipse">
              <a:avLst/>
            </a:prstGeom>
            <a:gradFill>
              <a:gsLst>
                <a:gs pos="0">
                  <a:srgbClr val="000026">
                    <a:alpha val="19246"/>
                  </a:srgbClr>
                </a:gs>
                <a:gs pos="14286">
                  <a:srgbClr val="000026">
                    <a:alpha val="17838"/>
                  </a:srgbClr>
                </a:gs>
                <a:gs pos="28571">
                  <a:srgbClr val="000026">
                    <a:alpha val="14149"/>
                  </a:srgbClr>
                </a:gs>
                <a:gs pos="42857">
                  <a:srgbClr val="000026">
                    <a:alpha val="9522"/>
                  </a:srgbClr>
                </a:gs>
                <a:gs pos="57143">
                  <a:srgbClr val="000026">
                    <a:alpha val="5394"/>
                  </a:srgbClr>
                </a:gs>
                <a:gs pos="71429">
                  <a:srgbClr val="000026">
                    <a:alpha val="2562"/>
                  </a:srgbClr>
                </a:gs>
                <a:gs pos="85714">
                  <a:srgbClr val="000026">
                    <a:alpha val="1021"/>
                  </a:srgbClr>
                </a:gs>
                <a:gs pos="100000">
                  <a:srgbClr val="000026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Splat 167"/>
            <p:cNvSpPr>
              <a:spLocks noGrp="1"/>
            </p:cNvSpPr>
            <p:nvPr/>
          </p:nvSpPr>
          <p:spPr>
            <a:xfrm rot="3771241">
              <a:off x="1686649" y="3151717"/>
              <a:ext cx="1055190" cy="265966"/>
            </a:xfrm>
            <a:prstGeom prst="ellipse">
              <a:avLst/>
            </a:prstGeom>
            <a:gradFill>
              <a:gsLst>
                <a:gs pos="0">
                  <a:srgbClr val="C0C1C1">
                    <a:alpha val="32968"/>
                  </a:srgbClr>
                </a:gs>
                <a:gs pos="14286">
                  <a:srgbClr val="C0C1C1">
                    <a:alpha val="30764"/>
                  </a:srgbClr>
                </a:gs>
                <a:gs pos="28571">
                  <a:srgbClr val="C0C1C1">
                    <a:alpha val="24833"/>
                  </a:srgbClr>
                </a:gs>
                <a:gs pos="42857">
                  <a:srgbClr val="C0C1C1">
                    <a:alpha val="17075"/>
                  </a:srgbClr>
                </a:gs>
                <a:gs pos="57143">
                  <a:srgbClr val="C0C1C1">
                    <a:alpha val="9855"/>
                  </a:srgbClr>
                </a:gs>
                <a:gs pos="71429">
                  <a:srgbClr val="C0C1C1">
                    <a:alpha val="4740"/>
                  </a:srgbClr>
                </a:gs>
                <a:gs pos="85714">
                  <a:srgbClr val="C0C1C1">
                    <a:alpha val="1902"/>
                  </a:srgbClr>
                </a:gs>
                <a:gs pos="100000">
                  <a:srgbClr val="C0C1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Splat 168"/>
            <p:cNvSpPr>
              <a:spLocks noGrp="1"/>
            </p:cNvSpPr>
            <p:nvPr/>
          </p:nvSpPr>
          <p:spPr>
            <a:xfrm rot="6912028">
              <a:off x="824723" y="3402316"/>
              <a:ext cx="70841" cy="19584"/>
            </a:xfrm>
            <a:prstGeom prst="ellipse">
              <a:avLst/>
            </a:prstGeom>
            <a:gradFill>
              <a:gsLst>
                <a:gs pos="0">
                  <a:srgbClr val="000015">
                    <a:alpha val="19447"/>
                  </a:srgbClr>
                </a:gs>
                <a:gs pos="14286">
                  <a:srgbClr val="000015">
                    <a:alpha val="18025"/>
                  </a:srgbClr>
                </a:gs>
                <a:gs pos="28571">
                  <a:srgbClr val="000015">
                    <a:alpha val="14301"/>
                  </a:srgbClr>
                </a:gs>
                <a:gs pos="42857">
                  <a:srgbClr val="000015">
                    <a:alpha val="9627"/>
                  </a:srgbClr>
                </a:gs>
                <a:gs pos="57143">
                  <a:srgbClr val="000015">
                    <a:alpha val="5455"/>
                  </a:srgbClr>
                </a:gs>
                <a:gs pos="71429">
                  <a:srgbClr val="000015">
                    <a:alpha val="2591"/>
                  </a:srgbClr>
                </a:gs>
                <a:gs pos="85714">
                  <a:srgbClr val="000015">
                    <a:alpha val="1033"/>
                  </a:srgbClr>
                </a:gs>
                <a:gs pos="100000">
                  <a:srgbClr val="000015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Splat 169"/>
            <p:cNvSpPr>
              <a:spLocks noGrp="1"/>
            </p:cNvSpPr>
            <p:nvPr/>
          </p:nvSpPr>
          <p:spPr>
            <a:xfrm rot="-8873911">
              <a:off x="2031934" y="12549"/>
              <a:ext cx="830075" cy="598969"/>
            </a:xfrm>
            <a:prstGeom prst="ellipse">
              <a:avLst/>
            </a:prstGeom>
            <a:gradFill>
              <a:gsLst>
                <a:gs pos="0">
                  <a:srgbClr val="00140A">
                    <a:alpha val="32968"/>
                  </a:srgbClr>
                </a:gs>
                <a:gs pos="14286">
                  <a:srgbClr val="00140A">
                    <a:alpha val="30764"/>
                  </a:srgbClr>
                </a:gs>
                <a:gs pos="28571">
                  <a:srgbClr val="00140A">
                    <a:alpha val="24833"/>
                  </a:srgbClr>
                </a:gs>
                <a:gs pos="42857">
                  <a:srgbClr val="00140A">
                    <a:alpha val="17075"/>
                  </a:srgbClr>
                </a:gs>
                <a:gs pos="57143">
                  <a:srgbClr val="00140A">
                    <a:alpha val="9855"/>
                  </a:srgbClr>
                </a:gs>
                <a:gs pos="71429">
                  <a:srgbClr val="00140A">
                    <a:alpha val="4740"/>
                  </a:srgbClr>
                </a:gs>
                <a:gs pos="85714">
                  <a:srgbClr val="00140A">
                    <a:alpha val="1902"/>
                  </a:srgbClr>
                </a:gs>
                <a:gs pos="100000">
                  <a:srgbClr val="0014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Splat 170"/>
            <p:cNvSpPr>
              <a:spLocks noGrp="1"/>
            </p:cNvSpPr>
            <p:nvPr/>
          </p:nvSpPr>
          <p:spPr>
            <a:xfrm rot="3627806">
              <a:off x="1000733" y="3340302"/>
              <a:ext cx="70783" cy="19872"/>
            </a:xfrm>
            <a:prstGeom prst="ellipse">
              <a:avLst/>
            </a:prstGeom>
            <a:gradFill>
              <a:gsLst>
                <a:gs pos="0">
                  <a:srgbClr val="BBBCB3">
                    <a:alpha val="19187"/>
                  </a:srgbClr>
                </a:gs>
                <a:gs pos="14286">
                  <a:srgbClr val="BBBCB3">
                    <a:alpha val="17782"/>
                  </a:srgbClr>
                </a:gs>
                <a:gs pos="28571">
                  <a:srgbClr val="BBBCB3">
                    <a:alpha val="14104"/>
                  </a:srgbClr>
                </a:gs>
                <a:gs pos="42857">
                  <a:srgbClr val="BBBCB3">
                    <a:alpha val="9491"/>
                  </a:srgbClr>
                </a:gs>
                <a:gs pos="57143">
                  <a:srgbClr val="BBBCB3">
                    <a:alpha val="5376"/>
                  </a:srgbClr>
                </a:gs>
                <a:gs pos="71429">
                  <a:srgbClr val="BBBCB3">
                    <a:alpha val="2553"/>
                  </a:srgbClr>
                </a:gs>
                <a:gs pos="85714">
                  <a:srgbClr val="BBBCB3">
                    <a:alpha val="1018"/>
                  </a:srgbClr>
                </a:gs>
                <a:gs pos="100000">
                  <a:srgbClr val="BBBCB3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Splat 171"/>
            <p:cNvSpPr>
              <a:spLocks noGrp="1"/>
            </p:cNvSpPr>
            <p:nvPr/>
          </p:nvSpPr>
          <p:spPr>
            <a:xfrm rot="10123359">
              <a:off x="1014630" y="3345932"/>
              <a:ext cx="508621" cy="1210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Splat 172"/>
            <p:cNvSpPr>
              <a:spLocks noGrp="1"/>
            </p:cNvSpPr>
            <p:nvPr/>
          </p:nvSpPr>
          <p:spPr>
            <a:xfrm rot="5391238">
              <a:off x="2681198" y="799445"/>
              <a:ext cx="66382" cy="18329"/>
            </a:xfrm>
            <a:prstGeom prst="ellipse">
              <a:avLst/>
            </a:prstGeom>
            <a:gradFill>
              <a:gsLst>
                <a:gs pos="0">
                  <a:srgbClr val="CFCFCC">
                    <a:alpha val="20281"/>
                  </a:srgbClr>
                </a:gs>
                <a:gs pos="14286">
                  <a:srgbClr val="CFCFCC">
                    <a:alpha val="18806"/>
                  </a:srgbClr>
                </a:gs>
                <a:gs pos="28571">
                  <a:srgbClr val="CFCFCC">
                    <a:alpha val="14935"/>
                  </a:srgbClr>
                </a:gs>
                <a:gs pos="42857">
                  <a:srgbClr val="CFCFCC">
                    <a:alpha val="10067"/>
                  </a:srgbClr>
                </a:gs>
                <a:gs pos="57143">
                  <a:srgbClr val="CFCFCC">
                    <a:alpha val="5710"/>
                  </a:srgbClr>
                </a:gs>
                <a:gs pos="71429">
                  <a:srgbClr val="CFCFCC">
                    <a:alpha val="2714"/>
                  </a:srgbClr>
                </a:gs>
                <a:gs pos="85714">
                  <a:srgbClr val="CFCFCC">
                    <a:alpha val="1082"/>
                  </a:srgbClr>
                </a:gs>
                <a:gs pos="100000">
                  <a:srgbClr val="CFCFCC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Splat 173"/>
            <p:cNvSpPr>
              <a:spLocks noGrp="1"/>
            </p:cNvSpPr>
            <p:nvPr/>
          </p:nvSpPr>
          <p:spPr>
            <a:xfrm rot="4163623">
              <a:off x="1181284" y="2675769"/>
              <a:ext cx="70575" cy="19465"/>
            </a:xfrm>
            <a:prstGeom prst="ellipse">
              <a:avLst/>
            </a:prstGeom>
            <a:gradFill>
              <a:gsLst>
                <a:gs pos="0">
                  <a:srgbClr val="C2C2BB">
                    <a:alpha val="19533"/>
                  </a:srgbClr>
                </a:gs>
                <a:gs pos="14286">
                  <a:srgbClr val="C2C2BB">
                    <a:alpha val="18106"/>
                  </a:srgbClr>
                </a:gs>
                <a:gs pos="28571">
                  <a:srgbClr val="C2C2BB">
                    <a:alpha val="14366"/>
                  </a:srgbClr>
                </a:gs>
                <a:gs pos="42857">
                  <a:srgbClr val="C2C2BB">
                    <a:alpha val="9673"/>
                  </a:srgbClr>
                </a:gs>
                <a:gs pos="57143">
                  <a:srgbClr val="C2C2BB">
                    <a:alpha val="5481"/>
                  </a:srgbClr>
                </a:gs>
                <a:gs pos="71429">
                  <a:srgbClr val="C2C2BB">
                    <a:alpha val="2604"/>
                  </a:srgbClr>
                </a:gs>
                <a:gs pos="85714">
                  <a:srgbClr val="C2C2BB">
                    <a:alpha val="1038"/>
                  </a:srgbClr>
                </a:gs>
                <a:gs pos="100000">
                  <a:srgbClr val="C2C2BB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Splat 174"/>
            <p:cNvSpPr>
              <a:spLocks noGrp="1"/>
            </p:cNvSpPr>
            <p:nvPr/>
          </p:nvSpPr>
          <p:spPr>
            <a:xfrm rot="9493728">
              <a:off x="3108921" y="522046"/>
              <a:ext cx="827790" cy="183795"/>
            </a:xfrm>
            <a:prstGeom prst="ellipse">
              <a:avLst/>
            </a:prstGeom>
            <a:gradFill>
              <a:gsLst>
                <a:gs pos="0">
                  <a:srgbClr val="170D16">
                    <a:alpha val="32968"/>
                  </a:srgbClr>
                </a:gs>
                <a:gs pos="14286">
                  <a:srgbClr val="170D16">
                    <a:alpha val="30764"/>
                  </a:srgbClr>
                </a:gs>
                <a:gs pos="28571">
                  <a:srgbClr val="170D16">
                    <a:alpha val="24833"/>
                  </a:srgbClr>
                </a:gs>
                <a:gs pos="42857">
                  <a:srgbClr val="170D16">
                    <a:alpha val="17075"/>
                  </a:srgbClr>
                </a:gs>
                <a:gs pos="57143">
                  <a:srgbClr val="170D16">
                    <a:alpha val="9855"/>
                  </a:srgbClr>
                </a:gs>
                <a:gs pos="71429">
                  <a:srgbClr val="170D16">
                    <a:alpha val="4740"/>
                  </a:srgbClr>
                </a:gs>
                <a:gs pos="85714">
                  <a:srgbClr val="170D16">
                    <a:alpha val="1902"/>
                  </a:srgbClr>
                </a:gs>
                <a:gs pos="100000">
                  <a:srgbClr val="170D1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Splat 175"/>
            <p:cNvSpPr>
              <a:spLocks noGrp="1"/>
            </p:cNvSpPr>
            <p:nvPr/>
          </p:nvSpPr>
          <p:spPr>
            <a:xfrm rot="5162896">
              <a:off x="889526" y="143085"/>
              <a:ext cx="70748" cy="17365"/>
            </a:xfrm>
            <a:prstGeom prst="ellipse">
              <a:avLst/>
            </a:prstGeom>
            <a:gradFill>
              <a:gsLst>
                <a:gs pos="0">
                  <a:srgbClr val="ACABA2">
                    <a:alpha val="19136"/>
                  </a:srgbClr>
                </a:gs>
                <a:gs pos="14286">
                  <a:srgbClr val="ACABA2">
                    <a:alpha val="17735"/>
                  </a:srgbClr>
                </a:gs>
                <a:gs pos="28571">
                  <a:srgbClr val="ACABA2">
                    <a:alpha val="14065"/>
                  </a:srgbClr>
                </a:gs>
                <a:gs pos="42857">
                  <a:srgbClr val="ACABA2">
                    <a:alpha val="9464"/>
                  </a:srgbClr>
                </a:gs>
                <a:gs pos="57143">
                  <a:srgbClr val="ACABA2">
                    <a:alpha val="5360"/>
                  </a:srgbClr>
                </a:gs>
                <a:gs pos="71429">
                  <a:srgbClr val="ACABA2">
                    <a:alpha val="2546"/>
                  </a:srgbClr>
                </a:gs>
                <a:gs pos="85714">
                  <a:srgbClr val="ACABA2">
                    <a:alpha val="1015"/>
                  </a:srgbClr>
                </a:gs>
                <a:gs pos="100000">
                  <a:srgbClr val="ACABA2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Splat 176"/>
            <p:cNvSpPr>
              <a:spLocks noGrp="1"/>
            </p:cNvSpPr>
            <p:nvPr/>
          </p:nvSpPr>
          <p:spPr>
            <a:xfrm rot="4336347">
              <a:off x="488962" y="3227233"/>
              <a:ext cx="231774" cy="653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Splat 177"/>
            <p:cNvSpPr>
              <a:spLocks noGrp="1"/>
            </p:cNvSpPr>
            <p:nvPr/>
          </p:nvSpPr>
          <p:spPr>
            <a:xfrm rot="-9220557">
              <a:off x="1881259" y="1489747"/>
              <a:ext cx="550550" cy="771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Splat 178"/>
            <p:cNvSpPr>
              <a:spLocks noGrp="1"/>
            </p:cNvSpPr>
            <p:nvPr/>
          </p:nvSpPr>
          <p:spPr>
            <a:xfrm rot="5655406">
              <a:off x="1987802" y="551256"/>
              <a:ext cx="60191" cy="17967"/>
            </a:xfrm>
            <a:prstGeom prst="ellipse">
              <a:avLst/>
            </a:prstGeom>
            <a:gradFill>
              <a:gsLst>
                <a:gs pos="0">
                  <a:srgbClr val="000023">
                    <a:alpha val="20496"/>
                  </a:srgbClr>
                </a:gs>
                <a:gs pos="14286">
                  <a:srgbClr val="000023">
                    <a:alpha val="19008"/>
                  </a:srgbClr>
                </a:gs>
                <a:gs pos="28571">
                  <a:srgbClr val="000023">
                    <a:alpha val="15099"/>
                  </a:srgbClr>
                </a:gs>
                <a:gs pos="42857">
                  <a:srgbClr val="000023">
                    <a:alpha val="10180"/>
                  </a:srgbClr>
                </a:gs>
                <a:gs pos="57143">
                  <a:srgbClr val="000023">
                    <a:alpha val="5776"/>
                  </a:srgbClr>
                </a:gs>
                <a:gs pos="71429">
                  <a:srgbClr val="000023">
                    <a:alpha val="2746"/>
                  </a:srgbClr>
                </a:gs>
                <a:gs pos="85714">
                  <a:srgbClr val="000023">
                    <a:alpha val="1095"/>
                  </a:srgbClr>
                </a:gs>
                <a:gs pos="100000">
                  <a:srgbClr val="000023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Splat 179"/>
            <p:cNvSpPr>
              <a:spLocks noGrp="1"/>
            </p:cNvSpPr>
            <p:nvPr/>
          </p:nvSpPr>
          <p:spPr>
            <a:xfrm rot="-9765499">
              <a:off x="2967148" y="1151114"/>
              <a:ext cx="576824" cy="4365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Splat 180"/>
            <p:cNvSpPr>
              <a:spLocks noGrp="1"/>
            </p:cNvSpPr>
            <p:nvPr/>
          </p:nvSpPr>
          <p:spPr>
            <a:xfrm rot="9895238">
              <a:off x="2278341" y="2660882"/>
              <a:ext cx="70881" cy="19610"/>
            </a:xfrm>
            <a:prstGeom prst="ellipse">
              <a:avLst/>
            </a:prstGeom>
            <a:gradFill>
              <a:gsLst>
                <a:gs pos="0">
                  <a:srgbClr val="000000">
                    <a:alpha val="19439"/>
                  </a:srgbClr>
                </a:gs>
                <a:gs pos="14286">
                  <a:srgbClr val="000000">
                    <a:alpha val="18018"/>
                  </a:srgbClr>
                </a:gs>
                <a:gs pos="28571">
                  <a:srgbClr val="000000">
                    <a:alpha val="14295"/>
                  </a:srgbClr>
                </a:gs>
                <a:gs pos="42857">
                  <a:srgbClr val="000000">
                    <a:alpha val="9623"/>
                  </a:srgbClr>
                </a:gs>
                <a:gs pos="57143">
                  <a:srgbClr val="000000">
                    <a:alpha val="5452"/>
                  </a:srgbClr>
                </a:gs>
                <a:gs pos="71429">
                  <a:srgbClr val="000000">
                    <a:alpha val="2590"/>
                  </a:srgbClr>
                </a:gs>
                <a:gs pos="85714">
                  <a:srgbClr val="000000">
                    <a:alpha val="1032"/>
                  </a:srgbClr>
                </a:gs>
                <a:gs pos="100000">
                  <a:srgbClr val="0000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Splat 181"/>
            <p:cNvSpPr>
              <a:spLocks noGrp="1"/>
            </p:cNvSpPr>
            <p:nvPr/>
          </p:nvSpPr>
          <p:spPr>
            <a:xfrm rot="10469737">
              <a:off x="680492" y="2545998"/>
              <a:ext cx="67766" cy="18761"/>
            </a:xfrm>
            <a:prstGeom prst="ellipse">
              <a:avLst/>
            </a:prstGeom>
            <a:gradFill>
              <a:gsLst>
                <a:gs pos="0">
                  <a:srgbClr val="000000">
                    <a:alpha val="20030"/>
                  </a:srgbClr>
                </a:gs>
                <a:gs pos="14286">
                  <a:srgbClr val="000000">
                    <a:alpha val="18571"/>
                  </a:srgbClr>
                </a:gs>
                <a:gs pos="28571">
                  <a:srgbClr val="000000">
                    <a:alpha val="14744"/>
                  </a:srgbClr>
                </a:gs>
                <a:gs pos="42857">
                  <a:srgbClr val="000000">
                    <a:alpha val="9934"/>
                  </a:srgbClr>
                </a:gs>
                <a:gs pos="57143">
                  <a:srgbClr val="000000">
                    <a:alpha val="5633"/>
                  </a:srgbClr>
                </a:gs>
                <a:gs pos="71429">
                  <a:srgbClr val="000000">
                    <a:alpha val="2677"/>
                  </a:srgbClr>
                </a:gs>
                <a:gs pos="85714">
                  <a:srgbClr val="000000">
                    <a:alpha val="1067"/>
                  </a:srgbClr>
                </a:gs>
                <a:gs pos="100000">
                  <a:srgbClr val="000000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Splat 182"/>
            <p:cNvSpPr>
              <a:spLocks noGrp="1"/>
            </p:cNvSpPr>
            <p:nvPr/>
          </p:nvSpPr>
          <p:spPr>
            <a:xfrm rot="-8985725">
              <a:off x="2500045" y="3515818"/>
              <a:ext cx="63286" cy="17633"/>
            </a:xfrm>
            <a:prstGeom prst="ellipse">
              <a:avLst/>
            </a:prstGeom>
            <a:gradFill>
              <a:gsLst>
                <a:gs pos="0">
                  <a:srgbClr val="000000">
                    <a:alpha val="20799"/>
                  </a:srgbClr>
                </a:gs>
                <a:gs pos="14286">
                  <a:srgbClr val="000000">
                    <a:alpha val="19291"/>
                  </a:srgbClr>
                </a:gs>
                <a:gs pos="28571">
                  <a:srgbClr val="000000">
                    <a:alpha val="15330"/>
                  </a:srgbClr>
                </a:gs>
                <a:gs pos="42857">
                  <a:srgbClr val="000000">
                    <a:alpha val="10340"/>
                  </a:srgbClr>
                </a:gs>
                <a:gs pos="57143">
                  <a:srgbClr val="000000">
                    <a:alpha val="5869"/>
                  </a:srgbClr>
                </a:gs>
                <a:gs pos="71429">
                  <a:srgbClr val="000000">
                    <a:alpha val="2791"/>
                  </a:srgbClr>
                </a:gs>
                <a:gs pos="85714">
                  <a:srgbClr val="000000">
                    <a:alpha val="1113"/>
                  </a:srgbClr>
                </a:gs>
                <a:gs pos="100000">
                  <a:srgbClr val="000000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Splat 183"/>
            <p:cNvSpPr>
              <a:spLocks noGrp="1"/>
            </p:cNvSpPr>
            <p:nvPr/>
          </p:nvSpPr>
          <p:spPr>
            <a:xfrm rot="6777836">
              <a:off x="901645" y="1574446"/>
              <a:ext cx="70720" cy="19502"/>
            </a:xfrm>
            <a:prstGeom prst="ellipse">
              <a:avLst/>
            </a:prstGeom>
            <a:gradFill>
              <a:gsLst>
                <a:gs pos="0">
                  <a:srgbClr val="BBBBB9">
                    <a:alpha val="19524"/>
                  </a:srgbClr>
                </a:gs>
                <a:gs pos="14286">
                  <a:srgbClr val="BBBBB9">
                    <a:alpha val="18098"/>
                  </a:srgbClr>
                </a:gs>
                <a:gs pos="28571">
                  <a:srgbClr val="BBBBB9">
                    <a:alpha val="14359"/>
                  </a:srgbClr>
                </a:gs>
                <a:gs pos="42857">
                  <a:srgbClr val="BBBBB9">
                    <a:alpha val="9668"/>
                  </a:srgbClr>
                </a:gs>
                <a:gs pos="57143">
                  <a:srgbClr val="BBBBB9">
                    <a:alpha val="5478"/>
                  </a:srgbClr>
                </a:gs>
                <a:gs pos="71429">
                  <a:srgbClr val="BBBBB9">
                    <a:alpha val="2603"/>
                  </a:srgbClr>
                </a:gs>
                <a:gs pos="85714">
                  <a:srgbClr val="BBBBB9">
                    <a:alpha val="1037"/>
                  </a:srgbClr>
                </a:gs>
                <a:gs pos="100000">
                  <a:srgbClr val="BBBBB9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Splat 184"/>
            <p:cNvSpPr>
              <a:spLocks noGrp="1"/>
            </p:cNvSpPr>
            <p:nvPr/>
          </p:nvSpPr>
          <p:spPr>
            <a:xfrm rot="9503161">
              <a:off x="1851902" y="3029965"/>
              <a:ext cx="51830" cy="14774"/>
            </a:xfrm>
            <a:prstGeom prst="ellipse">
              <a:avLst/>
            </a:prstGeom>
            <a:gradFill>
              <a:gsLst>
                <a:gs pos="0">
                  <a:srgbClr val="EFEFEE">
                    <a:alpha val="22810"/>
                  </a:srgbClr>
                </a:gs>
                <a:gs pos="14286">
                  <a:srgbClr val="EFEFEE">
                    <a:alpha val="21177"/>
                  </a:srgbClr>
                </a:gs>
                <a:gs pos="28571">
                  <a:srgbClr val="EFEFEE">
                    <a:alpha val="16870"/>
                  </a:srgbClr>
                </a:gs>
                <a:gs pos="42857">
                  <a:srgbClr val="EFEFEE">
                    <a:alpha val="11414"/>
                  </a:srgbClr>
                </a:gs>
                <a:gs pos="57143">
                  <a:srgbClr val="EFEFEE">
                    <a:alpha val="6495"/>
                  </a:srgbClr>
                </a:gs>
                <a:gs pos="71429">
                  <a:srgbClr val="EFEFEE">
                    <a:alpha val="3094"/>
                  </a:srgbClr>
                </a:gs>
                <a:gs pos="85714">
                  <a:srgbClr val="EFEFEE">
                    <a:alpha val="1235"/>
                  </a:srgbClr>
                </a:gs>
                <a:gs pos="100000">
                  <a:srgbClr val="EFEFEE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Splat 185"/>
            <p:cNvSpPr>
              <a:spLocks noGrp="1"/>
            </p:cNvSpPr>
            <p:nvPr/>
          </p:nvSpPr>
          <p:spPr>
            <a:xfrm rot="8151117">
              <a:off x="2905632" y="2638841"/>
              <a:ext cx="69391" cy="19171"/>
            </a:xfrm>
            <a:prstGeom prst="ellipse">
              <a:avLst/>
            </a:prstGeom>
            <a:gradFill>
              <a:gsLst>
                <a:gs pos="0">
                  <a:srgbClr val="C8C8C5">
                    <a:alpha val="19757"/>
                  </a:srgbClr>
                </a:gs>
                <a:gs pos="14286">
                  <a:srgbClr val="C8C8C5">
                    <a:alpha val="18316"/>
                  </a:srgbClr>
                </a:gs>
                <a:gs pos="28571">
                  <a:srgbClr val="C8C8C5">
                    <a:alpha val="14537"/>
                  </a:srgbClr>
                </a:gs>
                <a:gs pos="42857">
                  <a:srgbClr val="C8C8C5">
                    <a:alpha val="9790"/>
                  </a:srgbClr>
                </a:gs>
                <a:gs pos="57143">
                  <a:srgbClr val="C8C8C5">
                    <a:alpha val="5549"/>
                  </a:srgbClr>
                </a:gs>
                <a:gs pos="71429">
                  <a:srgbClr val="C8C8C5">
                    <a:alpha val="2637"/>
                  </a:srgbClr>
                </a:gs>
                <a:gs pos="85714">
                  <a:srgbClr val="C8C8C5">
                    <a:alpha val="1051"/>
                  </a:srgbClr>
                </a:gs>
                <a:gs pos="100000">
                  <a:srgbClr val="C8C8C5">
                    <a:alpha val="3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Splat 186"/>
            <p:cNvSpPr>
              <a:spLocks noGrp="1"/>
            </p:cNvSpPr>
            <p:nvPr/>
          </p:nvSpPr>
          <p:spPr>
            <a:xfrm rot="-9793162">
              <a:off x="233519" y="3123487"/>
              <a:ext cx="64689" cy="17993"/>
            </a:xfrm>
            <a:prstGeom prst="ellipse">
              <a:avLst/>
            </a:prstGeom>
            <a:gradFill>
              <a:gsLst>
                <a:gs pos="0">
                  <a:srgbClr val="CECECC">
                    <a:alpha val="20590"/>
                  </a:srgbClr>
                </a:gs>
                <a:gs pos="14286">
                  <a:srgbClr val="CECECC">
                    <a:alpha val="19095"/>
                  </a:srgbClr>
                </a:gs>
                <a:gs pos="28571">
                  <a:srgbClr val="CECECC">
                    <a:alpha val="15171"/>
                  </a:srgbClr>
                </a:gs>
                <a:gs pos="42857">
                  <a:srgbClr val="CECECC">
                    <a:alpha val="10230"/>
                  </a:srgbClr>
                </a:gs>
                <a:gs pos="57143">
                  <a:srgbClr val="CECECC">
                    <a:alpha val="5804"/>
                  </a:srgbClr>
                </a:gs>
                <a:gs pos="71429">
                  <a:srgbClr val="CECECC">
                    <a:alpha val="2760"/>
                  </a:srgbClr>
                </a:gs>
                <a:gs pos="85714">
                  <a:srgbClr val="CECECC">
                    <a:alpha val="1101"/>
                  </a:srgbClr>
                </a:gs>
                <a:gs pos="100000">
                  <a:srgbClr val="CECECC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Splat 187"/>
            <p:cNvSpPr>
              <a:spLocks noGrp="1"/>
            </p:cNvSpPr>
            <p:nvPr/>
          </p:nvSpPr>
          <p:spPr>
            <a:xfrm rot="-10226801">
              <a:off x="2319613" y="1362844"/>
              <a:ext cx="63687" cy="14146"/>
            </a:xfrm>
            <a:prstGeom prst="ellipse">
              <a:avLst/>
            </a:prstGeom>
            <a:gradFill>
              <a:gsLst>
                <a:gs pos="0">
                  <a:srgbClr val="B5BEB4">
                    <a:alpha val="19867"/>
                  </a:srgbClr>
                </a:gs>
                <a:gs pos="14286">
                  <a:srgbClr val="B5BEB4">
                    <a:alpha val="18418"/>
                  </a:srgbClr>
                </a:gs>
                <a:gs pos="28571">
                  <a:srgbClr val="B5BEB4">
                    <a:alpha val="14620"/>
                  </a:srgbClr>
                </a:gs>
                <a:gs pos="42857">
                  <a:srgbClr val="B5BEB4">
                    <a:alpha val="9848"/>
                  </a:srgbClr>
                </a:gs>
                <a:gs pos="57143">
                  <a:srgbClr val="B5BEB4">
                    <a:alpha val="5583"/>
                  </a:srgbClr>
                </a:gs>
                <a:gs pos="71429">
                  <a:srgbClr val="B5BEB4">
                    <a:alpha val="2653"/>
                  </a:srgbClr>
                </a:gs>
                <a:gs pos="85714">
                  <a:srgbClr val="B5BEB4">
                    <a:alpha val="1058"/>
                  </a:srgbClr>
                </a:gs>
                <a:gs pos="100000">
                  <a:srgbClr val="B5BEB4">
                    <a:alpha val="3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Splat 188"/>
            <p:cNvSpPr>
              <a:spLocks noGrp="1"/>
            </p:cNvSpPr>
            <p:nvPr/>
          </p:nvSpPr>
          <p:spPr>
            <a:xfrm rot="7957068">
              <a:off x="2340373" y="1755907"/>
              <a:ext cx="63568" cy="17681"/>
            </a:xfrm>
            <a:prstGeom prst="ellipse">
              <a:avLst/>
            </a:prstGeom>
            <a:gradFill>
              <a:gsLst>
                <a:gs pos="0">
                  <a:srgbClr val="CFCECA">
                    <a:alpha val="20770"/>
                  </a:srgbClr>
                </a:gs>
                <a:gs pos="14286">
                  <a:srgbClr val="CFCECA">
                    <a:alpha val="19264"/>
                  </a:srgbClr>
                </a:gs>
                <a:gs pos="28571">
                  <a:srgbClr val="CFCECA">
                    <a:alpha val="15308"/>
                  </a:srgbClr>
                </a:gs>
                <a:gs pos="42857">
                  <a:srgbClr val="CFCECA">
                    <a:alpha val="10325"/>
                  </a:srgbClr>
                </a:gs>
                <a:gs pos="57143">
                  <a:srgbClr val="CFCECA">
                    <a:alpha val="5860"/>
                  </a:srgbClr>
                </a:gs>
                <a:gs pos="71429">
                  <a:srgbClr val="CFCECA">
                    <a:alpha val="2787"/>
                  </a:srgbClr>
                </a:gs>
                <a:gs pos="85714">
                  <a:srgbClr val="CFCECA">
                    <a:alpha val="1111"/>
                  </a:srgbClr>
                </a:gs>
                <a:gs pos="100000">
                  <a:srgbClr val="CFCECA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Splat 189"/>
            <p:cNvSpPr>
              <a:spLocks noGrp="1"/>
            </p:cNvSpPr>
            <p:nvPr/>
          </p:nvSpPr>
          <p:spPr>
            <a:xfrm rot="4133356">
              <a:off x="1575492" y="-201025"/>
              <a:ext cx="653885" cy="642583"/>
            </a:xfrm>
            <a:prstGeom prst="ellipse">
              <a:avLst/>
            </a:prstGeom>
            <a:gradFill>
              <a:gsLst>
                <a:gs pos="0">
                  <a:srgbClr val="000008">
                    <a:alpha val="32968"/>
                  </a:srgbClr>
                </a:gs>
                <a:gs pos="14286">
                  <a:srgbClr val="000008">
                    <a:alpha val="30764"/>
                  </a:srgbClr>
                </a:gs>
                <a:gs pos="28571">
                  <a:srgbClr val="000008">
                    <a:alpha val="24833"/>
                  </a:srgbClr>
                </a:gs>
                <a:gs pos="42857">
                  <a:srgbClr val="000008">
                    <a:alpha val="17075"/>
                  </a:srgbClr>
                </a:gs>
                <a:gs pos="57143">
                  <a:srgbClr val="000008">
                    <a:alpha val="9855"/>
                  </a:srgbClr>
                </a:gs>
                <a:gs pos="71429">
                  <a:srgbClr val="000008">
                    <a:alpha val="4740"/>
                  </a:srgbClr>
                </a:gs>
                <a:gs pos="85714">
                  <a:srgbClr val="000008">
                    <a:alpha val="1902"/>
                  </a:srgbClr>
                </a:gs>
                <a:gs pos="100000">
                  <a:srgbClr val="00000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Splat 190"/>
            <p:cNvSpPr>
              <a:spLocks noGrp="1"/>
            </p:cNvSpPr>
            <p:nvPr/>
          </p:nvSpPr>
          <p:spPr>
            <a:xfrm rot="7540576">
              <a:off x="1098288" y="1392425"/>
              <a:ext cx="562568" cy="889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Splat 191"/>
            <p:cNvSpPr>
              <a:spLocks noGrp="1"/>
            </p:cNvSpPr>
            <p:nvPr/>
          </p:nvSpPr>
          <p:spPr>
            <a:xfrm rot="9391098">
              <a:off x="738751" y="3192556"/>
              <a:ext cx="70854" cy="19662"/>
            </a:xfrm>
            <a:prstGeom prst="ellipse">
              <a:avLst/>
            </a:prstGeom>
            <a:gradFill>
              <a:gsLst>
                <a:gs pos="0">
                  <a:srgbClr val="B6B6B1">
                    <a:alpha val="19399"/>
                  </a:srgbClr>
                </a:gs>
                <a:gs pos="14286">
                  <a:srgbClr val="B6B6B1">
                    <a:alpha val="17981"/>
                  </a:srgbClr>
                </a:gs>
                <a:gs pos="28571">
                  <a:srgbClr val="B6B6B1">
                    <a:alpha val="14265"/>
                  </a:srgbClr>
                </a:gs>
                <a:gs pos="42857">
                  <a:srgbClr val="B6B6B1">
                    <a:alpha val="9602"/>
                  </a:srgbClr>
                </a:gs>
                <a:gs pos="57143">
                  <a:srgbClr val="B6B6B1">
                    <a:alpha val="5440"/>
                  </a:srgbClr>
                </a:gs>
                <a:gs pos="71429">
                  <a:srgbClr val="B6B6B1">
                    <a:alpha val="2584"/>
                  </a:srgbClr>
                </a:gs>
                <a:gs pos="85714">
                  <a:srgbClr val="B6B6B1">
                    <a:alpha val="1030"/>
                  </a:srgbClr>
                </a:gs>
                <a:gs pos="100000">
                  <a:srgbClr val="B6B6B1">
                    <a:alpha val="3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Splat 192"/>
            <p:cNvSpPr>
              <a:spLocks noGrp="1"/>
            </p:cNvSpPr>
            <p:nvPr/>
          </p:nvSpPr>
          <p:spPr>
            <a:xfrm rot="6621025">
              <a:off x="1327660" y="3002593"/>
              <a:ext cx="70018" cy="19333"/>
            </a:xfrm>
            <a:prstGeom prst="ellipse">
              <a:avLst/>
            </a:prstGeom>
            <a:gradFill>
              <a:gsLst>
                <a:gs pos="0">
                  <a:srgbClr val="B0B0AF">
                    <a:alpha val="19638"/>
                  </a:srgbClr>
                </a:gs>
                <a:gs pos="14286">
                  <a:srgbClr val="B0B0AF">
                    <a:alpha val="18204"/>
                  </a:srgbClr>
                </a:gs>
                <a:gs pos="28571">
                  <a:srgbClr val="B0B0AF">
                    <a:alpha val="14446"/>
                  </a:srgbClr>
                </a:gs>
                <a:gs pos="42857">
                  <a:srgbClr val="B0B0AF">
                    <a:alpha val="9727"/>
                  </a:srgbClr>
                </a:gs>
                <a:gs pos="57143">
                  <a:srgbClr val="B0B0AF">
                    <a:alpha val="5513"/>
                  </a:srgbClr>
                </a:gs>
                <a:gs pos="71429">
                  <a:srgbClr val="B0B0AF">
                    <a:alpha val="2619"/>
                  </a:srgbClr>
                </a:gs>
                <a:gs pos="85714">
                  <a:srgbClr val="B0B0AF">
                    <a:alpha val="1044"/>
                  </a:srgbClr>
                </a:gs>
                <a:gs pos="100000">
                  <a:srgbClr val="B0B0AF">
                    <a:alpha val="3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Splat 193"/>
            <p:cNvSpPr>
              <a:spLocks noGrp="1"/>
            </p:cNvSpPr>
            <p:nvPr/>
          </p:nvSpPr>
          <p:spPr>
            <a:xfrm rot="8308121">
              <a:off x="3348101" y="2171223"/>
              <a:ext cx="69648" cy="19074"/>
            </a:xfrm>
            <a:prstGeom prst="ellipse">
              <a:avLst/>
            </a:prstGeom>
            <a:gradFill>
              <a:gsLst>
                <a:gs pos="0">
                  <a:srgbClr val="C9C9C7">
                    <a:alpha val="19669"/>
                  </a:srgbClr>
                </a:gs>
                <a:gs pos="14286">
                  <a:srgbClr val="C9C9C7">
                    <a:alpha val="18233"/>
                  </a:srgbClr>
                </a:gs>
                <a:gs pos="28571">
                  <a:srgbClr val="C9C9C7">
                    <a:alpha val="14469"/>
                  </a:srgbClr>
                </a:gs>
                <a:gs pos="42857">
                  <a:srgbClr val="C9C9C7">
                    <a:alpha val="9744"/>
                  </a:srgbClr>
                </a:gs>
                <a:gs pos="57143">
                  <a:srgbClr val="C9C9C7">
                    <a:alpha val="5522"/>
                  </a:srgbClr>
                </a:gs>
                <a:gs pos="71429">
                  <a:srgbClr val="C9C9C7">
                    <a:alpha val="2624"/>
                  </a:srgbClr>
                </a:gs>
                <a:gs pos="85714">
                  <a:srgbClr val="C9C9C7">
                    <a:alpha val="1046"/>
                  </a:srgbClr>
                </a:gs>
                <a:gs pos="100000">
                  <a:srgbClr val="C9C9C7">
                    <a:alpha val="3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Splat 194"/>
            <p:cNvSpPr>
              <a:spLocks noGrp="1"/>
            </p:cNvSpPr>
            <p:nvPr/>
          </p:nvSpPr>
          <p:spPr>
            <a:xfrm rot="-8797857">
              <a:off x="3097929" y="1637075"/>
              <a:ext cx="69087" cy="19090"/>
            </a:xfrm>
            <a:prstGeom prst="ellipse">
              <a:avLst/>
            </a:prstGeom>
            <a:gradFill>
              <a:gsLst>
                <a:gs pos="0">
                  <a:srgbClr val="CACAC8">
                    <a:alpha val="19805"/>
                  </a:srgbClr>
                </a:gs>
                <a:gs pos="14286">
                  <a:srgbClr val="CACAC8">
                    <a:alpha val="18360"/>
                  </a:srgbClr>
                </a:gs>
                <a:gs pos="28571">
                  <a:srgbClr val="CACAC8">
                    <a:alpha val="14573"/>
                  </a:srgbClr>
                </a:gs>
                <a:gs pos="42857">
                  <a:srgbClr val="CACAC8">
                    <a:alpha val="9815"/>
                  </a:srgbClr>
                </a:gs>
                <a:gs pos="57143">
                  <a:srgbClr val="CACAC8">
                    <a:alpha val="5564"/>
                  </a:srgbClr>
                </a:gs>
                <a:gs pos="71429">
                  <a:srgbClr val="CACAC8">
                    <a:alpha val="2644"/>
                  </a:srgbClr>
                </a:gs>
                <a:gs pos="85714">
                  <a:srgbClr val="CACAC8">
                    <a:alpha val="1054"/>
                  </a:srgbClr>
                </a:gs>
                <a:gs pos="100000">
                  <a:srgbClr val="CACAC8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Splat 195"/>
            <p:cNvSpPr>
              <a:spLocks noGrp="1"/>
            </p:cNvSpPr>
            <p:nvPr/>
          </p:nvSpPr>
          <p:spPr>
            <a:xfrm rot="3387540">
              <a:off x="1059517" y="1925554"/>
              <a:ext cx="346390" cy="313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Splat 196"/>
            <p:cNvSpPr>
              <a:spLocks noGrp="1"/>
            </p:cNvSpPr>
            <p:nvPr/>
          </p:nvSpPr>
          <p:spPr>
            <a:xfrm rot="-10083966">
              <a:off x="1714721" y="2114584"/>
              <a:ext cx="312067" cy="4140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Splat 197"/>
            <p:cNvSpPr>
              <a:spLocks noGrp="1"/>
            </p:cNvSpPr>
            <p:nvPr/>
          </p:nvSpPr>
          <p:spPr>
            <a:xfrm rot="6446842">
              <a:off x="1514042" y="1140449"/>
              <a:ext cx="1121064" cy="1099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Splat 198"/>
            <p:cNvSpPr>
              <a:spLocks noGrp="1"/>
            </p:cNvSpPr>
            <p:nvPr/>
          </p:nvSpPr>
          <p:spPr>
            <a:xfrm rot="7039145">
              <a:off x="500207" y="2738093"/>
              <a:ext cx="417987" cy="597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Splat 199"/>
            <p:cNvSpPr>
              <a:spLocks noGrp="1"/>
            </p:cNvSpPr>
            <p:nvPr/>
          </p:nvSpPr>
          <p:spPr>
            <a:xfrm rot="3980309">
              <a:off x="-385596" y="2170892"/>
              <a:ext cx="771192" cy="490859"/>
            </a:xfrm>
            <a:prstGeom prst="ellipse">
              <a:avLst/>
            </a:prstGeom>
            <a:gradFill>
              <a:gsLst>
                <a:gs pos="0">
                  <a:srgbClr val="B6B6B5">
                    <a:alpha val="25303"/>
                  </a:srgbClr>
                </a:gs>
                <a:gs pos="14286">
                  <a:srgbClr val="B6B6B5">
                    <a:alpha val="23520"/>
                  </a:srgbClr>
                </a:gs>
                <a:gs pos="28571">
                  <a:srgbClr val="B6B6B5">
                    <a:alpha val="18795"/>
                  </a:srgbClr>
                </a:gs>
                <a:gs pos="42857">
                  <a:srgbClr val="B6B6B5">
                    <a:alpha val="12765"/>
                  </a:srgbClr>
                </a:gs>
                <a:gs pos="57143">
                  <a:srgbClr val="B6B6B5">
                    <a:alpha val="7288"/>
                  </a:srgbClr>
                </a:gs>
                <a:gs pos="71429">
                  <a:srgbClr val="B6B6B5">
                    <a:alpha val="3480"/>
                  </a:srgbClr>
                </a:gs>
                <a:gs pos="85714">
                  <a:srgbClr val="B6B6B5">
                    <a:alpha val="1391"/>
                  </a:srgbClr>
                </a:gs>
                <a:gs pos="100000">
                  <a:srgbClr val="B6B6B5">
                    <a:alpha val="4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Splat 200"/>
            <p:cNvSpPr>
              <a:spLocks noGrp="1"/>
            </p:cNvSpPr>
            <p:nvPr/>
          </p:nvSpPr>
          <p:spPr>
            <a:xfrm rot="-9316205">
              <a:off x="1664544" y="1682820"/>
              <a:ext cx="447913" cy="541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Splat 201"/>
            <p:cNvSpPr>
              <a:spLocks noGrp="1"/>
            </p:cNvSpPr>
            <p:nvPr/>
          </p:nvSpPr>
          <p:spPr>
            <a:xfrm rot="6296024">
              <a:off x="870436" y="231830"/>
              <a:ext cx="578575" cy="481483"/>
            </a:xfrm>
            <a:prstGeom prst="ellipse">
              <a:avLst/>
            </a:prstGeom>
            <a:gradFill>
              <a:gsLst>
                <a:gs pos="0">
                  <a:srgbClr val="3E4643">
                    <a:alpha val="11423"/>
                  </a:srgbClr>
                </a:gs>
                <a:gs pos="14286">
                  <a:srgbClr val="3E4643">
                    <a:alpha val="10550"/>
                  </a:srgbClr>
                </a:gs>
                <a:gs pos="28571">
                  <a:srgbClr val="3E4643">
                    <a:alpha val="8292"/>
                  </a:srgbClr>
                </a:gs>
                <a:gs pos="42857">
                  <a:srgbClr val="3E4643">
                    <a:alpha val="5520"/>
                  </a:srgbClr>
                </a:gs>
                <a:gs pos="57143">
                  <a:srgbClr val="3E4643">
                    <a:alpha val="3097"/>
                  </a:srgbClr>
                </a:gs>
                <a:gs pos="71429">
                  <a:srgbClr val="3E4643">
                    <a:alpha val="1462"/>
                  </a:srgbClr>
                </a:gs>
                <a:gs pos="85714">
                  <a:srgbClr val="3E4643">
                    <a:alpha val="581"/>
                  </a:srgbClr>
                </a:gs>
                <a:gs pos="100000">
                  <a:srgbClr val="3E4643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Splat 202"/>
            <p:cNvSpPr>
              <a:spLocks noGrp="1"/>
            </p:cNvSpPr>
            <p:nvPr/>
          </p:nvSpPr>
          <p:spPr>
            <a:xfrm rot="6551706">
              <a:off x="1976067" y="2495979"/>
              <a:ext cx="66279" cy="19885"/>
            </a:xfrm>
            <a:prstGeom prst="ellipse">
              <a:avLst/>
            </a:prstGeom>
            <a:gradFill>
              <a:gsLst>
                <a:gs pos="0">
                  <a:srgbClr val="000000">
                    <a:alpha val="19233"/>
                  </a:srgbClr>
                </a:gs>
                <a:gs pos="14286">
                  <a:srgbClr val="000000">
                    <a:alpha val="17826"/>
                  </a:srgbClr>
                </a:gs>
                <a:gs pos="28571">
                  <a:srgbClr val="000000">
                    <a:alpha val="14139"/>
                  </a:srgbClr>
                </a:gs>
                <a:gs pos="42857">
                  <a:srgbClr val="000000">
                    <a:alpha val="9515"/>
                  </a:srgbClr>
                </a:gs>
                <a:gs pos="57143">
                  <a:srgbClr val="000000">
                    <a:alpha val="5390"/>
                  </a:srgbClr>
                </a:gs>
                <a:gs pos="71429">
                  <a:srgbClr val="000000">
                    <a:alpha val="2560"/>
                  </a:srgbClr>
                </a:gs>
                <a:gs pos="85714">
                  <a:srgbClr val="000000">
                    <a:alpha val="1020"/>
                  </a:srgbClr>
                </a:gs>
                <a:gs pos="100000">
                  <a:srgbClr val="000000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Splat 203"/>
            <p:cNvSpPr>
              <a:spLocks noGrp="1"/>
            </p:cNvSpPr>
            <p:nvPr/>
          </p:nvSpPr>
          <p:spPr>
            <a:xfrm rot="9612321">
              <a:off x="2248636" y="3430177"/>
              <a:ext cx="70877" cy="19954"/>
            </a:xfrm>
            <a:prstGeom prst="ellipse">
              <a:avLst/>
            </a:prstGeom>
            <a:gradFill>
              <a:gsLst>
                <a:gs pos="0">
                  <a:srgbClr val="00002A">
                    <a:alpha val="19202"/>
                  </a:srgbClr>
                </a:gs>
                <a:gs pos="14286">
                  <a:srgbClr val="00002A">
                    <a:alpha val="17796"/>
                  </a:srgbClr>
                </a:gs>
                <a:gs pos="28571">
                  <a:srgbClr val="00002A">
                    <a:alpha val="14115"/>
                  </a:srgbClr>
                </a:gs>
                <a:gs pos="42857">
                  <a:srgbClr val="00002A">
                    <a:alpha val="9499"/>
                  </a:srgbClr>
                </a:gs>
                <a:gs pos="57143">
                  <a:srgbClr val="00002A">
                    <a:alpha val="5380"/>
                  </a:srgbClr>
                </a:gs>
                <a:gs pos="71429">
                  <a:srgbClr val="00002A">
                    <a:alpha val="2555"/>
                  </a:srgbClr>
                </a:gs>
                <a:gs pos="85714">
                  <a:srgbClr val="00002A">
                    <a:alpha val="1018"/>
                  </a:srgbClr>
                </a:gs>
                <a:gs pos="100000">
                  <a:srgbClr val="00002A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Splat 204"/>
            <p:cNvSpPr>
              <a:spLocks noGrp="1"/>
            </p:cNvSpPr>
            <p:nvPr/>
          </p:nvSpPr>
          <p:spPr>
            <a:xfrm rot="3077782">
              <a:off x="424662" y="114679"/>
              <a:ext cx="554961" cy="722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Splat 205"/>
            <p:cNvSpPr>
              <a:spLocks noGrp="1"/>
            </p:cNvSpPr>
            <p:nvPr/>
          </p:nvSpPr>
          <p:spPr>
            <a:xfrm rot="3324220">
              <a:off x="2391766" y="3302082"/>
              <a:ext cx="165533" cy="31740"/>
            </a:xfrm>
            <a:prstGeom prst="ellipse">
              <a:avLst/>
            </a:prstGeom>
            <a:gradFill>
              <a:gsLst>
                <a:gs pos="0">
                  <a:srgbClr val="FDFEFE">
                    <a:alpha val="32968"/>
                  </a:srgbClr>
                </a:gs>
                <a:gs pos="14286">
                  <a:srgbClr val="FDFEFE">
                    <a:alpha val="30764"/>
                  </a:srgbClr>
                </a:gs>
                <a:gs pos="28571">
                  <a:srgbClr val="FDFEFE">
                    <a:alpha val="24833"/>
                  </a:srgbClr>
                </a:gs>
                <a:gs pos="42857">
                  <a:srgbClr val="FDFEFE">
                    <a:alpha val="17075"/>
                  </a:srgbClr>
                </a:gs>
                <a:gs pos="57143">
                  <a:srgbClr val="FDFEFE">
                    <a:alpha val="9855"/>
                  </a:srgbClr>
                </a:gs>
                <a:gs pos="71429">
                  <a:srgbClr val="FDFEFE">
                    <a:alpha val="4740"/>
                  </a:srgbClr>
                </a:gs>
                <a:gs pos="85714">
                  <a:srgbClr val="FDFEFE">
                    <a:alpha val="1902"/>
                  </a:srgbClr>
                </a:gs>
                <a:gs pos="100000">
                  <a:srgbClr val="FD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Splat 206"/>
            <p:cNvSpPr>
              <a:spLocks noGrp="1"/>
            </p:cNvSpPr>
            <p:nvPr/>
          </p:nvSpPr>
          <p:spPr>
            <a:xfrm rot="9861389">
              <a:off x="121829" y="577918"/>
              <a:ext cx="278254" cy="30344"/>
            </a:xfrm>
            <a:prstGeom prst="ellipse">
              <a:avLst/>
            </a:prstGeom>
            <a:gradFill>
              <a:gsLst>
                <a:gs pos="0">
                  <a:srgbClr val="ECF0EE">
                    <a:alpha val="29617"/>
                  </a:srgbClr>
                </a:gs>
                <a:gs pos="14286">
                  <a:srgbClr val="ECF0EE">
                    <a:alpha val="27589"/>
                  </a:srgbClr>
                </a:gs>
                <a:gs pos="28571">
                  <a:srgbClr val="ECF0EE">
                    <a:alpha val="22170"/>
                  </a:srgbClr>
                </a:gs>
                <a:gs pos="42857">
                  <a:srgbClr val="ECF0EE">
                    <a:alpha val="15160"/>
                  </a:srgbClr>
                </a:gs>
                <a:gs pos="57143">
                  <a:srgbClr val="ECF0EE">
                    <a:alpha val="8707"/>
                  </a:srgbClr>
                </a:gs>
                <a:gs pos="71429">
                  <a:srgbClr val="ECF0EE">
                    <a:alpha val="4175"/>
                  </a:srgbClr>
                </a:gs>
                <a:gs pos="85714">
                  <a:srgbClr val="ECF0EE">
                    <a:alpha val="1672"/>
                  </a:srgbClr>
                </a:gs>
                <a:gs pos="100000">
                  <a:srgbClr val="ECF0EE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Splat 207"/>
            <p:cNvSpPr>
              <a:spLocks noGrp="1"/>
            </p:cNvSpPr>
            <p:nvPr/>
          </p:nvSpPr>
          <p:spPr>
            <a:xfrm rot="-8487376">
              <a:off x="706203" y="521477"/>
              <a:ext cx="70308" cy="19399"/>
            </a:xfrm>
            <a:prstGeom prst="ellipse">
              <a:avLst/>
            </a:prstGeom>
            <a:gradFill>
              <a:gsLst>
                <a:gs pos="0">
                  <a:srgbClr val="000000">
                    <a:alpha val="19575"/>
                  </a:srgbClr>
                </a:gs>
                <a:gs pos="14286">
                  <a:srgbClr val="000000">
                    <a:alpha val="18145"/>
                  </a:srgbClr>
                </a:gs>
                <a:gs pos="28571">
                  <a:srgbClr val="000000">
                    <a:alpha val="14398"/>
                  </a:srgbClr>
                </a:gs>
                <a:gs pos="42857">
                  <a:srgbClr val="000000">
                    <a:alpha val="9694"/>
                  </a:srgbClr>
                </a:gs>
                <a:gs pos="57143">
                  <a:srgbClr val="000000">
                    <a:alpha val="5494"/>
                  </a:srgbClr>
                </a:gs>
                <a:gs pos="71429">
                  <a:srgbClr val="000000">
                    <a:alpha val="2610"/>
                  </a:srgbClr>
                </a:gs>
                <a:gs pos="85714">
                  <a:srgbClr val="000000">
                    <a:alpha val="1040"/>
                  </a:srgbClr>
                </a:gs>
                <a:gs pos="100000">
                  <a:srgbClr val="000000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Splat 208"/>
            <p:cNvSpPr>
              <a:spLocks noGrp="1"/>
            </p:cNvSpPr>
            <p:nvPr/>
          </p:nvSpPr>
          <p:spPr>
            <a:xfrm rot="-10357222">
              <a:off x="187389" y="2038460"/>
              <a:ext cx="65326" cy="18142"/>
            </a:xfrm>
            <a:prstGeom prst="ellipse">
              <a:avLst/>
            </a:prstGeom>
            <a:gradFill>
              <a:gsLst>
                <a:gs pos="0">
                  <a:srgbClr val="CDCECC">
                    <a:alpha val="20472"/>
                  </a:srgbClr>
                </a:gs>
                <a:gs pos="14286">
                  <a:srgbClr val="CDCECC">
                    <a:alpha val="18985"/>
                  </a:srgbClr>
                </a:gs>
                <a:gs pos="28571">
                  <a:srgbClr val="CDCECC">
                    <a:alpha val="15081"/>
                  </a:srgbClr>
                </a:gs>
                <a:gs pos="42857">
                  <a:srgbClr val="CDCECC">
                    <a:alpha val="10167"/>
                  </a:srgbClr>
                </a:gs>
                <a:gs pos="57143">
                  <a:srgbClr val="CDCECC">
                    <a:alpha val="5768"/>
                  </a:srgbClr>
                </a:gs>
                <a:gs pos="71429">
                  <a:srgbClr val="CDCECC">
                    <a:alpha val="2743"/>
                  </a:srgbClr>
                </a:gs>
                <a:gs pos="85714">
                  <a:srgbClr val="CDCECC">
                    <a:alpha val="1094"/>
                  </a:srgbClr>
                </a:gs>
                <a:gs pos="100000">
                  <a:srgbClr val="CDCECC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Splat 209"/>
            <p:cNvSpPr>
              <a:spLocks noGrp="1"/>
            </p:cNvSpPr>
            <p:nvPr/>
          </p:nvSpPr>
          <p:spPr>
            <a:xfrm rot="9831105">
              <a:off x="1534553" y="2856103"/>
              <a:ext cx="705893" cy="247125"/>
            </a:xfrm>
            <a:prstGeom prst="ellipse">
              <a:avLst/>
            </a:prstGeom>
            <a:gradFill>
              <a:gsLst>
                <a:gs pos="0">
                  <a:srgbClr val="E3E3E4">
                    <a:alpha val="29426"/>
                  </a:srgbClr>
                </a:gs>
                <a:gs pos="14286">
                  <a:srgbClr val="E3E3E4">
                    <a:alpha val="27408"/>
                  </a:srgbClr>
                </a:gs>
                <a:gs pos="28571">
                  <a:srgbClr val="E3E3E4">
                    <a:alpha val="22019"/>
                  </a:srgbClr>
                </a:gs>
                <a:gs pos="42857">
                  <a:srgbClr val="E3E3E4">
                    <a:alpha val="15052"/>
                  </a:srgbClr>
                </a:gs>
                <a:gs pos="57143">
                  <a:srgbClr val="E3E3E4">
                    <a:alpha val="8643"/>
                  </a:srgbClr>
                </a:gs>
                <a:gs pos="71429">
                  <a:srgbClr val="E3E3E4">
                    <a:alpha val="4143"/>
                  </a:srgbClr>
                </a:gs>
                <a:gs pos="85714">
                  <a:srgbClr val="E3E3E4">
                    <a:alpha val="1659"/>
                  </a:srgbClr>
                </a:gs>
                <a:gs pos="100000">
                  <a:srgbClr val="E3E3E4">
                    <a:alpha val="5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Splat 210"/>
            <p:cNvSpPr>
              <a:spLocks noGrp="1"/>
            </p:cNvSpPr>
            <p:nvPr/>
          </p:nvSpPr>
          <p:spPr>
            <a:xfrm rot="8429630">
              <a:off x="2993246" y="2339101"/>
              <a:ext cx="517300" cy="8566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Splat 211"/>
            <p:cNvSpPr>
              <a:spLocks noGrp="1"/>
            </p:cNvSpPr>
            <p:nvPr/>
          </p:nvSpPr>
          <p:spPr>
            <a:xfrm rot="8229480">
              <a:off x="3338058" y="584214"/>
              <a:ext cx="481971" cy="66087"/>
            </a:xfrm>
            <a:prstGeom prst="ellipse">
              <a:avLst/>
            </a:prstGeom>
            <a:gradFill>
              <a:gsLst>
                <a:gs pos="0">
                  <a:srgbClr val="DEDEDC">
                    <a:alpha val="25159"/>
                  </a:srgbClr>
                </a:gs>
                <a:gs pos="14286">
                  <a:srgbClr val="DEDEDC">
                    <a:alpha val="23384"/>
                  </a:srgbClr>
                </a:gs>
                <a:gs pos="28571">
                  <a:srgbClr val="DEDEDC">
                    <a:alpha val="18683"/>
                  </a:srgbClr>
                </a:gs>
                <a:gs pos="42857">
                  <a:srgbClr val="DEDEDC">
                    <a:alpha val="12686"/>
                  </a:srgbClr>
                </a:gs>
                <a:gs pos="57143">
                  <a:srgbClr val="DEDEDC">
                    <a:alpha val="7241"/>
                  </a:srgbClr>
                </a:gs>
                <a:gs pos="71429">
                  <a:srgbClr val="DEDEDC">
                    <a:alpha val="3457"/>
                  </a:srgbClr>
                </a:gs>
                <a:gs pos="85714">
                  <a:srgbClr val="DEDEDC">
                    <a:alpha val="1382"/>
                  </a:srgbClr>
                </a:gs>
                <a:gs pos="100000">
                  <a:srgbClr val="DEDEDC">
                    <a:alpha val="4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Splat 212"/>
            <p:cNvSpPr>
              <a:spLocks noGrp="1"/>
            </p:cNvSpPr>
            <p:nvPr/>
          </p:nvSpPr>
          <p:spPr>
            <a:xfrm rot="6377154">
              <a:off x="2535827" y="2790732"/>
              <a:ext cx="67706" cy="18744"/>
            </a:xfrm>
            <a:prstGeom prst="ellipse">
              <a:avLst/>
            </a:prstGeom>
            <a:gradFill>
              <a:gsLst>
                <a:gs pos="0">
                  <a:srgbClr val="E2E2DF">
                    <a:alpha val="20051"/>
                  </a:srgbClr>
                </a:gs>
                <a:gs pos="14286">
                  <a:srgbClr val="E2E2DF">
                    <a:alpha val="18591"/>
                  </a:srgbClr>
                </a:gs>
                <a:gs pos="28571">
                  <a:srgbClr val="E2E2DF">
                    <a:alpha val="14760"/>
                  </a:srgbClr>
                </a:gs>
                <a:gs pos="42857">
                  <a:srgbClr val="E2E2DF">
                    <a:alpha val="9945"/>
                  </a:srgbClr>
                </a:gs>
                <a:gs pos="57143">
                  <a:srgbClr val="E2E2DF">
                    <a:alpha val="5639"/>
                  </a:srgbClr>
                </a:gs>
                <a:gs pos="71429">
                  <a:srgbClr val="E2E2DF">
                    <a:alpha val="2680"/>
                  </a:srgbClr>
                </a:gs>
                <a:gs pos="85714">
                  <a:srgbClr val="E2E2DF">
                    <a:alpha val="1069"/>
                  </a:srgbClr>
                </a:gs>
                <a:gs pos="100000">
                  <a:srgbClr val="E2E2DF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Splat 213"/>
            <p:cNvSpPr>
              <a:spLocks noGrp="1"/>
            </p:cNvSpPr>
            <p:nvPr/>
          </p:nvSpPr>
          <p:spPr>
            <a:xfrm rot="8894828">
              <a:off x="1661292" y="2742181"/>
              <a:ext cx="295966" cy="253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Splat 214"/>
            <p:cNvSpPr>
              <a:spLocks noGrp="1"/>
            </p:cNvSpPr>
            <p:nvPr/>
          </p:nvSpPr>
          <p:spPr>
            <a:xfrm rot="6329324">
              <a:off x="1704918" y="510665"/>
              <a:ext cx="535112" cy="38686"/>
            </a:xfrm>
            <a:prstGeom prst="ellipse">
              <a:avLst/>
            </a:prstGeom>
            <a:gradFill>
              <a:gsLst>
                <a:gs pos="0">
                  <a:srgbClr val="F5F2F6">
                    <a:alpha val="32827"/>
                  </a:srgbClr>
                </a:gs>
                <a:gs pos="14286">
                  <a:srgbClr val="F5F2F6">
                    <a:alpha val="30630"/>
                  </a:srgbClr>
                </a:gs>
                <a:gs pos="28571">
                  <a:srgbClr val="F5F2F6">
                    <a:alpha val="24721"/>
                  </a:srgbClr>
                </a:gs>
                <a:gs pos="42857">
                  <a:srgbClr val="F5F2F6">
                    <a:alpha val="16994"/>
                  </a:srgbClr>
                </a:gs>
                <a:gs pos="57143">
                  <a:srgbClr val="F5F2F6">
                    <a:alpha val="9806"/>
                  </a:srgbClr>
                </a:gs>
                <a:gs pos="71429">
                  <a:srgbClr val="F5F2F6">
                    <a:alpha val="4716"/>
                  </a:srgbClr>
                </a:gs>
                <a:gs pos="85714">
                  <a:srgbClr val="F5F2F6">
                    <a:alpha val="1892"/>
                  </a:srgbClr>
                </a:gs>
                <a:gs pos="100000">
                  <a:srgbClr val="F5F2F6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Splat 215"/>
            <p:cNvSpPr>
              <a:spLocks noGrp="1"/>
            </p:cNvSpPr>
            <p:nvPr/>
          </p:nvSpPr>
          <p:spPr>
            <a:xfrm rot="-10758884">
              <a:off x="938559" y="592282"/>
              <a:ext cx="68690" cy="18980"/>
            </a:xfrm>
            <a:prstGeom prst="ellipse">
              <a:avLst/>
            </a:prstGeom>
            <a:gradFill>
              <a:gsLst>
                <a:gs pos="0">
                  <a:srgbClr val="D1D2CF">
                    <a:alpha val="19852"/>
                  </a:srgbClr>
                </a:gs>
                <a:gs pos="14286">
                  <a:srgbClr val="D1D2CF">
                    <a:alpha val="18404"/>
                  </a:srgbClr>
                </a:gs>
                <a:gs pos="28571">
                  <a:srgbClr val="D1D2CF">
                    <a:alpha val="14609"/>
                  </a:srgbClr>
                </a:gs>
                <a:gs pos="42857">
                  <a:srgbClr val="D1D2CF">
                    <a:alpha val="9840"/>
                  </a:srgbClr>
                </a:gs>
                <a:gs pos="57143">
                  <a:srgbClr val="D1D2CF">
                    <a:alpha val="5578"/>
                  </a:srgbClr>
                </a:gs>
                <a:gs pos="71429">
                  <a:srgbClr val="D1D2CF">
                    <a:alpha val="2651"/>
                  </a:srgbClr>
                </a:gs>
                <a:gs pos="85714">
                  <a:srgbClr val="D1D2CF">
                    <a:alpha val="1057"/>
                  </a:srgbClr>
                </a:gs>
                <a:gs pos="100000">
                  <a:srgbClr val="D1D2CF">
                    <a:alpha val="3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Splat 216"/>
            <p:cNvSpPr>
              <a:spLocks noGrp="1"/>
            </p:cNvSpPr>
            <p:nvPr/>
          </p:nvSpPr>
          <p:spPr>
            <a:xfrm rot="6208586">
              <a:off x="281868" y="2888184"/>
              <a:ext cx="436049" cy="521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Splat 217"/>
            <p:cNvSpPr>
              <a:spLocks noGrp="1"/>
            </p:cNvSpPr>
            <p:nvPr/>
          </p:nvSpPr>
          <p:spPr>
            <a:xfrm rot="6739675">
              <a:off x="1926192" y="3473053"/>
              <a:ext cx="407515" cy="8375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Splat 218"/>
            <p:cNvSpPr>
              <a:spLocks noGrp="1"/>
            </p:cNvSpPr>
            <p:nvPr/>
          </p:nvSpPr>
          <p:spPr>
            <a:xfrm rot="8403364">
              <a:off x="1331312" y="3577849"/>
              <a:ext cx="54325" cy="37350"/>
            </a:xfrm>
            <a:prstGeom prst="ellipse">
              <a:avLst/>
            </a:prstGeom>
            <a:gradFill>
              <a:gsLst>
                <a:gs pos="0">
                  <a:srgbClr val="FFFEFE">
                    <a:alpha val="32833"/>
                  </a:srgbClr>
                </a:gs>
                <a:gs pos="14286">
                  <a:srgbClr val="FFFEFE">
                    <a:alpha val="30635"/>
                  </a:srgbClr>
                </a:gs>
                <a:gs pos="28571">
                  <a:srgbClr val="FFFEFE">
                    <a:alpha val="24725"/>
                  </a:srgbClr>
                </a:gs>
                <a:gs pos="42857">
                  <a:srgbClr val="FFFEFE">
                    <a:alpha val="16997"/>
                  </a:srgbClr>
                </a:gs>
                <a:gs pos="57143">
                  <a:srgbClr val="FFFEFE">
                    <a:alpha val="9808"/>
                  </a:srgbClr>
                </a:gs>
                <a:gs pos="71429">
                  <a:srgbClr val="FFFEFE">
                    <a:alpha val="4717"/>
                  </a:srgbClr>
                </a:gs>
                <a:gs pos="85714">
                  <a:srgbClr val="FFFEFE">
                    <a:alpha val="1893"/>
                  </a:srgbClr>
                </a:gs>
                <a:gs pos="100000">
                  <a:srgbClr val="FFFEFE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Splat 219"/>
            <p:cNvSpPr>
              <a:spLocks noGrp="1"/>
            </p:cNvSpPr>
            <p:nvPr/>
          </p:nvSpPr>
          <p:spPr>
            <a:xfrm rot="10754349">
              <a:off x="2400780" y="2509530"/>
              <a:ext cx="37266" cy="32668"/>
            </a:xfrm>
            <a:prstGeom prst="ellipse">
              <a:avLst/>
            </a:prstGeom>
            <a:gradFill>
              <a:gsLst>
                <a:gs pos="0">
                  <a:srgbClr val="000008">
                    <a:alpha val="19130"/>
                  </a:srgbClr>
                </a:gs>
                <a:gs pos="14286">
                  <a:srgbClr val="000008">
                    <a:alpha val="17729"/>
                  </a:srgbClr>
                </a:gs>
                <a:gs pos="28571">
                  <a:srgbClr val="000008">
                    <a:alpha val="14060"/>
                  </a:srgbClr>
                </a:gs>
                <a:gs pos="42857">
                  <a:srgbClr val="000008">
                    <a:alpha val="9461"/>
                  </a:srgbClr>
                </a:gs>
                <a:gs pos="57143">
                  <a:srgbClr val="000008">
                    <a:alpha val="5358"/>
                  </a:srgbClr>
                </a:gs>
                <a:gs pos="71429">
                  <a:srgbClr val="000008">
                    <a:alpha val="2545"/>
                  </a:srgbClr>
                </a:gs>
                <a:gs pos="85714">
                  <a:srgbClr val="000008">
                    <a:alpha val="1014"/>
                  </a:srgbClr>
                </a:gs>
                <a:gs pos="100000">
                  <a:srgbClr val="000008">
                    <a:alpha val="3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Splat 220"/>
            <p:cNvSpPr>
              <a:spLocks noGrp="1"/>
            </p:cNvSpPr>
            <p:nvPr/>
          </p:nvSpPr>
          <p:spPr>
            <a:xfrm rot="10032093">
              <a:off x="1506949" y="-2634"/>
              <a:ext cx="951197" cy="145223"/>
            </a:xfrm>
            <a:prstGeom prst="ellipse">
              <a:avLst/>
            </a:prstGeom>
            <a:gradFill>
              <a:gsLst>
                <a:gs pos="0">
                  <a:srgbClr val="EAEAE9">
                    <a:alpha val="32968"/>
                  </a:srgbClr>
                </a:gs>
                <a:gs pos="14286">
                  <a:srgbClr val="EAEAE9">
                    <a:alpha val="30764"/>
                  </a:srgbClr>
                </a:gs>
                <a:gs pos="28571">
                  <a:srgbClr val="EAEAE9">
                    <a:alpha val="24833"/>
                  </a:srgbClr>
                </a:gs>
                <a:gs pos="42857">
                  <a:srgbClr val="EAEAE9">
                    <a:alpha val="17075"/>
                  </a:srgbClr>
                </a:gs>
                <a:gs pos="57143">
                  <a:srgbClr val="EAEAE9">
                    <a:alpha val="9855"/>
                  </a:srgbClr>
                </a:gs>
                <a:gs pos="71429">
                  <a:srgbClr val="EAEAE9">
                    <a:alpha val="4740"/>
                  </a:srgbClr>
                </a:gs>
                <a:gs pos="85714">
                  <a:srgbClr val="EAEAE9">
                    <a:alpha val="1902"/>
                  </a:srgbClr>
                </a:gs>
                <a:gs pos="100000">
                  <a:srgbClr val="EAEA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Splat 221"/>
            <p:cNvSpPr>
              <a:spLocks noGrp="1"/>
            </p:cNvSpPr>
            <p:nvPr/>
          </p:nvSpPr>
          <p:spPr>
            <a:xfrm rot="3811736">
              <a:off x="1379320" y="3114091"/>
              <a:ext cx="369882" cy="313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Splat 222"/>
            <p:cNvSpPr>
              <a:spLocks noGrp="1"/>
            </p:cNvSpPr>
            <p:nvPr/>
          </p:nvSpPr>
          <p:spPr>
            <a:xfrm rot="9195222">
              <a:off x="2273649" y="2868790"/>
              <a:ext cx="65538" cy="18208"/>
            </a:xfrm>
            <a:prstGeom prst="ellipse">
              <a:avLst/>
            </a:prstGeom>
            <a:gradFill>
              <a:gsLst>
                <a:gs pos="0">
                  <a:srgbClr val="D2D2D0">
                    <a:alpha val="20436"/>
                  </a:srgbClr>
                </a:gs>
                <a:gs pos="14286">
                  <a:srgbClr val="D2D2D0">
                    <a:alpha val="18951"/>
                  </a:srgbClr>
                </a:gs>
                <a:gs pos="28571">
                  <a:srgbClr val="D2D2D0">
                    <a:alpha val="15053"/>
                  </a:srgbClr>
                </a:gs>
                <a:gs pos="42857">
                  <a:srgbClr val="D2D2D0">
                    <a:alpha val="10149"/>
                  </a:srgbClr>
                </a:gs>
                <a:gs pos="57143">
                  <a:srgbClr val="D2D2D0">
                    <a:alpha val="5757"/>
                  </a:srgbClr>
                </a:gs>
                <a:gs pos="71429">
                  <a:srgbClr val="D2D2D0">
                    <a:alpha val="2737"/>
                  </a:srgbClr>
                </a:gs>
                <a:gs pos="85714">
                  <a:srgbClr val="D2D2D0">
                    <a:alpha val="1092"/>
                  </a:srgbClr>
                </a:gs>
                <a:gs pos="100000">
                  <a:srgbClr val="D2D2D0">
                    <a:alpha val="3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Splat 223"/>
            <p:cNvSpPr>
              <a:spLocks noGrp="1"/>
            </p:cNvSpPr>
            <p:nvPr/>
          </p:nvSpPr>
          <p:spPr>
            <a:xfrm rot="8068499">
              <a:off x="2705975" y="1603259"/>
              <a:ext cx="70870" cy="19911"/>
            </a:xfrm>
            <a:prstGeom prst="ellipse">
              <a:avLst/>
            </a:prstGeom>
            <a:gradFill>
              <a:gsLst>
                <a:gs pos="0">
                  <a:srgbClr val="C0C0B9">
                    <a:alpha val="19225"/>
                  </a:srgbClr>
                </a:gs>
                <a:gs pos="14286">
                  <a:srgbClr val="C0C0B9">
                    <a:alpha val="17818"/>
                  </a:srgbClr>
                </a:gs>
                <a:gs pos="28571">
                  <a:srgbClr val="C0C0B9">
                    <a:alpha val="14132"/>
                  </a:srgbClr>
                </a:gs>
                <a:gs pos="42857">
                  <a:srgbClr val="C0C0B9">
                    <a:alpha val="9511"/>
                  </a:srgbClr>
                </a:gs>
                <a:gs pos="57143">
                  <a:srgbClr val="C0C0B9">
                    <a:alpha val="5387"/>
                  </a:srgbClr>
                </a:gs>
                <a:gs pos="71429">
                  <a:srgbClr val="C0C0B9">
                    <a:alpha val="2559"/>
                  </a:srgbClr>
                </a:gs>
                <a:gs pos="85714">
                  <a:srgbClr val="C0C0B9">
                    <a:alpha val="1020"/>
                  </a:srgbClr>
                </a:gs>
                <a:gs pos="100000">
                  <a:srgbClr val="C0C0B9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Splat 224"/>
            <p:cNvSpPr>
              <a:spLocks noGrp="1"/>
            </p:cNvSpPr>
            <p:nvPr/>
          </p:nvSpPr>
          <p:spPr>
            <a:xfrm rot="2859230">
              <a:off x="1202035" y="3452301"/>
              <a:ext cx="1052485" cy="713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Splat 225"/>
            <p:cNvSpPr>
              <a:spLocks noGrp="1"/>
            </p:cNvSpPr>
            <p:nvPr/>
          </p:nvSpPr>
          <p:spPr>
            <a:xfrm rot="-8146743">
              <a:off x="2681746" y="3492767"/>
              <a:ext cx="264419" cy="23018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Splat 226"/>
            <p:cNvSpPr>
              <a:spLocks noGrp="1"/>
            </p:cNvSpPr>
            <p:nvPr/>
          </p:nvSpPr>
          <p:spPr>
            <a:xfrm rot="3974932">
              <a:off x="2055532" y="1872621"/>
              <a:ext cx="398400" cy="671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Splat 227"/>
            <p:cNvSpPr>
              <a:spLocks noGrp="1"/>
            </p:cNvSpPr>
            <p:nvPr/>
          </p:nvSpPr>
          <p:spPr>
            <a:xfrm rot="8645997">
              <a:off x="1969119" y="3060103"/>
              <a:ext cx="62782" cy="18602"/>
            </a:xfrm>
            <a:prstGeom prst="ellipse">
              <a:avLst/>
            </a:prstGeom>
            <a:gradFill>
              <a:gsLst>
                <a:gs pos="0">
                  <a:srgbClr val="BBBBB1">
                    <a:alpha val="20012"/>
                  </a:srgbClr>
                </a:gs>
                <a:gs pos="14286">
                  <a:srgbClr val="BBBBB1">
                    <a:alpha val="18555"/>
                  </a:srgbClr>
                </a:gs>
                <a:gs pos="28571">
                  <a:srgbClr val="BBBBB1">
                    <a:alpha val="14731"/>
                  </a:srgbClr>
                </a:gs>
                <a:gs pos="42857">
                  <a:srgbClr val="BBBBB1">
                    <a:alpha val="9925"/>
                  </a:srgbClr>
                </a:gs>
                <a:gs pos="57143">
                  <a:srgbClr val="BBBBB1">
                    <a:alpha val="5627"/>
                  </a:srgbClr>
                </a:gs>
                <a:gs pos="71429">
                  <a:srgbClr val="BBBBB1">
                    <a:alpha val="2675"/>
                  </a:srgbClr>
                </a:gs>
                <a:gs pos="85714">
                  <a:srgbClr val="BBBBB1">
                    <a:alpha val="1066"/>
                  </a:srgbClr>
                </a:gs>
                <a:gs pos="100000">
                  <a:srgbClr val="BBBBB1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Splat 228"/>
            <p:cNvSpPr>
              <a:spLocks noGrp="1"/>
            </p:cNvSpPr>
            <p:nvPr/>
          </p:nvSpPr>
          <p:spPr>
            <a:xfrm rot="-10358325">
              <a:off x="767495" y="1026552"/>
              <a:ext cx="70749" cy="19541"/>
            </a:xfrm>
            <a:prstGeom prst="ellipse">
              <a:avLst/>
            </a:prstGeom>
            <a:gradFill>
              <a:gsLst>
                <a:gs pos="0">
                  <a:srgbClr val="BBBCBA">
                    <a:alpha val="19477"/>
                  </a:srgbClr>
                </a:gs>
                <a:gs pos="14286">
                  <a:srgbClr val="BBBCBA">
                    <a:alpha val="18054"/>
                  </a:srgbClr>
                </a:gs>
                <a:gs pos="28571">
                  <a:srgbClr val="BBBCBA">
                    <a:alpha val="14324"/>
                  </a:srgbClr>
                </a:gs>
                <a:gs pos="42857">
                  <a:srgbClr val="BBBCBA">
                    <a:alpha val="9643"/>
                  </a:srgbClr>
                </a:gs>
                <a:gs pos="57143">
                  <a:srgbClr val="BBBCBA">
                    <a:alpha val="5464"/>
                  </a:srgbClr>
                </a:gs>
                <a:gs pos="71429">
                  <a:srgbClr val="BBBCBA">
                    <a:alpha val="2596"/>
                  </a:srgbClr>
                </a:gs>
                <a:gs pos="85714">
                  <a:srgbClr val="BBBCBA">
                    <a:alpha val="1035"/>
                  </a:srgbClr>
                </a:gs>
                <a:gs pos="100000">
                  <a:srgbClr val="BBBCBA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Splat 229"/>
            <p:cNvSpPr>
              <a:spLocks noGrp="1"/>
            </p:cNvSpPr>
            <p:nvPr/>
          </p:nvSpPr>
          <p:spPr>
            <a:xfrm rot="5087003">
              <a:off x="1234564" y="3420042"/>
              <a:ext cx="503121" cy="597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Splat 230"/>
            <p:cNvSpPr>
              <a:spLocks noGrp="1"/>
            </p:cNvSpPr>
            <p:nvPr/>
          </p:nvSpPr>
          <p:spPr>
            <a:xfrm rot="7423709">
              <a:off x="2299145" y="3219128"/>
              <a:ext cx="317528" cy="2915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Splat 231"/>
            <p:cNvSpPr>
              <a:spLocks noGrp="1"/>
            </p:cNvSpPr>
            <p:nvPr/>
          </p:nvSpPr>
          <p:spPr>
            <a:xfrm rot="10787378">
              <a:off x="632895" y="2524496"/>
              <a:ext cx="66667" cy="18435"/>
            </a:xfrm>
            <a:prstGeom prst="ellipse">
              <a:avLst/>
            </a:prstGeom>
            <a:gradFill>
              <a:gsLst>
                <a:gs pos="0">
                  <a:srgbClr val="CCCCCA">
                    <a:alpha val="20232"/>
                  </a:srgbClr>
                </a:gs>
                <a:gs pos="14286">
                  <a:srgbClr val="CCCCCA">
                    <a:alpha val="18760"/>
                  </a:srgbClr>
                </a:gs>
                <a:gs pos="28571">
                  <a:srgbClr val="CCCCCA">
                    <a:alpha val="14897"/>
                  </a:srgbClr>
                </a:gs>
                <a:gs pos="42857">
                  <a:srgbClr val="CCCCCA">
                    <a:alpha val="10040"/>
                  </a:srgbClr>
                </a:gs>
                <a:gs pos="57143">
                  <a:srgbClr val="CCCCCA">
                    <a:alpha val="5694"/>
                  </a:srgbClr>
                </a:gs>
                <a:gs pos="71429">
                  <a:srgbClr val="CCCCCA">
                    <a:alpha val="2707"/>
                  </a:srgbClr>
                </a:gs>
                <a:gs pos="85714">
                  <a:srgbClr val="CCCCCA">
                    <a:alpha val="1079"/>
                  </a:srgbClr>
                </a:gs>
                <a:gs pos="100000">
                  <a:srgbClr val="CCCCCA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Splat 232"/>
            <p:cNvSpPr>
              <a:spLocks noGrp="1"/>
            </p:cNvSpPr>
            <p:nvPr/>
          </p:nvSpPr>
          <p:spPr>
            <a:xfrm rot="-10034601">
              <a:off x="2140879" y="1274706"/>
              <a:ext cx="358738" cy="382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Splat 233"/>
            <p:cNvSpPr>
              <a:spLocks noGrp="1"/>
            </p:cNvSpPr>
            <p:nvPr/>
          </p:nvSpPr>
          <p:spPr>
            <a:xfrm rot="7600638">
              <a:off x="2936553" y="220205"/>
              <a:ext cx="70286" cy="19381"/>
            </a:xfrm>
            <a:prstGeom prst="ellipse">
              <a:avLst/>
            </a:prstGeom>
            <a:gradFill>
              <a:gsLst>
                <a:gs pos="0">
                  <a:srgbClr val="000000">
                    <a:alpha val="19526"/>
                  </a:srgbClr>
                </a:gs>
                <a:gs pos="14286">
                  <a:srgbClr val="000000">
                    <a:alpha val="18099"/>
                  </a:srgbClr>
                </a:gs>
                <a:gs pos="28571">
                  <a:srgbClr val="000000">
                    <a:alpha val="14361"/>
                  </a:srgbClr>
                </a:gs>
                <a:gs pos="42857">
                  <a:srgbClr val="000000">
                    <a:alpha val="9668"/>
                  </a:srgbClr>
                </a:gs>
                <a:gs pos="57143">
                  <a:srgbClr val="000000">
                    <a:alpha val="5479"/>
                  </a:srgbClr>
                </a:gs>
                <a:gs pos="71429">
                  <a:srgbClr val="000000">
                    <a:alpha val="2603"/>
                  </a:srgbClr>
                </a:gs>
                <a:gs pos="85714">
                  <a:srgbClr val="000000">
                    <a:alpha val="1037"/>
                  </a:srgbClr>
                </a:gs>
                <a:gs pos="100000">
                  <a:srgbClr val="000000">
                    <a:alpha val="3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Splat 234"/>
            <p:cNvSpPr>
              <a:spLocks noGrp="1"/>
            </p:cNvSpPr>
            <p:nvPr/>
          </p:nvSpPr>
          <p:spPr>
            <a:xfrm rot="9002684">
              <a:off x="1483919" y="1733172"/>
              <a:ext cx="288674" cy="894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Splat 235"/>
            <p:cNvSpPr>
              <a:spLocks noGrp="1"/>
            </p:cNvSpPr>
            <p:nvPr/>
          </p:nvSpPr>
          <p:spPr>
            <a:xfrm rot="4412889">
              <a:off x="2872743" y="2217706"/>
              <a:ext cx="813300" cy="140061"/>
            </a:xfrm>
            <a:prstGeom prst="ellipse">
              <a:avLst/>
            </a:prstGeom>
            <a:gradFill>
              <a:gsLst>
                <a:gs pos="0">
                  <a:srgbClr val="FEFEFE">
                    <a:alpha val="20061"/>
                  </a:srgbClr>
                </a:gs>
                <a:gs pos="14286">
                  <a:srgbClr val="FEFEFE">
                    <a:alpha val="18600"/>
                  </a:srgbClr>
                </a:gs>
                <a:gs pos="28571">
                  <a:srgbClr val="FEFEFE">
                    <a:alpha val="14768"/>
                  </a:srgbClr>
                </a:gs>
                <a:gs pos="42857">
                  <a:srgbClr val="FEFEFE">
                    <a:alpha val="9951"/>
                  </a:srgbClr>
                </a:gs>
                <a:gs pos="57143">
                  <a:srgbClr val="FEFEFE">
                    <a:alpha val="5642"/>
                  </a:srgbClr>
                </a:gs>
                <a:gs pos="71429">
                  <a:srgbClr val="FEFEFE">
                    <a:alpha val="2682"/>
                  </a:srgbClr>
                </a:gs>
                <a:gs pos="85714">
                  <a:srgbClr val="FEFEFE">
                    <a:alpha val="1069"/>
                  </a:srgbClr>
                </a:gs>
                <a:gs pos="100000">
                  <a:srgbClr val="FEFEFE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Splat 236"/>
            <p:cNvSpPr>
              <a:spLocks noGrp="1"/>
            </p:cNvSpPr>
            <p:nvPr/>
          </p:nvSpPr>
          <p:spPr>
            <a:xfrm rot="7800394">
              <a:off x="3039451" y="345017"/>
              <a:ext cx="67634" cy="19634"/>
            </a:xfrm>
            <a:prstGeom prst="ellipse">
              <a:avLst/>
            </a:prstGeom>
            <a:gradFill>
              <a:gsLst>
                <a:gs pos="0">
                  <a:srgbClr val="000000">
                    <a:alpha val="19413"/>
                  </a:srgbClr>
                </a:gs>
                <a:gs pos="14286">
                  <a:srgbClr val="000000">
                    <a:alpha val="17994"/>
                  </a:srgbClr>
                </a:gs>
                <a:gs pos="28571">
                  <a:srgbClr val="000000">
                    <a:alpha val="14275"/>
                  </a:srgbClr>
                </a:gs>
                <a:gs pos="42857">
                  <a:srgbClr val="000000">
                    <a:alpha val="9610"/>
                  </a:srgbClr>
                </a:gs>
                <a:gs pos="57143">
                  <a:srgbClr val="000000">
                    <a:alpha val="5444"/>
                  </a:srgbClr>
                </a:gs>
                <a:gs pos="71429">
                  <a:srgbClr val="000000">
                    <a:alpha val="2586"/>
                  </a:srgbClr>
                </a:gs>
                <a:gs pos="85714">
                  <a:srgbClr val="000000">
                    <a:alpha val="1031"/>
                  </a:srgbClr>
                </a:gs>
                <a:gs pos="100000">
                  <a:srgbClr val="000000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Splat 237"/>
            <p:cNvSpPr>
              <a:spLocks noGrp="1"/>
            </p:cNvSpPr>
            <p:nvPr/>
          </p:nvSpPr>
          <p:spPr>
            <a:xfrm rot="7064065">
              <a:off x="2939451" y="2036806"/>
              <a:ext cx="571357" cy="625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Splat 238"/>
            <p:cNvSpPr>
              <a:spLocks noGrp="1"/>
            </p:cNvSpPr>
            <p:nvPr/>
          </p:nvSpPr>
          <p:spPr>
            <a:xfrm rot="5779874">
              <a:off x="1702558" y="588335"/>
              <a:ext cx="514579" cy="3590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Splat 239"/>
            <p:cNvSpPr>
              <a:spLocks noGrp="1"/>
            </p:cNvSpPr>
            <p:nvPr/>
          </p:nvSpPr>
          <p:spPr>
            <a:xfrm rot="6238563">
              <a:off x="3278008" y="3160455"/>
              <a:ext cx="70858" cy="20198"/>
            </a:xfrm>
            <a:prstGeom prst="ellipse">
              <a:avLst/>
            </a:prstGeom>
            <a:gradFill>
              <a:gsLst>
                <a:gs pos="0">
                  <a:srgbClr val="000000">
                    <a:alpha val="19008"/>
                  </a:srgbClr>
                </a:gs>
                <a:gs pos="14286">
                  <a:srgbClr val="000000">
                    <a:alpha val="17616"/>
                  </a:srgbClr>
                </a:gs>
                <a:gs pos="28571">
                  <a:srgbClr val="000000">
                    <a:alpha val="13968"/>
                  </a:srgbClr>
                </a:gs>
                <a:gs pos="42857">
                  <a:srgbClr val="000000">
                    <a:alpha val="9397"/>
                  </a:srgbClr>
                </a:gs>
                <a:gs pos="57143">
                  <a:srgbClr val="000000">
                    <a:alpha val="5321"/>
                  </a:srgbClr>
                </a:gs>
                <a:gs pos="71429">
                  <a:srgbClr val="000000">
                    <a:alpha val="2527"/>
                  </a:srgbClr>
                </a:gs>
                <a:gs pos="85714">
                  <a:srgbClr val="000000">
                    <a:alpha val="1007"/>
                  </a:srgbClr>
                </a:gs>
                <a:gs pos="100000">
                  <a:srgbClr val="000000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Splat 240"/>
            <p:cNvSpPr>
              <a:spLocks noGrp="1"/>
            </p:cNvSpPr>
            <p:nvPr/>
          </p:nvSpPr>
          <p:spPr>
            <a:xfrm rot="7204371">
              <a:off x="-99857" y="2547370"/>
              <a:ext cx="571385" cy="422104"/>
            </a:xfrm>
            <a:prstGeom prst="ellipse">
              <a:avLst/>
            </a:prstGeom>
            <a:gradFill>
              <a:gsLst>
                <a:gs pos="0">
                  <a:srgbClr val="B8B7B7">
                    <a:alpha val="11580"/>
                  </a:srgbClr>
                </a:gs>
                <a:gs pos="14286">
                  <a:srgbClr val="B8B7B7">
                    <a:alpha val="10695"/>
                  </a:srgbClr>
                </a:gs>
                <a:gs pos="28571">
                  <a:srgbClr val="B8B7B7">
                    <a:alpha val="8408"/>
                  </a:srgbClr>
                </a:gs>
                <a:gs pos="42857">
                  <a:srgbClr val="B8B7B7">
                    <a:alpha val="5598"/>
                  </a:srgbClr>
                </a:gs>
                <a:gs pos="57143">
                  <a:srgbClr val="B8B7B7">
                    <a:alpha val="3142"/>
                  </a:srgbClr>
                </a:gs>
                <a:gs pos="71429">
                  <a:srgbClr val="B8B7B7">
                    <a:alpha val="1483"/>
                  </a:srgbClr>
                </a:gs>
                <a:gs pos="85714">
                  <a:srgbClr val="B8B7B7">
                    <a:alpha val="589"/>
                  </a:srgbClr>
                </a:gs>
                <a:gs pos="100000">
                  <a:srgbClr val="B8B7B7">
                    <a:alpha val="1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Splat 241"/>
            <p:cNvSpPr>
              <a:spLocks noGrp="1"/>
            </p:cNvSpPr>
            <p:nvPr/>
          </p:nvSpPr>
          <p:spPr>
            <a:xfrm rot="4241114">
              <a:off x="1443971" y="1699211"/>
              <a:ext cx="760302" cy="158068"/>
            </a:xfrm>
            <a:prstGeom prst="ellipse">
              <a:avLst/>
            </a:prstGeom>
            <a:gradFill>
              <a:gsLst>
                <a:gs pos="0">
                  <a:srgbClr val="000201">
                    <a:alpha val="32820"/>
                  </a:srgbClr>
                </a:gs>
                <a:gs pos="14286">
                  <a:srgbClr val="000201">
                    <a:alpha val="30623"/>
                  </a:srgbClr>
                </a:gs>
                <a:gs pos="28571">
                  <a:srgbClr val="000201">
                    <a:alpha val="24715"/>
                  </a:srgbClr>
                </a:gs>
                <a:gs pos="42857">
                  <a:srgbClr val="000201">
                    <a:alpha val="16990"/>
                  </a:srgbClr>
                </a:gs>
                <a:gs pos="57143">
                  <a:srgbClr val="000201">
                    <a:alpha val="9803"/>
                  </a:srgbClr>
                </a:gs>
                <a:gs pos="71429">
                  <a:srgbClr val="000201">
                    <a:alpha val="4715"/>
                  </a:srgbClr>
                </a:gs>
                <a:gs pos="85714">
                  <a:srgbClr val="000201">
                    <a:alpha val="1892"/>
                  </a:srgbClr>
                </a:gs>
                <a:gs pos="100000">
                  <a:srgbClr val="000201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Splat 242"/>
            <p:cNvSpPr>
              <a:spLocks noGrp="1"/>
            </p:cNvSpPr>
            <p:nvPr/>
          </p:nvSpPr>
          <p:spPr>
            <a:xfrm rot="3837351">
              <a:off x="2621821" y="1725111"/>
              <a:ext cx="125221" cy="581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Splat 243"/>
            <p:cNvSpPr>
              <a:spLocks noGrp="1"/>
            </p:cNvSpPr>
            <p:nvPr/>
          </p:nvSpPr>
          <p:spPr>
            <a:xfrm rot="10640939">
              <a:off x="439832" y="876283"/>
              <a:ext cx="70268" cy="19313"/>
            </a:xfrm>
            <a:prstGeom prst="ellipse">
              <a:avLst/>
            </a:prstGeom>
            <a:gradFill>
              <a:gsLst>
                <a:gs pos="0">
                  <a:srgbClr val="C2C2C1">
                    <a:alpha val="19592"/>
                  </a:srgbClr>
                </a:gs>
                <a:gs pos="14286">
                  <a:srgbClr val="C2C2C1">
                    <a:alpha val="18161"/>
                  </a:srgbClr>
                </a:gs>
                <a:gs pos="28571">
                  <a:srgbClr val="C2C2C1">
                    <a:alpha val="14411"/>
                  </a:srgbClr>
                </a:gs>
                <a:gs pos="42857">
                  <a:srgbClr val="C2C2C1">
                    <a:alpha val="9703"/>
                  </a:srgbClr>
                </a:gs>
                <a:gs pos="57143">
                  <a:srgbClr val="C2C2C1">
                    <a:alpha val="5499"/>
                  </a:srgbClr>
                </a:gs>
                <a:gs pos="71429">
                  <a:srgbClr val="C2C2C1">
                    <a:alpha val="2613"/>
                  </a:srgbClr>
                </a:gs>
                <a:gs pos="85714">
                  <a:srgbClr val="C2C2C1">
                    <a:alpha val="1041"/>
                  </a:srgbClr>
                </a:gs>
                <a:gs pos="100000">
                  <a:srgbClr val="C2C2C1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Splat 244"/>
            <p:cNvSpPr>
              <a:spLocks noGrp="1"/>
            </p:cNvSpPr>
            <p:nvPr/>
          </p:nvSpPr>
          <p:spPr>
            <a:xfrm rot="7974296">
              <a:off x="2298327" y="2264419"/>
              <a:ext cx="544228" cy="863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Splat 245"/>
            <p:cNvSpPr>
              <a:spLocks noGrp="1"/>
            </p:cNvSpPr>
            <p:nvPr/>
          </p:nvSpPr>
          <p:spPr>
            <a:xfrm rot="7039653">
              <a:off x="1147391" y="2940138"/>
              <a:ext cx="560443" cy="254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Splat 246"/>
            <p:cNvSpPr>
              <a:spLocks noGrp="1"/>
            </p:cNvSpPr>
            <p:nvPr/>
          </p:nvSpPr>
          <p:spPr>
            <a:xfrm rot="3278854">
              <a:off x="2544917" y="2168878"/>
              <a:ext cx="70870" cy="20115"/>
            </a:xfrm>
            <a:prstGeom prst="ellipse">
              <a:avLst/>
            </a:prstGeom>
            <a:gradFill>
              <a:gsLst>
                <a:gs pos="0">
                  <a:srgbClr val="000000">
                    <a:alpha val="19076"/>
                  </a:srgbClr>
                </a:gs>
                <a:gs pos="14286">
                  <a:srgbClr val="000000">
                    <a:alpha val="17678"/>
                  </a:srgbClr>
                </a:gs>
                <a:gs pos="28571">
                  <a:srgbClr val="000000">
                    <a:alpha val="14019"/>
                  </a:srgbClr>
                </a:gs>
                <a:gs pos="42857">
                  <a:srgbClr val="000000">
                    <a:alpha val="9432"/>
                  </a:srgbClr>
                </a:gs>
                <a:gs pos="57143">
                  <a:srgbClr val="000000">
                    <a:alpha val="5342"/>
                  </a:srgbClr>
                </a:gs>
                <a:gs pos="71429">
                  <a:srgbClr val="000000">
                    <a:alpha val="2537"/>
                  </a:srgbClr>
                </a:gs>
                <a:gs pos="85714">
                  <a:srgbClr val="000000">
                    <a:alpha val="1011"/>
                  </a:srgbClr>
                </a:gs>
                <a:gs pos="100000">
                  <a:srgbClr val="000000">
                    <a:alpha val="3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Splat 247"/>
            <p:cNvSpPr>
              <a:spLocks noGrp="1"/>
            </p:cNvSpPr>
            <p:nvPr/>
          </p:nvSpPr>
          <p:spPr>
            <a:xfrm rot="-10552305">
              <a:off x="3461054" y="3030449"/>
              <a:ext cx="65709" cy="14754"/>
            </a:xfrm>
            <a:prstGeom prst="ellipse">
              <a:avLst/>
            </a:prstGeom>
            <a:gradFill>
              <a:gsLst>
                <a:gs pos="0">
                  <a:srgbClr val="CDCDCB">
                    <a:alpha val="20390"/>
                  </a:srgbClr>
                </a:gs>
                <a:gs pos="14286">
                  <a:srgbClr val="CDCDCB">
                    <a:alpha val="18908"/>
                  </a:srgbClr>
                </a:gs>
                <a:gs pos="28571">
                  <a:srgbClr val="CDCDCB">
                    <a:alpha val="15018"/>
                  </a:srgbClr>
                </a:gs>
                <a:gs pos="42857">
                  <a:srgbClr val="CDCDCB">
                    <a:alpha val="10124"/>
                  </a:srgbClr>
                </a:gs>
                <a:gs pos="57143">
                  <a:srgbClr val="CDCDCB">
                    <a:alpha val="5743"/>
                  </a:srgbClr>
                </a:gs>
                <a:gs pos="71429">
                  <a:srgbClr val="CDCDCB">
                    <a:alpha val="2731"/>
                  </a:srgbClr>
                </a:gs>
                <a:gs pos="85714">
                  <a:srgbClr val="CDCDCB">
                    <a:alpha val="1089"/>
                  </a:srgbClr>
                </a:gs>
                <a:gs pos="100000">
                  <a:srgbClr val="CDCDCB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Splat 248"/>
            <p:cNvSpPr>
              <a:spLocks noGrp="1"/>
            </p:cNvSpPr>
            <p:nvPr/>
          </p:nvSpPr>
          <p:spPr>
            <a:xfrm rot="8038667">
              <a:off x="1958022" y="1686566"/>
              <a:ext cx="69185" cy="18942"/>
            </a:xfrm>
            <a:prstGeom prst="ellipse">
              <a:avLst/>
            </a:prstGeom>
            <a:gradFill>
              <a:gsLst>
                <a:gs pos="0">
                  <a:srgbClr val="C6C6C4">
                    <a:alpha val="19796"/>
                  </a:srgbClr>
                </a:gs>
                <a:gs pos="14286">
                  <a:srgbClr val="C6C6C4">
                    <a:alpha val="18352"/>
                  </a:srgbClr>
                </a:gs>
                <a:gs pos="28571">
                  <a:srgbClr val="C6C6C4">
                    <a:alpha val="14566"/>
                  </a:srgbClr>
                </a:gs>
                <a:gs pos="42857">
                  <a:srgbClr val="C6C6C4">
                    <a:alpha val="9811"/>
                  </a:srgbClr>
                </a:gs>
                <a:gs pos="57143">
                  <a:srgbClr val="C6C6C4">
                    <a:alpha val="5561"/>
                  </a:srgbClr>
                </a:gs>
                <a:gs pos="71429">
                  <a:srgbClr val="C6C6C4">
                    <a:alpha val="2643"/>
                  </a:srgbClr>
                </a:gs>
                <a:gs pos="85714">
                  <a:srgbClr val="C6C6C4">
                    <a:alpha val="1053"/>
                  </a:srgbClr>
                </a:gs>
                <a:gs pos="100000">
                  <a:srgbClr val="C6C6C4">
                    <a:alpha val="3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Splat 249"/>
            <p:cNvSpPr>
              <a:spLocks noGrp="1"/>
            </p:cNvSpPr>
            <p:nvPr/>
          </p:nvSpPr>
          <p:spPr>
            <a:xfrm rot="6092192">
              <a:off x="2984765" y="455895"/>
              <a:ext cx="510283" cy="1274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Splat 250"/>
            <p:cNvSpPr>
              <a:spLocks noGrp="1"/>
            </p:cNvSpPr>
            <p:nvPr/>
          </p:nvSpPr>
          <p:spPr>
            <a:xfrm rot="-10787842">
              <a:off x="1667841" y="2400002"/>
              <a:ext cx="36663" cy="35629"/>
            </a:xfrm>
            <a:prstGeom prst="ellipse">
              <a:avLst/>
            </a:prstGeom>
            <a:gradFill>
              <a:gsLst>
                <a:gs pos="0">
                  <a:srgbClr val="C3C3BE">
                    <a:alpha val="19457"/>
                  </a:srgbClr>
                </a:gs>
                <a:gs pos="14286">
                  <a:srgbClr val="C3C3BE">
                    <a:alpha val="18035"/>
                  </a:srgbClr>
                </a:gs>
                <a:gs pos="28571">
                  <a:srgbClr val="C3C3BE">
                    <a:alpha val="14309"/>
                  </a:srgbClr>
                </a:gs>
                <a:gs pos="42857">
                  <a:srgbClr val="C3C3BE">
                    <a:alpha val="9633"/>
                  </a:srgbClr>
                </a:gs>
                <a:gs pos="57143">
                  <a:srgbClr val="C3C3BE">
                    <a:alpha val="5458"/>
                  </a:srgbClr>
                </a:gs>
                <a:gs pos="71429">
                  <a:srgbClr val="C3C3BE">
                    <a:alpha val="2593"/>
                  </a:srgbClr>
                </a:gs>
                <a:gs pos="85714">
                  <a:srgbClr val="C3C3BE">
                    <a:alpha val="1033"/>
                  </a:srgbClr>
                </a:gs>
                <a:gs pos="100000">
                  <a:srgbClr val="C3C3BE">
                    <a:alpha val="3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Splat 251"/>
            <p:cNvSpPr>
              <a:spLocks noGrp="1"/>
            </p:cNvSpPr>
            <p:nvPr/>
          </p:nvSpPr>
          <p:spPr>
            <a:xfrm rot="5598680">
              <a:off x="3320454" y="3052316"/>
              <a:ext cx="241031" cy="1353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Splat 252"/>
            <p:cNvSpPr>
              <a:spLocks noGrp="1"/>
            </p:cNvSpPr>
            <p:nvPr/>
          </p:nvSpPr>
          <p:spPr>
            <a:xfrm rot="5547178">
              <a:off x="3069097" y="2294170"/>
              <a:ext cx="68284" cy="18843"/>
            </a:xfrm>
            <a:prstGeom prst="ellipse">
              <a:avLst/>
            </a:prstGeom>
            <a:gradFill>
              <a:gsLst>
                <a:gs pos="0">
                  <a:srgbClr val="D1D1CF">
                    <a:alpha val="19950"/>
                  </a:srgbClr>
                </a:gs>
                <a:gs pos="14286">
                  <a:srgbClr val="D1D1CF">
                    <a:alpha val="18497"/>
                  </a:srgbClr>
                </a:gs>
                <a:gs pos="28571">
                  <a:srgbClr val="D1D1CF">
                    <a:alpha val="14683"/>
                  </a:srgbClr>
                </a:gs>
                <a:gs pos="42857">
                  <a:srgbClr val="D1D1CF">
                    <a:alpha val="9892"/>
                  </a:srgbClr>
                </a:gs>
                <a:gs pos="57143">
                  <a:srgbClr val="D1D1CF">
                    <a:alpha val="5608"/>
                  </a:srgbClr>
                </a:gs>
                <a:gs pos="71429">
                  <a:srgbClr val="D1D1CF">
                    <a:alpha val="2665"/>
                  </a:srgbClr>
                </a:gs>
                <a:gs pos="85714">
                  <a:srgbClr val="D1D1CF">
                    <a:alpha val="1063"/>
                  </a:srgbClr>
                </a:gs>
                <a:gs pos="100000">
                  <a:srgbClr val="D1D1CF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Splat 253"/>
            <p:cNvSpPr>
              <a:spLocks noGrp="1"/>
            </p:cNvSpPr>
            <p:nvPr/>
          </p:nvSpPr>
          <p:spPr>
            <a:xfrm rot="-9291839">
              <a:off x="1647131" y="3490603"/>
              <a:ext cx="399290" cy="78895"/>
            </a:xfrm>
            <a:prstGeom prst="ellipse">
              <a:avLst/>
            </a:prstGeom>
            <a:gradFill>
              <a:gsLst>
                <a:gs pos="0">
                  <a:srgbClr val="EEEEEC">
                    <a:alpha val="32968"/>
                  </a:srgbClr>
                </a:gs>
                <a:gs pos="14286">
                  <a:srgbClr val="EEEEEC">
                    <a:alpha val="30764"/>
                  </a:srgbClr>
                </a:gs>
                <a:gs pos="28571">
                  <a:srgbClr val="EEEEEC">
                    <a:alpha val="24833"/>
                  </a:srgbClr>
                </a:gs>
                <a:gs pos="42857">
                  <a:srgbClr val="EEEEEC">
                    <a:alpha val="17075"/>
                  </a:srgbClr>
                </a:gs>
                <a:gs pos="57143">
                  <a:srgbClr val="EEEEEC">
                    <a:alpha val="9855"/>
                  </a:srgbClr>
                </a:gs>
                <a:gs pos="71429">
                  <a:srgbClr val="EEEEEC">
                    <a:alpha val="4740"/>
                  </a:srgbClr>
                </a:gs>
                <a:gs pos="85714">
                  <a:srgbClr val="EEEEEC">
                    <a:alpha val="1902"/>
                  </a:srgbClr>
                </a:gs>
                <a:gs pos="100000">
                  <a:srgbClr val="EEEE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Splat 254"/>
            <p:cNvSpPr>
              <a:spLocks noGrp="1"/>
            </p:cNvSpPr>
            <p:nvPr/>
          </p:nvSpPr>
          <p:spPr>
            <a:xfrm rot="4480866">
              <a:off x="1246110" y="3314122"/>
              <a:ext cx="509392" cy="503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Splat 255"/>
            <p:cNvSpPr>
              <a:spLocks noGrp="1"/>
            </p:cNvSpPr>
            <p:nvPr/>
          </p:nvSpPr>
          <p:spPr>
            <a:xfrm rot="10273342">
              <a:off x="3212359" y="225037"/>
              <a:ext cx="845073" cy="261362"/>
            </a:xfrm>
            <a:prstGeom prst="ellipse">
              <a:avLst/>
            </a:prstGeom>
            <a:gradFill>
              <a:gsLst>
                <a:gs pos="0">
                  <a:srgbClr val="000000">
                    <a:alpha val="15933"/>
                  </a:srgbClr>
                </a:gs>
                <a:gs pos="14286">
                  <a:srgbClr val="000000">
                    <a:alpha val="14745"/>
                  </a:srgbClr>
                </a:gs>
                <a:gs pos="28571">
                  <a:srgbClr val="000000">
                    <a:alpha val="11650"/>
                  </a:srgbClr>
                </a:gs>
                <a:gs pos="42857">
                  <a:srgbClr val="000000">
                    <a:alpha val="7803"/>
                  </a:srgbClr>
                </a:gs>
                <a:gs pos="57143">
                  <a:srgbClr val="000000">
                    <a:alpha val="4402"/>
                  </a:srgbClr>
                </a:gs>
                <a:gs pos="71429">
                  <a:srgbClr val="000000">
                    <a:alpha val="2085"/>
                  </a:srgbClr>
                </a:gs>
                <a:gs pos="85714">
                  <a:srgbClr val="000000">
                    <a:alpha val="830"/>
                  </a:srgbClr>
                </a:gs>
                <a:gs pos="100000">
                  <a:srgbClr val="0000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Splat 256"/>
            <p:cNvSpPr>
              <a:spLocks noGrp="1"/>
            </p:cNvSpPr>
            <p:nvPr/>
          </p:nvSpPr>
          <p:spPr>
            <a:xfrm rot="-10506942">
              <a:off x="2275097" y="2832136"/>
              <a:ext cx="549955" cy="499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Splat 257"/>
            <p:cNvSpPr>
              <a:spLocks noGrp="1"/>
            </p:cNvSpPr>
            <p:nvPr/>
          </p:nvSpPr>
          <p:spPr>
            <a:xfrm rot="-9543417">
              <a:off x="2879224" y="1066364"/>
              <a:ext cx="70855" cy="20149"/>
            </a:xfrm>
            <a:prstGeom prst="ellipse">
              <a:avLst/>
            </a:prstGeom>
            <a:gradFill>
              <a:gsLst>
                <a:gs pos="0">
                  <a:srgbClr val="C0C0B8">
                    <a:alpha val="19032"/>
                  </a:srgbClr>
                </a:gs>
                <a:gs pos="14286">
                  <a:srgbClr val="C0C0B8">
                    <a:alpha val="17637"/>
                  </a:srgbClr>
                </a:gs>
                <a:gs pos="28571">
                  <a:srgbClr val="C0C0B8">
                    <a:alpha val="13986"/>
                  </a:srgbClr>
                </a:gs>
                <a:gs pos="42857">
                  <a:srgbClr val="C0C0B8">
                    <a:alpha val="9409"/>
                  </a:srgbClr>
                </a:gs>
                <a:gs pos="57143">
                  <a:srgbClr val="C0C0B8">
                    <a:alpha val="5328"/>
                  </a:srgbClr>
                </a:gs>
                <a:gs pos="71429">
                  <a:srgbClr val="C0C0B8">
                    <a:alpha val="2531"/>
                  </a:srgbClr>
                </a:gs>
                <a:gs pos="85714">
                  <a:srgbClr val="C0C0B8">
                    <a:alpha val="1008"/>
                  </a:srgbClr>
                </a:gs>
                <a:gs pos="100000">
                  <a:srgbClr val="C0C0B8">
                    <a:alpha val="3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Splat 258"/>
            <p:cNvSpPr>
              <a:spLocks noGrp="1"/>
            </p:cNvSpPr>
            <p:nvPr/>
          </p:nvSpPr>
          <p:spPr>
            <a:xfrm rot="-9290456">
              <a:off x="2984305" y="3503319"/>
              <a:ext cx="70268" cy="19390"/>
            </a:xfrm>
            <a:prstGeom prst="ellipse">
              <a:avLst/>
            </a:prstGeom>
            <a:gradFill>
              <a:gsLst>
                <a:gs pos="0">
                  <a:srgbClr val="C6C6C4">
                    <a:alpha val="19589"/>
                  </a:srgbClr>
                </a:gs>
                <a:gs pos="14286">
                  <a:srgbClr val="C6C6C4">
                    <a:alpha val="18158"/>
                  </a:srgbClr>
                </a:gs>
                <a:gs pos="28571">
                  <a:srgbClr val="C6C6C4">
                    <a:alpha val="14409"/>
                  </a:srgbClr>
                </a:gs>
                <a:gs pos="42857">
                  <a:srgbClr val="C6C6C4">
                    <a:alpha val="9702"/>
                  </a:srgbClr>
                </a:gs>
                <a:gs pos="57143">
                  <a:srgbClr val="C6C6C4">
                    <a:alpha val="5498"/>
                  </a:srgbClr>
                </a:gs>
                <a:gs pos="71429">
                  <a:srgbClr val="C6C6C4">
                    <a:alpha val="2612"/>
                  </a:srgbClr>
                </a:gs>
                <a:gs pos="85714">
                  <a:srgbClr val="C6C6C4">
                    <a:alpha val="1041"/>
                  </a:srgbClr>
                </a:gs>
                <a:gs pos="100000">
                  <a:srgbClr val="C6C6C4">
                    <a:alpha val="3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Splat 259"/>
            <p:cNvSpPr>
              <a:spLocks noGrp="1"/>
            </p:cNvSpPr>
            <p:nvPr/>
          </p:nvSpPr>
          <p:spPr>
            <a:xfrm rot="10667898">
              <a:off x="1722210" y="3384949"/>
              <a:ext cx="1014112" cy="900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Splat 260"/>
            <p:cNvSpPr>
              <a:spLocks noGrp="1"/>
            </p:cNvSpPr>
            <p:nvPr/>
          </p:nvSpPr>
          <p:spPr>
            <a:xfrm rot="10648386">
              <a:off x="2825587" y="3149576"/>
              <a:ext cx="269907" cy="1029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Splat 261"/>
            <p:cNvSpPr>
              <a:spLocks noGrp="1"/>
            </p:cNvSpPr>
            <p:nvPr/>
          </p:nvSpPr>
          <p:spPr>
            <a:xfrm rot="-9787402">
              <a:off x="2040182" y="2178856"/>
              <a:ext cx="808915" cy="1172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Splat 262"/>
            <p:cNvSpPr>
              <a:spLocks noGrp="1"/>
            </p:cNvSpPr>
            <p:nvPr/>
          </p:nvSpPr>
          <p:spPr>
            <a:xfrm rot="6804406">
              <a:off x="1699744" y="3124001"/>
              <a:ext cx="830138" cy="345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Splat 263"/>
            <p:cNvSpPr>
              <a:spLocks noGrp="1"/>
            </p:cNvSpPr>
            <p:nvPr/>
          </p:nvSpPr>
          <p:spPr>
            <a:xfrm rot="-9903976">
              <a:off x="3267221" y="3519991"/>
              <a:ext cx="229194" cy="496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Splat 264"/>
            <p:cNvSpPr>
              <a:spLocks noGrp="1"/>
            </p:cNvSpPr>
            <p:nvPr/>
          </p:nvSpPr>
          <p:spPr>
            <a:xfrm rot="4811934">
              <a:off x="3424891" y="2550040"/>
              <a:ext cx="65827" cy="18272"/>
            </a:xfrm>
            <a:prstGeom prst="ellipse">
              <a:avLst/>
            </a:prstGeom>
            <a:gradFill>
              <a:gsLst>
                <a:gs pos="0">
                  <a:srgbClr val="E5E5E4">
                    <a:alpha val="20374"/>
                  </a:srgbClr>
                </a:gs>
                <a:gs pos="14286">
                  <a:srgbClr val="E5E5E4">
                    <a:alpha val="18893"/>
                  </a:srgbClr>
                </a:gs>
                <a:gs pos="28571">
                  <a:srgbClr val="E5E5E4">
                    <a:alpha val="15006"/>
                  </a:srgbClr>
                </a:gs>
                <a:gs pos="42857">
                  <a:srgbClr val="E5E5E4">
                    <a:alpha val="10116"/>
                  </a:srgbClr>
                </a:gs>
                <a:gs pos="57143">
                  <a:srgbClr val="E5E5E4">
                    <a:alpha val="5738"/>
                  </a:srgbClr>
                </a:gs>
                <a:gs pos="71429">
                  <a:srgbClr val="E5E5E4">
                    <a:alpha val="2728"/>
                  </a:srgbClr>
                </a:gs>
                <a:gs pos="85714">
                  <a:srgbClr val="E5E5E4">
                    <a:alpha val="1088"/>
                  </a:srgbClr>
                </a:gs>
                <a:gs pos="100000">
                  <a:srgbClr val="E5E5E4">
                    <a:alpha val="3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Splat 265"/>
            <p:cNvSpPr>
              <a:spLocks noGrp="1"/>
            </p:cNvSpPr>
            <p:nvPr/>
          </p:nvSpPr>
          <p:spPr>
            <a:xfrm rot="6772022">
              <a:off x="1456940" y="2800008"/>
              <a:ext cx="70240" cy="20285"/>
            </a:xfrm>
            <a:prstGeom prst="ellipse">
              <a:avLst/>
            </a:prstGeom>
            <a:gradFill>
              <a:gsLst>
                <a:gs pos="0">
                  <a:srgbClr val="AEAFAB">
                    <a:alpha val="18428"/>
                  </a:srgbClr>
                </a:gs>
                <a:gs pos="14286">
                  <a:srgbClr val="AEAFAB">
                    <a:alpha val="17073"/>
                  </a:srgbClr>
                </a:gs>
                <a:gs pos="28571">
                  <a:srgbClr val="AEAFAB">
                    <a:alpha val="13529"/>
                  </a:srgbClr>
                </a:gs>
                <a:gs pos="42857">
                  <a:srgbClr val="AEAFAB">
                    <a:alpha val="9094"/>
                  </a:srgbClr>
                </a:gs>
                <a:gs pos="57143">
                  <a:srgbClr val="AEAFAB">
                    <a:alpha val="5146"/>
                  </a:srgbClr>
                </a:gs>
                <a:gs pos="71429">
                  <a:srgbClr val="AEAFAB">
                    <a:alpha val="2443"/>
                  </a:srgbClr>
                </a:gs>
                <a:gs pos="85714">
                  <a:srgbClr val="AEAFAB">
                    <a:alpha val="973"/>
                  </a:srgbClr>
                </a:gs>
                <a:gs pos="100000">
                  <a:srgbClr val="AEAFAB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Splat 266"/>
            <p:cNvSpPr>
              <a:spLocks noGrp="1"/>
            </p:cNvSpPr>
            <p:nvPr/>
          </p:nvSpPr>
          <p:spPr>
            <a:xfrm rot="7895821">
              <a:off x="384162" y="2275396"/>
              <a:ext cx="364341" cy="8884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Splat 267"/>
            <p:cNvSpPr>
              <a:spLocks noGrp="1"/>
            </p:cNvSpPr>
            <p:nvPr/>
          </p:nvSpPr>
          <p:spPr>
            <a:xfrm rot="-8604088">
              <a:off x="1269147" y="2441834"/>
              <a:ext cx="81465" cy="2892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Splat 268"/>
            <p:cNvSpPr>
              <a:spLocks noGrp="1"/>
            </p:cNvSpPr>
            <p:nvPr/>
          </p:nvSpPr>
          <p:spPr>
            <a:xfrm rot="3125283">
              <a:off x="92844" y="1729291"/>
              <a:ext cx="391778" cy="68780"/>
            </a:xfrm>
            <a:prstGeom prst="ellipse">
              <a:avLst/>
            </a:prstGeom>
            <a:gradFill>
              <a:gsLst>
                <a:gs pos="0">
                  <a:srgbClr val="000004">
                    <a:alpha val="32968"/>
                  </a:srgbClr>
                </a:gs>
                <a:gs pos="14286">
                  <a:srgbClr val="000004">
                    <a:alpha val="30764"/>
                  </a:srgbClr>
                </a:gs>
                <a:gs pos="28571">
                  <a:srgbClr val="000004">
                    <a:alpha val="24833"/>
                  </a:srgbClr>
                </a:gs>
                <a:gs pos="42857">
                  <a:srgbClr val="000004">
                    <a:alpha val="17075"/>
                  </a:srgbClr>
                </a:gs>
                <a:gs pos="57143">
                  <a:srgbClr val="000004">
                    <a:alpha val="9855"/>
                  </a:srgbClr>
                </a:gs>
                <a:gs pos="71429">
                  <a:srgbClr val="000004">
                    <a:alpha val="4740"/>
                  </a:srgbClr>
                </a:gs>
                <a:gs pos="85714">
                  <a:srgbClr val="000004">
                    <a:alpha val="1902"/>
                  </a:srgbClr>
                </a:gs>
                <a:gs pos="100000">
                  <a:srgbClr val="0000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Splat 269"/>
            <p:cNvSpPr>
              <a:spLocks noGrp="1"/>
            </p:cNvSpPr>
            <p:nvPr/>
          </p:nvSpPr>
          <p:spPr>
            <a:xfrm rot="-10684806">
              <a:off x="1478683" y="1456625"/>
              <a:ext cx="604541" cy="517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Splat 270"/>
            <p:cNvSpPr>
              <a:spLocks noGrp="1"/>
            </p:cNvSpPr>
            <p:nvPr/>
          </p:nvSpPr>
          <p:spPr>
            <a:xfrm rot="-9510253">
              <a:off x="2123222" y="2295014"/>
              <a:ext cx="317833" cy="1335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Splat 271"/>
            <p:cNvSpPr>
              <a:spLocks noGrp="1"/>
            </p:cNvSpPr>
            <p:nvPr/>
          </p:nvSpPr>
          <p:spPr>
            <a:xfrm rot="6816215">
              <a:off x="1210195" y="502232"/>
              <a:ext cx="285207" cy="104469"/>
            </a:xfrm>
            <a:prstGeom prst="ellipse">
              <a:avLst/>
            </a:prstGeom>
            <a:gradFill>
              <a:gsLst>
                <a:gs pos="0">
                  <a:srgbClr val="FEFCFD">
                    <a:alpha val="32968"/>
                  </a:srgbClr>
                </a:gs>
                <a:gs pos="14286">
                  <a:srgbClr val="FEFCFD">
                    <a:alpha val="30764"/>
                  </a:srgbClr>
                </a:gs>
                <a:gs pos="28571">
                  <a:srgbClr val="FEFCFD">
                    <a:alpha val="24833"/>
                  </a:srgbClr>
                </a:gs>
                <a:gs pos="42857">
                  <a:srgbClr val="FEFCFD">
                    <a:alpha val="17075"/>
                  </a:srgbClr>
                </a:gs>
                <a:gs pos="57143">
                  <a:srgbClr val="FEFCFD">
                    <a:alpha val="9855"/>
                  </a:srgbClr>
                </a:gs>
                <a:gs pos="71429">
                  <a:srgbClr val="FEFCFD">
                    <a:alpha val="4740"/>
                  </a:srgbClr>
                </a:gs>
                <a:gs pos="85714">
                  <a:srgbClr val="FEFCFD">
                    <a:alpha val="1902"/>
                  </a:srgbClr>
                </a:gs>
                <a:gs pos="100000">
                  <a:srgbClr val="FEFC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Splat 272"/>
            <p:cNvSpPr>
              <a:spLocks noGrp="1"/>
            </p:cNvSpPr>
            <p:nvPr/>
          </p:nvSpPr>
          <p:spPr>
            <a:xfrm rot="-10101937">
              <a:off x="-190817" y="1639966"/>
              <a:ext cx="590963" cy="948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Splat 273"/>
            <p:cNvSpPr>
              <a:spLocks noGrp="1"/>
            </p:cNvSpPr>
            <p:nvPr/>
          </p:nvSpPr>
          <p:spPr>
            <a:xfrm rot="6397529">
              <a:off x="326205" y="2416541"/>
              <a:ext cx="521329" cy="429574"/>
            </a:xfrm>
            <a:prstGeom prst="ellipse">
              <a:avLst/>
            </a:prstGeom>
            <a:gradFill>
              <a:gsLst>
                <a:gs pos="0">
                  <a:srgbClr val="000012">
                    <a:alpha val="23455"/>
                  </a:srgbClr>
                </a:gs>
                <a:gs pos="14286">
                  <a:srgbClr val="000012">
                    <a:alpha val="21782"/>
                  </a:srgbClr>
                </a:gs>
                <a:gs pos="28571">
                  <a:srgbClr val="000012">
                    <a:alpha val="17366"/>
                  </a:srgbClr>
                </a:gs>
                <a:gs pos="42857">
                  <a:srgbClr val="000012">
                    <a:alpha val="11761"/>
                  </a:srgbClr>
                </a:gs>
                <a:gs pos="57143">
                  <a:srgbClr val="000012">
                    <a:alpha val="6698"/>
                  </a:srgbClr>
                </a:gs>
                <a:gs pos="71429">
                  <a:srgbClr val="000012">
                    <a:alpha val="3193"/>
                  </a:srgbClr>
                </a:gs>
                <a:gs pos="85714">
                  <a:srgbClr val="000012">
                    <a:alpha val="1275"/>
                  </a:srgbClr>
                </a:gs>
                <a:gs pos="100000">
                  <a:srgbClr val="000012">
                    <a:alpha val="4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Splat 274"/>
            <p:cNvSpPr>
              <a:spLocks noGrp="1"/>
            </p:cNvSpPr>
            <p:nvPr/>
          </p:nvSpPr>
          <p:spPr>
            <a:xfrm rot="8975574">
              <a:off x="1029851" y="359638"/>
              <a:ext cx="482321" cy="1009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Splat 275"/>
            <p:cNvSpPr>
              <a:spLocks noGrp="1"/>
            </p:cNvSpPr>
            <p:nvPr/>
          </p:nvSpPr>
          <p:spPr>
            <a:xfrm rot="7507337">
              <a:off x="123829" y="800386"/>
              <a:ext cx="60272" cy="16884"/>
            </a:xfrm>
            <a:prstGeom prst="ellipse">
              <a:avLst/>
            </a:prstGeom>
            <a:gradFill>
              <a:gsLst>
                <a:gs pos="0">
                  <a:srgbClr val="ECECEA">
                    <a:alpha val="21354"/>
                  </a:srgbClr>
                </a:gs>
                <a:gs pos="14286">
                  <a:srgbClr val="ECECEA">
                    <a:alpha val="19811"/>
                  </a:srgbClr>
                </a:gs>
                <a:gs pos="28571">
                  <a:srgbClr val="ECECEA">
                    <a:alpha val="15754"/>
                  </a:srgbClr>
                </a:gs>
                <a:gs pos="42857">
                  <a:srgbClr val="ECECEA">
                    <a:alpha val="10635"/>
                  </a:srgbClr>
                </a:gs>
                <a:gs pos="57143">
                  <a:srgbClr val="ECECEA">
                    <a:alpha val="6040"/>
                  </a:srgbClr>
                </a:gs>
                <a:gs pos="71429">
                  <a:srgbClr val="ECECEA">
                    <a:alpha val="2874"/>
                  </a:srgbClr>
                </a:gs>
                <a:gs pos="85714">
                  <a:srgbClr val="ECECEA">
                    <a:alpha val="1147"/>
                  </a:srgbClr>
                </a:gs>
                <a:gs pos="100000">
                  <a:srgbClr val="ECECEA">
                    <a:alpha val="3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Splat 276"/>
            <p:cNvSpPr>
              <a:spLocks noGrp="1"/>
            </p:cNvSpPr>
            <p:nvPr/>
          </p:nvSpPr>
          <p:spPr>
            <a:xfrm rot="8688449">
              <a:off x="2826028" y="3313675"/>
              <a:ext cx="799519" cy="426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Splat 277"/>
            <p:cNvSpPr>
              <a:spLocks noGrp="1"/>
            </p:cNvSpPr>
            <p:nvPr/>
          </p:nvSpPr>
          <p:spPr>
            <a:xfrm rot="6473442">
              <a:off x="522740" y="2763832"/>
              <a:ext cx="582246" cy="399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Splat 278"/>
            <p:cNvSpPr>
              <a:spLocks noGrp="1"/>
            </p:cNvSpPr>
            <p:nvPr/>
          </p:nvSpPr>
          <p:spPr>
            <a:xfrm rot="-9497190">
              <a:off x="2189031" y="1796294"/>
              <a:ext cx="382709" cy="402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Splat 279"/>
            <p:cNvSpPr>
              <a:spLocks noGrp="1"/>
            </p:cNvSpPr>
            <p:nvPr/>
          </p:nvSpPr>
          <p:spPr>
            <a:xfrm rot="5030165">
              <a:off x="1975079" y="1883824"/>
              <a:ext cx="447730" cy="1469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Splat 280"/>
            <p:cNvSpPr>
              <a:spLocks noGrp="1"/>
            </p:cNvSpPr>
            <p:nvPr/>
          </p:nvSpPr>
          <p:spPr>
            <a:xfrm rot="-8852890">
              <a:off x="928458" y="1558299"/>
              <a:ext cx="629336" cy="4364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Splat 281"/>
            <p:cNvSpPr>
              <a:spLocks noGrp="1"/>
            </p:cNvSpPr>
            <p:nvPr/>
          </p:nvSpPr>
          <p:spPr>
            <a:xfrm rot="8144901">
              <a:off x="21982" y="1208681"/>
              <a:ext cx="240641" cy="28150"/>
            </a:xfrm>
            <a:prstGeom prst="ellipse">
              <a:avLst/>
            </a:prstGeom>
            <a:gradFill>
              <a:gsLst>
                <a:gs pos="0">
                  <a:srgbClr val="EAECEA">
                    <a:alpha val="31883"/>
                  </a:srgbClr>
                </a:gs>
                <a:gs pos="14286">
                  <a:srgbClr val="EAECEA">
                    <a:alpha val="29735"/>
                  </a:srgbClr>
                </a:gs>
                <a:gs pos="28571">
                  <a:srgbClr val="EAECEA">
                    <a:alpha val="23967"/>
                  </a:srgbClr>
                </a:gs>
                <a:gs pos="42857">
                  <a:srgbClr val="EAECEA">
                    <a:alpha val="16450"/>
                  </a:srgbClr>
                </a:gs>
                <a:gs pos="57143">
                  <a:srgbClr val="EAECEA">
                    <a:alpha val="9479"/>
                  </a:srgbClr>
                </a:gs>
                <a:gs pos="71429">
                  <a:srgbClr val="EAECEA">
                    <a:alpha val="4555"/>
                  </a:srgbClr>
                </a:gs>
                <a:gs pos="85714">
                  <a:srgbClr val="EAECEA">
                    <a:alpha val="1826"/>
                  </a:srgbClr>
                </a:gs>
                <a:gs pos="100000">
                  <a:srgbClr val="EAECEA">
                    <a:alpha val="6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Splat 282"/>
            <p:cNvSpPr>
              <a:spLocks noGrp="1"/>
            </p:cNvSpPr>
            <p:nvPr/>
          </p:nvSpPr>
          <p:spPr>
            <a:xfrm rot="-10285365">
              <a:off x="2067000" y="502736"/>
              <a:ext cx="613476" cy="445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Splat 283"/>
            <p:cNvSpPr>
              <a:spLocks noGrp="1"/>
            </p:cNvSpPr>
            <p:nvPr/>
          </p:nvSpPr>
          <p:spPr>
            <a:xfrm rot="7569948">
              <a:off x="1766550" y="1144382"/>
              <a:ext cx="611434" cy="431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Splat 284"/>
            <p:cNvSpPr>
              <a:spLocks noGrp="1"/>
            </p:cNvSpPr>
            <p:nvPr/>
          </p:nvSpPr>
          <p:spPr>
            <a:xfrm rot="7764238">
              <a:off x="2119281" y="2783259"/>
              <a:ext cx="284435" cy="479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Splat 285"/>
            <p:cNvSpPr>
              <a:spLocks noGrp="1"/>
            </p:cNvSpPr>
            <p:nvPr/>
          </p:nvSpPr>
          <p:spPr>
            <a:xfrm rot="4733792">
              <a:off x="3110290" y="437309"/>
              <a:ext cx="224991" cy="30010"/>
            </a:xfrm>
            <a:prstGeom prst="ellipse">
              <a:avLst/>
            </a:prstGeom>
            <a:gradFill>
              <a:gsLst>
                <a:gs pos="0">
                  <a:srgbClr val="FFFEFD">
                    <a:alpha val="32099"/>
                  </a:srgbClr>
                </a:gs>
                <a:gs pos="14286">
                  <a:srgbClr val="FFFEFD">
                    <a:alpha val="29939"/>
                  </a:srgbClr>
                </a:gs>
                <a:gs pos="28571">
                  <a:srgbClr val="FFFEFD">
                    <a:alpha val="24138"/>
                  </a:srgbClr>
                </a:gs>
                <a:gs pos="42857">
                  <a:srgbClr val="FFFEFD">
                    <a:alpha val="16574"/>
                  </a:srgbClr>
                </a:gs>
                <a:gs pos="57143">
                  <a:srgbClr val="FFFEFD">
                    <a:alpha val="9553"/>
                  </a:srgbClr>
                </a:gs>
                <a:gs pos="71429">
                  <a:srgbClr val="FFFEFD">
                    <a:alpha val="4591"/>
                  </a:srgbClr>
                </a:gs>
                <a:gs pos="85714">
                  <a:srgbClr val="FFFEFD">
                    <a:alpha val="1841"/>
                  </a:srgbClr>
                </a:gs>
                <a:gs pos="100000">
                  <a:srgbClr val="FFFEFD">
                    <a:alpha val="6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Splat 286"/>
            <p:cNvSpPr>
              <a:spLocks noGrp="1"/>
            </p:cNvSpPr>
            <p:nvPr/>
          </p:nvSpPr>
          <p:spPr>
            <a:xfrm rot="-8663964">
              <a:off x="2568947" y="1154080"/>
              <a:ext cx="417499" cy="84147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Splat 287"/>
            <p:cNvSpPr>
              <a:spLocks noGrp="1"/>
            </p:cNvSpPr>
            <p:nvPr/>
          </p:nvSpPr>
          <p:spPr>
            <a:xfrm rot="3244184">
              <a:off x="3259229" y="965318"/>
              <a:ext cx="92436" cy="4463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Splat 288"/>
            <p:cNvSpPr>
              <a:spLocks noGrp="1"/>
            </p:cNvSpPr>
            <p:nvPr/>
          </p:nvSpPr>
          <p:spPr>
            <a:xfrm rot="-9925462">
              <a:off x="1655767" y="3616710"/>
              <a:ext cx="331133" cy="226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Splat 289"/>
            <p:cNvSpPr>
              <a:spLocks noGrp="1"/>
            </p:cNvSpPr>
            <p:nvPr/>
          </p:nvSpPr>
          <p:spPr>
            <a:xfrm rot="-10377274">
              <a:off x="495080" y="3019154"/>
              <a:ext cx="551720" cy="463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Splat 290"/>
            <p:cNvSpPr>
              <a:spLocks noGrp="1"/>
            </p:cNvSpPr>
            <p:nvPr/>
          </p:nvSpPr>
          <p:spPr>
            <a:xfrm rot="7628280">
              <a:off x="2364878" y="1576606"/>
              <a:ext cx="506779" cy="466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Splat 291"/>
            <p:cNvSpPr>
              <a:spLocks noGrp="1"/>
            </p:cNvSpPr>
            <p:nvPr/>
          </p:nvSpPr>
          <p:spPr>
            <a:xfrm rot="8735985">
              <a:off x="2205613" y="1764326"/>
              <a:ext cx="394905" cy="260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Splat 292"/>
            <p:cNvSpPr>
              <a:spLocks noGrp="1"/>
            </p:cNvSpPr>
            <p:nvPr/>
          </p:nvSpPr>
          <p:spPr>
            <a:xfrm rot="-9725998">
              <a:off x="983796" y="3366765"/>
              <a:ext cx="276409" cy="660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Splat 293"/>
            <p:cNvSpPr>
              <a:spLocks noGrp="1"/>
            </p:cNvSpPr>
            <p:nvPr/>
          </p:nvSpPr>
          <p:spPr>
            <a:xfrm rot="-8920342">
              <a:off x="1977116" y="1501471"/>
              <a:ext cx="560943" cy="685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Splat 294"/>
            <p:cNvSpPr>
              <a:spLocks noGrp="1"/>
            </p:cNvSpPr>
            <p:nvPr/>
          </p:nvSpPr>
          <p:spPr>
            <a:xfrm rot="9092733">
              <a:off x="2810325" y="1461206"/>
              <a:ext cx="148216" cy="506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Splat 295"/>
            <p:cNvSpPr>
              <a:spLocks noGrp="1"/>
            </p:cNvSpPr>
            <p:nvPr/>
          </p:nvSpPr>
          <p:spPr>
            <a:xfrm rot="-10639810">
              <a:off x="399082" y="3014668"/>
              <a:ext cx="527652" cy="425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Splat 296"/>
            <p:cNvSpPr>
              <a:spLocks noGrp="1"/>
            </p:cNvSpPr>
            <p:nvPr/>
          </p:nvSpPr>
          <p:spPr>
            <a:xfrm rot="5295538">
              <a:off x="1609392" y="837188"/>
              <a:ext cx="804723" cy="191253"/>
            </a:xfrm>
            <a:prstGeom prst="ellipse">
              <a:avLst/>
            </a:prstGeom>
            <a:gradFill>
              <a:gsLst>
                <a:gs pos="0">
                  <a:srgbClr val="CBCACA">
                    <a:alpha val="29896"/>
                  </a:srgbClr>
                </a:gs>
                <a:gs pos="14286">
                  <a:srgbClr val="CBCACA">
                    <a:alpha val="27853"/>
                  </a:srgbClr>
                </a:gs>
                <a:gs pos="28571">
                  <a:srgbClr val="CBCACA">
                    <a:alpha val="22390"/>
                  </a:srgbClr>
                </a:gs>
                <a:gs pos="42857">
                  <a:srgbClr val="CBCACA">
                    <a:alpha val="15317"/>
                  </a:srgbClr>
                </a:gs>
                <a:gs pos="57143">
                  <a:srgbClr val="CBCACA">
                    <a:alpha val="8801"/>
                  </a:srgbClr>
                </a:gs>
                <a:gs pos="71429">
                  <a:srgbClr val="CBCACA">
                    <a:alpha val="4221"/>
                  </a:srgbClr>
                </a:gs>
                <a:gs pos="85714">
                  <a:srgbClr val="CBCACA">
                    <a:alpha val="1691"/>
                  </a:srgbClr>
                </a:gs>
                <a:gs pos="100000">
                  <a:srgbClr val="CBCACA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Splat 297"/>
            <p:cNvSpPr>
              <a:spLocks noGrp="1"/>
            </p:cNvSpPr>
            <p:nvPr/>
          </p:nvSpPr>
          <p:spPr>
            <a:xfrm rot="3099346">
              <a:off x="398582" y="1256168"/>
              <a:ext cx="315795" cy="89997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Splat 298"/>
            <p:cNvSpPr>
              <a:spLocks noGrp="1"/>
            </p:cNvSpPr>
            <p:nvPr/>
          </p:nvSpPr>
          <p:spPr>
            <a:xfrm rot="10506408">
              <a:off x="626455" y="168855"/>
              <a:ext cx="472577" cy="47079"/>
            </a:xfrm>
            <a:prstGeom prst="ellipse">
              <a:avLst/>
            </a:prstGeom>
            <a:gradFill>
              <a:gsLst>
                <a:gs pos="0">
                  <a:srgbClr val="FCFBFB">
                    <a:alpha val="28328"/>
                  </a:srgbClr>
                </a:gs>
                <a:gs pos="14286">
                  <a:srgbClr val="FCFBFB">
                    <a:alpha val="26371"/>
                  </a:srgbClr>
                </a:gs>
                <a:gs pos="28571">
                  <a:srgbClr val="FCFBFB">
                    <a:alpha val="21156"/>
                  </a:srgbClr>
                </a:gs>
                <a:gs pos="42857">
                  <a:srgbClr val="FCFBFB">
                    <a:alpha val="14436"/>
                  </a:srgbClr>
                </a:gs>
                <a:gs pos="57143">
                  <a:srgbClr val="FCFBFB">
                    <a:alpha val="8276"/>
                  </a:srgbClr>
                </a:gs>
                <a:gs pos="71429">
                  <a:srgbClr val="FCFBFB">
                    <a:alpha val="3963"/>
                  </a:srgbClr>
                </a:gs>
                <a:gs pos="85714">
                  <a:srgbClr val="FCFBFB">
                    <a:alpha val="1586"/>
                  </a:srgbClr>
                </a:gs>
                <a:gs pos="100000">
                  <a:srgbClr val="FCFBFB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Splat 299"/>
            <p:cNvSpPr>
              <a:spLocks noGrp="1"/>
            </p:cNvSpPr>
            <p:nvPr/>
          </p:nvSpPr>
          <p:spPr>
            <a:xfrm rot="-9144344">
              <a:off x="2582595" y="468739"/>
              <a:ext cx="677663" cy="383063"/>
            </a:xfrm>
            <a:prstGeom prst="ellipse">
              <a:avLst/>
            </a:prstGeom>
            <a:gradFill>
              <a:gsLst>
                <a:gs pos="0">
                  <a:srgbClr val="0C0E10">
                    <a:alpha val="23725"/>
                  </a:srgbClr>
                </a:gs>
                <a:gs pos="14286">
                  <a:srgbClr val="0C0E10">
                    <a:alpha val="22036"/>
                  </a:srgbClr>
                </a:gs>
                <a:gs pos="28571">
                  <a:srgbClr val="0C0E10">
                    <a:alpha val="17574"/>
                  </a:srgbClr>
                </a:gs>
                <a:gs pos="42857">
                  <a:srgbClr val="0C0E10">
                    <a:alpha val="11907"/>
                  </a:srgbClr>
                </a:gs>
                <a:gs pos="57143">
                  <a:srgbClr val="0C0E10">
                    <a:alpha val="6783"/>
                  </a:srgbClr>
                </a:gs>
                <a:gs pos="71429">
                  <a:srgbClr val="0C0E10">
                    <a:alpha val="3235"/>
                  </a:srgbClr>
                </a:gs>
                <a:gs pos="85714">
                  <a:srgbClr val="0C0E10">
                    <a:alpha val="1292"/>
                  </a:srgbClr>
                </a:gs>
                <a:gs pos="100000">
                  <a:srgbClr val="0C0E10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Splat 300"/>
            <p:cNvSpPr>
              <a:spLocks noGrp="1"/>
            </p:cNvSpPr>
            <p:nvPr/>
          </p:nvSpPr>
          <p:spPr>
            <a:xfrm rot="-9032040">
              <a:off x="2841784" y="2786687"/>
              <a:ext cx="1033419" cy="44473"/>
            </a:xfrm>
            <a:prstGeom prst="ellipse">
              <a:avLst/>
            </a:prstGeom>
            <a:gradFill>
              <a:gsLst>
                <a:gs pos="0">
                  <a:srgbClr val="FBFBFB">
                    <a:alpha val="32895"/>
                  </a:srgbClr>
                </a:gs>
                <a:gs pos="14286">
                  <a:srgbClr val="FBFBFB">
                    <a:alpha val="30695"/>
                  </a:srgbClr>
                </a:gs>
                <a:gs pos="28571">
                  <a:srgbClr val="FBFBFB">
                    <a:alpha val="24775"/>
                  </a:srgbClr>
                </a:gs>
                <a:gs pos="42857">
                  <a:srgbClr val="FBFBFB">
                    <a:alpha val="17033"/>
                  </a:srgbClr>
                </a:gs>
                <a:gs pos="57143">
                  <a:srgbClr val="FBFBFB">
                    <a:alpha val="9830"/>
                  </a:srgbClr>
                </a:gs>
                <a:gs pos="71429">
                  <a:srgbClr val="FBFBFB">
                    <a:alpha val="4728"/>
                  </a:srgbClr>
                </a:gs>
                <a:gs pos="85714">
                  <a:srgbClr val="FBFBFB">
                    <a:alpha val="1897"/>
                  </a:srgbClr>
                </a:gs>
                <a:gs pos="100000">
                  <a:srgbClr val="FBFBFB">
                    <a:alpha val="6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Splat 301"/>
            <p:cNvSpPr>
              <a:spLocks noGrp="1"/>
            </p:cNvSpPr>
            <p:nvPr/>
          </p:nvSpPr>
          <p:spPr>
            <a:xfrm rot="9833821">
              <a:off x="2000324" y="1084782"/>
              <a:ext cx="336155" cy="44350"/>
            </a:xfrm>
            <a:prstGeom prst="ellipse">
              <a:avLst/>
            </a:prstGeom>
            <a:gradFill>
              <a:gsLst>
                <a:gs pos="0">
                  <a:srgbClr val="F0F1EE">
                    <a:alpha val="32968"/>
                  </a:srgbClr>
                </a:gs>
                <a:gs pos="14286">
                  <a:srgbClr val="F0F1EE">
                    <a:alpha val="30764"/>
                  </a:srgbClr>
                </a:gs>
                <a:gs pos="28571">
                  <a:srgbClr val="F0F1EE">
                    <a:alpha val="24833"/>
                  </a:srgbClr>
                </a:gs>
                <a:gs pos="42857">
                  <a:srgbClr val="F0F1EE">
                    <a:alpha val="17075"/>
                  </a:srgbClr>
                </a:gs>
                <a:gs pos="57143">
                  <a:srgbClr val="F0F1EE">
                    <a:alpha val="9855"/>
                  </a:srgbClr>
                </a:gs>
                <a:gs pos="71429">
                  <a:srgbClr val="F0F1EE">
                    <a:alpha val="4740"/>
                  </a:srgbClr>
                </a:gs>
                <a:gs pos="85714">
                  <a:srgbClr val="F0F1EE">
                    <a:alpha val="1902"/>
                  </a:srgbClr>
                </a:gs>
                <a:gs pos="100000">
                  <a:srgbClr val="F0F1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Splat 302"/>
            <p:cNvSpPr>
              <a:spLocks noGrp="1"/>
            </p:cNvSpPr>
            <p:nvPr/>
          </p:nvSpPr>
          <p:spPr>
            <a:xfrm rot="3387309">
              <a:off x="2655171" y="934843"/>
              <a:ext cx="226067" cy="419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Splat 303"/>
            <p:cNvSpPr>
              <a:spLocks noGrp="1"/>
            </p:cNvSpPr>
            <p:nvPr/>
          </p:nvSpPr>
          <p:spPr>
            <a:xfrm rot="3473680">
              <a:off x="3115224" y="3116778"/>
              <a:ext cx="387184" cy="990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Splat 304"/>
            <p:cNvSpPr>
              <a:spLocks noGrp="1"/>
            </p:cNvSpPr>
            <p:nvPr/>
          </p:nvSpPr>
          <p:spPr>
            <a:xfrm rot="6311127">
              <a:off x="-458791" y="434639"/>
              <a:ext cx="954757" cy="154555"/>
            </a:xfrm>
            <a:prstGeom prst="ellipse">
              <a:avLst/>
            </a:prstGeom>
            <a:gradFill>
              <a:gsLst>
                <a:gs pos="0">
                  <a:srgbClr val="E0E0E0">
                    <a:alpha val="29152"/>
                  </a:srgbClr>
                </a:gs>
                <a:gs pos="14286">
                  <a:srgbClr val="E0E0E0">
                    <a:alpha val="27149"/>
                  </a:srgbClr>
                </a:gs>
                <a:gs pos="28571">
                  <a:srgbClr val="E0E0E0">
                    <a:alpha val="21803"/>
                  </a:srgbClr>
                </a:gs>
                <a:gs pos="42857">
                  <a:srgbClr val="E0E0E0">
                    <a:alpha val="14898"/>
                  </a:srgbClr>
                </a:gs>
                <a:gs pos="57143">
                  <a:srgbClr val="E0E0E0">
                    <a:alpha val="8551"/>
                  </a:srgbClr>
                </a:gs>
                <a:gs pos="71429">
                  <a:srgbClr val="E0E0E0">
                    <a:alpha val="4098"/>
                  </a:srgbClr>
                </a:gs>
                <a:gs pos="85714">
                  <a:srgbClr val="E0E0E0">
                    <a:alpha val="1641"/>
                  </a:srgbClr>
                </a:gs>
                <a:gs pos="100000">
                  <a:srgbClr val="E0E0E0">
                    <a:alpha val="5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Splat 305"/>
            <p:cNvSpPr>
              <a:spLocks noGrp="1"/>
            </p:cNvSpPr>
            <p:nvPr/>
          </p:nvSpPr>
          <p:spPr>
            <a:xfrm rot="10171307">
              <a:off x="381845" y="520071"/>
              <a:ext cx="435293" cy="362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Splat 306"/>
            <p:cNvSpPr>
              <a:spLocks noGrp="1"/>
            </p:cNvSpPr>
            <p:nvPr/>
          </p:nvSpPr>
          <p:spPr>
            <a:xfrm rot="4622686">
              <a:off x="1707306" y="357451"/>
              <a:ext cx="338441" cy="1133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Splat 307"/>
            <p:cNvSpPr>
              <a:spLocks noGrp="1"/>
            </p:cNvSpPr>
            <p:nvPr/>
          </p:nvSpPr>
          <p:spPr>
            <a:xfrm rot="10479225">
              <a:off x="1531382" y="-28648"/>
              <a:ext cx="560263" cy="932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Splat 308"/>
            <p:cNvSpPr>
              <a:spLocks noGrp="1"/>
            </p:cNvSpPr>
            <p:nvPr/>
          </p:nvSpPr>
          <p:spPr>
            <a:xfrm rot="4381767">
              <a:off x="661463" y="1662015"/>
              <a:ext cx="207083" cy="666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Splat 309"/>
            <p:cNvSpPr>
              <a:spLocks noGrp="1"/>
            </p:cNvSpPr>
            <p:nvPr/>
          </p:nvSpPr>
          <p:spPr>
            <a:xfrm rot="3421820">
              <a:off x="2514328" y="2935433"/>
              <a:ext cx="552918" cy="567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Splat 310"/>
            <p:cNvSpPr>
              <a:spLocks noGrp="1"/>
            </p:cNvSpPr>
            <p:nvPr/>
          </p:nvSpPr>
          <p:spPr>
            <a:xfrm rot="5869986">
              <a:off x="2391569" y="3060923"/>
              <a:ext cx="1133717" cy="495927"/>
            </a:xfrm>
            <a:prstGeom prst="ellipse">
              <a:avLst/>
            </a:prstGeom>
            <a:gradFill>
              <a:gsLst>
                <a:gs pos="0">
                  <a:srgbClr val="000000">
                    <a:alpha val="16329"/>
                  </a:srgbClr>
                </a:gs>
                <a:gs pos="14286">
                  <a:srgbClr val="000000">
                    <a:alpha val="15113"/>
                  </a:srgbClr>
                </a:gs>
                <a:gs pos="28571">
                  <a:srgbClr val="000000">
                    <a:alpha val="11946"/>
                  </a:srgbClr>
                </a:gs>
                <a:gs pos="42857">
                  <a:srgbClr val="000000">
                    <a:alpha val="8006"/>
                  </a:srgbClr>
                </a:gs>
                <a:gs pos="57143">
                  <a:srgbClr val="000000">
                    <a:alpha val="4519"/>
                  </a:srgbClr>
                </a:gs>
                <a:gs pos="71429">
                  <a:srgbClr val="000000">
                    <a:alpha val="2141"/>
                  </a:srgbClr>
                </a:gs>
                <a:gs pos="85714">
                  <a:srgbClr val="000000">
                    <a:alpha val="852"/>
                  </a:srgbClr>
                </a:gs>
                <a:gs pos="100000">
                  <a:srgbClr val="000000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Splat 311"/>
            <p:cNvSpPr>
              <a:spLocks noGrp="1"/>
            </p:cNvSpPr>
            <p:nvPr/>
          </p:nvSpPr>
          <p:spPr>
            <a:xfrm rot="10411407">
              <a:off x="1185576" y="3354032"/>
              <a:ext cx="265423" cy="493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Splat 312"/>
            <p:cNvSpPr>
              <a:spLocks noGrp="1"/>
            </p:cNvSpPr>
            <p:nvPr/>
          </p:nvSpPr>
          <p:spPr>
            <a:xfrm rot="7243343">
              <a:off x="3362261" y="987738"/>
              <a:ext cx="304986" cy="878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Splat 313"/>
            <p:cNvSpPr>
              <a:spLocks noGrp="1"/>
            </p:cNvSpPr>
            <p:nvPr/>
          </p:nvSpPr>
          <p:spPr>
            <a:xfrm rot="9482426">
              <a:off x="-42659" y="1423716"/>
              <a:ext cx="784310" cy="296889"/>
            </a:xfrm>
            <a:prstGeom prst="ellipse">
              <a:avLst/>
            </a:prstGeom>
            <a:gradFill>
              <a:gsLst>
                <a:gs pos="0">
                  <a:srgbClr val="D9D9D9">
                    <a:alpha val="19962"/>
                  </a:srgbClr>
                </a:gs>
                <a:gs pos="14286">
                  <a:srgbClr val="D9D9D9">
                    <a:alpha val="18508"/>
                  </a:srgbClr>
                </a:gs>
                <a:gs pos="28571">
                  <a:srgbClr val="D9D9D9">
                    <a:alpha val="14693"/>
                  </a:srgbClr>
                </a:gs>
                <a:gs pos="42857">
                  <a:srgbClr val="D9D9D9">
                    <a:alpha val="9898"/>
                  </a:srgbClr>
                </a:gs>
                <a:gs pos="57143">
                  <a:srgbClr val="D9D9D9">
                    <a:alpha val="5612"/>
                  </a:srgbClr>
                </a:gs>
                <a:gs pos="71429">
                  <a:srgbClr val="D9D9D9">
                    <a:alpha val="2667"/>
                  </a:srgbClr>
                </a:gs>
                <a:gs pos="85714">
                  <a:srgbClr val="D9D9D9">
                    <a:alpha val="1063"/>
                  </a:srgbClr>
                </a:gs>
                <a:gs pos="100000">
                  <a:srgbClr val="D9D9D9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Splat 314"/>
            <p:cNvSpPr>
              <a:spLocks noGrp="1"/>
            </p:cNvSpPr>
            <p:nvPr/>
          </p:nvSpPr>
          <p:spPr>
            <a:xfrm rot="-8702971">
              <a:off x="971580" y="3083273"/>
              <a:ext cx="531437" cy="1467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Splat 315"/>
            <p:cNvSpPr>
              <a:spLocks noGrp="1"/>
            </p:cNvSpPr>
            <p:nvPr/>
          </p:nvSpPr>
          <p:spPr>
            <a:xfrm rot="5898373">
              <a:off x="2540406" y="1317460"/>
              <a:ext cx="888462" cy="147339"/>
            </a:xfrm>
            <a:prstGeom prst="ellipse">
              <a:avLst/>
            </a:prstGeom>
            <a:gradFill>
              <a:gsLst>
                <a:gs pos="0">
                  <a:srgbClr val="D5D3D5">
                    <a:alpha val="18032"/>
                  </a:srgbClr>
                </a:gs>
                <a:gs pos="14286">
                  <a:srgbClr val="D5D3D5">
                    <a:alpha val="16703"/>
                  </a:srgbClr>
                </a:gs>
                <a:gs pos="28571">
                  <a:srgbClr val="D5D3D5">
                    <a:alpha val="13229"/>
                  </a:srgbClr>
                </a:gs>
                <a:gs pos="42857">
                  <a:srgbClr val="D5D3D5">
                    <a:alpha val="8887"/>
                  </a:srgbClr>
                </a:gs>
                <a:gs pos="57143">
                  <a:srgbClr val="D5D3D5">
                    <a:alpha val="5027"/>
                  </a:srgbClr>
                </a:gs>
                <a:gs pos="71429">
                  <a:srgbClr val="D5D3D5">
                    <a:alpha val="2385"/>
                  </a:srgbClr>
                </a:gs>
                <a:gs pos="85714">
                  <a:srgbClr val="D5D3D5">
                    <a:alpha val="950"/>
                  </a:srgbClr>
                </a:gs>
                <a:gs pos="100000">
                  <a:srgbClr val="D5D3D5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Splat 316"/>
            <p:cNvSpPr>
              <a:spLocks noGrp="1"/>
            </p:cNvSpPr>
            <p:nvPr/>
          </p:nvSpPr>
          <p:spPr>
            <a:xfrm rot="7421325">
              <a:off x="152338" y="1621533"/>
              <a:ext cx="299588" cy="896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Splat 317"/>
            <p:cNvSpPr>
              <a:spLocks noGrp="1"/>
            </p:cNvSpPr>
            <p:nvPr/>
          </p:nvSpPr>
          <p:spPr>
            <a:xfrm rot="6861787">
              <a:off x="1177444" y="2960294"/>
              <a:ext cx="434374" cy="363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Splat 318"/>
            <p:cNvSpPr>
              <a:spLocks noGrp="1"/>
            </p:cNvSpPr>
            <p:nvPr/>
          </p:nvSpPr>
          <p:spPr>
            <a:xfrm rot="6513513">
              <a:off x="1417201" y="3165413"/>
              <a:ext cx="204986" cy="1029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Splat 319"/>
            <p:cNvSpPr>
              <a:spLocks noGrp="1"/>
            </p:cNvSpPr>
            <p:nvPr/>
          </p:nvSpPr>
          <p:spPr>
            <a:xfrm rot="-10358391">
              <a:off x="3010114" y="44088"/>
              <a:ext cx="936954" cy="165751"/>
            </a:xfrm>
            <a:prstGeom prst="ellipse">
              <a:avLst/>
            </a:prstGeom>
            <a:gradFill>
              <a:gsLst>
                <a:gs pos="0">
                  <a:srgbClr val="E1E2E0">
                    <a:alpha val="28049"/>
                  </a:srgbClr>
                </a:gs>
                <a:gs pos="14286">
                  <a:srgbClr val="E1E2E0">
                    <a:alpha val="26108"/>
                  </a:srgbClr>
                </a:gs>
                <a:gs pos="28571">
                  <a:srgbClr val="E1E2E0">
                    <a:alpha val="20937"/>
                  </a:srgbClr>
                </a:gs>
                <a:gs pos="42857">
                  <a:srgbClr val="E1E2E0">
                    <a:alpha val="14281"/>
                  </a:srgbClr>
                </a:gs>
                <a:gs pos="57143">
                  <a:srgbClr val="E1E2E0">
                    <a:alpha val="8184"/>
                  </a:srgbClr>
                </a:gs>
                <a:gs pos="71429">
                  <a:srgbClr val="E1E2E0">
                    <a:alpha val="3918"/>
                  </a:srgbClr>
                </a:gs>
                <a:gs pos="85714">
                  <a:srgbClr val="E1E2E0">
                    <a:alpha val="1568"/>
                  </a:srgbClr>
                </a:gs>
                <a:gs pos="100000">
                  <a:srgbClr val="E1E2E0">
                    <a:alpha val="5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Splat 320"/>
            <p:cNvSpPr>
              <a:spLocks noGrp="1"/>
            </p:cNvSpPr>
            <p:nvPr/>
          </p:nvSpPr>
          <p:spPr>
            <a:xfrm rot="4698855">
              <a:off x="2527270" y="836280"/>
              <a:ext cx="606529" cy="507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Splat 321"/>
            <p:cNvSpPr>
              <a:spLocks noGrp="1"/>
            </p:cNvSpPr>
            <p:nvPr/>
          </p:nvSpPr>
          <p:spPr>
            <a:xfrm rot="9514052">
              <a:off x="3229868" y="3426337"/>
              <a:ext cx="218237" cy="376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Splat 322"/>
            <p:cNvSpPr>
              <a:spLocks noGrp="1"/>
            </p:cNvSpPr>
            <p:nvPr/>
          </p:nvSpPr>
          <p:spPr>
            <a:xfrm rot="8663511">
              <a:off x="2931036" y="1594666"/>
              <a:ext cx="993565" cy="338950"/>
            </a:xfrm>
            <a:prstGeom prst="ellipse">
              <a:avLst/>
            </a:prstGeom>
            <a:gradFill>
              <a:gsLst>
                <a:gs pos="0">
                  <a:srgbClr val="010000">
                    <a:alpha val="32968"/>
                  </a:srgbClr>
                </a:gs>
                <a:gs pos="14286">
                  <a:srgbClr val="010000">
                    <a:alpha val="30764"/>
                  </a:srgbClr>
                </a:gs>
                <a:gs pos="28571">
                  <a:srgbClr val="010000">
                    <a:alpha val="24833"/>
                  </a:srgbClr>
                </a:gs>
                <a:gs pos="42857">
                  <a:srgbClr val="010000">
                    <a:alpha val="17075"/>
                  </a:srgbClr>
                </a:gs>
                <a:gs pos="57143">
                  <a:srgbClr val="010000">
                    <a:alpha val="9855"/>
                  </a:srgbClr>
                </a:gs>
                <a:gs pos="71429">
                  <a:srgbClr val="010000">
                    <a:alpha val="4740"/>
                  </a:srgbClr>
                </a:gs>
                <a:gs pos="85714">
                  <a:srgbClr val="010000">
                    <a:alpha val="1902"/>
                  </a:srgbClr>
                </a:gs>
                <a:gs pos="100000">
                  <a:srgbClr val="0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Splat 323"/>
            <p:cNvSpPr>
              <a:spLocks noGrp="1"/>
            </p:cNvSpPr>
            <p:nvPr/>
          </p:nvSpPr>
          <p:spPr>
            <a:xfrm rot="-8712339">
              <a:off x="652348" y="3130358"/>
              <a:ext cx="89794" cy="409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Splat 324"/>
            <p:cNvSpPr>
              <a:spLocks noGrp="1"/>
            </p:cNvSpPr>
            <p:nvPr/>
          </p:nvSpPr>
          <p:spPr>
            <a:xfrm rot="5718551">
              <a:off x="-149425" y="1058309"/>
              <a:ext cx="406112" cy="826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Splat 325"/>
            <p:cNvSpPr>
              <a:spLocks noGrp="1"/>
            </p:cNvSpPr>
            <p:nvPr/>
          </p:nvSpPr>
          <p:spPr>
            <a:xfrm rot="-9991582">
              <a:off x="3391980" y="795558"/>
              <a:ext cx="261005" cy="385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Splat 326"/>
            <p:cNvSpPr>
              <a:spLocks noGrp="1"/>
            </p:cNvSpPr>
            <p:nvPr/>
          </p:nvSpPr>
          <p:spPr>
            <a:xfrm rot="6047387">
              <a:off x="-34311" y="1022673"/>
              <a:ext cx="1010777" cy="94114"/>
            </a:xfrm>
            <a:prstGeom prst="ellipse">
              <a:avLst/>
            </a:prstGeom>
            <a:gradFill>
              <a:gsLst>
                <a:gs pos="0">
                  <a:srgbClr val="F2F1F2">
                    <a:alpha val="32760"/>
                  </a:srgbClr>
                </a:gs>
                <a:gs pos="14286">
                  <a:srgbClr val="F2F1F2">
                    <a:alpha val="30566"/>
                  </a:srgbClr>
                </a:gs>
                <a:gs pos="28571">
                  <a:srgbClr val="F2F1F2">
                    <a:alpha val="24667"/>
                  </a:srgbClr>
                </a:gs>
                <a:gs pos="42857">
                  <a:srgbClr val="F2F1F2">
                    <a:alpha val="16955"/>
                  </a:srgbClr>
                </a:gs>
                <a:gs pos="57143">
                  <a:srgbClr val="F2F1F2">
                    <a:alpha val="9782"/>
                  </a:srgbClr>
                </a:gs>
                <a:gs pos="71429">
                  <a:srgbClr val="F2F1F2">
                    <a:alpha val="4705"/>
                  </a:srgbClr>
                </a:gs>
                <a:gs pos="85714">
                  <a:srgbClr val="F2F1F2">
                    <a:alpha val="1887"/>
                  </a:srgbClr>
                </a:gs>
                <a:gs pos="100000">
                  <a:srgbClr val="F2F1F2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Splat 327"/>
            <p:cNvSpPr>
              <a:spLocks noGrp="1"/>
            </p:cNvSpPr>
            <p:nvPr/>
          </p:nvSpPr>
          <p:spPr>
            <a:xfrm rot="-10196556">
              <a:off x="2531063" y="727890"/>
              <a:ext cx="144572" cy="933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Splat 328"/>
            <p:cNvSpPr>
              <a:spLocks noGrp="1"/>
            </p:cNvSpPr>
            <p:nvPr/>
          </p:nvSpPr>
          <p:spPr>
            <a:xfrm rot="3306338">
              <a:off x="7353" y="3554007"/>
              <a:ext cx="476047" cy="431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Splat 329"/>
            <p:cNvSpPr>
              <a:spLocks noGrp="1"/>
            </p:cNvSpPr>
            <p:nvPr/>
          </p:nvSpPr>
          <p:spPr>
            <a:xfrm rot="6784436">
              <a:off x="189888" y="821707"/>
              <a:ext cx="363637" cy="2895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Splat 330"/>
            <p:cNvSpPr>
              <a:spLocks noGrp="1"/>
            </p:cNvSpPr>
            <p:nvPr/>
          </p:nvSpPr>
          <p:spPr>
            <a:xfrm rot="5473749">
              <a:off x="1034976" y="849957"/>
              <a:ext cx="422900" cy="11491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Splat 331"/>
            <p:cNvSpPr>
              <a:spLocks noGrp="1"/>
            </p:cNvSpPr>
            <p:nvPr/>
          </p:nvSpPr>
          <p:spPr>
            <a:xfrm rot="9083017">
              <a:off x="372999" y="267393"/>
              <a:ext cx="284371" cy="236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Splat 332"/>
            <p:cNvSpPr>
              <a:spLocks noGrp="1"/>
            </p:cNvSpPr>
            <p:nvPr/>
          </p:nvSpPr>
          <p:spPr>
            <a:xfrm rot="5687706">
              <a:off x="2625487" y="2906346"/>
              <a:ext cx="487239" cy="48515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Splat 333"/>
            <p:cNvSpPr>
              <a:spLocks noGrp="1"/>
            </p:cNvSpPr>
            <p:nvPr/>
          </p:nvSpPr>
          <p:spPr>
            <a:xfrm rot="-10092002">
              <a:off x="652330" y="1675785"/>
              <a:ext cx="600439" cy="573248"/>
            </a:xfrm>
            <a:prstGeom prst="ellipse">
              <a:avLst/>
            </a:prstGeom>
            <a:gradFill>
              <a:gsLst>
                <a:gs pos="0">
                  <a:srgbClr val="000023">
                    <a:alpha val="32968"/>
                  </a:srgbClr>
                </a:gs>
                <a:gs pos="14286">
                  <a:srgbClr val="000023">
                    <a:alpha val="30764"/>
                  </a:srgbClr>
                </a:gs>
                <a:gs pos="28571">
                  <a:srgbClr val="000023">
                    <a:alpha val="24833"/>
                  </a:srgbClr>
                </a:gs>
                <a:gs pos="42857">
                  <a:srgbClr val="000023">
                    <a:alpha val="17075"/>
                  </a:srgbClr>
                </a:gs>
                <a:gs pos="57143">
                  <a:srgbClr val="000023">
                    <a:alpha val="9855"/>
                  </a:srgbClr>
                </a:gs>
                <a:gs pos="71429">
                  <a:srgbClr val="000023">
                    <a:alpha val="4740"/>
                  </a:srgbClr>
                </a:gs>
                <a:gs pos="85714">
                  <a:srgbClr val="000023">
                    <a:alpha val="1902"/>
                  </a:srgbClr>
                </a:gs>
                <a:gs pos="100000">
                  <a:srgbClr val="00002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Splat 334"/>
            <p:cNvSpPr>
              <a:spLocks noGrp="1"/>
            </p:cNvSpPr>
            <p:nvPr/>
          </p:nvSpPr>
          <p:spPr>
            <a:xfrm rot="10263210">
              <a:off x="93177" y="2254634"/>
              <a:ext cx="556047" cy="540653"/>
            </a:xfrm>
            <a:prstGeom prst="ellipse">
              <a:avLst/>
            </a:prstGeom>
            <a:gradFill>
              <a:gsLst>
                <a:gs pos="0">
                  <a:srgbClr val="9FA09D">
                    <a:alpha val="8776"/>
                  </a:srgbClr>
                </a:gs>
                <a:gs pos="14286">
                  <a:srgbClr val="9FA09D">
                    <a:alpha val="8096"/>
                  </a:srgbClr>
                </a:gs>
                <a:gs pos="28571">
                  <a:srgbClr val="9FA09D">
                    <a:alpha val="6345"/>
                  </a:srgbClr>
                </a:gs>
                <a:gs pos="42857">
                  <a:srgbClr val="9FA09D">
                    <a:alpha val="4208"/>
                  </a:srgbClr>
                </a:gs>
                <a:gs pos="57143">
                  <a:srgbClr val="9FA09D">
                    <a:alpha val="2354"/>
                  </a:srgbClr>
                </a:gs>
                <a:gs pos="71429">
                  <a:srgbClr val="9FA09D">
                    <a:alpha val="1109"/>
                  </a:srgbClr>
                </a:gs>
                <a:gs pos="85714">
                  <a:srgbClr val="9FA09D">
                    <a:alpha val="440"/>
                  </a:srgbClr>
                </a:gs>
                <a:gs pos="100000">
                  <a:srgbClr val="9FA09D">
                    <a:alpha val="1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Splat 335"/>
            <p:cNvSpPr>
              <a:spLocks noGrp="1"/>
            </p:cNvSpPr>
            <p:nvPr/>
          </p:nvSpPr>
          <p:spPr>
            <a:xfrm rot="3579504">
              <a:off x="3345888" y="464484"/>
              <a:ext cx="596383" cy="491321"/>
            </a:xfrm>
            <a:prstGeom prst="ellipse">
              <a:avLst/>
            </a:prstGeom>
            <a:gradFill>
              <a:gsLst>
                <a:gs pos="0">
                  <a:srgbClr val="140F03">
                    <a:alpha val="15656"/>
                  </a:srgbClr>
                </a:gs>
                <a:gs pos="14286">
                  <a:srgbClr val="140F03">
                    <a:alpha val="14486"/>
                  </a:srgbClr>
                </a:gs>
                <a:gs pos="28571">
                  <a:srgbClr val="140F03">
                    <a:alpha val="11442"/>
                  </a:srgbClr>
                </a:gs>
                <a:gs pos="42857">
                  <a:srgbClr val="140F03">
                    <a:alpha val="7661"/>
                  </a:srgbClr>
                </a:gs>
                <a:gs pos="57143">
                  <a:srgbClr val="140F03">
                    <a:alpha val="4320"/>
                  </a:srgbClr>
                </a:gs>
                <a:gs pos="71429">
                  <a:srgbClr val="140F03">
                    <a:alpha val="2046"/>
                  </a:srgbClr>
                </a:gs>
                <a:gs pos="85714">
                  <a:srgbClr val="140F03">
                    <a:alpha val="814"/>
                  </a:srgbClr>
                </a:gs>
                <a:gs pos="100000">
                  <a:srgbClr val="140F03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Splat 336"/>
            <p:cNvSpPr>
              <a:spLocks noGrp="1"/>
            </p:cNvSpPr>
            <p:nvPr/>
          </p:nvSpPr>
          <p:spPr>
            <a:xfrm rot="3443426">
              <a:off x="2738492" y="3507180"/>
              <a:ext cx="191102" cy="298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Splat 337"/>
            <p:cNvSpPr>
              <a:spLocks noGrp="1"/>
            </p:cNvSpPr>
            <p:nvPr/>
          </p:nvSpPr>
          <p:spPr>
            <a:xfrm rot="4045384">
              <a:off x="620392" y="2841555"/>
              <a:ext cx="84838" cy="420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Splat 338"/>
            <p:cNvSpPr>
              <a:spLocks noGrp="1"/>
            </p:cNvSpPr>
            <p:nvPr/>
          </p:nvSpPr>
          <p:spPr>
            <a:xfrm rot="4380140">
              <a:off x="1735693" y="-136324"/>
              <a:ext cx="561637" cy="499064"/>
            </a:xfrm>
            <a:prstGeom prst="ellipse">
              <a:avLst/>
            </a:prstGeom>
            <a:gradFill>
              <a:gsLst>
                <a:gs pos="0">
                  <a:srgbClr val="110019">
                    <a:alpha val="16658"/>
                  </a:srgbClr>
                </a:gs>
                <a:gs pos="14286">
                  <a:srgbClr val="110019">
                    <a:alpha val="15421"/>
                  </a:srgbClr>
                </a:gs>
                <a:gs pos="28571">
                  <a:srgbClr val="110019">
                    <a:alpha val="12194"/>
                  </a:srgbClr>
                </a:gs>
                <a:gs pos="42857">
                  <a:srgbClr val="110019">
                    <a:alpha val="8176"/>
                  </a:srgbClr>
                </a:gs>
                <a:gs pos="57143">
                  <a:srgbClr val="110019">
                    <a:alpha val="4616"/>
                  </a:srgbClr>
                </a:gs>
                <a:gs pos="71429">
                  <a:srgbClr val="110019">
                    <a:alpha val="2188"/>
                  </a:srgbClr>
                </a:gs>
                <a:gs pos="85714">
                  <a:srgbClr val="110019">
                    <a:alpha val="871"/>
                  </a:srgbClr>
                </a:gs>
                <a:gs pos="100000">
                  <a:srgbClr val="110019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Splat 339"/>
            <p:cNvSpPr>
              <a:spLocks noGrp="1"/>
            </p:cNvSpPr>
            <p:nvPr/>
          </p:nvSpPr>
          <p:spPr>
            <a:xfrm rot="-9364749">
              <a:off x="719454" y="3319266"/>
              <a:ext cx="454181" cy="591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Splat 340"/>
            <p:cNvSpPr>
              <a:spLocks noGrp="1"/>
            </p:cNvSpPr>
            <p:nvPr/>
          </p:nvSpPr>
          <p:spPr>
            <a:xfrm rot="9723187">
              <a:off x="18139" y="2956128"/>
              <a:ext cx="397692" cy="104106"/>
            </a:xfrm>
            <a:prstGeom prst="ellipse">
              <a:avLst/>
            </a:prstGeom>
            <a:gradFill>
              <a:gsLst>
                <a:gs pos="0">
                  <a:srgbClr val="FEFFFE">
                    <a:alpha val="26247"/>
                  </a:srgbClr>
                </a:gs>
                <a:gs pos="14286">
                  <a:srgbClr val="FEFFFE">
                    <a:alpha val="24408"/>
                  </a:srgbClr>
                </a:gs>
                <a:gs pos="28571">
                  <a:srgbClr val="FEFFFE">
                    <a:alpha val="19528"/>
                  </a:srgbClr>
                </a:gs>
                <a:gs pos="42857">
                  <a:srgbClr val="FEFFFE">
                    <a:alpha val="13282"/>
                  </a:srgbClr>
                </a:gs>
                <a:gs pos="57143">
                  <a:srgbClr val="FEFFFE">
                    <a:alpha val="7593"/>
                  </a:srgbClr>
                </a:gs>
                <a:gs pos="71429">
                  <a:srgbClr val="FEFFFE">
                    <a:alpha val="3629"/>
                  </a:srgbClr>
                </a:gs>
                <a:gs pos="85714">
                  <a:srgbClr val="FEFFFE">
                    <a:alpha val="1451"/>
                  </a:srgbClr>
                </a:gs>
                <a:gs pos="100000">
                  <a:srgbClr val="FEFFFE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Splat 341"/>
            <p:cNvSpPr>
              <a:spLocks noGrp="1"/>
            </p:cNvSpPr>
            <p:nvPr/>
          </p:nvSpPr>
          <p:spPr>
            <a:xfrm rot="3010147">
              <a:off x="-156246" y="-146716"/>
              <a:ext cx="650332" cy="298164"/>
            </a:xfrm>
            <a:prstGeom prst="ellipse">
              <a:avLst/>
            </a:prstGeom>
            <a:gradFill>
              <a:gsLst>
                <a:gs pos="0">
                  <a:srgbClr val="E0DFDD">
                    <a:alpha val="26105"/>
                  </a:srgbClr>
                </a:gs>
                <a:gs pos="14286">
                  <a:srgbClr val="E0DFDD">
                    <a:alpha val="24275"/>
                  </a:srgbClr>
                </a:gs>
                <a:gs pos="28571">
                  <a:srgbClr val="E0DFDD">
                    <a:alpha val="19418"/>
                  </a:srgbClr>
                </a:gs>
                <a:gs pos="42857">
                  <a:srgbClr val="E0DFDD">
                    <a:alpha val="13204"/>
                  </a:srgbClr>
                </a:gs>
                <a:gs pos="57143">
                  <a:srgbClr val="E0DFDD">
                    <a:alpha val="7547"/>
                  </a:srgbClr>
                </a:gs>
                <a:gs pos="71429">
                  <a:srgbClr val="E0DFDD">
                    <a:alpha val="3606"/>
                  </a:srgbClr>
                </a:gs>
                <a:gs pos="85714">
                  <a:srgbClr val="E0DFDD">
                    <a:alpha val="1442"/>
                  </a:srgbClr>
                </a:gs>
                <a:gs pos="100000">
                  <a:srgbClr val="E0DFDD">
                    <a:alpha val="4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Splat 342"/>
            <p:cNvSpPr>
              <a:spLocks noGrp="1"/>
            </p:cNvSpPr>
            <p:nvPr/>
          </p:nvSpPr>
          <p:spPr>
            <a:xfrm rot="5508488">
              <a:off x="534613" y="2757463"/>
              <a:ext cx="385188" cy="858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Splat 343"/>
            <p:cNvSpPr>
              <a:spLocks noGrp="1"/>
            </p:cNvSpPr>
            <p:nvPr/>
          </p:nvSpPr>
          <p:spPr>
            <a:xfrm rot="8259060">
              <a:off x="303878" y="1399927"/>
              <a:ext cx="495740" cy="520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Splat 344"/>
            <p:cNvSpPr>
              <a:spLocks noGrp="1"/>
            </p:cNvSpPr>
            <p:nvPr/>
          </p:nvSpPr>
          <p:spPr>
            <a:xfrm rot="9327871">
              <a:off x="792135" y="2335097"/>
              <a:ext cx="626849" cy="1239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Splat 345"/>
            <p:cNvSpPr>
              <a:spLocks noGrp="1"/>
            </p:cNvSpPr>
            <p:nvPr/>
          </p:nvSpPr>
          <p:spPr>
            <a:xfrm rot="8623309">
              <a:off x="2558055" y="71649"/>
              <a:ext cx="262883" cy="51820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Splat 346"/>
            <p:cNvSpPr>
              <a:spLocks noGrp="1"/>
            </p:cNvSpPr>
            <p:nvPr/>
          </p:nvSpPr>
          <p:spPr>
            <a:xfrm rot="4601650">
              <a:off x="1942747" y="775527"/>
              <a:ext cx="590864" cy="798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Splat 347"/>
            <p:cNvSpPr>
              <a:spLocks noGrp="1"/>
            </p:cNvSpPr>
            <p:nvPr/>
          </p:nvSpPr>
          <p:spPr>
            <a:xfrm rot="10286585">
              <a:off x="2929931" y="3062823"/>
              <a:ext cx="234563" cy="14240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Splat 348"/>
            <p:cNvSpPr>
              <a:spLocks noGrp="1"/>
            </p:cNvSpPr>
            <p:nvPr/>
          </p:nvSpPr>
          <p:spPr>
            <a:xfrm rot="8608401">
              <a:off x="1356458" y="663921"/>
              <a:ext cx="475590" cy="112453"/>
            </a:xfrm>
            <a:prstGeom prst="ellipse">
              <a:avLst/>
            </a:prstGeom>
            <a:gradFill>
              <a:gsLst>
                <a:gs pos="0">
                  <a:srgbClr val="FFFDFC">
                    <a:alpha val="32968"/>
                  </a:srgbClr>
                </a:gs>
                <a:gs pos="14286">
                  <a:srgbClr val="FFFDFC">
                    <a:alpha val="30764"/>
                  </a:srgbClr>
                </a:gs>
                <a:gs pos="28571">
                  <a:srgbClr val="FFFDFC">
                    <a:alpha val="24833"/>
                  </a:srgbClr>
                </a:gs>
                <a:gs pos="42857">
                  <a:srgbClr val="FFFDFC">
                    <a:alpha val="17075"/>
                  </a:srgbClr>
                </a:gs>
                <a:gs pos="57143">
                  <a:srgbClr val="FFFDFC">
                    <a:alpha val="9855"/>
                  </a:srgbClr>
                </a:gs>
                <a:gs pos="71429">
                  <a:srgbClr val="FFFDFC">
                    <a:alpha val="4740"/>
                  </a:srgbClr>
                </a:gs>
                <a:gs pos="85714">
                  <a:srgbClr val="FFFDFC">
                    <a:alpha val="1902"/>
                  </a:srgbClr>
                </a:gs>
                <a:gs pos="100000">
                  <a:srgbClr val="FFFD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Splat 349"/>
            <p:cNvSpPr>
              <a:spLocks noGrp="1"/>
            </p:cNvSpPr>
            <p:nvPr/>
          </p:nvSpPr>
          <p:spPr>
            <a:xfrm rot="7396711">
              <a:off x="-192147" y="2394778"/>
              <a:ext cx="489669" cy="2041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Splat 350"/>
            <p:cNvSpPr>
              <a:spLocks noGrp="1"/>
            </p:cNvSpPr>
            <p:nvPr/>
          </p:nvSpPr>
          <p:spPr>
            <a:xfrm rot="7613729">
              <a:off x="1585590" y="1846580"/>
              <a:ext cx="578656" cy="466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Splat 351"/>
            <p:cNvSpPr>
              <a:spLocks noGrp="1"/>
            </p:cNvSpPr>
            <p:nvPr/>
          </p:nvSpPr>
          <p:spPr>
            <a:xfrm rot="-9426311">
              <a:off x="88484" y="739434"/>
              <a:ext cx="784054" cy="251526"/>
            </a:xfrm>
            <a:prstGeom prst="ellipse">
              <a:avLst/>
            </a:prstGeom>
            <a:gradFill>
              <a:gsLst>
                <a:gs pos="0">
                  <a:srgbClr val="545357">
                    <a:alpha val="22768"/>
                  </a:srgbClr>
                </a:gs>
                <a:gs pos="14286">
                  <a:srgbClr val="545357">
                    <a:alpha val="21137"/>
                  </a:srgbClr>
                </a:gs>
                <a:gs pos="28571">
                  <a:srgbClr val="545357">
                    <a:alpha val="16837"/>
                  </a:srgbClr>
                </a:gs>
                <a:gs pos="42857">
                  <a:srgbClr val="545357">
                    <a:alpha val="11391"/>
                  </a:srgbClr>
                </a:gs>
                <a:gs pos="57143">
                  <a:srgbClr val="545357">
                    <a:alpha val="6481"/>
                  </a:srgbClr>
                </a:gs>
                <a:gs pos="71429">
                  <a:srgbClr val="545357">
                    <a:alpha val="3088"/>
                  </a:srgbClr>
                </a:gs>
                <a:gs pos="85714">
                  <a:srgbClr val="545357">
                    <a:alpha val="1233"/>
                  </a:srgbClr>
                </a:gs>
                <a:gs pos="100000">
                  <a:srgbClr val="545357">
                    <a:alpha val="4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Splat 352"/>
            <p:cNvSpPr>
              <a:spLocks noGrp="1"/>
            </p:cNvSpPr>
            <p:nvPr/>
          </p:nvSpPr>
          <p:spPr>
            <a:xfrm rot="9279795">
              <a:off x="384316" y="26849"/>
              <a:ext cx="273945" cy="73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Splat 353"/>
            <p:cNvSpPr>
              <a:spLocks noGrp="1"/>
            </p:cNvSpPr>
            <p:nvPr/>
          </p:nvSpPr>
          <p:spPr>
            <a:xfrm rot="4069506">
              <a:off x="2877816" y="3141935"/>
              <a:ext cx="385660" cy="55805"/>
            </a:xfrm>
            <a:prstGeom prst="ellipse">
              <a:avLst/>
            </a:prstGeom>
            <a:gradFill>
              <a:gsLst>
                <a:gs pos="0">
                  <a:srgbClr val="FBF8FA">
                    <a:alpha val="32968"/>
                  </a:srgbClr>
                </a:gs>
                <a:gs pos="14286">
                  <a:srgbClr val="FBF8FA">
                    <a:alpha val="30764"/>
                  </a:srgbClr>
                </a:gs>
                <a:gs pos="28571">
                  <a:srgbClr val="FBF8FA">
                    <a:alpha val="24833"/>
                  </a:srgbClr>
                </a:gs>
                <a:gs pos="42857">
                  <a:srgbClr val="FBF8FA">
                    <a:alpha val="17075"/>
                  </a:srgbClr>
                </a:gs>
                <a:gs pos="57143">
                  <a:srgbClr val="FBF8FA">
                    <a:alpha val="9855"/>
                  </a:srgbClr>
                </a:gs>
                <a:gs pos="71429">
                  <a:srgbClr val="FBF8FA">
                    <a:alpha val="4740"/>
                  </a:srgbClr>
                </a:gs>
                <a:gs pos="85714">
                  <a:srgbClr val="FBF8FA">
                    <a:alpha val="1902"/>
                  </a:srgbClr>
                </a:gs>
                <a:gs pos="100000">
                  <a:srgbClr val="FBF8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Splat 354"/>
            <p:cNvSpPr>
              <a:spLocks noGrp="1"/>
            </p:cNvSpPr>
            <p:nvPr/>
          </p:nvSpPr>
          <p:spPr>
            <a:xfrm rot="7473160">
              <a:off x="1434261" y="3144545"/>
              <a:ext cx="1050211" cy="108461"/>
            </a:xfrm>
            <a:prstGeom prst="ellipse">
              <a:avLst/>
            </a:prstGeom>
            <a:gradFill>
              <a:gsLst>
                <a:gs pos="0">
                  <a:srgbClr val="FAF9F9">
                    <a:alpha val="32968"/>
                  </a:srgbClr>
                </a:gs>
                <a:gs pos="14286">
                  <a:srgbClr val="FAF9F9">
                    <a:alpha val="30764"/>
                  </a:srgbClr>
                </a:gs>
                <a:gs pos="28571">
                  <a:srgbClr val="FAF9F9">
                    <a:alpha val="24833"/>
                  </a:srgbClr>
                </a:gs>
                <a:gs pos="42857">
                  <a:srgbClr val="FAF9F9">
                    <a:alpha val="17075"/>
                  </a:srgbClr>
                </a:gs>
                <a:gs pos="57143">
                  <a:srgbClr val="FAF9F9">
                    <a:alpha val="9855"/>
                  </a:srgbClr>
                </a:gs>
                <a:gs pos="71429">
                  <a:srgbClr val="FAF9F9">
                    <a:alpha val="4740"/>
                  </a:srgbClr>
                </a:gs>
                <a:gs pos="85714">
                  <a:srgbClr val="FAF9F9">
                    <a:alpha val="1902"/>
                  </a:srgbClr>
                </a:gs>
                <a:gs pos="100000">
                  <a:srgbClr val="FA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Splat 355"/>
            <p:cNvSpPr>
              <a:spLocks noGrp="1"/>
            </p:cNvSpPr>
            <p:nvPr/>
          </p:nvSpPr>
          <p:spPr>
            <a:xfrm rot="10315569">
              <a:off x="2682829" y="3189697"/>
              <a:ext cx="1079441" cy="498824"/>
            </a:xfrm>
            <a:prstGeom prst="ellipse">
              <a:avLst/>
            </a:prstGeom>
            <a:gradFill>
              <a:gsLst>
                <a:gs pos="0">
                  <a:srgbClr val="000000">
                    <a:alpha val="14888"/>
                  </a:srgbClr>
                </a:gs>
                <a:gs pos="14286">
                  <a:srgbClr val="000000">
                    <a:alpha val="13771"/>
                  </a:srgbClr>
                </a:gs>
                <a:gs pos="28571">
                  <a:srgbClr val="000000">
                    <a:alpha val="10867"/>
                  </a:srgbClr>
                </a:gs>
                <a:gs pos="42857">
                  <a:srgbClr val="000000">
                    <a:alpha val="7268"/>
                  </a:srgbClr>
                </a:gs>
                <a:gs pos="57143">
                  <a:srgbClr val="000000">
                    <a:alpha val="4095"/>
                  </a:srgbClr>
                </a:gs>
                <a:gs pos="71429">
                  <a:srgbClr val="000000">
                    <a:alpha val="1938"/>
                  </a:srgbClr>
                </a:gs>
                <a:gs pos="85714">
                  <a:srgbClr val="000000">
                    <a:alpha val="771"/>
                  </a:srgbClr>
                </a:gs>
                <a:gs pos="100000">
                  <a:srgbClr val="000000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Splat 356"/>
            <p:cNvSpPr>
              <a:spLocks noGrp="1"/>
            </p:cNvSpPr>
            <p:nvPr/>
          </p:nvSpPr>
          <p:spPr>
            <a:xfrm rot="-10337369">
              <a:off x="-92263" y="2408202"/>
              <a:ext cx="818701" cy="220045"/>
            </a:xfrm>
            <a:prstGeom prst="ellipse">
              <a:avLst/>
            </a:prstGeom>
            <a:gradFill>
              <a:gsLst>
                <a:gs pos="0">
                  <a:srgbClr val="000E04">
                    <a:alpha val="22990"/>
                  </a:srgbClr>
                </a:gs>
                <a:gs pos="14286">
                  <a:srgbClr val="000E04">
                    <a:alpha val="21346"/>
                  </a:srgbClr>
                </a:gs>
                <a:gs pos="28571">
                  <a:srgbClr val="000E04">
                    <a:alpha val="17008"/>
                  </a:srgbClr>
                </a:gs>
                <a:gs pos="42857">
                  <a:srgbClr val="000E04">
                    <a:alpha val="11510"/>
                  </a:srgbClr>
                </a:gs>
                <a:gs pos="57143">
                  <a:srgbClr val="000E04">
                    <a:alpha val="6551"/>
                  </a:srgbClr>
                </a:gs>
                <a:gs pos="71429">
                  <a:srgbClr val="000E04">
                    <a:alpha val="3122"/>
                  </a:srgbClr>
                </a:gs>
                <a:gs pos="85714">
                  <a:srgbClr val="000E04">
                    <a:alpha val="1246"/>
                  </a:srgbClr>
                </a:gs>
                <a:gs pos="100000">
                  <a:srgbClr val="000E04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Splat 357"/>
            <p:cNvSpPr>
              <a:spLocks noGrp="1"/>
            </p:cNvSpPr>
            <p:nvPr/>
          </p:nvSpPr>
          <p:spPr>
            <a:xfrm rot="9296658">
              <a:off x="2256348" y="756029"/>
              <a:ext cx="454927" cy="727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Splat 358"/>
            <p:cNvSpPr>
              <a:spLocks noGrp="1"/>
            </p:cNvSpPr>
            <p:nvPr/>
          </p:nvSpPr>
          <p:spPr>
            <a:xfrm rot="9620448">
              <a:off x="99589" y="2074753"/>
              <a:ext cx="705338" cy="3020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Splat 359"/>
            <p:cNvSpPr>
              <a:spLocks noGrp="1"/>
            </p:cNvSpPr>
            <p:nvPr/>
          </p:nvSpPr>
          <p:spPr>
            <a:xfrm rot="8573684">
              <a:off x="894971" y="2115900"/>
              <a:ext cx="358283" cy="1248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Splat 360"/>
            <p:cNvSpPr>
              <a:spLocks noGrp="1"/>
            </p:cNvSpPr>
            <p:nvPr/>
          </p:nvSpPr>
          <p:spPr>
            <a:xfrm rot="10472705">
              <a:off x="735671" y="2696001"/>
              <a:ext cx="351034" cy="37588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Splat 361"/>
            <p:cNvSpPr>
              <a:spLocks noGrp="1"/>
            </p:cNvSpPr>
            <p:nvPr/>
          </p:nvSpPr>
          <p:spPr>
            <a:xfrm rot="-9959905">
              <a:off x="673945" y="1901011"/>
              <a:ext cx="1068522" cy="435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Splat 362"/>
            <p:cNvSpPr>
              <a:spLocks noGrp="1"/>
            </p:cNvSpPr>
            <p:nvPr/>
          </p:nvSpPr>
          <p:spPr>
            <a:xfrm rot="9045535">
              <a:off x="2874811" y="3066533"/>
              <a:ext cx="682352" cy="254967"/>
            </a:xfrm>
            <a:prstGeom prst="ellipse">
              <a:avLst/>
            </a:prstGeom>
            <a:gradFill>
              <a:gsLst>
                <a:gs pos="0">
                  <a:srgbClr val="000000">
                    <a:alpha val="9462"/>
                  </a:srgbClr>
                </a:gs>
                <a:gs pos="14286">
                  <a:srgbClr val="000000">
                    <a:alpha val="8731"/>
                  </a:srgbClr>
                </a:gs>
                <a:gs pos="28571">
                  <a:srgbClr val="000000">
                    <a:alpha val="6848"/>
                  </a:srgbClr>
                </a:gs>
                <a:gs pos="42857">
                  <a:srgbClr val="000000">
                    <a:alpha val="4546"/>
                  </a:srgbClr>
                </a:gs>
                <a:gs pos="57143">
                  <a:srgbClr val="000000">
                    <a:alpha val="2545"/>
                  </a:srgbClr>
                </a:gs>
                <a:gs pos="71429">
                  <a:srgbClr val="000000">
                    <a:alpha val="1200"/>
                  </a:srgbClr>
                </a:gs>
                <a:gs pos="85714">
                  <a:srgbClr val="000000">
                    <a:alpha val="476"/>
                  </a:srgbClr>
                </a:gs>
                <a:gs pos="100000">
                  <a:srgbClr val="000000">
                    <a:alpha val="1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Splat 363"/>
            <p:cNvSpPr>
              <a:spLocks noGrp="1"/>
            </p:cNvSpPr>
            <p:nvPr/>
          </p:nvSpPr>
          <p:spPr>
            <a:xfrm rot="8311065">
              <a:off x="1739441" y="1762143"/>
              <a:ext cx="589938" cy="79854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Splat 364"/>
            <p:cNvSpPr>
              <a:spLocks noGrp="1"/>
            </p:cNvSpPr>
            <p:nvPr/>
          </p:nvSpPr>
          <p:spPr>
            <a:xfrm rot="8426248">
              <a:off x="2744600" y="3582351"/>
              <a:ext cx="617203" cy="643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Splat 365"/>
            <p:cNvSpPr>
              <a:spLocks noGrp="1"/>
            </p:cNvSpPr>
            <p:nvPr/>
          </p:nvSpPr>
          <p:spPr>
            <a:xfrm rot="10737612">
              <a:off x="181168" y="288829"/>
              <a:ext cx="636619" cy="379142"/>
            </a:xfrm>
            <a:prstGeom prst="ellipse">
              <a:avLst/>
            </a:prstGeom>
            <a:gradFill>
              <a:gsLst>
                <a:gs pos="0">
                  <a:srgbClr val="FEFEFE">
                    <a:alpha val="8538"/>
                  </a:srgbClr>
                </a:gs>
                <a:gs pos="14286">
                  <a:srgbClr val="FEFEFE">
                    <a:alpha val="7876"/>
                  </a:srgbClr>
                </a:gs>
                <a:gs pos="28571">
                  <a:srgbClr val="FEFEFE">
                    <a:alpha val="6171"/>
                  </a:srgbClr>
                </a:gs>
                <a:gs pos="42857">
                  <a:srgbClr val="FEFEFE">
                    <a:alpha val="4092"/>
                  </a:srgbClr>
                </a:gs>
                <a:gs pos="57143">
                  <a:srgbClr val="FEFEFE">
                    <a:alpha val="2288"/>
                  </a:srgbClr>
                </a:gs>
                <a:gs pos="71429">
                  <a:srgbClr val="FEFEFE">
                    <a:alpha val="1078"/>
                  </a:srgbClr>
                </a:gs>
                <a:gs pos="85714">
                  <a:srgbClr val="FEFEFE">
                    <a:alpha val="428"/>
                  </a:srgbClr>
                </a:gs>
                <a:gs pos="100000">
                  <a:srgbClr val="FEFEFE">
                    <a:alpha val="1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Splat 366"/>
            <p:cNvSpPr>
              <a:spLocks noGrp="1"/>
            </p:cNvSpPr>
            <p:nvPr/>
          </p:nvSpPr>
          <p:spPr>
            <a:xfrm rot="-9925850">
              <a:off x="2812" y="3226095"/>
              <a:ext cx="938806" cy="142267"/>
            </a:xfrm>
            <a:prstGeom prst="ellipse">
              <a:avLst/>
            </a:prstGeom>
            <a:gradFill>
              <a:gsLst>
                <a:gs pos="0">
                  <a:srgbClr val="BBBCBB">
                    <a:alpha val="32968"/>
                  </a:srgbClr>
                </a:gs>
                <a:gs pos="14286">
                  <a:srgbClr val="BBBCBB">
                    <a:alpha val="30764"/>
                  </a:srgbClr>
                </a:gs>
                <a:gs pos="28571">
                  <a:srgbClr val="BBBCBB">
                    <a:alpha val="24833"/>
                  </a:srgbClr>
                </a:gs>
                <a:gs pos="42857">
                  <a:srgbClr val="BBBCBB">
                    <a:alpha val="17075"/>
                  </a:srgbClr>
                </a:gs>
                <a:gs pos="57143">
                  <a:srgbClr val="BBBCBB">
                    <a:alpha val="9855"/>
                  </a:srgbClr>
                </a:gs>
                <a:gs pos="71429">
                  <a:srgbClr val="BBBCBB">
                    <a:alpha val="4740"/>
                  </a:srgbClr>
                </a:gs>
                <a:gs pos="85714">
                  <a:srgbClr val="BBBCBB">
                    <a:alpha val="1902"/>
                  </a:srgbClr>
                </a:gs>
                <a:gs pos="100000">
                  <a:srgbClr val="BBBC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Splat 367"/>
            <p:cNvSpPr>
              <a:spLocks noGrp="1"/>
            </p:cNvSpPr>
            <p:nvPr/>
          </p:nvSpPr>
          <p:spPr>
            <a:xfrm rot="7833615">
              <a:off x="1876084" y="1127818"/>
              <a:ext cx="544512" cy="7589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Splat 368"/>
            <p:cNvSpPr>
              <a:spLocks noGrp="1"/>
            </p:cNvSpPr>
            <p:nvPr/>
          </p:nvSpPr>
          <p:spPr>
            <a:xfrm rot="8033546">
              <a:off x="171326" y="1062422"/>
              <a:ext cx="471077" cy="749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Splat 369"/>
            <p:cNvSpPr>
              <a:spLocks noGrp="1"/>
            </p:cNvSpPr>
            <p:nvPr/>
          </p:nvSpPr>
          <p:spPr>
            <a:xfrm rot="3314883">
              <a:off x="2426464" y="3448360"/>
              <a:ext cx="677103" cy="557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Splat 370"/>
            <p:cNvSpPr>
              <a:spLocks noGrp="1"/>
            </p:cNvSpPr>
            <p:nvPr/>
          </p:nvSpPr>
          <p:spPr>
            <a:xfrm rot="8433346">
              <a:off x="3228746" y="1683552"/>
              <a:ext cx="420160" cy="3399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Splat 371"/>
            <p:cNvSpPr>
              <a:spLocks noGrp="1"/>
            </p:cNvSpPr>
            <p:nvPr/>
          </p:nvSpPr>
          <p:spPr>
            <a:xfrm rot="9936995">
              <a:off x="526764" y="846052"/>
              <a:ext cx="571735" cy="10936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Splat 372"/>
            <p:cNvSpPr>
              <a:spLocks noGrp="1"/>
            </p:cNvSpPr>
            <p:nvPr/>
          </p:nvSpPr>
          <p:spPr>
            <a:xfrm rot="-9509593">
              <a:off x="1679634" y="834238"/>
              <a:ext cx="586035" cy="583834"/>
            </a:xfrm>
            <a:prstGeom prst="ellipse">
              <a:avLst/>
            </a:prstGeom>
            <a:gradFill>
              <a:gsLst>
                <a:gs pos="0">
                  <a:srgbClr val="000000">
                    <a:alpha val="8334"/>
                  </a:srgbClr>
                </a:gs>
                <a:gs pos="14286">
                  <a:srgbClr val="000000">
                    <a:alpha val="7686"/>
                  </a:srgbClr>
                </a:gs>
                <a:gs pos="28571">
                  <a:srgbClr val="000000">
                    <a:alpha val="6021"/>
                  </a:srgbClr>
                </a:gs>
                <a:gs pos="42857">
                  <a:srgbClr val="000000">
                    <a:alpha val="3991"/>
                  </a:srgbClr>
                </a:gs>
                <a:gs pos="57143">
                  <a:srgbClr val="000000">
                    <a:alpha val="2232"/>
                  </a:srgbClr>
                </a:gs>
                <a:gs pos="71429">
                  <a:srgbClr val="000000">
                    <a:alpha val="1051"/>
                  </a:srgbClr>
                </a:gs>
                <a:gs pos="85714">
                  <a:srgbClr val="000000">
                    <a:alpha val="417"/>
                  </a:srgbClr>
                </a:gs>
                <a:gs pos="100000">
                  <a:srgbClr val="000000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Splat 373"/>
            <p:cNvSpPr>
              <a:spLocks noGrp="1"/>
            </p:cNvSpPr>
            <p:nvPr/>
          </p:nvSpPr>
          <p:spPr>
            <a:xfrm rot="-9966057">
              <a:off x="192856" y="1369500"/>
              <a:ext cx="312685" cy="3021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Splat 374"/>
            <p:cNvSpPr>
              <a:spLocks noGrp="1"/>
            </p:cNvSpPr>
            <p:nvPr/>
          </p:nvSpPr>
          <p:spPr>
            <a:xfrm rot="-10717713">
              <a:off x="722088" y="3261338"/>
              <a:ext cx="636651" cy="130619"/>
            </a:xfrm>
            <a:prstGeom prst="ellipse">
              <a:avLst/>
            </a:prstGeom>
            <a:gradFill>
              <a:gsLst>
                <a:gs pos="0">
                  <a:srgbClr val="000100">
                    <a:alpha val="28060"/>
                  </a:srgbClr>
                </a:gs>
                <a:gs pos="14286">
                  <a:srgbClr val="000100">
                    <a:alpha val="26118"/>
                  </a:srgbClr>
                </a:gs>
                <a:gs pos="28571">
                  <a:srgbClr val="000100">
                    <a:alpha val="20945"/>
                  </a:srgbClr>
                </a:gs>
                <a:gs pos="42857">
                  <a:srgbClr val="000100">
                    <a:alpha val="14287"/>
                  </a:srgbClr>
                </a:gs>
                <a:gs pos="57143">
                  <a:srgbClr val="000100">
                    <a:alpha val="8187"/>
                  </a:srgbClr>
                </a:gs>
                <a:gs pos="71429">
                  <a:srgbClr val="000100">
                    <a:alpha val="3920"/>
                  </a:srgbClr>
                </a:gs>
                <a:gs pos="85714">
                  <a:srgbClr val="000100">
                    <a:alpha val="1569"/>
                  </a:srgbClr>
                </a:gs>
                <a:gs pos="100000">
                  <a:srgbClr val="000100">
                    <a:alpha val="5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Splat 375"/>
            <p:cNvSpPr>
              <a:spLocks noGrp="1"/>
            </p:cNvSpPr>
            <p:nvPr/>
          </p:nvSpPr>
          <p:spPr>
            <a:xfrm rot="5852253">
              <a:off x="519452" y="1455303"/>
              <a:ext cx="579778" cy="612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Splat 376"/>
            <p:cNvSpPr>
              <a:spLocks noGrp="1"/>
            </p:cNvSpPr>
            <p:nvPr/>
          </p:nvSpPr>
          <p:spPr>
            <a:xfrm rot="3691502">
              <a:off x="35169" y="109659"/>
              <a:ext cx="540265" cy="428960"/>
            </a:xfrm>
            <a:prstGeom prst="ellipse">
              <a:avLst/>
            </a:prstGeom>
            <a:gradFill>
              <a:gsLst>
                <a:gs pos="0">
                  <a:srgbClr val="B4B4B3">
                    <a:alpha val="7858"/>
                  </a:srgbClr>
                </a:gs>
                <a:gs pos="14286">
                  <a:srgbClr val="B4B4B3">
                    <a:alpha val="7246"/>
                  </a:srgbClr>
                </a:gs>
                <a:gs pos="28571">
                  <a:srgbClr val="B4B4B3">
                    <a:alpha val="5673"/>
                  </a:srgbClr>
                </a:gs>
                <a:gs pos="42857">
                  <a:srgbClr val="B4B4B3">
                    <a:alpha val="3758"/>
                  </a:srgbClr>
                </a:gs>
                <a:gs pos="57143">
                  <a:srgbClr val="B4B4B3">
                    <a:alpha val="2100"/>
                  </a:srgbClr>
                </a:gs>
                <a:gs pos="71429">
                  <a:srgbClr val="B4B4B3">
                    <a:alpha val="989"/>
                  </a:srgbClr>
                </a:gs>
                <a:gs pos="85714">
                  <a:srgbClr val="B4B4B3">
                    <a:alpha val="392"/>
                  </a:srgbClr>
                </a:gs>
                <a:gs pos="100000">
                  <a:srgbClr val="B4B4B3">
                    <a:alpha val="1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Splat 377"/>
            <p:cNvSpPr>
              <a:spLocks noGrp="1"/>
            </p:cNvSpPr>
            <p:nvPr/>
          </p:nvSpPr>
          <p:spPr>
            <a:xfrm rot="6601133">
              <a:off x="-259738" y="2840504"/>
              <a:ext cx="564873" cy="67569"/>
            </a:xfrm>
            <a:prstGeom prst="ellipse">
              <a:avLst/>
            </a:prstGeom>
            <a:gradFill>
              <a:gsLst>
                <a:gs pos="0">
                  <a:srgbClr val="E5E3E6">
                    <a:alpha val="32968"/>
                  </a:srgbClr>
                </a:gs>
                <a:gs pos="14286">
                  <a:srgbClr val="E5E3E6">
                    <a:alpha val="30764"/>
                  </a:srgbClr>
                </a:gs>
                <a:gs pos="28571">
                  <a:srgbClr val="E5E3E6">
                    <a:alpha val="24833"/>
                  </a:srgbClr>
                </a:gs>
                <a:gs pos="42857">
                  <a:srgbClr val="E5E3E6">
                    <a:alpha val="17075"/>
                  </a:srgbClr>
                </a:gs>
                <a:gs pos="57143">
                  <a:srgbClr val="E5E3E6">
                    <a:alpha val="9855"/>
                  </a:srgbClr>
                </a:gs>
                <a:gs pos="71429">
                  <a:srgbClr val="E5E3E6">
                    <a:alpha val="4740"/>
                  </a:srgbClr>
                </a:gs>
                <a:gs pos="85714">
                  <a:srgbClr val="E5E3E6">
                    <a:alpha val="1902"/>
                  </a:srgbClr>
                </a:gs>
                <a:gs pos="100000">
                  <a:srgbClr val="E5E3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Splat 378"/>
            <p:cNvSpPr>
              <a:spLocks noGrp="1"/>
            </p:cNvSpPr>
            <p:nvPr/>
          </p:nvSpPr>
          <p:spPr>
            <a:xfrm rot="5725129">
              <a:off x="1238426" y="1214851"/>
              <a:ext cx="396368" cy="707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Splat 379"/>
            <p:cNvSpPr>
              <a:spLocks noGrp="1"/>
            </p:cNvSpPr>
            <p:nvPr/>
          </p:nvSpPr>
          <p:spPr>
            <a:xfrm rot="-8450156">
              <a:off x="1525850" y="2931346"/>
              <a:ext cx="570818" cy="277542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Splat 380"/>
            <p:cNvSpPr>
              <a:spLocks noGrp="1"/>
            </p:cNvSpPr>
            <p:nvPr/>
          </p:nvSpPr>
          <p:spPr>
            <a:xfrm rot="3360092">
              <a:off x="2244420" y="1848144"/>
              <a:ext cx="883797" cy="509036"/>
            </a:xfrm>
            <a:prstGeom prst="ellipse">
              <a:avLst/>
            </a:prstGeom>
            <a:gradFill>
              <a:gsLst>
                <a:gs pos="0">
                  <a:srgbClr val="AEADAC">
                    <a:alpha val="6427"/>
                  </a:srgbClr>
                </a:gs>
                <a:gs pos="14286">
                  <a:srgbClr val="AEADAC">
                    <a:alpha val="5923"/>
                  </a:srgbClr>
                </a:gs>
                <a:gs pos="28571">
                  <a:srgbClr val="AEADAC">
                    <a:alpha val="4630"/>
                  </a:srgbClr>
                </a:gs>
                <a:gs pos="42857">
                  <a:srgbClr val="AEADAC">
                    <a:alpha val="3062"/>
                  </a:srgbClr>
                </a:gs>
                <a:gs pos="57143">
                  <a:srgbClr val="AEADAC">
                    <a:alpha val="1708"/>
                  </a:srgbClr>
                </a:gs>
                <a:gs pos="71429">
                  <a:srgbClr val="AEADAC">
                    <a:alpha val="803"/>
                  </a:srgbClr>
                </a:gs>
                <a:gs pos="85714">
                  <a:srgbClr val="AEADAC">
                    <a:alpha val="318"/>
                  </a:srgbClr>
                </a:gs>
                <a:gs pos="100000">
                  <a:srgbClr val="AEADAC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Splat 381"/>
            <p:cNvSpPr>
              <a:spLocks noGrp="1"/>
            </p:cNvSpPr>
            <p:nvPr/>
          </p:nvSpPr>
          <p:spPr>
            <a:xfrm rot="8680031">
              <a:off x="645420" y="1786749"/>
              <a:ext cx="484212" cy="469924"/>
            </a:xfrm>
            <a:prstGeom prst="ellipse">
              <a:avLst/>
            </a:prstGeom>
            <a:gradFill>
              <a:gsLst>
                <a:gs pos="0">
                  <a:srgbClr val="A39EA4">
                    <a:alpha val="6589"/>
                  </a:srgbClr>
                </a:gs>
                <a:gs pos="14286">
                  <a:srgbClr val="A39EA4">
                    <a:alpha val="6073"/>
                  </a:srgbClr>
                </a:gs>
                <a:gs pos="28571">
                  <a:srgbClr val="A39EA4">
                    <a:alpha val="4748"/>
                  </a:srgbClr>
                </a:gs>
                <a:gs pos="42857">
                  <a:srgbClr val="A39EA4">
                    <a:alpha val="3140"/>
                  </a:srgbClr>
                </a:gs>
                <a:gs pos="57143">
                  <a:srgbClr val="A39EA4">
                    <a:alpha val="1752"/>
                  </a:srgbClr>
                </a:gs>
                <a:gs pos="71429">
                  <a:srgbClr val="A39EA4">
                    <a:alpha val="824"/>
                  </a:srgbClr>
                </a:gs>
                <a:gs pos="85714">
                  <a:srgbClr val="A39EA4">
                    <a:alpha val="327"/>
                  </a:srgbClr>
                </a:gs>
                <a:gs pos="100000">
                  <a:srgbClr val="A39EA4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Splat 382"/>
            <p:cNvSpPr>
              <a:spLocks noGrp="1"/>
            </p:cNvSpPr>
            <p:nvPr/>
          </p:nvSpPr>
          <p:spPr>
            <a:xfrm rot="9456855">
              <a:off x="2051039" y="1469049"/>
              <a:ext cx="884438" cy="204511"/>
            </a:xfrm>
            <a:prstGeom prst="ellipse">
              <a:avLst/>
            </a:prstGeom>
            <a:gradFill>
              <a:gsLst>
                <a:gs pos="0">
                  <a:srgbClr val="00000C">
                    <a:alpha val="32729"/>
                  </a:srgbClr>
                </a:gs>
                <a:gs pos="14286">
                  <a:srgbClr val="00000C">
                    <a:alpha val="30537"/>
                  </a:srgbClr>
                </a:gs>
                <a:gs pos="28571">
                  <a:srgbClr val="00000C">
                    <a:alpha val="24642"/>
                  </a:srgbClr>
                </a:gs>
                <a:gs pos="42857">
                  <a:srgbClr val="00000C">
                    <a:alpha val="16937"/>
                  </a:srgbClr>
                </a:gs>
                <a:gs pos="57143">
                  <a:srgbClr val="00000C">
                    <a:alpha val="9772"/>
                  </a:srgbClr>
                </a:gs>
                <a:gs pos="71429">
                  <a:srgbClr val="00000C">
                    <a:alpha val="4699"/>
                  </a:srgbClr>
                </a:gs>
                <a:gs pos="85714">
                  <a:srgbClr val="00000C">
                    <a:alpha val="1885"/>
                  </a:srgbClr>
                </a:gs>
                <a:gs pos="100000">
                  <a:srgbClr val="00000C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Splat 383"/>
            <p:cNvSpPr>
              <a:spLocks noGrp="1"/>
            </p:cNvSpPr>
            <p:nvPr/>
          </p:nvSpPr>
          <p:spPr>
            <a:xfrm rot="5657283">
              <a:off x="2379118" y="2737351"/>
              <a:ext cx="635300" cy="222425"/>
            </a:xfrm>
            <a:prstGeom prst="ellipse">
              <a:avLst/>
            </a:prstGeom>
            <a:gradFill>
              <a:gsLst>
                <a:gs pos="0">
                  <a:srgbClr val="000000">
                    <a:alpha val="20856"/>
                  </a:srgbClr>
                </a:gs>
                <a:gs pos="14286">
                  <a:srgbClr val="000000">
                    <a:alpha val="19345"/>
                  </a:srgbClr>
                </a:gs>
                <a:gs pos="28571">
                  <a:srgbClr val="000000">
                    <a:alpha val="15374"/>
                  </a:srgbClr>
                </a:gs>
                <a:gs pos="42857">
                  <a:srgbClr val="000000">
                    <a:alpha val="10371"/>
                  </a:srgbClr>
                </a:gs>
                <a:gs pos="57143">
                  <a:srgbClr val="000000">
                    <a:alpha val="5887"/>
                  </a:srgbClr>
                </a:gs>
                <a:gs pos="71429">
                  <a:srgbClr val="000000">
                    <a:alpha val="2800"/>
                  </a:srgbClr>
                </a:gs>
                <a:gs pos="85714">
                  <a:srgbClr val="000000">
                    <a:alpha val="1117"/>
                  </a:srgbClr>
                </a:gs>
                <a:gs pos="100000">
                  <a:srgbClr val="000000">
                    <a:alpha val="3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Splat 384"/>
            <p:cNvSpPr>
              <a:spLocks noGrp="1"/>
            </p:cNvSpPr>
            <p:nvPr/>
          </p:nvSpPr>
          <p:spPr>
            <a:xfrm rot="-10599508">
              <a:off x="2599421" y="1557910"/>
              <a:ext cx="641111" cy="266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Splat 385"/>
            <p:cNvSpPr>
              <a:spLocks noGrp="1"/>
            </p:cNvSpPr>
            <p:nvPr/>
          </p:nvSpPr>
          <p:spPr>
            <a:xfrm rot="3126324">
              <a:off x="1735792" y="3198615"/>
              <a:ext cx="949143" cy="1125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Splat 386"/>
            <p:cNvSpPr>
              <a:spLocks noGrp="1"/>
            </p:cNvSpPr>
            <p:nvPr/>
          </p:nvSpPr>
          <p:spPr>
            <a:xfrm rot="8154711">
              <a:off x="2167124" y="1737398"/>
              <a:ext cx="662697" cy="9414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Splat 387"/>
            <p:cNvSpPr>
              <a:spLocks noGrp="1"/>
            </p:cNvSpPr>
            <p:nvPr/>
          </p:nvSpPr>
          <p:spPr>
            <a:xfrm rot="7022194">
              <a:off x="2872149" y="1810087"/>
              <a:ext cx="739812" cy="63122"/>
            </a:xfrm>
            <a:prstGeom prst="ellipse">
              <a:avLst/>
            </a:prstGeom>
            <a:gradFill>
              <a:gsLst>
                <a:gs pos="0">
                  <a:srgbClr val="FEFEFE">
                    <a:alpha val="32968"/>
                  </a:srgbClr>
                </a:gs>
                <a:gs pos="14286">
                  <a:srgbClr val="FEFEFE">
                    <a:alpha val="30764"/>
                  </a:srgbClr>
                </a:gs>
                <a:gs pos="28571">
                  <a:srgbClr val="FEFEFE">
                    <a:alpha val="24833"/>
                  </a:srgbClr>
                </a:gs>
                <a:gs pos="42857">
                  <a:srgbClr val="FEFEFE">
                    <a:alpha val="17075"/>
                  </a:srgbClr>
                </a:gs>
                <a:gs pos="57143">
                  <a:srgbClr val="FEFEFE">
                    <a:alpha val="9855"/>
                  </a:srgbClr>
                </a:gs>
                <a:gs pos="71429">
                  <a:srgbClr val="FEFEFE">
                    <a:alpha val="4740"/>
                  </a:srgbClr>
                </a:gs>
                <a:gs pos="85714">
                  <a:srgbClr val="FEFEFE">
                    <a:alpha val="1902"/>
                  </a:srgbClr>
                </a:gs>
                <a:gs pos="100000">
                  <a:srgbClr val="FE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Splat 388"/>
            <p:cNvSpPr>
              <a:spLocks noGrp="1"/>
            </p:cNvSpPr>
            <p:nvPr/>
          </p:nvSpPr>
          <p:spPr>
            <a:xfrm rot="-8189367">
              <a:off x="70383" y="766369"/>
              <a:ext cx="858601" cy="167386"/>
            </a:xfrm>
            <a:prstGeom prst="ellipse">
              <a:avLst/>
            </a:prstGeom>
            <a:gradFill>
              <a:gsLst>
                <a:gs pos="0">
                  <a:srgbClr val="B3B2B0">
                    <a:alpha val="23875"/>
                  </a:srgbClr>
                </a:gs>
                <a:gs pos="14286">
                  <a:srgbClr val="B3B2B0">
                    <a:alpha val="22177"/>
                  </a:srgbClr>
                </a:gs>
                <a:gs pos="28571">
                  <a:srgbClr val="B3B2B0">
                    <a:alpha val="17690"/>
                  </a:srgbClr>
                </a:gs>
                <a:gs pos="42857">
                  <a:srgbClr val="B3B2B0">
                    <a:alpha val="11988"/>
                  </a:srgbClr>
                </a:gs>
                <a:gs pos="57143">
                  <a:srgbClr val="B3B2B0">
                    <a:alpha val="6831"/>
                  </a:srgbClr>
                </a:gs>
                <a:gs pos="71429">
                  <a:srgbClr val="B3B2B0">
                    <a:alpha val="3258"/>
                  </a:srgbClr>
                </a:gs>
                <a:gs pos="85714">
                  <a:srgbClr val="B3B2B0">
                    <a:alpha val="1301"/>
                  </a:srgbClr>
                </a:gs>
                <a:gs pos="100000">
                  <a:srgbClr val="B3B2B0">
                    <a:alpha val="4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Splat 389"/>
            <p:cNvSpPr>
              <a:spLocks noGrp="1"/>
            </p:cNvSpPr>
            <p:nvPr/>
          </p:nvSpPr>
          <p:spPr>
            <a:xfrm rot="-9680939">
              <a:off x="102738" y="1479850"/>
              <a:ext cx="794757" cy="3972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Splat 390"/>
            <p:cNvSpPr>
              <a:spLocks noGrp="1"/>
            </p:cNvSpPr>
            <p:nvPr/>
          </p:nvSpPr>
          <p:spPr>
            <a:xfrm rot="6345951">
              <a:off x="46187" y="1426440"/>
              <a:ext cx="1103270" cy="42941"/>
            </a:xfrm>
            <a:prstGeom prst="ellipse">
              <a:avLst/>
            </a:prstGeom>
            <a:gradFill>
              <a:gsLst>
                <a:gs pos="0">
                  <a:srgbClr val="E5E3E3">
                    <a:alpha val="32968"/>
                  </a:srgbClr>
                </a:gs>
                <a:gs pos="14286">
                  <a:srgbClr val="E5E3E3">
                    <a:alpha val="30764"/>
                  </a:srgbClr>
                </a:gs>
                <a:gs pos="28571">
                  <a:srgbClr val="E5E3E3">
                    <a:alpha val="24833"/>
                  </a:srgbClr>
                </a:gs>
                <a:gs pos="42857">
                  <a:srgbClr val="E5E3E3">
                    <a:alpha val="17075"/>
                  </a:srgbClr>
                </a:gs>
                <a:gs pos="57143">
                  <a:srgbClr val="E5E3E3">
                    <a:alpha val="9855"/>
                  </a:srgbClr>
                </a:gs>
                <a:gs pos="71429">
                  <a:srgbClr val="E5E3E3">
                    <a:alpha val="4740"/>
                  </a:srgbClr>
                </a:gs>
                <a:gs pos="85714">
                  <a:srgbClr val="E5E3E3">
                    <a:alpha val="1902"/>
                  </a:srgbClr>
                </a:gs>
                <a:gs pos="100000">
                  <a:srgbClr val="E5E3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Splat 391"/>
            <p:cNvSpPr>
              <a:spLocks noGrp="1"/>
            </p:cNvSpPr>
            <p:nvPr/>
          </p:nvSpPr>
          <p:spPr>
            <a:xfrm rot="-9063882">
              <a:off x="2182899" y="804471"/>
              <a:ext cx="514717" cy="439920"/>
            </a:xfrm>
            <a:prstGeom prst="ellipse">
              <a:avLst/>
            </a:prstGeom>
            <a:gradFill>
              <a:gsLst>
                <a:gs pos="0">
                  <a:srgbClr val="C5C4C4">
                    <a:alpha val="10756"/>
                  </a:srgbClr>
                </a:gs>
                <a:gs pos="14286">
                  <a:srgbClr val="C5C4C4">
                    <a:alpha val="9931"/>
                  </a:srgbClr>
                </a:gs>
                <a:gs pos="28571">
                  <a:srgbClr val="C5C4C4">
                    <a:alpha val="7800"/>
                  </a:srgbClr>
                </a:gs>
                <a:gs pos="42857">
                  <a:srgbClr val="C5C4C4">
                    <a:alpha val="5187"/>
                  </a:srgbClr>
                </a:gs>
                <a:gs pos="57143">
                  <a:srgbClr val="C5C4C4">
                    <a:alpha val="2908"/>
                  </a:srgbClr>
                </a:gs>
                <a:gs pos="71429">
                  <a:srgbClr val="C5C4C4">
                    <a:alpha val="1372"/>
                  </a:srgbClr>
                </a:gs>
                <a:gs pos="85714">
                  <a:srgbClr val="C5C4C4">
                    <a:alpha val="545"/>
                  </a:srgbClr>
                </a:gs>
                <a:gs pos="100000">
                  <a:srgbClr val="C5C4C4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Splat 392"/>
            <p:cNvSpPr>
              <a:spLocks noGrp="1"/>
            </p:cNvSpPr>
            <p:nvPr/>
          </p:nvSpPr>
          <p:spPr>
            <a:xfrm rot="6036845">
              <a:off x="1396020" y="29214"/>
              <a:ext cx="554619" cy="644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Splat 393"/>
            <p:cNvSpPr>
              <a:spLocks noGrp="1"/>
            </p:cNvSpPr>
            <p:nvPr/>
          </p:nvSpPr>
          <p:spPr>
            <a:xfrm rot="4964653">
              <a:off x="1243017" y="3522515"/>
              <a:ext cx="894574" cy="48410"/>
            </a:xfrm>
            <a:prstGeom prst="ellipse">
              <a:avLst/>
            </a:prstGeom>
            <a:gradFill>
              <a:gsLst>
                <a:gs pos="0">
                  <a:srgbClr val="FDFDFF">
                    <a:alpha val="32067"/>
                  </a:srgbClr>
                </a:gs>
                <a:gs pos="14286">
                  <a:srgbClr val="FDFDFF">
                    <a:alpha val="29909"/>
                  </a:srgbClr>
                </a:gs>
                <a:gs pos="28571">
                  <a:srgbClr val="FDFDFF">
                    <a:alpha val="24113"/>
                  </a:srgbClr>
                </a:gs>
                <a:gs pos="42857">
                  <a:srgbClr val="FDFDFF">
                    <a:alpha val="16555"/>
                  </a:srgbClr>
                </a:gs>
                <a:gs pos="57143">
                  <a:srgbClr val="FDFDFF">
                    <a:alpha val="9542"/>
                  </a:srgbClr>
                </a:gs>
                <a:gs pos="71429">
                  <a:srgbClr val="FDFDFF">
                    <a:alpha val="4586"/>
                  </a:srgbClr>
                </a:gs>
                <a:gs pos="85714">
                  <a:srgbClr val="FDFDFF">
                    <a:alpha val="1839"/>
                  </a:srgbClr>
                </a:gs>
                <a:gs pos="100000">
                  <a:srgbClr val="FDFDFF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Splat 394"/>
            <p:cNvSpPr>
              <a:spLocks noGrp="1"/>
            </p:cNvSpPr>
            <p:nvPr/>
          </p:nvSpPr>
          <p:spPr>
            <a:xfrm rot="4613039">
              <a:off x="2032326" y="988959"/>
              <a:ext cx="414221" cy="300678"/>
            </a:xfrm>
            <a:prstGeom prst="ellipse">
              <a:avLst/>
            </a:prstGeom>
            <a:gradFill>
              <a:gsLst>
                <a:gs pos="0">
                  <a:srgbClr val="FFFFFE">
                    <a:alpha val="14910"/>
                  </a:srgbClr>
                </a:gs>
                <a:gs pos="14286">
                  <a:srgbClr val="FFFFFE">
                    <a:alpha val="13791"/>
                  </a:srgbClr>
                </a:gs>
                <a:gs pos="28571">
                  <a:srgbClr val="FFFFFE">
                    <a:alpha val="10883"/>
                  </a:srgbClr>
                </a:gs>
                <a:gs pos="42857">
                  <a:srgbClr val="FFFFFE">
                    <a:alpha val="7279"/>
                  </a:srgbClr>
                </a:gs>
                <a:gs pos="57143">
                  <a:srgbClr val="FFFFFE">
                    <a:alpha val="4101"/>
                  </a:srgbClr>
                </a:gs>
                <a:gs pos="71429">
                  <a:srgbClr val="FFFFFE">
                    <a:alpha val="1941"/>
                  </a:srgbClr>
                </a:gs>
                <a:gs pos="85714">
                  <a:srgbClr val="FFFFFE">
                    <a:alpha val="772"/>
                  </a:srgbClr>
                </a:gs>
                <a:gs pos="100000">
                  <a:srgbClr val="FFFFFE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Splat 395"/>
            <p:cNvSpPr>
              <a:spLocks noGrp="1"/>
            </p:cNvSpPr>
            <p:nvPr/>
          </p:nvSpPr>
          <p:spPr>
            <a:xfrm rot="6522082">
              <a:off x="-66699" y="480468"/>
              <a:ext cx="386238" cy="3541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Splat 396"/>
            <p:cNvSpPr>
              <a:spLocks noGrp="1"/>
            </p:cNvSpPr>
            <p:nvPr/>
          </p:nvSpPr>
          <p:spPr>
            <a:xfrm rot="8151624">
              <a:off x="1935357" y="1193908"/>
              <a:ext cx="851922" cy="3404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Splat 397"/>
            <p:cNvSpPr>
              <a:spLocks noGrp="1"/>
            </p:cNvSpPr>
            <p:nvPr/>
          </p:nvSpPr>
          <p:spPr>
            <a:xfrm rot="7814874">
              <a:off x="-159393" y="2333188"/>
              <a:ext cx="802458" cy="375059"/>
            </a:xfrm>
            <a:prstGeom prst="ellipse">
              <a:avLst/>
            </a:prstGeom>
            <a:gradFill>
              <a:gsLst>
                <a:gs pos="0">
                  <a:srgbClr val="000900">
                    <a:alpha val="24324"/>
                  </a:srgbClr>
                </a:gs>
                <a:gs pos="14286">
                  <a:srgbClr val="000900">
                    <a:alpha val="22599"/>
                  </a:srgbClr>
                </a:gs>
                <a:gs pos="28571">
                  <a:srgbClr val="000900">
                    <a:alpha val="18037"/>
                  </a:srgbClr>
                </a:gs>
                <a:gs pos="42857">
                  <a:srgbClr val="000900">
                    <a:alpha val="12231"/>
                  </a:srgbClr>
                </a:gs>
                <a:gs pos="57143">
                  <a:srgbClr val="000900">
                    <a:alpha val="6974"/>
                  </a:srgbClr>
                </a:gs>
                <a:gs pos="71429">
                  <a:srgbClr val="000900">
                    <a:alpha val="3327"/>
                  </a:srgbClr>
                </a:gs>
                <a:gs pos="85714">
                  <a:srgbClr val="000900">
                    <a:alpha val="1329"/>
                  </a:srgbClr>
                </a:gs>
                <a:gs pos="100000">
                  <a:srgbClr val="000900">
                    <a:alpha val="4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Splat 398"/>
            <p:cNvSpPr>
              <a:spLocks noGrp="1"/>
            </p:cNvSpPr>
            <p:nvPr/>
          </p:nvSpPr>
          <p:spPr>
            <a:xfrm rot="8363078">
              <a:off x="1640496" y="1515206"/>
              <a:ext cx="167088" cy="545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Splat 399"/>
            <p:cNvSpPr>
              <a:spLocks noGrp="1"/>
            </p:cNvSpPr>
            <p:nvPr/>
          </p:nvSpPr>
          <p:spPr>
            <a:xfrm rot="9136298">
              <a:off x="1534562" y="2667583"/>
              <a:ext cx="780996" cy="335884"/>
            </a:xfrm>
            <a:prstGeom prst="ellipse">
              <a:avLst/>
            </a:prstGeom>
            <a:gradFill>
              <a:gsLst>
                <a:gs pos="0">
                  <a:srgbClr val="1F151F">
                    <a:alpha val="21030"/>
                  </a:srgbClr>
                </a:gs>
                <a:gs pos="14286">
                  <a:srgbClr val="1F151F">
                    <a:alpha val="19507"/>
                  </a:srgbClr>
                </a:gs>
                <a:gs pos="28571">
                  <a:srgbClr val="1F151F">
                    <a:alpha val="15506"/>
                  </a:srgbClr>
                </a:gs>
                <a:gs pos="42857">
                  <a:srgbClr val="1F151F">
                    <a:alpha val="10463"/>
                  </a:srgbClr>
                </a:gs>
                <a:gs pos="57143">
                  <a:srgbClr val="1F151F">
                    <a:alpha val="5940"/>
                  </a:srgbClr>
                </a:gs>
                <a:gs pos="71429">
                  <a:srgbClr val="1F151F">
                    <a:alpha val="2826"/>
                  </a:srgbClr>
                </a:gs>
                <a:gs pos="85714">
                  <a:srgbClr val="1F151F">
                    <a:alpha val="1127"/>
                  </a:srgbClr>
                </a:gs>
                <a:gs pos="100000">
                  <a:srgbClr val="1F151F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Splat 400"/>
            <p:cNvSpPr>
              <a:spLocks noGrp="1"/>
            </p:cNvSpPr>
            <p:nvPr/>
          </p:nvSpPr>
          <p:spPr>
            <a:xfrm rot="-10653175">
              <a:off x="3021252" y="1795035"/>
              <a:ext cx="1053282" cy="7341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Splat 401"/>
            <p:cNvSpPr>
              <a:spLocks noGrp="1"/>
            </p:cNvSpPr>
            <p:nvPr/>
          </p:nvSpPr>
          <p:spPr>
            <a:xfrm rot="6068137">
              <a:off x="1830296" y="252713"/>
              <a:ext cx="918880" cy="103918"/>
            </a:xfrm>
            <a:prstGeom prst="ellipse">
              <a:avLst/>
            </a:prstGeom>
            <a:gradFill>
              <a:gsLst>
                <a:gs pos="0">
                  <a:srgbClr val="B1AFB0">
                    <a:alpha val="21068"/>
                  </a:srgbClr>
                </a:gs>
                <a:gs pos="14286">
                  <a:srgbClr val="B1AFB0">
                    <a:alpha val="19543"/>
                  </a:srgbClr>
                </a:gs>
                <a:gs pos="28571">
                  <a:srgbClr val="B1AFB0">
                    <a:alpha val="15535"/>
                  </a:srgbClr>
                </a:gs>
                <a:gs pos="42857">
                  <a:srgbClr val="B1AFB0">
                    <a:alpha val="10483"/>
                  </a:srgbClr>
                </a:gs>
                <a:gs pos="57143">
                  <a:srgbClr val="B1AFB0">
                    <a:alpha val="5952"/>
                  </a:srgbClr>
                </a:gs>
                <a:gs pos="71429">
                  <a:srgbClr val="B1AFB0">
                    <a:alpha val="2831"/>
                  </a:srgbClr>
                </a:gs>
                <a:gs pos="85714">
                  <a:srgbClr val="B1AFB0">
                    <a:alpha val="1129"/>
                  </a:srgbClr>
                </a:gs>
                <a:gs pos="100000">
                  <a:srgbClr val="B1AFB0">
                    <a:alpha val="3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Splat 402"/>
            <p:cNvSpPr>
              <a:spLocks noGrp="1"/>
            </p:cNvSpPr>
            <p:nvPr/>
          </p:nvSpPr>
          <p:spPr>
            <a:xfrm rot="4670161">
              <a:off x="2573790" y="1241941"/>
              <a:ext cx="743113" cy="1316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Splat 403"/>
            <p:cNvSpPr>
              <a:spLocks noGrp="1"/>
            </p:cNvSpPr>
            <p:nvPr/>
          </p:nvSpPr>
          <p:spPr>
            <a:xfrm rot="7866190">
              <a:off x="2775850" y="75951"/>
              <a:ext cx="785920" cy="455894"/>
            </a:xfrm>
            <a:prstGeom prst="ellipse">
              <a:avLst/>
            </a:prstGeom>
            <a:gradFill>
              <a:gsLst>
                <a:gs pos="0">
                  <a:srgbClr val="140A0E">
                    <a:alpha val="2483"/>
                  </a:srgbClr>
                </a:gs>
                <a:gs pos="14286">
                  <a:srgbClr val="140A0E">
                    <a:alpha val="2285"/>
                  </a:srgbClr>
                </a:gs>
                <a:gs pos="28571">
                  <a:srgbClr val="140A0E">
                    <a:alpha val="1779"/>
                  </a:srgbClr>
                </a:gs>
                <a:gs pos="42857">
                  <a:srgbClr val="140A0E">
                    <a:alpha val="1170"/>
                  </a:srgbClr>
                </a:gs>
                <a:gs pos="57143">
                  <a:srgbClr val="140A0E">
                    <a:alpha val="650"/>
                  </a:srgbClr>
                </a:gs>
                <a:gs pos="71429">
                  <a:srgbClr val="140A0E">
                    <a:alpha val="305"/>
                  </a:srgbClr>
                </a:gs>
                <a:gs pos="85714">
                  <a:srgbClr val="140A0E">
                    <a:alpha val="121"/>
                  </a:srgbClr>
                </a:gs>
                <a:gs pos="100000">
                  <a:srgbClr val="140A0E">
                    <a:alpha val="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Splat 404"/>
            <p:cNvSpPr>
              <a:spLocks noGrp="1"/>
            </p:cNvSpPr>
            <p:nvPr/>
          </p:nvSpPr>
          <p:spPr>
            <a:xfrm rot="10652690">
              <a:off x="1922022" y="380181"/>
              <a:ext cx="948614" cy="144467"/>
            </a:xfrm>
            <a:prstGeom prst="ellipse">
              <a:avLst/>
            </a:prstGeom>
            <a:gradFill>
              <a:gsLst>
                <a:gs pos="0">
                  <a:srgbClr val="BFC0BE">
                    <a:alpha val="20896"/>
                  </a:srgbClr>
                </a:gs>
                <a:gs pos="14286">
                  <a:srgbClr val="BFC0BE">
                    <a:alpha val="19382"/>
                  </a:srgbClr>
                </a:gs>
                <a:gs pos="28571">
                  <a:srgbClr val="BFC0BE">
                    <a:alpha val="15404"/>
                  </a:srgbClr>
                </a:gs>
                <a:gs pos="42857">
                  <a:srgbClr val="BFC0BE">
                    <a:alpha val="10392"/>
                  </a:srgbClr>
                </a:gs>
                <a:gs pos="57143">
                  <a:srgbClr val="BFC0BE">
                    <a:alpha val="5899"/>
                  </a:srgbClr>
                </a:gs>
                <a:gs pos="71429">
                  <a:srgbClr val="BFC0BE">
                    <a:alpha val="2806"/>
                  </a:srgbClr>
                </a:gs>
                <a:gs pos="85714">
                  <a:srgbClr val="BFC0BE">
                    <a:alpha val="1119"/>
                  </a:srgbClr>
                </a:gs>
                <a:gs pos="100000">
                  <a:srgbClr val="BFC0BE">
                    <a:alpha val="3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Splat 405"/>
            <p:cNvSpPr>
              <a:spLocks noGrp="1"/>
            </p:cNvSpPr>
            <p:nvPr/>
          </p:nvSpPr>
          <p:spPr>
            <a:xfrm rot="10293214">
              <a:off x="90862" y="1733250"/>
              <a:ext cx="813576" cy="306859"/>
            </a:xfrm>
            <a:prstGeom prst="ellipse">
              <a:avLst/>
            </a:prstGeom>
            <a:gradFill>
              <a:gsLst>
                <a:gs pos="0">
                  <a:srgbClr val="000000">
                    <a:alpha val="5929"/>
                  </a:srgbClr>
                </a:gs>
                <a:gs pos="14286">
                  <a:srgbClr val="000000">
                    <a:alpha val="5463"/>
                  </a:srgbClr>
                </a:gs>
                <a:gs pos="28571">
                  <a:srgbClr val="000000">
                    <a:alpha val="4268"/>
                  </a:srgbClr>
                </a:gs>
                <a:gs pos="42857">
                  <a:srgbClr val="000000">
                    <a:alpha val="2821"/>
                  </a:srgbClr>
                </a:gs>
                <a:gs pos="57143">
                  <a:srgbClr val="000000">
                    <a:alpha val="1573"/>
                  </a:srgbClr>
                </a:gs>
                <a:gs pos="71429">
                  <a:srgbClr val="000000">
                    <a:alpha val="739"/>
                  </a:srgbClr>
                </a:gs>
                <a:gs pos="85714">
                  <a:srgbClr val="000000">
                    <a:alpha val="293"/>
                  </a:srgbClr>
                </a:gs>
                <a:gs pos="100000">
                  <a:srgbClr val="000000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Splat 406"/>
            <p:cNvSpPr>
              <a:spLocks noGrp="1"/>
            </p:cNvSpPr>
            <p:nvPr/>
          </p:nvSpPr>
          <p:spPr>
            <a:xfrm rot="-9586124">
              <a:off x="659557" y="522287"/>
              <a:ext cx="641212" cy="347823"/>
            </a:xfrm>
            <a:prstGeom prst="ellipse">
              <a:avLst/>
            </a:prstGeom>
            <a:gradFill>
              <a:gsLst>
                <a:gs pos="0">
                  <a:srgbClr val="CBCBC9">
                    <a:alpha val="31866"/>
                  </a:srgbClr>
                </a:gs>
                <a:gs pos="14286">
                  <a:srgbClr val="CBCBC9">
                    <a:alpha val="29718"/>
                  </a:srgbClr>
                </a:gs>
                <a:gs pos="28571">
                  <a:srgbClr val="CBCBC9">
                    <a:alpha val="23953"/>
                  </a:srgbClr>
                </a:gs>
                <a:gs pos="42857">
                  <a:srgbClr val="CBCBC9">
                    <a:alpha val="16440"/>
                  </a:srgbClr>
                </a:gs>
                <a:gs pos="57143">
                  <a:srgbClr val="CBCBC9">
                    <a:alpha val="9473"/>
                  </a:srgbClr>
                </a:gs>
                <a:gs pos="71429">
                  <a:srgbClr val="CBCBC9">
                    <a:alpha val="4552"/>
                  </a:srgbClr>
                </a:gs>
                <a:gs pos="85714">
                  <a:srgbClr val="CBCBC9">
                    <a:alpha val="1825"/>
                  </a:srgbClr>
                </a:gs>
                <a:gs pos="100000">
                  <a:srgbClr val="CBCBC9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Splat 407"/>
            <p:cNvSpPr>
              <a:spLocks noGrp="1"/>
            </p:cNvSpPr>
            <p:nvPr/>
          </p:nvSpPr>
          <p:spPr>
            <a:xfrm rot="-10385934">
              <a:off x="2408115" y="1379038"/>
              <a:ext cx="900477" cy="63855"/>
            </a:xfrm>
            <a:prstGeom prst="ellipse">
              <a:avLst/>
            </a:prstGeom>
            <a:gradFill>
              <a:gsLst>
                <a:gs pos="0">
                  <a:srgbClr val="CAC6C9">
                    <a:alpha val="29236"/>
                  </a:srgbClr>
                </a:gs>
                <a:gs pos="14286">
                  <a:srgbClr val="CAC6C9">
                    <a:alpha val="27229"/>
                  </a:srgbClr>
                </a:gs>
                <a:gs pos="28571">
                  <a:srgbClr val="CAC6C9">
                    <a:alpha val="21870"/>
                  </a:srgbClr>
                </a:gs>
                <a:gs pos="42857">
                  <a:srgbClr val="CAC6C9">
                    <a:alpha val="14945"/>
                  </a:srgbClr>
                </a:gs>
                <a:gs pos="57143">
                  <a:srgbClr val="CAC6C9">
                    <a:alpha val="8579"/>
                  </a:srgbClr>
                </a:gs>
                <a:gs pos="71429">
                  <a:srgbClr val="CAC6C9">
                    <a:alpha val="4112"/>
                  </a:srgbClr>
                </a:gs>
                <a:gs pos="85714">
                  <a:srgbClr val="CAC6C9">
                    <a:alpha val="1647"/>
                  </a:srgbClr>
                </a:gs>
                <a:gs pos="100000">
                  <a:srgbClr val="CAC6C9">
                    <a:alpha val="5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Splat 408"/>
            <p:cNvSpPr>
              <a:spLocks noGrp="1"/>
            </p:cNvSpPr>
            <p:nvPr/>
          </p:nvSpPr>
          <p:spPr>
            <a:xfrm rot="5640360">
              <a:off x="169737" y="3150610"/>
              <a:ext cx="506840" cy="2947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Splat 409"/>
            <p:cNvSpPr>
              <a:spLocks noGrp="1"/>
            </p:cNvSpPr>
            <p:nvPr/>
          </p:nvSpPr>
          <p:spPr>
            <a:xfrm rot="6373215">
              <a:off x="2208048" y="957757"/>
              <a:ext cx="714849" cy="12406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Splat 410"/>
            <p:cNvSpPr>
              <a:spLocks noGrp="1"/>
            </p:cNvSpPr>
            <p:nvPr/>
          </p:nvSpPr>
          <p:spPr>
            <a:xfrm rot="-9683699">
              <a:off x="987679" y="2259875"/>
              <a:ext cx="1023455" cy="1016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Splat 411"/>
            <p:cNvSpPr>
              <a:spLocks noGrp="1"/>
            </p:cNvSpPr>
            <p:nvPr/>
          </p:nvSpPr>
          <p:spPr>
            <a:xfrm rot="4271356">
              <a:off x="-117239" y="2842491"/>
              <a:ext cx="830404" cy="166810"/>
            </a:xfrm>
            <a:prstGeom prst="ellipse">
              <a:avLst/>
            </a:prstGeom>
            <a:gradFill>
              <a:gsLst>
                <a:gs pos="0">
                  <a:srgbClr val="000000">
                    <a:alpha val="23369"/>
                  </a:srgbClr>
                </a:gs>
                <a:gs pos="14286">
                  <a:srgbClr val="000000">
                    <a:alpha val="21701"/>
                  </a:srgbClr>
                </a:gs>
                <a:gs pos="28571">
                  <a:srgbClr val="000000">
                    <a:alpha val="17300"/>
                  </a:srgbClr>
                </a:gs>
                <a:gs pos="42857">
                  <a:srgbClr val="000000">
                    <a:alpha val="11714"/>
                  </a:srgbClr>
                </a:gs>
                <a:gs pos="57143">
                  <a:srgbClr val="000000">
                    <a:alpha val="6671"/>
                  </a:srgbClr>
                </a:gs>
                <a:gs pos="71429">
                  <a:srgbClr val="000000">
                    <a:alpha val="3180"/>
                  </a:srgbClr>
                </a:gs>
                <a:gs pos="85714">
                  <a:srgbClr val="000000">
                    <a:alpha val="1270"/>
                  </a:srgbClr>
                </a:gs>
                <a:gs pos="100000">
                  <a:srgbClr val="000000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Splat 412"/>
            <p:cNvSpPr>
              <a:spLocks noGrp="1"/>
            </p:cNvSpPr>
            <p:nvPr/>
          </p:nvSpPr>
          <p:spPr>
            <a:xfrm rot="-10716943">
              <a:off x="1614787" y="2504985"/>
              <a:ext cx="743746" cy="411694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Splat 413"/>
            <p:cNvSpPr>
              <a:spLocks noGrp="1"/>
            </p:cNvSpPr>
            <p:nvPr/>
          </p:nvSpPr>
          <p:spPr>
            <a:xfrm rot="10047031">
              <a:off x="619496" y="159031"/>
              <a:ext cx="762688" cy="792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Splat 414"/>
            <p:cNvSpPr>
              <a:spLocks noGrp="1"/>
            </p:cNvSpPr>
            <p:nvPr/>
          </p:nvSpPr>
          <p:spPr>
            <a:xfrm rot="8617246">
              <a:off x="870579" y="1155701"/>
              <a:ext cx="543375" cy="516632"/>
            </a:xfrm>
            <a:prstGeom prst="ellipse">
              <a:avLst/>
            </a:prstGeom>
            <a:gradFill>
              <a:gsLst>
                <a:gs pos="0">
                  <a:srgbClr val="7C7E7E">
                    <a:alpha val="9758"/>
                  </a:srgbClr>
                </a:gs>
                <a:gs pos="14286">
                  <a:srgbClr val="7C7E7E">
                    <a:alpha val="9006"/>
                  </a:srgbClr>
                </a:gs>
                <a:gs pos="28571">
                  <a:srgbClr val="7C7E7E">
                    <a:alpha val="7066"/>
                  </a:srgbClr>
                </a:gs>
                <a:gs pos="42857">
                  <a:srgbClr val="7C7E7E">
                    <a:alpha val="4693"/>
                  </a:srgbClr>
                </a:gs>
                <a:gs pos="57143">
                  <a:srgbClr val="7C7E7E">
                    <a:alpha val="2628"/>
                  </a:srgbClr>
                </a:gs>
                <a:gs pos="71429">
                  <a:srgbClr val="7C7E7E">
                    <a:alpha val="1239"/>
                  </a:srgbClr>
                </a:gs>
                <a:gs pos="85714">
                  <a:srgbClr val="7C7E7E">
                    <a:alpha val="492"/>
                  </a:srgbClr>
                </a:gs>
                <a:gs pos="100000">
                  <a:srgbClr val="7C7E7E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Splat 415"/>
            <p:cNvSpPr>
              <a:spLocks noGrp="1"/>
            </p:cNvSpPr>
            <p:nvPr/>
          </p:nvSpPr>
          <p:spPr>
            <a:xfrm rot="7184543">
              <a:off x="2414957" y="167891"/>
              <a:ext cx="978473" cy="1831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Splat 416"/>
            <p:cNvSpPr>
              <a:spLocks noGrp="1"/>
            </p:cNvSpPr>
            <p:nvPr/>
          </p:nvSpPr>
          <p:spPr>
            <a:xfrm rot="5206433">
              <a:off x="2614428" y="2511973"/>
              <a:ext cx="785560" cy="296540"/>
            </a:xfrm>
            <a:prstGeom prst="ellipse">
              <a:avLst/>
            </a:prstGeom>
            <a:gradFill>
              <a:gsLst>
                <a:gs pos="0">
                  <a:srgbClr val="5F5B5A">
                    <a:alpha val="22544"/>
                  </a:srgbClr>
                </a:gs>
                <a:gs pos="14286">
                  <a:srgbClr val="5F5B5A">
                    <a:alpha val="20926"/>
                  </a:srgbClr>
                </a:gs>
                <a:gs pos="28571">
                  <a:srgbClr val="5F5B5A">
                    <a:alpha val="16665"/>
                  </a:srgbClr>
                </a:gs>
                <a:gs pos="42857">
                  <a:srgbClr val="5F5B5A">
                    <a:alpha val="11270"/>
                  </a:srgbClr>
                </a:gs>
                <a:gs pos="57143">
                  <a:srgbClr val="5F5B5A">
                    <a:alpha val="6411"/>
                  </a:srgbClr>
                </a:gs>
                <a:gs pos="71429">
                  <a:srgbClr val="5F5B5A">
                    <a:alpha val="3054"/>
                  </a:srgbClr>
                </a:gs>
                <a:gs pos="85714">
                  <a:srgbClr val="5F5B5A">
                    <a:alpha val="1219"/>
                  </a:srgbClr>
                </a:gs>
                <a:gs pos="100000">
                  <a:srgbClr val="5F5B5A">
                    <a:alpha val="4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Splat 417"/>
            <p:cNvSpPr>
              <a:spLocks noGrp="1"/>
            </p:cNvSpPr>
            <p:nvPr/>
          </p:nvSpPr>
          <p:spPr>
            <a:xfrm rot="6853498">
              <a:off x="87122" y="1931566"/>
              <a:ext cx="906579" cy="83544"/>
            </a:xfrm>
            <a:prstGeom prst="ellipse">
              <a:avLst/>
            </a:prstGeom>
            <a:gradFill>
              <a:gsLst>
                <a:gs pos="0">
                  <a:srgbClr val="EFEDEE">
                    <a:alpha val="19914"/>
                  </a:srgbClr>
                </a:gs>
                <a:gs pos="14286">
                  <a:srgbClr val="EFEDEE">
                    <a:alpha val="18462"/>
                  </a:srgbClr>
                </a:gs>
                <a:gs pos="28571">
                  <a:srgbClr val="EFEDEE">
                    <a:alpha val="14656"/>
                  </a:srgbClr>
                </a:gs>
                <a:gs pos="42857">
                  <a:srgbClr val="EFEDEE">
                    <a:alpha val="9873"/>
                  </a:srgbClr>
                </a:gs>
                <a:gs pos="57143">
                  <a:srgbClr val="EFEDEE">
                    <a:alpha val="5597"/>
                  </a:srgbClr>
                </a:gs>
                <a:gs pos="71429">
                  <a:srgbClr val="EFEDEE">
                    <a:alpha val="2660"/>
                  </a:srgbClr>
                </a:gs>
                <a:gs pos="85714">
                  <a:srgbClr val="EFEDEE">
                    <a:alpha val="1060"/>
                  </a:srgbClr>
                </a:gs>
                <a:gs pos="100000">
                  <a:srgbClr val="EFEDEE">
                    <a:alpha val="3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Splat 418"/>
            <p:cNvSpPr>
              <a:spLocks noGrp="1"/>
            </p:cNvSpPr>
            <p:nvPr/>
          </p:nvSpPr>
          <p:spPr>
            <a:xfrm rot="9877877">
              <a:off x="-262942" y="398888"/>
              <a:ext cx="787212" cy="215020"/>
            </a:xfrm>
            <a:prstGeom prst="ellipse">
              <a:avLst/>
            </a:prstGeom>
            <a:gradFill>
              <a:gsLst>
                <a:gs pos="0">
                  <a:srgbClr val="00000B">
                    <a:alpha val="32968"/>
                  </a:srgbClr>
                </a:gs>
                <a:gs pos="14286">
                  <a:srgbClr val="00000B">
                    <a:alpha val="30764"/>
                  </a:srgbClr>
                </a:gs>
                <a:gs pos="28571">
                  <a:srgbClr val="00000B">
                    <a:alpha val="24833"/>
                  </a:srgbClr>
                </a:gs>
                <a:gs pos="42857">
                  <a:srgbClr val="00000B">
                    <a:alpha val="17075"/>
                  </a:srgbClr>
                </a:gs>
                <a:gs pos="57143">
                  <a:srgbClr val="00000B">
                    <a:alpha val="9855"/>
                  </a:srgbClr>
                </a:gs>
                <a:gs pos="71429">
                  <a:srgbClr val="00000B">
                    <a:alpha val="4740"/>
                  </a:srgbClr>
                </a:gs>
                <a:gs pos="85714">
                  <a:srgbClr val="00000B">
                    <a:alpha val="1902"/>
                  </a:srgbClr>
                </a:gs>
                <a:gs pos="100000">
                  <a:srgbClr val="00000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Splat 419"/>
            <p:cNvSpPr>
              <a:spLocks noGrp="1"/>
            </p:cNvSpPr>
            <p:nvPr/>
          </p:nvSpPr>
          <p:spPr>
            <a:xfrm rot="-9478637">
              <a:off x="1326084" y="2935191"/>
              <a:ext cx="1051962" cy="215104"/>
            </a:xfrm>
            <a:prstGeom prst="ellipse">
              <a:avLst/>
            </a:prstGeom>
            <a:gradFill>
              <a:gsLst>
                <a:gs pos="0">
                  <a:srgbClr val="0A000E">
                    <a:alpha val="32968"/>
                  </a:srgbClr>
                </a:gs>
                <a:gs pos="14286">
                  <a:srgbClr val="0A000E">
                    <a:alpha val="30764"/>
                  </a:srgbClr>
                </a:gs>
                <a:gs pos="28571">
                  <a:srgbClr val="0A000E">
                    <a:alpha val="24833"/>
                  </a:srgbClr>
                </a:gs>
                <a:gs pos="42857">
                  <a:srgbClr val="0A000E">
                    <a:alpha val="17075"/>
                  </a:srgbClr>
                </a:gs>
                <a:gs pos="57143">
                  <a:srgbClr val="0A000E">
                    <a:alpha val="9855"/>
                  </a:srgbClr>
                </a:gs>
                <a:gs pos="71429">
                  <a:srgbClr val="0A000E">
                    <a:alpha val="4740"/>
                  </a:srgbClr>
                </a:gs>
                <a:gs pos="85714">
                  <a:srgbClr val="0A000E">
                    <a:alpha val="1902"/>
                  </a:srgbClr>
                </a:gs>
                <a:gs pos="100000">
                  <a:srgbClr val="0A000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Splat 420"/>
            <p:cNvSpPr>
              <a:spLocks noGrp="1"/>
            </p:cNvSpPr>
            <p:nvPr/>
          </p:nvSpPr>
          <p:spPr>
            <a:xfrm rot="4034010">
              <a:off x="982006" y="2280900"/>
              <a:ext cx="1046814" cy="1576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Splat 421"/>
            <p:cNvSpPr>
              <a:spLocks noGrp="1"/>
            </p:cNvSpPr>
            <p:nvPr/>
          </p:nvSpPr>
          <p:spPr>
            <a:xfrm rot="8923672">
              <a:off x="2616726" y="2371351"/>
              <a:ext cx="923384" cy="548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Splat 422"/>
            <p:cNvSpPr>
              <a:spLocks noGrp="1"/>
            </p:cNvSpPr>
            <p:nvPr/>
          </p:nvSpPr>
          <p:spPr>
            <a:xfrm rot="-9807871">
              <a:off x="2173571" y="2557402"/>
              <a:ext cx="549310" cy="469303"/>
            </a:xfrm>
            <a:prstGeom prst="ellipse">
              <a:avLst/>
            </a:prstGeom>
            <a:gradFill>
              <a:gsLst>
                <a:gs pos="0">
                  <a:srgbClr val="00000E">
                    <a:alpha val="13596"/>
                  </a:srgbClr>
                </a:gs>
                <a:gs pos="14286">
                  <a:srgbClr val="00000E">
                    <a:alpha val="12569"/>
                  </a:srgbClr>
                </a:gs>
                <a:gs pos="28571">
                  <a:srgbClr val="00000E">
                    <a:alpha val="9904"/>
                  </a:srgbClr>
                </a:gs>
                <a:gs pos="42857">
                  <a:srgbClr val="00000E">
                    <a:alpha val="6612"/>
                  </a:srgbClr>
                </a:gs>
                <a:gs pos="57143">
                  <a:srgbClr val="00000E">
                    <a:alpha val="3720"/>
                  </a:srgbClr>
                </a:gs>
                <a:gs pos="71429">
                  <a:srgbClr val="00000E">
                    <a:alpha val="1759"/>
                  </a:srgbClr>
                </a:gs>
                <a:gs pos="85714">
                  <a:srgbClr val="00000E">
                    <a:alpha val="699"/>
                  </a:srgbClr>
                </a:gs>
                <a:gs pos="100000">
                  <a:srgbClr val="00000E">
                    <a:alpha val="2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Splat 423"/>
            <p:cNvSpPr>
              <a:spLocks noGrp="1"/>
            </p:cNvSpPr>
            <p:nvPr/>
          </p:nvSpPr>
          <p:spPr>
            <a:xfrm rot="-10739941">
              <a:off x="2025723" y="1596889"/>
              <a:ext cx="694918" cy="61943"/>
            </a:xfrm>
            <a:prstGeom prst="ellipse">
              <a:avLst/>
            </a:prstGeom>
            <a:gradFill>
              <a:gsLst>
                <a:gs pos="0">
                  <a:srgbClr val="DFDCDC">
                    <a:alpha val="30568"/>
                  </a:srgbClr>
                </a:gs>
                <a:gs pos="14286">
                  <a:srgbClr val="DFDCDC">
                    <a:alpha val="28488"/>
                  </a:srgbClr>
                </a:gs>
                <a:gs pos="28571">
                  <a:srgbClr val="DFDCDC">
                    <a:alpha val="22922"/>
                  </a:srgbClr>
                </a:gs>
                <a:gs pos="42857">
                  <a:srgbClr val="DFDCDC">
                    <a:alpha val="15698"/>
                  </a:srgbClr>
                </a:gs>
                <a:gs pos="57143">
                  <a:srgbClr val="DFDCDC">
                    <a:alpha val="9028"/>
                  </a:srgbClr>
                </a:gs>
                <a:gs pos="71429">
                  <a:srgbClr val="DFDCDC">
                    <a:alpha val="4333"/>
                  </a:srgbClr>
                </a:gs>
                <a:gs pos="85714">
                  <a:srgbClr val="DFDCDC">
                    <a:alpha val="1736"/>
                  </a:srgbClr>
                </a:gs>
                <a:gs pos="100000">
                  <a:srgbClr val="DFDCDC">
                    <a:alpha val="5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Splat 424"/>
            <p:cNvSpPr>
              <a:spLocks noGrp="1"/>
            </p:cNvSpPr>
            <p:nvPr/>
          </p:nvSpPr>
          <p:spPr>
            <a:xfrm rot="-10163240">
              <a:off x="2851332" y="1777570"/>
              <a:ext cx="537509" cy="428636"/>
            </a:xfrm>
            <a:prstGeom prst="ellipse">
              <a:avLst/>
            </a:prstGeom>
            <a:gradFill>
              <a:gsLst>
                <a:gs pos="0">
                  <a:srgbClr val="000000">
                    <a:alpha val="11963"/>
                  </a:srgbClr>
                </a:gs>
                <a:gs pos="14286">
                  <a:srgbClr val="000000">
                    <a:alpha val="11051"/>
                  </a:srgbClr>
                </a:gs>
                <a:gs pos="28571">
                  <a:srgbClr val="000000">
                    <a:alpha val="8691"/>
                  </a:srgbClr>
                </a:gs>
                <a:gs pos="42857">
                  <a:srgbClr val="000000">
                    <a:alpha val="5790"/>
                  </a:srgbClr>
                </a:gs>
                <a:gs pos="57143">
                  <a:srgbClr val="000000">
                    <a:alpha val="3251"/>
                  </a:srgbClr>
                </a:gs>
                <a:gs pos="71429">
                  <a:srgbClr val="000000">
                    <a:alpha val="1535"/>
                  </a:srgbClr>
                </a:gs>
                <a:gs pos="85714">
                  <a:srgbClr val="000000">
                    <a:alpha val="610"/>
                  </a:srgbClr>
                </a:gs>
                <a:gs pos="100000">
                  <a:srgbClr val="000000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Splat 425"/>
            <p:cNvSpPr>
              <a:spLocks noGrp="1"/>
            </p:cNvSpPr>
            <p:nvPr/>
          </p:nvSpPr>
          <p:spPr>
            <a:xfrm rot="5761142">
              <a:off x="2946190" y="653663"/>
              <a:ext cx="694311" cy="54901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Splat 426"/>
            <p:cNvSpPr>
              <a:spLocks noGrp="1"/>
            </p:cNvSpPr>
            <p:nvPr/>
          </p:nvSpPr>
          <p:spPr>
            <a:xfrm rot="-9818157">
              <a:off x="3194944" y="558085"/>
              <a:ext cx="447358" cy="441226"/>
            </a:xfrm>
            <a:prstGeom prst="ellipse">
              <a:avLst/>
            </a:prstGeom>
            <a:gradFill>
              <a:gsLst>
                <a:gs pos="0">
                  <a:srgbClr val="001222">
                    <a:alpha val="10509"/>
                  </a:srgbClr>
                </a:gs>
                <a:gs pos="14286">
                  <a:srgbClr val="001222">
                    <a:alpha val="9702"/>
                  </a:srgbClr>
                </a:gs>
                <a:gs pos="28571">
                  <a:srgbClr val="001222">
                    <a:alpha val="7618"/>
                  </a:srgbClr>
                </a:gs>
                <a:gs pos="42857">
                  <a:srgbClr val="001222">
                    <a:alpha val="5065"/>
                  </a:srgbClr>
                </a:gs>
                <a:gs pos="57143">
                  <a:srgbClr val="001222">
                    <a:alpha val="2839"/>
                  </a:srgbClr>
                </a:gs>
                <a:gs pos="71429">
                  <a:srgbClr val="001222">
                    <a:alpha val="1339"/>
                  </a:srgbClr>
                </a:gs>
                <a:gs pos="85714">
                  <a:srgbClr val="001222">
                    <a:alpha val="532"/>
                  </a:srgbClr>
                </a:gs>
                <a:gs pos="100000">
                  <a:srgbClr val="001222">
                    <a:alpha val="1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Splat 427"/>
            <p:cNvSpPr>
              <a:spLocks noGrp="1"/>
            </p:cNvSpPr>
            <p:nvPr/>
          </p:nvSpPr>
          <p:spPr>
            <a:xfrm rot="3875637">
              <a:off x="1997296" y="1840606"/>
              <a:ext cx="893943" cy="291787"/>
            </a:xfrm>
            <a:prstGeom prst="ellipse">
              <a:avLst/>
            </a:prstGeom>
            <a:gradFill>
              <a:gsLst>
                <a:gs pos="0">
                  <a:srgbClr val="000011">
                    <a:alpha val="14884"/>
                  </a:srgbClr>
                </a:gs>
                <a:gs pos="14286">
                  <a:srgbClr val="000011">
                    <a:alpha val="13768"/>
                  </a:srgbClr>
                </a:gs>
                <a:gs pos="28571">
                  <a:srgbClr val="000011">
                    <a:alpha val="10864"/>
                  </a:srgbClr>
                </a:gs>
                <a:gs pos="42857">
                  <a:srgbClr val="000011">
                    <a:alpha val="7266"/>
                  </a:srgbClr>
                </a:gs>
                <a:gs pos="57143">
                  <a:srgbClr val="000011">
                    <a:alpha val="4094"/>
                  </a:srgbClr>
                </a:gs>
                <a:gs pos="71429">
                  <a:srgbClr val="000011">
                    <a:alpha val="1938"/>
                  </a:srgbClr>
                </a:gs>
                <a:gs pos="85714">
                  <a:srgbClr val="000011">
                    <a:alpha val="771"/>
                  </a:srgbClr>
                </a:gs>
                <a:gs pos="100000">
                  <a:srgbClr val="000011">
                    <a:alpha val="2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Splat 428"/>
            <p:cNvSpPr>
              <a:spLocks noGrp="1"/>
            </p:cNvSpPr>
            <p:nvPr/>
          </p:nvSpPr>
          <p:spPr>
            <a:xfrm rot="10505366">
              <a:off x="2532292" y="1527989"/>
              <a:ext cx="819201" cy="165043"/>
            </a:xfrm>
            <a:prstGeom prst="ellipse">
              <a:avLst/>
            </a:prstGeom>
            <a:gradFill>
              <a:gsLst>
                <a:gs pos="0">
                  <a:srgbClr val="C8C8C6">
                    <a:alpha val="7061"/>
                  </a:srgbClr>
                </a:gs>
                <a:gs pos="14286">
                  <a:srgbClr val="C8C8C6">
                    <a:alpha val="6509"/>
                  </a:srgbClr>
                </a:gs>
                <a:gs pos="28571">
                  <a:srgbClr val="C8C8C6">
                    <a:alpha val="5091"/>
                  </a:srgbClr>
                </a:gs>
                <a:gs pos="42857">
                  <a:srgbClr val="C8C8C6">
                    <a:alpha val="3369"/>
                  </a:srgbClr>
                </a:gs>
                <a:gs pos="57143">
                  <a:srgbClr val="C8C8C6">
                    <a:alpha val="1881"/>
                  </a:srgbClr>
                </a:gs>
                <a:gs pos="71429">
                  <a:srgbClr val="C8C8C6">
                    <a:alpha val="885"/>
                  </a:srgbClr>
                </a:gs>
                <a:gs pos="85714">
                  <a:srgbClr val="C8C8C6">
                    <a:alpha val="351"/>
                  </a:srgbClr>
                </a:gs>
                <a:gs pos="100000">
                  <a:srgbClr val="C8C8C6">
                    <a:alpha val="1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Splat 429"/>
            <p:cNvSpPr>
              <a:spLocks noGrp="1"/>
            </p:cNvSpPr>
            <p:nvPr/>
          </p:nvSpPr>
          <p:spPr>
            <a:xfrm rot="9746129">
              <a:off x="915601" y="2923732"/>
              <a:ext cx="544971" cy="540787"/>
            </a:xfrm>
            <a:prstGeom prst="ellipse">
              <a:avLst/>
            </a:prstGeom>
            <a:gradFill>
              <a:gsLst>
                <a:gs pos="0">
                  <a:srgbClr val="0E0005">
                    <a:alpha val="9935"/>
                  </a:srgbClr>
                </a:gs>
                <a:gs pos="14286">
                  <a:srgbClr val="0E0005">
                    <a:alpha val="9169"/>
                  </a:srgbClr>
                </a:gs>
                <a:gs pos="28571">
                  <a:srgbClr val="0E0005">
                    <a:alpha val="7195"/>
                  </a:srgbClr>
                </a:gs>
                <a:gs pos="42857">
                  <a:srgbClr val="0E0005">
                    <a:alpha val="4780"/>
                  </a:srgbClr>
                </a:gs>
                <a:gs pos="57143">
                  <a:srgbClr val="0E0005">
                    <a:alpha val="2678"/>
                  </a:srgbClr>
                </a:gs>
                <a:gs pos="71429">
                  <a:srgbClr val="0E0005">
                    <a:alpha val="1262"/>
                  </a:srgbClr>
                </a:gs>
                <a:gs pos="85714">
                  <a:srgbClr val="0E0005">
                    <a:alpha val="501"/>
                  </a:srgbClr>
                </a:gs>
                <a:gs pos="100000">
                  <a:srgbClr val="0E0005">
                    <a:alpha val="1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Splat 430"/>
            <p:cNvSpPr>
              <a:spLocks noGrp="1"/>
            </p:cNvSpPr>
            <p:nvPr/>
          </p:nvSpPr>
          <p:spPr>
            <a:xfrm rot="-9335694">
              <a:off x="2600701" y="15681"/>
              <a:ext cx="753841" cy="165635"/>
            </a:xfrm>
            <a:prstGeom prst="ellipse">
              <a:avLst/>
            </a:prstGeom>
            <a:gradFill>
              <a:gsLst>
                <a:gs pos="0">
                  <a:srgbClr val="BDBCBB">
                    <a:alpha val="20236"/>
                  </a:srgbClr>
                </a:gs>
                <a:gs pos="14286">
                  <a:srgbClr val="BDBCBB">
                    <a:alpha val="18764"/>
                  </a:srgbClr>
                </a:gs>
                <a:gs pos="28571">
                  <a:srgbClr val="BDBCBB">
                    <a:alpha val="14901"/>
                  </a:srgbClr>
                </a:gs>
                <a:gs pos="42857">
                  <a:srgbClr val="BDBCBB">
                    <a:alpha val="10043"/>
                  </a:srgbClr>
                </a:gs>
                <a:gs pos="57143">
                  <a:srgbClr val="BDBCBB">
                    <a:alpha val="5696"/>
                  </a:srgbClr>
                </a:gs>
                <a:gs pos="71429">
                  <a:srgbClr val="BDBCBB">
                    <a:alpha val="2708"/>
                  </a:srgbClr>
                </a:gs>
                <a:gs pos="85714">
                  <a:srgbClr val="BDBCBB">
                    <a:alpha val="1080"/>
                  </a:srgbClr>
                </a:gs>
                <a:gs pos="100000">
                  <a:srgbClr val="BDBCBB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Splat 431"/>
            <p:cNvSpPr>
              <a:spLocks noGrp="1"/>
            </p:cNvSpPr>
            <p:nvPr/>
          </p:nvSpPr>
          <p:spPr>
            <a:xfrm rot="-9092691">
              <a:off x="1196309" y="796698"/>
              <a:ext cx="390459" cy="340046"/>
            </a:xfrm>
            <a:prstGeom prst="ellipse">
              <a:avLst/>
            </a:prstGeom>
            <a:gradFill>
              <a:gsLst>
                <a:gs pos="0">
                  <a:srgbClr val="FEFFFE">
                    <a:alpha val="9846"/>
                  </a:srgbClr>
                </a:gs>
                <a:gs pos="14286">
                  <a:srgbClr val="FEFFFE">
                    <a:alpha val="9087"/>
                  </a:srgbClr>
                </a:gs>
                <a:gs pos="28571">
                  <a:srgbClr val="FEFFFE">
                    <a:alpha val="7130"/>
                  </a:srgbClr>
                </a:gs>
                <a:gs pos="42857">
                  <a:srgbClr val="FEFFFE">
                    <a:alpha val="4736"/>
                  </a:srgbClr>
                </a:gs>
                <a:gs pos="57143">
                  <a:srgbClr val="FEFFFE">
                    <a:alpha val="2653"/>
                  </a:srgbClr>
                </a:gs>
                <a:gs pos="71429">
                  <a:srgbClr val="FEFFFE">
                    <a:alpha val="1251"/>
                  </a:srgbClr>
                </a:gs>
                <a:gs pos="85714">
                  <a:srgbClr val="FEFFFE">
                    <a:alpha val="496"/>
                  </a:srgbClr>
                </a:gs>
                <a:gs pos="100000">
                  <a:srgbClr val="FEFFFE">
                    <a:alpha val="16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Splat 432"/>
            <p:cNvSpPr>
              <a:spLocks noGrp="1"/>
            </p:cNvSpPr>
            <p:nvPr/>
          </p:nvSpPr>
          <p:spPr>
            <a:xfrm rot="-9461601">
              <a:off x="227897" y="268402"/>
              <a:ext cx="1067640" cy="141508"/>
            </a:xfrm>
            <a:prstGeom prst="ellipse">
              <a:avLst/>
            </a:prstGeom>
            <a:gradFill>
              <a:gsLst>
                <a:gs pos="0">
                  <a:srgbClr val="B3B3B4">
                    <a:alpha val="23343"/>
                  </a:srgbClr>
                </a:gs>
                <a:gs pos="14286">
                  <a:srgbClr val="B3B3B4">
                    <a:alpha val="21677"/>
                  </a:srgbClr>
                </a:gs>
                <a:gs pos="28571">
                  <a:srgbClr val="B3B3B4">
                    <a:alpha val="17280"/>
                  </a:srgbClr>
                </a:gs>
                <a:gs pos="42857">
                  <a:srgbClr val="B3B3B4">
                    <a:alpha val="11700"/>
                  </a:srgbClr>
                </a:gs>
                <a:gs pos="57143">
                  <a:srgbClr val="B3B3B4">
                    <a:alpha val="6663"/>
                  </a:srgbClr>
                </a:gs>
                <a:gs pos="71429">
                  <a:srgbClr val="B3B3B4">
                    <a:alpha val="3176"/>
                  </a:srgbClr>
                </a:gs>
                <a:gs pos="85714">
                  <a:srgbClr val="B3B3B4">
                    <a:alpha val="1268"/>
                  </a:srgbClr>
                </a:gs>
                <a:gs pos="100000">
                  <a:srgbClr val="B3B3B4">
                    <a:alpha val="4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Splat 433"/>
            <p:cNvSpPr>
              <a:spLocks noGrp="1"/>
            </p:cNvSpPr>
            <p:nvPr/>
          </p:nvSpPr>
          <p:spPr>
            <a:xfrm rot="7881363">
              <a:off x="1612276" y="-106957"/>
              <a:ext cx="866030" cy="248160"/>
            </a:xfrm>
            <a:prstGeom prst="ellipse">
              <a:avLst/>
            </a:prstGeom>
            <a:gradFill>
              <a:gsLst>
                <a:gs pos="0">
                  <a:srgbClr val="908E8E">
                    <a:alpha val="32968"/>
                  </a:srgbClr>
                </a:gs>
                <a:gs pos="14286">
                  <a:srgbClr val="908E8E">
                    <a:alpha val="30764"/>
                  </a:srgbClr>
                </a:gs>
                <a:gs pos="28571">
                  <a:srgbClr val="908E8E">
                    <a:alpha val="24833"/>
                  </a:srgbClr>
                </a:gs>
                <a:gs pos="42857">
                  <a:srgbClr val="908E8E">
                    <a:alpha val="17075"/>
                  </a:srgbClr>
                </a:gs>
                <a:gs pos="57143">
                  <a:srgbClr val="908E8E">
                    <a:alpha val="9855"/>
                  </a:srgbClr>
                </a:gs>
                <a:gs pos="71429">
                  <a:srgbClr val="908E8E">
                    <a:alpha val="4740"/>
                  </a:srgbClr>
                </a:gs>
                <a:gs pos="85714">
                  <a:srgbClr val="908E8E">
                    <a:alpha val="1902"/>
                  </a:srgbClr>
                </a:gs>
                <a:gs pos="100000">
                  <a:srgbClr val="908E8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Splat 434"/>
            <p:cNvSpPr>
              <a:spLocks noGrp="1"/>
            </p:cNvSpPr>
            <p:nvPr/>
          </p:nvSpPr>
          <p:spPr>
            <a:xfrm rot="7843820">
              <a:off x="872286" y="122157"/>
              <a:ext cx="566150" cy="325170"/>
            </a:xfrm>
            <a:prstGeom prst="ellipse">
              <a:avLst/>
            </a:prstGeom>
            <a:gradFill>
              <a:gsLst>
                <a:gs pos="0">
                  <a:srgbClr val="DEE1E0">
                    <a:alpha val="32518"/>
                  </a:srgbClr>
                </a:gs>
                <a:gs pos="14286">
                  <a:srgbClr val="DEE1E0">
                    <a:alpha val="30336"/>
                  </a:srgbClr>
                </a:gs>
                <a:gs pos="28571">
                  <a:srgbClr val="DEE1E0">
                    <a:alpha val="24473"/>
                  </a:srgbClr>
                </a:gs>
                <a:gs pos="42857">
                  <a:srgbClr val="DEE1E0">
                    <a:alpha val="16815"/>
                  </a:srgbClr>
                </a:gs>
                <a:gs pos="57143">
                  <a:srgbClr val="DEE1E0">
                    <a:alpha val="9698"/>
                  </a:srgbClr>
                </a:gs>
                <a:gs pos="71429">
                  <a:srgbClr val="DEE1E0">
                    <a:alpha val="4663"/>
                  </a:srgbClr>
                </a:gs>
                <a:gs pos="85714">
                  <a:srgbClr val="DEE1E0">
                    <a:alpha val="1871"/>
                  </a:srgbClr>
                </a:gs>
                <a:gs pos="100000">
                  <a:srgbClr val="DEE1E0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Splat 435"/>
            <p:cNvSpPr>
              <a:spLocks noGrp="1"/>
            </p:cNvSpPr>
            <p:nvPr/>
          </p:nvSpPr>
          <p:spPr>
            <a:xfrm rot="5170101">
              <a:off x="2576671" y="170479"/>
              <a:ext cx="831852" cy="131648"/>
            </a:xfrm>
            <a:prstGeom prst="ellipse">
              <a:avLst/>
            </a:prstGeom>
            <a:gradFill>
              <a:gsLst>
                <a:gs pos="0">
                  <a:srgbClr val="BEBEBE">
                    <a:alpha val="32968"/>
                  </a:srgbClr>
                </a:gs>
                <a:gs pos="14286">
                  <a:srgbClr val="BEBEBE">
                    <a:alpha val="30764"/>
                  </a:srgbClr>
                </a:gs>
                <a:gs pos="28571">
                  <a:srgbClr val="BEBEBE">
                    <a:alpha val="24833"/>
                  </a:srgbClr>
                </a:gs>
                <a:gs pos="42857">
                  <a:srgbClr val="BEBEBE">
                    <a:alpha val="17075"/>
                  </a:srgbClr>
                </a:gs>
                <a:gs pos="57143">
                  <a:srgbClr val="BEBEBE">
                    <a:alpha val="9855"/>
                  </a:srgbClr>
                </a:gs>
                <a:gs pos="71429">
                  <a:srgbClr val="BEBEBE">
                    <a:alpha val="4740"/>
                  </a:srgbClr>
                </a:gs>
                <a:gs pos="85714">
                  <a:srgbClr val="BEBEBE">
                    <a:alpha val="1902"/>
                  </a:srgbClr>
                </a:gs>
                <a:gs pos="100000">
                  <a:srgbClr val="BEBEB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Splat 436"/>
            <p:cNvSpPr>
              <a:spLocks noGrp="1"/>
            </p:cNvSpPr>
            <p:nvPr/>
          </p:nvSpPr>
          <p:spPr>
            <a:xfrm rot="-10769945">
              <a:off x="154921" y="1947548"/>
              <a:ext cx="806290" cy="322001"/>
            </a:xfrm>
            <a:prstGeom prst="ellipse">
              <a:avLst/>
            </a:prstGeom>
            <a:gradFill>
              <a:gsLst>
                <a:gs pos="0">
                  <a:srgbClr val="B5B4B3">
                    <a:alpha val="27024"/>
                  </a:srgbClr>
                </a:gs>
                <a:gs pos="14286">
                  <a:srgbClr val="B5B4B3">
                    <a:alpha val="25141"/>
                  </a:srgbClr>
                </a:gs>
                <a:gs pos="28571">
                  <a:srgbClr val="B5B4B3">
                    <a:alpha val="20135"/>
                  </a:srgbClr>
                </a:gs>
                <a:gs pos="42857">
                  <a:srgbClr val="B5B4B3">
                    <a:alpha val="13711"/>
                  </a:srgbClr>
                </a:gs>
                <a:gs pos="57143">
                  <a:srgbClr val="B5B4B3">
                    <a:alpha val="7846"/>
                  </a:srgbClr>
                </a:gs>
                <a:gs pos="71429">
                  <a:srgbClr val="B5B4B3">
                    <a:alpha val="3753"/>
                  </a:srgbClr>
                </a:gs>
                <a:gs pos="85714">
                  <a:srgbClr val="B5B4B3">
                    <a:alpha val="1501"/>
                  </a:srgbClr>
                </a:gs>
                <a:gs pos="100000">
                  <a:srgbClr val="B5B4B3">
                    <a:alpha val="5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Splat 437"/>
            <p:cNvSpPr>
              <a:spLocks noGrp="1"/>
            </p:cNvSpPr>
            <p:nvPr/>
          </p:nvSpPr>
          <p:spPr>
            <a:xfrm rot="8836288">
              <a:off x="2142180" y="980632"/>
              <a:ext cx="718522" cy="346137"/>
            </a:xfrm>
            <a:prstGeom prst="ellipse">
              <a:avLst/>
            </a:prstGeom>
            <a:gradFill>
              <a:gsLst>
                <a:gs pos="0">
                  <a:srgbClr val="000000">
                    <a:alpha val="27052"/>
                  </a:srgbClr>
                </a:gs>
                <a:gs pos="14286">
                  <a:srgbClr val="000000">
                    <a:alpha val="25167"/>
                  </a:srgbClr>
                </a:gs>
                <a:gs pos="28571">
                  <a:srgbClr val="000000">
                    <a:alpha val="20156"/>
                  </a:srgbClr>
                </a:gs>
                <a:gs pos="42857">
                  <a:srgbClr val="000000">
                    <a:alpha val="13726"/>
                  </a:srgbClr>
                </a:gs>
                <a:gs pos="57143">
                  <a:srgbClr val="000000">
                    <a:alpha val="7855"/>
                  </a:srgbClr>
                </a:gs>
                <a:gs pos="71429">
                  <a:srgbClr val="000000">
                    <a:alpha val="3757"/>
                  </a:srgbClr>
                </a:gs>
                <a:gs pos="85714">
                  <a:srgbClr val="000000">
                    <a:alpha val="1503"/>
                  </a:srgbClr>
                </a:gs>
                <a:gs pos="100000">
                  <a:srgbClr val="000000">
                    <a:alpha val="5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Splat 438"/>
            <p:cNvSpPr>
              <a:spLocks noGrp="1"/>
            </p:cNvSpPr>
            <p:nvPr/>
          </p:nvSpPr>
          <p:spPr>
            <a:xfrm rot="-8898041">
              <a:off x="2986203" y="1416282"/>
              <a:ext cx="890347" cy="1010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Splat 439"/>
            <p:cNvSpPr>
              <a:spLocks noGrp="1"/>
            </p:cNvSpPr>
            <p:nvPr/>
          </p:nvSpPr>
          <p:spPr>
            <a:xfrm rot="5400968">
              <a:off x="714441" y="1000736"/>
              <a:ext cx="56722" cy="56702"/>
            </a:xfrm>
            <a:prstGeom prst="ellipse">
              <a:avLst/>
            </a:prstGeom>
            <a:gradFill>
              <a:gsLst>
                <a:gs pos="0">
                  <a:srgbClr val="D9DAD8">
                    <a:alpha val="18039"/>
                  </a:srgbClr>
                </a:gs>
                <a:gs pos="14286">
                  <a:srgbClr val="D9DAD8">
                    <a:alpha val="16709"/>
                  </a:srgbClr>
                </a:gs>
                <a:gs pos="28571">
                  <a:srgbClr val="D9DAD8">
                    <a:alpha val="13234"/>
                  </a:srgbClr>
                </a:gs>
                <a:gs pos="42857">
                  <a:srgbClr val="D9DAD8">
                    <a:alpha val="8891"/>
                  </a:srgbClr>
                </a:gs>
                <a:gs pos="57143">
                  <a:srgbClr val="D9DAD8">
                    <a:alpha val="5029"/>
                  </a:srgbClr>
                </a:gs>
                <a:gs pos="71429">
                  <a:srgbClr val="D9DAD8">
                    <a:alpha val="2386"/>
                  </a:srgbClr>
                </a:gs>
                <a:gs pos="85714">
                  <a:srgbClr val="D9DAD8">
                    <a:alpha val="950"/>
                  </a:srgbClr>
                </a:gs>
                <a:gs pos="100000">
                  <a:srgbClr val="D9DAD8">
                    <a:alpha val="3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Splat 440"/>
            <p:cNvSpPr>
              <a:spLocks noGrp="1"/>
            </p:cNvSpPr>
            <p:nvPr/>
          </p:nvSpPr>
          <p:spPr>
            <a:xfrm rot="6466954">
              <a:off x="1051349" y="2106434"/>
              <a:ext cx="745512" cy="232355"/>
            </a:xfrm>
            <a:prstGeom prst="ellipse">
              <a:avLst/>
            </a:prstGeom>
            <a:gradFill>
              <a:gsLst>
                <a:gs pos="0">
                  <a:srgbClr val="ACADAB">
                    <a:alpha val="11347"/>
                  </a:srgbClr>
                </a:gs>
                <a:gs pos="14286">
                  <a:srgbClr val="ACADAB">
                    <a:alpha val="10479"/>
                  </a:srgbClr>
                </a:gs>
                <a:gs pos="28571">
                  <a:srgbClr val="ACADAB">
                    <a:alpha val="8236"/>
                  </a:srgbClr>
                </a:gs>
                <a:gs pos="42857">
                  <a:srgbClr val="ACADAB">
                    <a:alpha val="5482"/>
                  </a:srgbClr>
                </a:gs>
                <a:gs pos="57143">
                  <a:srgbClr val="ACADAB">
                    <a:alpha val="3076"/>
                  </a:srgbClr>
                </a:gs>
                <a:gs pos="71429">
                  <a:srgbClr val="ACADAB">
                    <a:alpha val="1452"/>
                  </a:srgbClr>
                </a:gs>
                <a:gs pos="85714">
                  <a:srgbClr val="ACADAB">
                    <a:alpha val="577"/>
                  </a:srgbClr>
                </a:gs>
                <a:gs pos="100000">
                  <a:srgbClr val="ACADAB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Splat 441"/>
            <p:cNvSpPr>
              <a:spLocks noGrp="1"/>
            </p:cNvSpPr>
            <p:nvPr/>
          </p:nvSpPr>
          <p:spPr>
            <a:xfrm rot="-10111560">
              <a:off x="2265051" y="1567029"/>
              <a:ext cx="987416" cy="200564"/>
            </a:xfrm>
            <a:prstGeom prst="ellipse">
              <a:avLst/>
            </a:prstGeom>
            <a:gradFill>
              <a:gsLst>
                <a:gs pos="0">
                  <a:srgbClr val="4E4D4F">
                    <a:alpha val="32728"/>
                  </a:srgbClr>
                </a:gs>
                <a:gs pos="14286">
                  <a:srgbClr val="4E4D4F">
                    <a:alpha val="30536"/>
                  </a:srgbClr>
                </a:gs>
                <a:gs pos="28571">
                  <a:srgbClr val="4E4D4F">
                    <a:alpha val="24641"/>
                  </a:srgbClr>
                </a:gs>
                <a:gs pos="42857">
                  <a:srgbClr val="4E4D4F">
                    <a:alpha val="16937"/>
                  </a:srgbClr>
                </a:gs>
                <a:gs pos="57143">
                  <a:srgbClr val="4E4D4F">
                    <a:alpha val="9771"/>
                  </a:srgbClr>
                </a:gs>
                <a:gs pos="71429">
                  <a:srgbClr val="4E4D4F">
                    <a:alpha val="4699"/>
                  </a:srgbClr>
                </a:gs>
                <a:gs pos="85714">
                  <a:srgbClr val="4E4D4F">
                    <a:alpha val="1885"/>
                  </a:srgbClr>
                </a:gs>
                <a:gs pos="100000">
                  <a:srgbClr val="4E4D4F">
                    <a:alpha val="6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Splat 442"/>
            <p:cNvSpPr>
              <a:spLocks noGrp="1"/>
            </p:cNvSpPr>
            <p:nvPr/>
          </p:nvSpPr>
          <p:spPr>
            <a:xfrm rot="2956584">
              <a:off x="704689" y="2371368"/>
              <a:ext cx="713425" cy="208065"/>
            </a:xfrm>
            <a:prstGeom prst="ellipse">
              <a:avLst/>
            </a:prstGeom>
            <a:gradFill>
              <a:gsLst>
                <a:gs pos="0">
                  <a:srgbClr val="CECDCD">
                    <a:alpha val="30188"/>
                  </a:srgbClr>
                </a:gs>
                <a:gs pos="14286">
                  <a:srgbClr val="CECDCD">
                    <a:alpha val="28129"/>
                  </a:srgbClr>
                </a:gs>
                <a:gs pos="28571">
                  <a:srgbClr val="CECDCD">
                    <a:alpha val="22621"/>
                  </a:srgbClr>
                </a:gs>
                <a:gs pos="42857">
                  <a:srgbClr val="CECDCD">
                    <a:alpha val="15483"/>
                  </a:srgbClr>
                </a:gs>
                <a:gs pos="57143">
                  <a:srgbClr val="CECDCD">
                    <a:alpha val="8900"/>
                  </a:srgbClr>
                </a:gs>
                <a:gs pos="71429">
                  <a:srgbClr val="CECDCD">
                    <a:alpha val="4269"/>
                  </a:srgbClr>
                </a:gs>
                <a:gs pos="85714">
                  <a:srgbClr val="CECDCD">
                    <a:alpha val="1710"/>
                  </a:srgbClr>
                </a:gs>
                <a:gs pos="100000">
                  <a:srgbClr val="CECDCD">
                    <a:alpha val="5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Splat 443"/>
            <p:cNvSpPr>
              <a:spLocks noGrp="1"/>
            </p:cNvSpPr>
            <p:nvPr/>
          </p:nvSpPr>
          <p:spPr>
            <a:xfrm rot="8015232">
              <a:off x="2156122" y="3268814"/>
              <a:ext cx="294863" cy="1464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Splat 444"/>
            <p:cNvSpPr>
              <a:spLocks noGrp="1"/>
            </p:cNvSpPr>
            <p:nvPr/>
          </p:nvSpPr>
          <p:spPr>
            <a:xfrm rot="4531936">
              <a:off x="3029651" y="502701"/>
              <a:ext cx="646311" cy="111333"/>
            </a:xfrm>
            <a:prstGeom prst="ellipse">
              <a:avLst/>
            </a:prstGeom>
            <a:gradFill>
              <a:gsLst>
                <a:gs pos="0">
                  <a:srgbClr val="D9D9D9">
                    <a:alpha val="32968"/>
                  </a:srgbClr>
                </a:gs>
                <a:gs pos="14286">
                  <a:srgbClr val="D9D9D9">
                    <a:alpha val="30764"/>
                  </a:srgbClr>
                </a:gs>
                <a:gs pos="28571">
                  <a:srgbClr val="D9D9D9">
                    <a:alpha val="24833"/>
                  </a:srgbClr>
                </a:gs>
                <a:gs pos="42857">
                  <a:srgbClr val="D9D9D9">
                    <a:alpha val="17075"/>
                  </a:srgbClr>
                </a:gs>
                <a:gs pos="57143">
                  <a:srgbClr val="D9D9D9">
                    <a:alpha val="9855"/>
                  </a:srgbClr>
                </a:gs>
                <a:gs pos="71429">
                  <a:srgbClr val="D9D9D9">
                    <a:alpha val="4740"/>
                  </a:srgbClr>
                </a:gs>
                <a:gs pos="85714">
                  <a:srgbClr val="D9D9D9">
                    <a:alpha val="1902"/>
                  </a:srgbClr>
                </a:gs>
                <a:gs pos="100000">
                  <a:srgbClr val="D9D9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Splat 445"/>
            <p:cNvSpPr>
              <a:spLocks noGrp="1"/>
            </p:cNvSpPr>
            <p:nvPr/>
          </p:nvSpPr>
          <p:spPr>
            <a:xfrm rot="10412506">
              <a:off x="2699710" y="1445052"/>
              <a:ext cx="864827" cy="1176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Splat 446"/>
            <p:cNvSpPr>
              <a:spLocks noGrp="1"/>
            </p:cNvSpPr>
            <p:nvPr/>
          </p:nvSpPr>
          <p:spPr>
            <a:xfrm rot="5294712">
              <a:off x="2614842" y="2021871"/>
              <a:ext cx="601397" cy="406020"/>
            </a:xfrm>
            <a:prstGeom prst="ellipse">
              <a:avLst/>
            </a:prstGeom>
            <a:gradFill>
              <a:gsLst>
                <a:gs pos="0">
                  <a:srgbClr val="F0F0F0">
                    <a:alpha val="9588"/>
                  </a:srgbClr>
                </a:gs>
                <a:gs pos="14286">
                  <a:srgbClr val="F0F0F0">
                    <a:alpha val="8848"/>
                  </a:srgbClr>
                </a:gs>
                <a:gs pos="28571">
                  <a:srgbClr val="F0F0F0">
                    <a:alpha val="6940"/>
                  </a:srgbClr>
                </a:gs>
                <a:gs pos="42857">
                  <a:srgbClr val="F0F0F0">
                    <a:alpha val="4608"/>
                  </a:srgbClr>
                </a:gs>
                <a:gs pos="57143">
                  <a:srgbClr val="F0F0F0">
                    <a:alpha val="2580"/>
                  </a:srgbClr>
                </a:gs>
                <a:gs pos="71429">
                  <a:srgbClr val="F0F0F0">
                    <a:alpha val="1216"/>
                  </a:srgbClr>
                </a:gs>
                <a:gs pos="85714">
                  <a:srgbClr val="F0F0F0">
                    <a:alpha val="483"/>
                  </a:srgbClr>
                </a:gs>
                <a:gs pos="100000">
                  <a:srgbClr val="F0F0F0">
                    <a:alpha val="1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Splat 447"/>
            <p:cNvSpPr>
              <a:spLocks noGrp="1"/>
            </p:cNvSpPr>
            <p:nvPr/>
          </p:nvSpPr>
          <p:spPr>
            <a:xfrm rot="9535037">
              <a:off x="431834" y="1640218"/>
              <a:ext cx="906520" cy="90421"/>
            </a:xfrm>
            <a:prstGeom prst="ellipse">
              <a:avLst/>
            </a:prstGeom>
            <a:gradFill>
              <a:gsLst>
                <a:gs pos="0">
                  <a:srgbClr val="EAEBEA">
                    <a:alpha val="21507"/>
                  </a:srgbClr>
                </a:gs>
                <a:gs pos="14286">
                  <a:srgbClr val="EAEBEA">
                    <a:alpha val="19954"/>
                  </a:srgbClr>
                </a:gs>
                <a:gs pos="28571">
                  <a:srgbClr val="EAEBEA">
                    <a:alpha val="15871"/>
                  </a:srgbClr>
                </a:gs>
                <a:gs pos="42857">
                  <a:srgbClr val="EAEBEA">
                    <a:alpha val="10716"/>
                  </a:srgbClr>
                </a:gs>
                <a:gs pos="57143">
                  <a:srgbClr val="EAEBEA">
                    <a:alpha val="6088"/>
                  </a:srgbClr>
                </a:gs>
                <a:gs pos="71429">
                  <a:srgbClr val="EAEBEA">
                    <a:alpha val="2897"/>
                  </a:srgbClr>
                </a:gs>
                <a:gs pos="85714">
                  <a:srgbClr val="EAEBEA">
                    <a:alpha val="1156"/>
                  </a:srgbClr>
                </a:gs>
                <a:gs pos="100000">
                  <a:srgbClr val="EAEBEA">
                    <a:alpha val="3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Splat 448"/>
            <p:cNvSpPr>
              <a:spLocks noGrp="1"/>
            </p:cNvSpPr>
            <p:nvPr/>
          </p:nvSpPr>
          <p:spPr>
            <a:xfrm rot="-10336414">
              <a:off x="269446" y="878766"/>
              <a:ext cx="802200" cy="338753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Splat 449"/>
            <p:cNvSpPr>
              <a:spLocks noGrp="1"/>
            </p:cNvSpPr>
            <p:nvPr/>
          </p:nvSpPr>
          <p:spPr>
            <a:xfrm rot="7128130">
              <a:off x="371086" y="1583107"/>
              <a:ext cx="1149842" cy="965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Splat 450"/>
            <p:cNvSpPr>
              <a:spLocks noGrp="1"/>
            </p:cNvSpPr>
            <p:nvPr/>
          </p:nvSpPr>
          <p:spPr>
            <a:xfrm rot="10264624">
              <a:off x="1180580" y="1468533"/>
              <a:ext cx="594016" cy="532086"/>
            </a:xfrm>
            <a:prstGeom prst="ellipse">
              <a:avLst/>
            </a:prstGeom>
            <a:gradFill>
              <a:gsLst>
                <a:gs pos="0">
                  <a:srgbClr val="00120E">
                    <a:alpha val="7397"/>
                  </a:srgbClr>
                </a:gs>
                <a:gs pos="14286">
                  <a:srgbClr val="00120E">
                    <a:alpha val="6819"/>
                  </a:srgbClr>
                </a:gs>
                <a:gs pos="28571">
                  <a:srgbClr val="00120E">
                    <a:alpha val="5336"/>
                  </a:srgbClr>
                </a:gs>
                <a:gs pos="42857">
                  <a:srgbClr val="00120E">
                    <a:alpha val="3533"/>
                  </a:srgbClr>
                </a:gs>
                <a:gs pos="57143">
                  <a:srgbClr val="00120E">
                    <a:alpha val="1973"/>
                  </a:srgbClr>
                </a:gs>
                <a:gs pos="71429">
                  <a:srgbClr val="00120E">
                    <a:alpha val="929"/>
                  </a:srgbClr>
                </a:gs>
                <a:gs pos="85714">
                  <a:srgbClr val="00120E">
                    <a:alpha val="368"/>
                  </a:srgbClr>
                </a:gs>
                <a:gs pos="100000">
                  <a:srgbClr val="00120E">
                    <a:alpha val="1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Splat 451"/>
            <p:cNvSpPr>
              <a:spLocks noGrp="1"/>
            </p:cNvSpPr>
            <p:nvPr/>
          </p:nvSpPr>
          <p:spPr>
            <a:xfrm rot="5694646">
              <a:off x="151908" y="3319578"/>
              <a:ext cx="503650" cy="408593"/>
            </a:xfrm>
            <a:prstGeom prst="ellipse">
              <a:avLst/>
            </a:prstGeom>
            <a:gradFill>
              <a:gsLst>
                <a:gs pos="0">
                  <a:srgbClr val="D1CDCD">
                    <a:alpha val="2897"/>
                  </a:srgbClr>
                </a:gs>
                <a:gs pos="14286">
                  <a:srgbClr val="D1CDCD">
                    <a:alpha val="2665"/>
                  </a:srgbClr>
                </a:gs>
                <a:gs pos="28571">
                  <a:srgbClr val="D1CDCD">
                    <a:alpha val="2076"/>
                  </a:srgbClr>
                </a:gs>
                <a:gs pos="42857">
                  <a:srgbClr val="D1CDCD">
                    <a:alpha val="1366"/>
                  </a:srgbClr>
                </a:gs>
                <a:gs pos="57143">
                  <a:srgbClr val="D1CDCD">
                    <a:alpha val="759"/>
                  </a:srgbClr>
                </a:gs>
                <a:gs pos="71429">
                  <a:srgbClr val="D1CDCD">
                    <a:alpha val="356"/>
                  </a:srgbClr>
                </a:gs>
                <a:gs pos="85714">
                  <a:srgbClr val="D1CDCD">
                    <a:alpha val="141"/>
                  </a:srgbClr>
                </a:gs>
                <a:gs pos="100000">
                  <a:srgbClr val="D1CDCD">
                    <a:alpha val="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Splat 452"/>
            <p:cNvSpPr>
              <a:spLocks noGrp="1"/>
            </p:cNvSpPr>
            <p:nvPr/>
          </p:nvSpPr>
          <p:spPr>
            <a:xfrm rot="4509971">
              <a:off x="2756412" y="2883065"/>
              <a:ext cx="449069" cy="722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Splat 453"/>
            <p:cNvSpPr>
              <a:spLocks noGrp="1"/>
            </p:cNvSpPr>
            <p:nvPr/>
          </p:nvSpPr>
          <p:spPr>
            <a:xfrm rot="9732175">
              <a:off x="2363562" y="361502"/>
              <a:ext cx="644199" cy="363169"/>
            </a:xfrm>
            <a:prstGeom prst="ellipse">
              <a:avLst/>
            </a:prstGeom>
            <a:gradFill>
              <a:gsLst>
                <a:gs pos="0">
                  <a:srgbClr val="0C181B">
                    <a:alpha val="14642"/>
                  </a:srgbClr>
                </a:gs>
                <a:gs pos="14286">
                  <a:srgbClr val="0C181B">
                    <a:alpha val="13542"/>
                  </a:srgbClr>
                </a:gs>
                <a:gs pos="28571">
                  <a:srgbClr val="0C181B">
                    <a:alpha val="10683"/>
                  </a:srgbClr>
                </a:gs>
                <a:gs pos="42857">
                  <a:srgbClr val="0C181B">
                    <a:alpha val="7143"/>
                  </a:srgbClr>
                </a:gs>
                <a:gs pos="57143">
                  <a:srgbClr val="0C181B">
                    <a:alpha val="4023"/>
                  </a:srgbClr>
                </a:gs>
                <a:gs pos="71429">
                  <a:srgbClr val="0C181B">
                    <a:alpha val="1904"/>
                  </a:srgbClr>
                </a:gs>
                <a:gs pos="85714">
                  <a:srgbClr val="0C181B">
                    <a:alpha val="757"/>
                  </a:srgbClr>
                </a:gs>
                <a:gs pos="100000">
                  <a:srgbClr val="0C181B">
                    <a:alpha val="2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Splat 454"/>
            <p:cNvSpPr>
              <a:spLocks noGrp="1"/>
            </p:cNvSpPr>
            <p:nvPr/>
          </p:nvSpPr>
          <p:spPr>
            <a:xfrm rot="10582140">
              <a:off x="2772826" y="875130"/>
              <a:ext cx="563565" cy="559896"/>
            </a:xfrm>
            <a:prstGeom prst="ellipse">
              <a:avLst/>
            </a:prstGeom>
            <a:gradFill>
              <a:gsLst>
                <a:gs pos="0">
                  <a:srgbClr val="000500">
                    <a:alpha val="10124"/>
                  </a:srgbClr>
                </a:gs>
                <a:gs pos="14286">
                  <a:srgbClr val="000500">
                    <a:alpha val="9345"/>
                  </a:srgbClr>
                </a:gs>
                <a:gs pos="28571">
                  <a:srgbClr val="000500">
                    <a:alpha val="7335"/>
                  </a:srgbClr>
                </a:gs>
                <a:gs pos="42857">
                  <a:srgbClr val="000500">
                    <a:alpha val="4874"/>
                  </a:srgbClr>
                </a:gs>
                <a:gs pos="57143">
                  <a:srgbClr val="000500">
                    <a:alpha val="2731"/>
                  </a:srgbClr>
                </a:gs>
                <a:gs pos="71429">
                  <a:srgbClr val="000500">
                    <a:alpha val="1288"/>
                  </a:srgbClr>
                </a:gs>
                <a:gs pos="85714">
                  <a:srgbClr val="000500">
                    <a:alpha val="511"/>
                  </a:srgbClr>
                </a:gs>
                <a:gs pos="100000">
                  <a:srgbClr val="000500">
                    <a:alpha val="1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Splat 455"/>
            <p:cNvSpPr>
              <a:spLocks noGrp="1"/>
            </p:cNvSpPr>
            <p:nvPr/>
          </p:nvSpPr>
          <p:spPr>
            <a:xfrm rot="3758209">
              <a:off x="2275163" y="3507722"/>
              <a:ext cx="784907" cy="15047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Splat 456"/>
            <p:cNvSpPr>
              <a:spLocks noGrp="1"/>
            </p:cNvSpPr>
            <p:nvPr/>
          </p:nvSpPr>
          <p:spPr>
            <a:xfrm rot="6576693">
              <a:off x="730693" y="3011419"/>
              <a:ext cx="993394" cy="582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Splat 457"/>
            <p:cNvSpPr>
              <a:spLocks noGrp="1"/>
            </p:cNvSpPr>
            <p:nvPr/>
          </p:nvSpPr>
          <p:spPr>
            <a:xfrm rot="8553929">
              <a:off x="314460" y="-255615"/>
              <a:ext cx="547822" cy="511231"/>
            </a:xfrm>
            <a:prstGeom prst="ellipse">
              <a:avLst/>
            </a:prstGeom>
            <a:gradFill>
              <a:gsLst>
                <a:gs pos="0">
                  <a:srgbClr val="E0E0E0">
                    <a:alpha val="4909"/>
                  </a:srgbClr>
                </a:gs>
                <a:gs pos="14286">
                  <a:srgbClr val="E0E0E0">
                    <a:alpha val="4521"/>
                  </a:srgbClr>
                </a:gs>
                <a:gs pos="28571">
                  <a:srgbClr val="E0E0E0">
                    <a:alpha val="3528"/>
                  </a:srgbClr>
                </a:gs>
                <a:gs pos="42857">
                  <a:srgbClr val="E0E0E0">
                    <a:alpha val="2329"/>
                  </a:srgbClr>
                </a:gs>
                <a:gs pos="57143">
                  <a:srgbClr val="E0E0E0">
                    <a:alpha val="1297"/>
                  </a:srgbClr>
                </a:gs>
                <a:gs pos="71429">
                  <a:srgbClr val="E0E0E0">
                    <a:alpha val="609"/>
                  </a:srgbClr>
                </a:gs>
                <a:gs pos="85714">
                  <a:srgbClr val="E0E0E0">
                    <a:alpha val="241"/>
                  </a:srgbClr>
                </a:gs>
                <a:gs pos="100000">
                  <a:srgbClr val="E0E0E0">
                    <a:alpha val="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Splat 458"/>
            <p:cNvSpPr>
              <a:spLocks noGrp="1"/>
            </p:cNvSpPr>
            <p:nvPr/>
          </p:nvSpPr>
          <p:spPr>
            <a:xfrm rot="-9507470">
              <a:off x="3196487" y="2060092"/>
              <a:ext cx="788901" cy="4631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Splat 459"/>
            <p:cNvSpPr>
              <a:spLocks noGrp="1"/>
            </p:cNvSpPr>
            <p:nvPr/>
          </p:nvSpPr>
          <p:spPr>
            <a:xfrm rot="4190989">
              <a:off x="-413790" y="1330313"/>
              <a:ext cx="913738" cy="1215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Splat 460"/>
            <p:cNvSpPr>
              <a:spLocks noGrp="1"/>
            </p:cNvSpPr>
            <p:nvPr/>
          </p:nvSpPr>
          <p:spPr>
            <a:xfrm rot="7241146">
              <a:off x="1362622" y="1764129"/>
              <a:ext cx="801728" cy="308324"/>
            </a:xfrm>
            <a:prstGeom prst="ellipse">
              <a:avLst/>
            </a:prstGeom>
            <a:gradFill>
              <a:gsLst>
                <a:gs pos="0">
                  <a:srgbClr val="FEFEFE">
                    <a:alpha val="2967"/>
                  </a:srgbClr>
                </a:gs>
                <a:gs pos="14286">
                  <a:srgbClr val="FEFEFE">
                    <a:alpha val="2731"/>
                  </a:srgbClr>
                </a:gs>
                <a:gs pos="28571">
                  <a:srgbClr val="FEFEFE">
                    <a:alpha val="2127"/>
                  </a:srgbClr>
                </a:gs>
                <a:gs pos="42857">
                  <a:srgbClr val="FEFEFE">
                    <a:alpha val="1400"/>
                  </a:srgbClr>
                </a:gs>
                <a:gs pos="57143">
                  <a:srgbClr val="FEFEFE">
                    <a:alpha val="778"/>
                  </a:srgbClr>
                </a:gs>
                <a:gs pos="71429">
                  <a:srgbClr val="FEFEFE">
                    <a:alpha val="365"/>
                  </a:srgbClr>
                </a:gs>
                <a:gs pos="85714">
                  <a:srgbClr val="FEFEFE">
                    <a:alpha val="145"/>
                  </a:srgbClr>
                </a:gs>
                <a:gs pos="100000">
                  <a:srgbClr val="FEFEFE">
                    <a:alpha val="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Splat 461"/>
            <p:cNvSpPr>
              <a:spLocks noGrp="1"/>
            </p:cNvSpPr>
            <p:nvPr/>
          </p:nvSpPr>
          <p:spPr>
            <a:xfrm rot="5502667">
              <a:off x="1191810" y="3450101"/>
              <a:ext cx="53890" cy="51900"/>
            </a:xfrm>
            <a:prstGeom prst="ellipse">
              <a:avLst/>
            </a:prstGeom>
            <a:gradFill>
              <a:gsLst>
                <a:gs pos="0">
                  <a:srgbClr val="AAA8B1">
                    <a:alpha val="12711"/>
                  </a:srgbClr>
                </a:gs>
                <a:gs pos="14286">
                  <a:srgbClr val="AAA8B1">
                    <a:alpha val="11746"/>
                  </a:srgbClr>
                </a:gs>
                <a:gs pos="28571">
                  <a:srgbClr val="AAA8B1">
                    <a:alpha val="9246"/>
                  </a:srgbClr>
                </a:gs>
                <a:gs pos="42857">
                  <a:srgbClr val="AAA8B1">
                    <a:alpha val="6165"/>
                  </a:srgbClr>
                </a:gs>
                <a:gs pos="57143">
                  <a:srgbClr val="AAA8B1">
                    <a:alpha val="3465"/>
                  </a:srgbClr>
                </a:gs>
                <a:gs pos="71429">
                  <a:srgbClr val="AAA8B1">
                    <a:alpha val="1637"/>
                  </a:srgbClr>
                </a:gs>
                <a:gs pos="85714">
                  <a:srgbClr val="AAA8B1">
                    <a:alpha val="651"/>
                  </a:srgbClr>
                </a:gs>
                <a:gs pos="100000">
                  <a:srgbClr val="AAA8B1">
                    <a:alpha val="2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Splat 462"/>
            <p:cNvSpPr>
              <a:spLocks noGrp="1"/>
            </p:cNvSpPr>
            <p:nvPr/>
          </p:nvSpPr>
          <p:spPr>
            <a:xfrm rot="5530806">
              <a:off x="1369689" y="1074958"/>
              <a:ext cx="535005" cy="359847"/>
            </a:xfrm>
            <a:prstGeom prst="ellipse">
              <a:avLst/>
            </a:prstGeom>
            <a:gradFill>
              <a:gsLst>
                <a:gs pos="0">
                  <a:srgbClr val="EAEBEA">
                    <a:alpha val="24921"/>
                  </a:srgbClr>
                </a:gs>
                <a:gs pos="14286">
                  <a:srgbClr val="EAEBEA">
                    <a:alpha val="23160"/>
                  </a:srgbClr>
                </a:gs>
                <a:gs pos="28571">
                  <a:srgbClr val="EAEBEA">
                    <a:alpha val="18499"/>
                  </a:srgbClr>
                </a:gs>
                <a:gs pos="42857">
                  <a:srgbClr val="EAEBEA">
                    <a:alpha val="12556"/>
                  </a:srgbClr>
                </a:gs>
                <a:gs pos="57143">
                  <a:srgbClr val="EAEBEA">
                    <a:alpha val="7165"/>
                  </a:srgbClr>
                </a:gs>
                <a:gs pos="71429">
                  <a:srgbClr val="EAEBEA">
                    <a:alpha val="3420"/>
                  </a:srgbClr>
                </a:gs>
                <a:gs pos="85714">
                  <a:srgbClr val="EAEBEA">
                    <a:alpha val="1367"/>
                  </a:srgbClr>
                </a:gs>
                <a:gs pos="100000">
                  <a:srgbClr val="EAEBEA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Splat 463"/>
            <p:cNvSpPr>
              <a:spLocks noGrp="1"/>
            </p:cNvSpPr>
            <p:nvPr/>
          </p:nvSpPr>
          <p:spPr>
            <a:xfrm rot="-9990899">
              <a:off x="1977066" y="295198"/>
              <a:ext cx="1064988" cy="122790"/>
            </a:xfrm>
            <a:prstGeom prst="ellipse">
              <a:avLst/>
            </a:prstGeom>
            <a:gradFill>
              <a:gsLst>
                <a:gs pos="0">
                  <a:srgbClr val="959999">
                    <a:alpha val="24936"/>
                  </a:srgbClr>
                </a:gs>
                <a:gs pos="14286">
                  <a:srgbClr val="959999">
                    <a:alpha val="23174"/>
                  </a:srgbClr>
                </a:gs>
                <a:gs pos="28571">
                  <a:srgbClr val="959999">
                    <a:alpha val="18511"/>
                  </a:srgbClr>
                </a:gs>
                <a:gs pos="42857">
                  <a:srgbClr val="959999">
                    <a:alpha val="12564"/>
                  </a:srgbClr>
                </a:gs>
                <a:gs pos="57143">
                  <a:srgbClr val="959999">
                    <a:alpha val="7170"/>
                  </a:srgbClr>
                </a:gs>
                <a:gs pos="71429">
                  <a:srgbClr val="959999">
                    <a:alpha val="3423"/>
                  </a:srgbClr>
                </a:gs>
                <a:gs pos="85714">
                  <a:srgbClr val="959999">
                    <a:alpha val="1368"/>
                  </a:srgbClr>
                </a:gs>
                <a:gs pos="100000">
                  <a:srgbClr val="959999">
                    <a:alpha val="4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Splat 464"/>
            <p:cNvSpPr>
              <a:spLocks noGrp="1"/>
            </p:cNvSpPr>
            <p:nvPr/>
          </p:nvSpPr>
          <p:spPr>
            <a:xfrm rot="-10657837">
              <a:off x="-61846" y="436437"/>
              <a:ext cx="980099" cy="968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Splat 465"/>
            <p:cNvSpPr>
              <a:spLocks noGrp="1"/>
            </p:cNvSpPr>
            <p:nvPr/>
          </p:nvSpPr>
          <p:spPr>
            <a:xfrm rot="10755331">
              <a:off x="151193" y="955277"/>
              <a:ext cx="56059" cy="51277"/>
            </a:xfrm>
            <a:prstGeom prst="ellipse">
              <a:avLst/>
            </a:prstGeom>
            <a:gradFill>
              <a:gsLst>
                <a:gs pos="0">
                  <a:srgbClr val="C4C3B4">
                    <a:alpha val="18163"/>
                  </a:srgbClr>
                </a:gs>
                <a:gs pos="14286">
                  <a:srgbClr val="C4C3B4">
                    <a:alpha val="16826"/>
                  </a:srgbClr>
                </a:gs>
                <a:gs pos="28571">
                  <a:srgbClr val="C4C3B4">
                    <a:alpha val="13329"/>
                  </a:srgbClr>
                </a:gs>
                <a:gs pos="42857">
                  <a:srgbClr val="C4C3B4">
                    <a:alpha val="8956"/>
                  </a:srgbClr>
                </a:gs>
                <a:gs pos="57143">
                  <a:srgbClr val="C4C3B4">
                    <a:alpha val="5066"/>
                  </a:srgbClr>
                </a:gs>
                <a:gs pos="71429">
                  <a:srgbClr val="C4C3B4">
                    <a:alpha val="2404"/>
                  </a:srgbClr>
                </a:gs>
                <a:gs pos="85714">
                  <a:srgbClr val="C4C3B4">
                    <a:alpha val="958"/>
                  </a:srgbClr>
                </a:gs>
                <a:gs pos="100000">
                  <a:srgbClr val="C4C3B4">
                    <a:alpha val="3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Splat 466"/>
            <p:cNvSpPr>
              <a:spLocks noGrp="1"/>
            </p:cNvSpPr>
            <p:nvPr/>
          </p:nvSpPr>
          <p:spPr>
            <a:xfrm rot="-10019362">
              <a:off x="-470061" y="3289500"/>
              <a:ext cx="971269" cy="151968"/>
            </a:xfrm>
            <a:prstGeom prst="ellipse">
              <a:avLst/>
            </a:prstGeom>
            <a:gradFill>
              <a:gsLst>
                <a:gs pos="0">
                  <a:srgbClr val="FCFEFC">
                    <a:alpha val="32968"/>
                  </a:srgbClr>
                </a:gs>
                <a:gs pos="14286">
                  <a:srgbClr val="FCFEFC">
                    <a:alpha val="30764"/>
                  </a:srgbClr>
                </a:gs>
                <a:gs pos="28571">
                  <a:srgbClr val="FCFEFC">
                    <a:alpha val="24833"/>
                  </a:srgbClr>
                </a:gs>
                <a:gs pos="42857">
                  <a:srgbClr val="FCFEFC">
                    <a:alpha val="17075"/>
                  </a:srgbClr>
                </a:gs>
                <a:gs pos="57143">
                  <a:srgbClr val="FCFEFC">
                    <a:alpha val="9855"/>
                  </a:srgbClr>
                </a:gs>
                <a:gs pos="71429">
                  <a:srgbClr val="FCFEFC">
                    <a:alpha val="4740"/>
                  </a:srgbClr>
                </a:gs>
                <a:gs pos="85714">
                  <a:srgbClr val="FCFEFC">
                    <a:alpha val="1902"/>
                  </a:srgbClr>
                </a:gs>
                <a:gs pos="100000">
                  <a:srgbClr val="FCFE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Splat 467"/>
            <p:cNvSpPr>
              <a:spLocks noGrp="1"/>
            </p:cNvSpPr>
            <p:nvPr/>
          </p:nvSpPr>
          <p:spPr>
            <a:xfrm rot="10066494">
              <a:off x="988577" y="1688983"/>
              <a:ext cx="302284" cy="256554"/>
            </a:xfrm>
            <a:prstGeom prst="ellipse">
              <a:avLst/>
            </a:prstGeom>
            <a:gradFill>
              <a:gsLst>
                <a:gs pos="0">
                  <a:srgbClr val="FFFFFE">
                    <a:alpha val="27287"/>
                  </a:srgbClr>
                </a:gs>
                <a:gs pos="14286">
                  <a:srgbClr val="FFFFFE">
                    <a:alpha val="25389"/>
                  </a:srgbClr>
                </a:gs>
                <a:gs pos="28571">
                  <a:srgbClr val="FFFFFE">
                    <a:alpha val="20340"/>
                  </a:srgbClr>
                </a:gs>
                <a:gs pos="42857">
                  <a:srgbClr val="FFFFFE">
                    <a:alpha val="13857"/>
                  </a:srgbClr>
                </a:gs>
                <a:gs pos="57143">
                  <a:srgbClr val="FFFFFE">
                    <a:alpha val="7933"/>
                  </a:srgbClr>
                </a:gs>
                <a:gs pos="71429">
                  <a:srgbClr val="FFFFFE">
                    <a:alpha val="3795"/>
                  </a:srgbClr>
                </a:gs>
                <a:gs pos="85714">
                  <a:srgbClr val="FFFFFE">
                    <a:alpha val="1518"/>
                  </a:srgbClr>
                </a:gs>
                <a:gs pos="100000">
                  <a:srgbClr val="FFFFFE">
                    <a:alpha val="5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Splat 468"/>
            <p:cNvSpPr>
              <a:spLocks noGrp="1"/>
            </p:cNvSpPr>
            <p:nvPr/>
          </p:nvSpPr>
          <p:spPr>
            <a:xfrm rot="9747969">
              <a:off x="434143" y="1991274"/>
              <a:ext cx="747007" cy="832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Splat 469"/>
            <p:cNvSpPr>
              <a:spLocks noGrp="1"/>
            </p:cNvSpPr>
            <p:nvPr/>
          </p:nvSpPr>
          <p:spPr>
            <a:xfrm rot="-9144165">
              <a:off x="1585141" y="-175184"/>
              <a:ext cx="614816" cy="591951"/>
            </a:xfrm>
            <a:prstGeom prst="ellipse">
              <a:avLst/>
            </a:prstGeom>
            <a:gradFill>
              <a:gsLst>
                <a:gs pos="0">
                  <a:srgbClr val="000009">
                    <a:alpha val="16141"/>
                  </a:srgbClr>
                </a:gs>
                <a:gs pos="14286">
                  <a:srgbClr val="000009">
                    <a:alpha val="14939"/>
                  </a:srgbClr>
                </a:gs>
                <a:gs pos="28571">
                  <a:srgbClr val="000009">
                    <a:alpha val="11806"/>
                  </a:srgbClr>
                </a:gs>
                <a:gs pos="42857">
                  <a:srgbClr val="000009">
                    <a:alpha val="7910"/>
                  </a:srgbClr>
                </a:gs>
                <a:gs pos="57143">
                  <a:srgbClr val="000009">
                    <a:alpha val="4463"/>
                  </a:srgbClr>
                </a:gs>
                <a:gs pos="71429">
                  <a:srgbClr val="000009">
                    <a:alpha val="2115"/>
                  </a:srgbClr>
                </a:gs>
                <a:gs pos="85714">
                  <a:srgbClr val="000009">
                    <a:alpha val="842"/>
                  </a:srgbClr>
                </a:gs>
                <a:gs pos="100000">
                  <a:srgbClr val="000009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Splat 470"/>
            <p:cNvSpPr>
              <a:spLocks noGrp="1"/>
            </p:cNvSpPr>
            <p:nvPr/>
          </p:nvSpPr>
          <p:spPr>
            <a:xfrm rot="9120935">
              <a:off x="2733450" y="2933746"/>
              <a:ext cx="563855" cy="2815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Splat 471"/>
            <p:cNvSpPr>
              <a:spLocks noGrp="1"/>
            </p:cNvSpPr>
            <p:nvPr/>
          </p:nvSpPr>
          <p:spPr>
            <a:xfrm rot="5798574">
              <a:off x="1096887" y="1076326"/>
              <a:ext cx="799186" cy="1053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Splat 472"/>
            <p:cNvSpPr>
              <a:spLocks noGrp="1"/>
            </p:cNvSpPr>
            <p:nvPr/>
          </p:nvSpPr>
          <p:spPr>
            <a:xfrm rot="-10553123">
              <a:off x="1562321" y="1170100"/>
              <a:ext cx="947448" cy="71507"/>
            </a:xfrm>
            <a:prstGeom prst="ellipse">
              <a:avLst/>
            </a:prstGeom>
            <a:gradFill>
              <a:gsLst>
                <a:gs pos="0">
                  <a:srgbClr val="C9C9C9">
                    <a:alpha val="32968"/>
                  </a:srgbClr>
                </a:gs>
                <a:gs pos="14286">
                  <a:srgbClr val="C9C9C9">
                    <a:alpha val="30764"/>
                  </a:srgbClr>
                </a:gs>
                <a:gs pos="28571">
                  <a:srgbClr val="C9C9C9">
                    <a:alpha val="24833"/>
                  </a:srgbClr>
                </a:gs>
                <a:gs pos="42857">
                  <a:srgbClr val="C9C9C9">
                    <a:alpha val="17075"/>
                  </a:srgbClr>
                </a:gs>
                <a:gs pos="57143">
                  <a:srgbClr val="C9C9C9">
                    <a:alpha val="9855"/>
                  </a:srgbClr>
                </a:gs>
                <a:gs pos="71429">
                  <a:srgbClr val="C9C9C9">
                    <a:alpha val="4740"/>
                  </a:srgbClr>
                </a:gs>
                <a:gs pos="85714">
                  <a:srgbClr val="C9C9C9">
                    <a:alpha val="1902"/>
                  </a:srgbClr>
                </a:gs>
                <a:gs pos="100000">
                  <a:srgbClr val="C9C9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Splat 473"/>
            <p:cNvSpPr>
              <a:spLocks noGrp="1"/>
            </p:cNvSpPr>
            <p:nvPr/>
          </p:nvSpPr>
          <p:spPr>
            <a:xfrm rot="-9155697">
              <a:off x="1657966" y="3370809"/>
              <a:ext cx="811720" cy="66002"/>
            </a:xfrm>
            <a:prstGeom prst="ellipse">
              <a:avLst/>
            </a:prstGeom>
            <a:gradFill>
              <a:gsLst>
                <a:gs pos="0">
                  <a:srgbClr val="FEFFFE">
                    <a:alpha val="26779"/>
                  </a:srgbClr>
                </a:gs>
                <a:gs pos="14286">
                  <a:srgbClr val="FEFFFE">
                    <a:alpha val="24909"/>
                  </a:srgbClr>
                </a:gs>
                <a:gs pos="28571">
                  <a:srgbClr val="FEFFFE">
                    <a:alpha val="19943"/>
                  </a:srgbClr>
                </a:gs>
                <a:gs pos="42857">
                  <a:srgbClr val="FEFFFE">
                    <a:alpha val="13575"/>
                  </a:srgbClr>
                </a:gs>
                <a:gs pos="57143">
                  <a:srgbClr val="FEFFFE">
                    <a:alpha val="7766"/>
                  </a:srgbClr>
                </a:gs>
                <a:gs pos="71429">
                  <a:srgbClr val="FEFFFE">
                    <a:alpha val="3713"/>
                  </a:srgbClr>
                </a:gs>
                <a:gs pos="85714">
                  <a:srgbClr val="FEFFFE">
                    <a:alpha val="1485"/>
                  </a:srgbClr>
                </a:gs>
                <a:gs pos="100000">
                  <a:srgbClr val="FEFFFE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Splat 474"/>
            <p:cNvSpPr>
              <a:spLocks noGrp="1"/>
            </p:cNvSpPr>
            <p:nvPr/>
          </p:nvSpPr>
          <p:spPr>
            <a:xfrm rot="6089524">
              <a:off x="1167777" y="855870"/>
              <a:ext cx="751878" cy="3958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Splat 475"/>
            <p:cNvSpPr>
              <a:spLocks noGrp="1"/>
            </p:cNvSpPr>
            <p:nvPr/>
          </p:nvSpPr>
          <p:spPr>
            <a:xfrm rot="8033570">
              <a:off x="658407" y="2878570"/>
              <a:ext cx="735483" cy="148922"/>
            </a:xfrm>
            <a:prstGeom prst="ellipse">
              <a:avLst/>
            </a:prstGeom>
            <a:gradFill>
              <a:gsLst>
                <a:gs pos="0">
                  <a:srgbClr val="C2C2C3">
                    <a:alpha val="21016"/>
                  </a:srgbClr>
                </a:gs>
                <a:gs pos="14286">
                  <a:srgbClr val="C2C2C3">
                    <a:alpha val="19495"/>
                  </a:srgbClr>
                </a:gs>
                <a:gs pos="28571">
                  <a:srgbClr val="C2C2C3">
                    <a:alpha val="15496"/>
                  </a:srgbClr>
                </a:gs>
                <a:gs pos="42857">
                  <a:srgbClr val="C2C2C3">
                    <a:alpha val="10456"/>
                  </a:srgbClr>
                </a:gs>
                <a:gs pos="57143">
                  <a:srgbClr val="C2C2C3">
                    <a:alpha val="5936"/>
                  </a:srgbClr>
                </a:gs>
                <a:gs pos="71429">
                  <a:srgbClr val="C2C2C3">
                    <a:alpha val="2824"/>
                  </a:srgbClr>
                </a:gs>
                <a:gs pos="85714">
                  <a:srgbClr val="C2C2C3">
                    <a:alpha val="1126"/>
                  </a:srgbClr>
                </a:gs>
                <a:gs pos="100000">
                  <a:srgbClr val="C2C2C3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Splat 476"/>
            <p:cNvSpPr>
              <a:spLocks noGrp="1"/>
            </p:cNvSpPr>
            <p:nvPr/>
          </p:nvSpPr>
          <p:spPr>
            <a:xfrm rot="6961991">
              <a:off x="2436437" y="2220674"/>
              <a:ext cx="418499" cy="391002"/>
            </a:xfrm>
            <a:prstGeom prst="ellipse">
              <a:avLst/>
            </a:prstGeom>
            <a:gradFill>
              <a:gsLst>
                <a:gs pos="0">
                  <a:srgbClr val="000000">
                    <a:alpha val="6473"/>
                  </a:srgbClr>
                </a:gs>
                <a:gs pos="14286">
                  <a:srgbClr val="000000">
                    <a:alpha val="5965"/>
                  </a:srgbClr>
                </a:gs>
                <a:gs pos="28571">
                  <a:srgbClr val="000000">
                    <a:alpha val="4663"/>
                  </a:srgbClr>
                </a:gs>
                <a:gs pos="42857">
                  <a:srgbClr val="000000">
                    <a:alpha val="3084"/>
                  </a:srgbClr>
                </a:gs>
                <a:gs pos="57143">
                  <a:srgbClr val="000000">
                    <a:alpha val="1721"/>
                  </a:srgbClr>
                </a:gs>
                <a:gs pos="71429">
                  <a:srgbClr val="000000">
                    <a:alpha val="809"/>
                  </a:srgbClr>
                </a:gs>
                <a:gs pos="85714">
                  <a:srgbClr val="000000">
                    <a:alpha val="321"/>
                  </a:srgbClr>
                </a:gs>
                <a:gs pos="100000">
                  <a:srgbClr val="000000">
                    <a:alpha val="1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Splat 477"/>
            <p:cNvSpPr>
              <a:spLocks noGrp="1"/>
            </p:cNvSpPr>
            <p:nvPr/>
          </p:nvSpPr>
          <p:spPr>
            <a:xfrm rot="6140459">
              <a:off x="1417391" y="767541"/>
              <a:ext cx="1042298" cy="167240"/>
            </a:xfrm>
            <a:prstGeom prst="ellipse">
              <a:avLst/>
            </a:prstGeom>
            <a:gradFill>
              <a:gsLst>
                <a:gs pos="0">
                  <a:srgbClr val="140317">
                    <a:alpha val="29315"/>
                  </a:srgbClr>
                </a:gs>
                <a:gs pos="14286">
                  <a:srgbClr val="140317">
                    <a:alpha val="27304"/>
                  </a:srgbClr>
                </a:gs>
                <a:gs pos="28571">
                  <a:srgbClr val="140317">
                    <a:alpha val="21932"/>
                  </a:srgbClr>
                </a:gs>
                <a:gs pos="42857">
                  <a:srgbClr val="140317">
                    <a:alpha val="14990"/>
                  </a:srgbClr>
                </a:gs>
                <a:gs pos="57143">
                  <a:srgbClr val="140317">
                    <a:alpha val="8606"/>
                  </a:srgbClr>
                </a:gs>
                <a:gs pos="71429">
                  <a:srgbClr val="140317">
                    <a:alpha val="4125"/>
                  </a:srgbClr>
                </a:gs>
                <a:gs pos="85714">
                  <a:srgbClr val="140317">
                    <a:alpha val="1652"/>
                  </a:srgbClr>
                </a:gs>
                <a:gs pos="100000">
                  <a:srgbClr val="140317">
                    <a:alpha val="5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Splat 478"/>
            <p:cNvSpPr>
              <a:spLocks noGrp="1"/>
            </p:cNvSpPr>
            <p:nvPr/>
          </p:nvSpPr>
          <p:spPr>
            <a:xfrm rot="-9253470">
              <a:off x="1495615" y="2654150"/>
              <a:ext cx="661596" cy="134541"/>
            </a:xfrm>
            <a:prstGeom prst="ellipse">
              <a:avLst/>
            </a:prstGeom>
            <a:gradFill>
              <a:gsLst>
                <a:gs pos="0">
                  <a:srgbClr val="D7D4D6">
                    <a:alpha val="20004"/>
                  </a:srgbClr>
                </a:gs>
                <a:gs pos="14286">
                  <a:srgbClr val="D7D4D6">
                    <a:alpha val="18547"/>
                  </a:srgbClr>
                </a:gs>
                <a:gs pos="28571">
                  <a:srgbClr val="D7D4D6">
                    <a:alpha val="14725"/>
                  </a:srgbClr>
                </a:gs>
                <a:gs pos="42857">
                  <a:srgbClr val="D7D4D6">
                    <a:alpha val="9921"/>
                  </a:srgbClr>
                </a:gs>
                <a:gs pos="57143">
                  <a:srgbClr val="D7D4D6">
                    <a:alpha val="5625"/>
                  </a:srgbClr>
                </a:gs>
                <a:gs pos="71429">
                  <a:srgbClr val="D7D4D6">
                    <a:alpha val="2673"/>
                  </a:srgbClr>
                </a:gs>
                <a:gs pos="85714">
                  <a:srgbClr val="D7D4D6">
                    <a:alpha val="1066"/>
                  </a:srgbClr>
                </a:gs>
                <a:gs pos="100000">
                  <a:srgbClr val="D7D4D6">
                    <a:alpha val="3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Splat 479"/>
            <p:cNvSpPr>
              <a:spLocks noGrp="1"/>
            </p:cNvSpPr>
            <p:nvPr/>
          </p:nvSpPr>
          <p:spPr>
            <a:xfrm rot="9306412">
              <a:off x="78943" y="794341"/>
              <a:ext cx="1036618" cy="685194"/>
            </a:xfrm>
            <a:prstGeom prst="ellipse">
              <a:avLst/>
            </a:prstGeom>
            <a:gradFill>
              <a:gsLst>
                <a:gs pos="0">
                  <a:srgbClr val="000000">
                    <a:alpha val="17123"/>
                  </a:srgbClr>
                </a:gs>
                <a:gs pos="14286">
                  <a:srgbClr val="000000">
                    <a:alpha val="15854"/>
                  </a:srgbClr>
                </a:gs>
                <a:gs pos="28571">
                  <a:srgbClr val="000000">
                    <a:alpha val="12544"/>
                  </a:srgbClr>
                </a:gs>
                <a:gs pos="42857">
                  <a:srgbClr val="000000">
                    <a:alpha val="8416"/>
                  </a:srgbClr>
                </a:gs>
                <a:gs pos="57143">
                  <a:srgbClr val="000000">
                    <a:alpha val="4755"/>
                  </a:srgbClr>
                </a:gs>
                <a:gs pos="71429">
                  <a:srgbClr val="000000">
                    <a:alpha val="2254"/>
                  </a:srgbClr>
                </a:gs>
                <a:gs pos="85714">
                  <a:srgbClr val="000000">
                    <a:alpha val="898"/>
                  </a:srgbClr>
                </a:gs>
                <a:gs pos="100000">
                  <a:srgbClr val="000000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Splat 480"/>
            <p:cNvSpPr>
              <a:spLocks noGrp="1"/>
            </p:cNvSpPr>
            <p:nvPr/>
          </p:nvSpPr>
          <p:spPr>
            <a:xfrm rot="5809089">
              <a:off x="-135299" y="558058"/>
              <a:ext cx="771228" cy="186593"/>
            </a:xfrm>
            <a:prstGeom prst="ellipse">
              <a:avLst/>
            </a:prstGeom>
            <a:gradFill>
              <a:gsLst>
                <a:gs pos="0">
                  <a:srgbClr val="979595">
                    <a:alpha val="5677"/>
                  </a:srgbClr>
                </a:gs>
                <a:gs pos="14286">
                  <a:srgbClr val="979595">
                    <a:alpha val="5231"/>
                  </a:srgbClr>
                </a:gs>
                <a:gs pos="28571">
                  <a:srgbClr val="979595">
                    <a:alpha val="4085"/>
                  </a:srgbClr>
                </a:gs>
                <a:gs pos="42857">
                  <a:srgbClr val="979595">
                    <a:alpha val="2699"/>
                  </a:srgbClr>
                </a:gs>
                <a:gs pos="57143">
                  <a:srgbClr val="979595">
                    <a:alpha val="1505"/>
                  </a:srgbClr>
                </a:gs>
                <a:gs pos="71429">
                  <a:srgbClr val="979595">
                    <a:alpha val="707"/>
                  </a:srgbClr>
                </a:gs>
                <a:gs pos="85714">
                  <a:srgbClr val="979595">
                    <a:alpha val="280"/>
                  </a:srgbClr>
                </a:gs>
                <a:gs pos="100000">
                  <a:srgbClr val="979595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Splat 481"/>
            <p:cNvSpPr>
              <a:spLocks noGrp="1"/>
            </p:cNvSpPr>
            <p:nvPr/>
          </p:nvSpPr>
          <p:spPr>
            <a:xfrm rot="-9231229">
              <a:off x="162148" y="1260919"/>
              <a:ext cx="202743" cy="388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Splat 482"/>
            <p:cNvSpPr>
              <a:spLocks noGrp="1"/>
            </p:cNvSpPr>
            <p:nvPr/>
          </p:nvSpPr>
          <p:spPr>
            <a:xfrm rot="10159570">
              <a:off x="2070114" y="2212472"/>
              <a:ext cx="794869" cy="102512"/>
            </a:xfrm>
            <a:prstGeom prst="ellipse">
              <a:avLst/>
            </a:prstGeom>
            <a:gradFill>
              <a:gsLst>
                <a:gs pos="0">
                  <a:srgbClr val="FAF8F6">
                    <a:alpha val="10157"/>
                  </a:srgbClr>
                </a:gs>
                <a:gs pos="14286">
                  <a:srgbClr val="FAF8F6">
                    <a:alpha val="9376"/>
                  </a:srgbClr>
                </a:gs>
                <a:gs pos="28571">
                  <a:srgbClr val="FAF8F6">
                    <a:alpha val="7359"/>
                  </a:srgbClr>
                </a:gs>
                <a:gs pos="42857">
                  <a:srgbClr val="FAF8F6">
                    <a:alpha val="4890"/>
                  </a:srgbClr>
                </a:gs>
                <a:gs pos="57143">
                  <a:srgbClr val="FAF8F6">
                    <a:alpha val="2740"/>
                  </a:srgbClr>
                </a:gs>
                <a:gs pos="71429">
                  <a:srgbClr val="FAF8F6">
                    <a:alpha val="1292"/>
                  </a:srgbClr>
                </a:gs>
                <a:gs pos="85714">
                  <a:srgbClr val="FAF8F6">
                    <a:alpha val="513"/>
                  </a:srgbClr>
                </a:gs>
                <a:gs pos="100000">
                  <a:srgbClr val="FAF8F6">
                    <a:alpha val="1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Splat 483"/>
            <p:cNvSpPr>
              <a:spLocks noGrp="1"/>
            </p:cNvSpPr>
            <p:nvPr/>
          </p:nvSpPr>
          <p:spPr>
            <a:xfrm rot="-9091616">
              <a:off x="1236997" y="1831280"/>
              <a:ext cx="772720" cy="217166"/>
            </a:xfrm>
            <a:prstGeom prst="ellipse">
              <a:avLst/>
            </a:prstGeom>
            <a:gradFill>
              <a:gsLst>
                <a:gs pos="0">
                  <a:srgbClr val="000A00">
                    <a:alpha val="11265"/>
                  </a:srgbClr>
                </a:gs>
                <a:gs pos="14286">
                  <a:srgbClr val="000A00">
                    <a:alpha val="10403"/>
                  </a:srgbClr>
                </a:gs>
                <a:gs pos="28571">
                  <a:srgbClr val="000A00">
                    <a:alpha val="8175"/>
                  </a:srgbClr>
                </a:gs>
                <a:gs pos="42857">
                  <a:srgbClr val="000A00">
                    <a:alpha val="5441"/>
                  </a:srgbClr>
                </a:gs>
                <a:gs pos="57143">
                  <a:srgbClr val="000A00">
                    <a:alpha val="3052"/>
                  </a:srgbClr>
                </a:gs>
                <a:gs pos="71429">
                  <a:srgbClr val="000A00">
                    <a:alpha val="1441"/>
                  </a:srgbClr>
                </a:gs>
                <a:gs pos="85714">
                  <a:srgbClr val="000A00">
                    <a:alpha val="572"/>
                  </a:srgbClr>
                </a:gs>
                <a:gs pos="100000">
                  <a:srgbClr val="000A00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Splat 484"/>
            <p:cNvSpPr>
              <a:spLocks noGrp="1"/>
            </p:cNvSpPr>
            <p:nvPr/>
          </p:nvSpPr>
          <p:spPr>
            <a:xfrm rot="5255199">
              <a:off x="2075429" y="3388207"/>
              <a:ext cx="1039465" cy="338486"/>
            </a:xfrm>
            <a:prstGeom prst="ellipse">
              <a:avLst/>
            </a:prstGeom>
            <a:gradFill>
              <a:gsLst>
                <a:gs pos="0">
                  <a:srgbClr val="000400">
                    <a:alpha val="19177"/>
                  </a:srgbClr>
                </a:gs>
                <a:gs pos="14286">
                  <a:srgbClr val="000400">
                    <a:alpha val="17773"/>
                  </a:srgbClr>
                </a:gs>
                <a:gs pos="28571">
                  <a:srgbClr val="000400">
                    <a:alpha val="14096"/>
                  </a:srgbClr>
                </a:gs>
                <a:gs pos="42857">
                  <a:srgbClr val="000400">
                    <a:alpha val="9486"/>
                  </a:srgbClr>
                </a:gs>
                <a:gs pos="57143">
                  <a:srgbClr val="000400">
                    <a:alpha val="5373"/>
                  </a:srgbClr>
                </a:gs>
                <a:gs pos="71429">
                  <a:srgbClr val="000400">
                    <a:alpha val="2552"/>
                  </a:srgbClr>
                </a:gs>
                <a:gs pos="85714">
                  <a:srgbClr val="000400">
                    <a:alpha val="1017"/>
                  </a:srgbClr>
                </a:gs>
                <a:gs pos="100000">
                  <a:srgbClr val="000400">
                    <a:alpha val="3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Splat 485"/>
            <p:cNvSpPr>
              <a:spLocks noGrp="1"/>
            </p:cNvSpPr>
            <p:nvPr/>
          </p:nvSpPr>
          <p:spPr>
            <a:xfrm rot="-9167186">
              <a:off x="2876078" y="3361356"/>
              <a:ext cx="852290" cy="436671"/>
            </a:xfrm>
            <a:prstGeom prst="ellipse">
              <a:avLst/>
            </a:prstGeom>
            <a:gradFill>
              <a:gsLst>
                <a:gs pos="0">
                  <a:srgbClr val="000000">
                    <a:alpha val="4325"/>
                  </a:srgbClr>
                </a:gs>
                <a:gs pos="14286">
                  <a:srgbClr val="000000">
                    <a:alpha val="3982"/>
                  </a:srgbClr>
                </a:gs>
                <a:gs pos="28571">
                  <a:srgbClr val="000000">
                    <a:alpha val="3106"/>
                  </a:srgbClr>
                </a:gs>
                <a:gs pos="42857">
                  <a:srgbClr val="000000">
                    <a:alpha val="2048"/>
                  </a:srgbClr>
                </a:gs>
                <a:gs pos="57143">
                  <a:srgbClr val="000000">
                    <a:alpha val="1140"/>
                  </a:srgbClr>
                </a:gs>
                <a:gs pos="71429">
                  <a:srgbClr val="000000">
                    <a:alpha val="535"/>
                  </a:srgbClr>
                </a:gs>
                <a:gs pos="85714">
                  <a:srgbClr val="000000">
                    <a:alpha val="212"/>
                  </a:srgbClr>
                </a:gs>
                <a:gs pos="100000">
                  <a:srgbClr val="000000">
                    <a:alpha val="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Splat 486"/>
            <p:cNvSpPr>
              <a:spLocks noGrp="1"/>
            </p:cNvSpPr>
            <p:nvPr/>
          </p:nvSpPr>
          <p:spPr>
            <a:xfrm rot="-10756598">
              <a:off x="-73815" y="2463205"/>
              <a:ext cx="727427" cy="124184"/>
            </a:xfrm>
            <a:prstGeom prst="ellipse">
              <a:avLst/>
            </a:prstGeom>
            <a:gradFill>
              <a:gsLst>
                <a:gs pos="0">
                  <a:srgbClr val="A7A8A7">
                    <a:alpha val="30788"/>
                  </a:srgbClr>
                </a:gs>
                <a:gs pos="14286">
                  <a:srgbClr val="A7A8A7">
                    <a:alpha val="28697"/>
                  </a:srgbClr>
                </a:gs>
                <a:gs pos="28571">
                  <a:srgbClr val="A7A8A7">
                    <a:alpha val="23097"/>
                  </a:srgbClr>
                </a:gs>
                <a:gs pos="42857">
                  <a:srgbClr val="A7A8A7">
                    <a:alpha val="15824"/>
                  </a:srgbClr>
                </a:gs>
                <a:gs pos="57143">
                  <a:srgbClr val="A7A8A7">
                    <a:alpha val="9104"/>
                  </a:srgbClr>
                </a:gs>
                <a:gs pos="71429">
                  <a:srgbClr val="A7A8A7">
                    <a:alpha val="4370"/>
                  </a:srgbClr>
                </a:gs>
                <a:gs pos="85714">
                  <a:srgbClr val="A7A8A7">
                    <a:alpha val="1751"/>
                  </a:srgbClr>
                </a:gs>
                <a:gs pos="100000">
                  <a:srgbClr val="A7A8A7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Splat 487"/>
            <p:cNvSpPr>
              <a:spLocks noGrp="1"/>
            </p:cNvSpPr>
            <p:nvPr/>
          </p:nvSpPr>
          <p:spPr>
            <a:xfrm rot="6771356">
              <a:off x="2593573" y="3528280"/>
              <a:ext cx="739613" cy="106137"/>
            </a:xfrm>
            <a:prstGeom prst="ellipse">
              <a:avLst/>
            </a:prstGeom>
            <a:gradFill>
              <a:gsLst>
                <a:gs pos="0">
                  <a:srgbClr val="000000">
                    <a:alpha val="32617"/>
                  </a:srgbClr>
                </a:gs>
                <a:gs pos="14286">
                  <a:srgbClr val="000000">
                    <a:alpha val="30430"/>
                  </a:srgbClr>
                </a:gs>
                <a:gs pos="28571">
                  <a:srgbClr val="000000">
                    <a:alpha val="24552"/>
                  </a:srgbClr>
                </a:gs>
                <a:gs pos="42857">
                  <a:srgbClr val="000000">
                    <a:alpha val="16872"/>
                  </a:srgbClr>
                </a:gs>
                <a:gs pos="57143">
                  <a:srgbClr val="000000">
                    <a:alpha val="9733"/>
                  </a:srgbClr>
                </a:gs>
                <a:gs pos="71429">
                  <a:srgbClr val="000000">
                    <a:alpha val="4680"/>
                  </a:srgbClr>
                </a:gs>
                <a:gs pos="85714">
                  <a:srgbClr val="000000">
                    <a:alpha val="1877"/>
                  </a:srgbClr>
                </a:gs>
                <a:gs pos="100000">
                  <a:srgbClr val="000000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Splat 488"/>
            <p:cNvSpPr>
              <a:spLocks noGrp="1"/>
            </p:cNvSpPr>
            <p:nvPr/>
          </p:nvSpPr>
          <p:spPr>
            <a:xfrm rot="2790034">
              <a:off x="-110939" y="3464125"/>
              <a:ext cx="502766" cy="326866"/>
            </a:xfrm>
            <a:prstGeom prst="ellipse">
              <a:avLst/>
            </a:prstGeom>
            <a:gradFill>
              <a:gsLst>
                <a:gs pos="0">
                  <a:srgbClr val="FEFFFE">
                    <a:alpha val="16800"/>
                  </a:srgbClr>
                </a:gs>
                <a:gs pos="14286">
                  <a:srgbClr val="FEFFFE">
                    <a:alpha val="15553"/>
                  </a:srgbClr>
                </a:gs>
                <a:gs pos="28571">
                  <a:srgbClr val="FEFFFE">
                    <a:alpha val="12300"/>
                  </a:srgbClr>
                </a:gs>
                <a:gs pos="42857">
                  <a:srgbClr val="FEFFFE">
                    <a:alpha val="8249"/>
                  </a:srgbClr>
                </a:gs>
                <a:gs pos="57143">
                  <a:srgbClr val="FEFFFE">
                    <a:alpha val="4658"/>
                  </a:srgbClr>
                </a:gs>
                <a:gs pos="71429">
                  <a:srgbClr val="FEFFFE">
                    <a:alpha val="2208"/>
                  </a:srgbClr>
                </a:gs>
                <a:gs pos="85714">
                  <a:srgbClr val="FEFFFE">
                    <a:alpha val="879"/>
                  </a:srgbClr>
                </a:gs>
                <a:gs pos="100000">
                  <a:srgbClr val="FEFFFE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Splat 489"/>
            <p:cNvSpPr>
              <a:spLocks noGrp="1"/>
            </p:cNvSpPr>
            <p:nvPr/>
          </p:nvSpPr>
          <p:spPr>
            <a:xfrm rot="-8281951">
              <a:off x="2384101" y="223127"/>
              <a:ext cx="1026975" cy="109707"/>
            </a:xfrm>
            <a:prstGeom prst="ellipse">
              <a:avLst/>
            </a:prstGeom>
            <a:gradFill>
              <a:gsLst>
                <a:gs pos="0">
                  <a:srgbClr val="CBCACA">
                    <a:alpha val="31374"/>
                  </a:srgbClr>
                </a:gs>
                <a:gs pos="14286">
                  <a:srgbClr val="CBCACA">
                    <a:alpha val="29252"/>
                  </a:srgbClr>
                </a:gs>
                <a:gs pos="28571">
                  <a:srgbClr val="CBCACA">
                    <a:alpha val="23562"/>
                  </a:srgbClr>
                </a:gs>
                <a:gs pos="42857">
                  <a:srgbClr val="CBCACA">
                    <a:alpha val="16158"/>
                  </a:srgbClr>
                </a:gs>
                <a:gs pos="57143">
                  <a:srgbClr val="CBCACA">
                    <a:alpha val="9304"/>
                  </a:srgbClr>
                </a:gs>
                <a:gs pos="71429">
                  <a:srgbClr val="CBCACA">
                    <a:alpha val="4468"/>
                  </a:srgbClr>
                </a:gs>
                <a:gs pos="85714">
                  <a:srgbClr val="CBCACA">
                    <a:alpha val="1791"/>
                  </a:srgbClr>
                </a:gs>
                <a:gs pos="100000">
                  <a:srgbClr val="CBCACA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Splat 490"/>
            <p:cNvSpPr>
              <a:spLocks noGrp="1"/>
            </p:cNvSpPr>
            <p:nvPr/>
          </p:nvSpPr>
          <p:spPr>
            <a:xfrm rot="4782622">
              <a:off x="2960078" y="3362549"/>
              <a:ext cx="650466" cy="163890"/>
            </a:xfrm>
            <a:prstGeom prst="ellipse">
              <a:avLst/>
            </a:prstGeom>
            <a:gradFill>
              <a:gsLst>
                <a:gs pos="0">
                  <a:srgbClr val="F7F7F6">
                    <a:alpha val="6848"/>
                  </a:srgbClr>
                </a:gs>
                <a:gs pos="14286">
                  <a:srgbClr val="F7F7F6">
                    <a:alpha val="6312"/>
                  </a:srgbClr>
                </a:gs>
                <a:gs pos="28571">
                  <a:srgbClr val="F7F7F6">
                    <a:alpha val="4936"/>
                  </a:srgbClr>
                </a:gs>
                <a:gs pos="42857">
                  <a:srgbClr val="F7F7F6">
                    <a:alpha val="3266"/>
                  </a:srgbClr>
                </a:gs>
                <a:gs pos="57143">
                  <a:srgbClr val="F7F7F6">
                    <a:alpha val="1823"/>
                  </a:srgbClr>
                </a:gs>
                <a:gs pos="71429">
                  <a:srgbClr val="F7F7F6">
                    <a:alpha val="858"/>
                  </a:srgbClr>
                </a:gs>
                <a:gs pos="85714">
                  <a:srgbClr val="F7F7F6">
                    <a:alpha val="340"/>
                  </a:srgbClr>
                </a:gs>
                <a:gs pos="100000">
                  <a:srgbClr val="F7F7F6">
                    <a:alpha val="1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Splat 491"/>
            <p:cNvSpPr>
              <a:spLocks noGrp="1"/>
            </p:cNvSpPr>
            <p:nvPr/>
          </p:nvSpPr>
          <p:spPr>
            <a:xfrm rot="-10460511">
              <a:off x="61300" y="2795569"/>
              <a:ext cx="826066" cy="115707"/>
            </a:xfrm>
            <a:prstGeom prst="ellipse">
              <a:avLst/>
            </a:prstGeom>
            <a:gradFill>
              <a:gsLst>
                <a:gs pos="0">
                  <a:srgbClr val="000001">
                    <a:alpha val="31079"/>
                  </a:srgbClr>
                </a:gs>
                <a:gs pos="14286">
                  <a:srgbClr val="000001">
                    <a:alpha val="28973"/>
                  </a:srgbClr>
                </a:gs>
                <a:gs pos="28571">
                  <a:srgbClr val="000001">
                    <a:alpha val="23327"/>
                  </a:srgbClr>
                </a:gs>
                <a:gs pos="42857">
                  <a:srgbClr val="000001">
                    <a:alpha val="15990"/>
                  </a:srgbClr>
                </a:gs>
                <a:gs pos="57143">
                  <a:srgbClr val="000001">
                    <a:alpha val="9203"/>
                  </a:srgbClr>
                </a:gs>
                <a:gs pos="71429">
                  <a:srgbClr val="000001">
                    <a:alpha val="4418"/>
                  </a:srgbClr>
                </a:gs>
                <a:gs pos="85714">
                  <a:srgbClr val="000001">
                    <a:alpha val="1771"/>
                  </a:srgbClr>
                </a:gs>
                <a:gs pos="100000">
                  <a:srgbClr val="000001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Splat 492"/>
            <p:cNvSpPr>
              <a:spLocks noGrp="1"/>
            </p:cNvSpPr>
            <p:nvPr/>
          </p:nvSpPr>
          <p:spPr>
            <a:xfrm rot="9852466">
              <a:off x="3159619" y="10026"/>
              <a:ext cx="679858" cy="209492"/>
            </a:xfrm>
            <a:prstGeom prst="ellipse">
              <a:avLst/>
            </a:prstGeom>
            <a:gradFill>
              <a:gsLst>
                <a:gs pos="0">
                  <a:srgbClr val="081118">
                    <a:alpha val="31805"/>
                  </a:srgbClr>
                </a:gs>
                <a:gs pos="14286">
                  <a:srgbClr val="081118">
                    <a:alpha val="29660"/>
                  </a:srgbClr>
                </a:gs>
                <a:gs pos="28571">
                  <a:srgbClr val="081118">
                    <a:alpha val="23904"/>
                  </a:srgbClr>
                </a:gs>
                <a:gs pos="42857">
                  <a:srgbClr val="081118">
                    <a:alpha val="16405"/>
                  </a:srgbClr>
                </a:gs>
                <a:gs pos="57143">
                  <a:srgbClr val="081118">
                    <a:alpha val="9452"/>
                  </a:srgbClr>
                </a:gs>
                <a:gs pos="71429">
                  <a:srgbClr val="081118">
                    <a:alpha val="4541"/>
                  </a:srgbClr>
                </a:gs>
                <a:gs pos="85714">
                  <a:srgbClr val="081118">
                    <a:alpha val="1821"/>
                  </a:srgbClr>
                </a:gs>
                <a:gs pos="100000">
                  <a:srgbClr val="081118">
                    <a:alpha val="6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Splat 493"/>
            <p:cNvSpPr>
              <a:spLocks noGrp="1"/>
            </p:cNvSpPr>
            <p:nvPr/>
          </p:nvSpPr>
          <p:spPr>
            <a:xfrm rot="-9876692">
              <a:off x="982936" y="1913487"/>
              <a:ext cx="715449" cy="153375"/>
            </a:xfrm>
            <a:prstGeom prst="ellipse">
              <a:avLst/>
            </a:prstGeom>
            <a:gradFill>
              <a:gsLst>
                <a:gs pos="0">
                  <a:srgbClr val="000000">
                    <a:alpha val="13314"/>
                  </a:srgbClr>
                </a:gs>
                <a:gs pos="14286">
                  <a:srgbClr val="000000">
                    <a:alpha val="12306"/>
                  </a:srgbClr>
                </a:gs>
                <a:gs pos="28571">
                  <a:srgbClr val="000000">
                    <a:alpha val="9693"/>
                  </a:srgbClr>
                </a:gs>
                <a:gs pos="42857">
                  <a:srgbClr val="000000">
                    <a:alpha val="6469"/>
                  </a:srgbClr>
                </a:gs>
                <a:gs pos="57143">
                  <a:srgbClr val="000000">
                    <a:alpha val="3638"/>
                  </a:srgbClr>
                </a:gs>
                <a:gs pos="71429">
                  <a:srgbClr val="000000">
                    <a:alpha val="1720"/>
                  </a:srgbClr>
                </a:gs>
                <a:gs pos="85714">
                  <a:srgbClr val="000000">
                    <a:alpha val="684"/>
                  </a:srgbClr>
                </a:gs>
                <a:gs pos="100000">
                  <a:srgbClr val="000000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Splat 494"/>
            <p:cNvSpPr>
              <a:spLocks noGrp="1"/>
            </p:cNvSpPr>
            <p:nvPr/>
          </p:nvSpPr>
          <p:spPr>
            <a:xfrm rot="5454334">
              <a:off x="-198630" y="3435274"/>
              <a:ext cx="758689" cy="3074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Splat 495"/>
            <p:cNvSpPr>
              <a:spLocks noGrp="1"/>
            </p:cNvSpPr>
            <p:nvPr/>
          </p:nvSpPr>
          <p:spPr>
            <a:xfrm rot="6508848">
              <a:off x="1697302" y="3117766"/>
              <a:ext cx="612661" cy="305063"/>
            </a:xfrm>
            <a:prstGeom prst="ellipse">
              <a:avLst/>
            </a:prstGeom>
            <a:gradFill>
              <a:gsLst>
                <a:gs pos="0">
                  <a:srgbClr val="190E19">
                    <a:alpha val="24997"/>
                  </a:srgbClr>
                </a:gs>
                <a:gs pos="14286">
                  <a:srgbClr val="190E19">
                    <a:alpha val="23232"/>
                  </a:srgbClr>
                </a:gs>
                <a:gs pos="28571">
                  <a:srgbClr val="190E19">
                    <a:alpha val="18558"/>
                  </a:srgbClr>
                </a:gs>
                <a:gs pos="42857">
                  <a:srgbClr val="190E19">
                    <a:alpha val="12597"/>
                  </a:srgbClr>
                </a:gs>
                <a:gs pos="57143">
                  <a:srgbClr val="190E19">
                    <a:alpha val="7189"/>
                  </a:srgbClr>
                </a:gs>
                <a:gs pos="71429">
                  <a:srgbClr val="190E19">
                    <a:alpha val="3432"/>
                  </a:srgbClr>
                </a:gs>
                <a:gs pos="85714">
                  <a:srgbClr val="190E19">
                    <a:alpha val="1371"/>
                  </a:srgbClr>
                </a:gs>
                <a:gs pos="100000">
                  <a:srgbClr val="190E19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Splat 496"/>
            <p:cNvSpPr>
              <a:spLocks noGrp="1"/>
            </p:cNvSpPr>
            <p:nvPr/>
          </p:nvSpPr>
          <p:spPr>
            <a:xfrm rot="-8669312">
              <a:off x="818924" y="2106969"/>
              <a:ext cx="803261" cy="353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Splat 497"/>
            <p:cNvSpPr>
              <a:spLocks noGrp="1"/>
            </p:cNvSpPr>
            <p:nvPr/>
          </p:nvSpPr>
          <p:spPr>
            <a:xfrm rot="10699339">
              <a:off x="1839064" y="2990140"/>
              <a:ext cx="59004" cy="54163"/>
            </a:xfrm>
            <a:prstGeom prst="ellipse">
              <a:avLst/>
            </a:prstGeom>
            <a:gradFill>
              <a:gsLst>
                <a:gs pos="0">
                  <a:srgbClr val="000000">
                    <a:alpha val="17446"/>
                  </a:srgbClr>
                </a:gs>
                <a:gs pos="14286">
                  <a:srgbClr val="000000">
                    <a:alpha val="16156"/>
                  </a:srgbClr>
                </a:gs>
                <a:gs pos="28571">
                  <a:srgbClr val="000000">
                    <a:alpha val="12787"/>
                  </a:srgbClr>
                </a:gs>
                <a:gs pos="42857">
                  <a:srgbClr val="000000">
                    <a:alpha val="8583"/>
                  </a:srgbClr>
                </a:gs>
                <a:gs pos="57143">
                  <a:srgbClr val="000000">
                    <a:alpha val="4851"/>
                  </a:srgbClr>
                </a:gs>
                <a:gs pos="71429">
                  <a:srgbClr val="000000">
                    <a:alpha val="2301"/>
                  </a:srgbClr>
                </a:gs>
                <a:gs pos="85714">
                  <a:srgbClr val="000000">
                    <a:alpha val="916"/>
                  </a:srgbClr>
                </a:gs>
                <a:gs pos="100000">
                  <a:srgbClr val="000000">
                    <a:alpha val="3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Splat 498"/>
            <p:cNvSpPr>
              <a:spLocks noGrp="1"/>
            </p:cNvSpPr>
            <p:nvPr/>
          </p:nvSpPr>
          <p:spPr>
            <a:xfrm rot="7743132">
              <a:off x="2602051" y="282824"/>
              <a:ext cx="649865" cy="328397"/>
            </a:xfrm>
            <a:prstGeom prst="ellipse">
              <a:avLst/>
            </a:prstGeom>
            <a:gradFill>
              <a:gsLst>
                <a:gs pos="0">
                  <a:srgbClr val="D1D1D1">
                    <a:alpha val="32968"/>
                  </a:srgbClr>
                </a:gs>
                <a:gs pos="14286">
                  <a:srgbClr val="D1D1D1">
                    <a:alpha val="30764"/>
                  </a:srgbClr>
                </a:gs>
                <a:gs pos="28571">
                  <a:srgbClr val="D1D1D1">
                    <a:alpha val="24833"/>
                  </a:srgbClr>
                </a:gs>
                <a:gs pos="42857">
                  <a:srgbClr val="D1D1D1">
                    <a:alpha val="17075"/>
                  </a:srgbClr>
                </a:gs>
                <a:gs pos="57143">
                  <a:srgbClr val="D1D1D1">
                    <a:alpha val="9855"/>
                  </a:srgbClr>
                </a:gs>
                <a:gs pos="71429">
                  <a:srgbClr val="D1D1D1">
                    <a:alpha val="4740"/>
                  </a:srgbClr>
                </a:gs>
                <a:gs pos="85714">
                  <a:srgbClr val="D1D1D1">
                    <a:alpha val="1902"/>
                  </a:srgbClr>
                </a:gs>
                <a:gs pos="100000">
                  <a:srgbClr val="D1D1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Splat 499"/>
            <p:cNvSpPr>
              <a:spLocks noGrp="1"/>
            </p:cNvSpPr>
            <p:nvPr/>
          </p:nvSpPr>
          <p:spPr>
            <a:xfrm rot="3481780">
              <a:off x="3331799" y="3135957"/>
              <a:ext cx="483275" cy="454817"/>
            </a:xfrm>
            <a:prstGeom prst="ellipse">
              <a:avLst/>
            </a:prstGeom>
            <a:gradFill>
              <a:gsLst>
                <a:gs pos="0">
                  <a:srgbClr val="989794">
                    <a:alpha val="7342"/>
                  </a:srgbClr>
                </a:gs>
                <a:gs pos="14286">
                  <a:srgbClr val="989794">
                    <a:alpha val="6769"/>
                  </a:srgbClr>
                </a:gs>
                <a:gs pos="28571">
                  <a:srgbClr val="989794">
                    <a:alpha val="5297"/>
                  </a:srgbClr>
                </a:gs>
                <a:gs pos="42857">
                  <a:srgbClr val="989794">
                    <a:alpha val="3507"/>
                  </a:srgbClr>
                </a:gs>
                <a:gs pos="57143">
                  <a:srgbClr val="989794">
                    <a:alpha val="1959"/>
                  </a:srgbClr>
                </a:gs>
                <a:gs pos="71429">
                  <a:srgbClr val="989794">
                    <a:alpha val="922"/>
                  </a:srgbClr>
                </a:gs>
                <a:gs pos="85714">
                  <a:srgbClr val="989794">
                    <a:alpha val="365"/>
                  </a:srgbClr>
                </a:gs>
                <a:gs pos="100000">
                  <a:srgbClr val="989794">
                    <a:alpha val="1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Splat 500"/>
            <p:cNvSpPr>
              <a:spLocks noGrp="1"/>
            </p:cNvSpPr>
            <p:nvPr/>
          </p:nvSpPr>
          <p:spPr>
            <a:xfrm rot="4295718">
              <a:off x="990914" y="1153101"/>
              <a:ext cx="396073" cy="325213"/>
            </a:xfrm>
            <a:prstGeom prst="ellipse">
              <a:avLst/>
            </a:prstGeom>
            <a:gradFill>
              <a:gsLst>
                <a:gs pos="0">
                  <a:srgbClr val="E7E4E4">
                    <a:alpha val="15146"/>
                  </a:srgbClr>
                </a:gs>
                <a:gs pos="14286">
                  <a:srgbClr val="E7E4E4">
                    <a:alpha val="14011"/>
                  </a:srgbClr>
                </a:gs>
                <a:gs pos="28571">
                  <a:srgbClr val="E7E4E4">
                    <a:alpha val="11060"/>
                  </a:srgbClr>
                </a:gs>
                <a:gs pos="42857">
                  <a:srgbClr val="E7E4E4">
                    <a:alpha val="7400"/>
                  </a:srgbClr>
                </a:gs>
                <a:gs pos="57143">
                  <a:srgbClr val="E7E4E4">
                    <a:alpha val="4170"/>
                  </a:srgbClr>
                </a:gs>
                <a:gs pos="71429">
                  <a:srgbClr val="E7E4E4">
                    <a:alpha val="1974"/>
                  </a:srgbClr>
                </a:gs>
                <a:gs pos="85714">
                  <a:srgbClr val="E7E4E4">
                    <a:alpha val="785"/>
                  </a:srgbClr>
                </a:gs>
                <a:gs pos="100000">
                  <a:srgbClr val="E7E4E4">
                    <a:alpha val="2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Splat 501"/>
            <p:cNvSpPr>
              <a:spLocks noGrp="1"/>
            </p:cNvSpPr>
            <p:nvPr/>
          </p:nvSpPr>
          <p:spPr>
            <a:xfrm rot="6290639">
              <a:off x="2886495" y="598058"/>
              <a:ext cx="528823" cy="489324"/>
            </a:xfrm>
            <a:prstGeom prst="ellipse">
              <a:avLst/>
            </a:prstGeom>
            <a:gradFill>
              <a:gsLst>
                <a:gs pos="0">
                  <a:srgbClr val="000002">
                    <a:alpha val="6582"/>
                  </a:srgbClr>
                </a:gs>
                <a:gs pos="14286">
                  <a:srgbClr val="000002">
                    <a:alpha val="6066"/>
                  </a:srgbClr>
                </a:gs>
                <a:gs pos="28571">
                  <a:srgbClr val="000002">
                    <a:alpha val="4742"/>
                  </a:srgbClr>
                </a:gs>
                <a:gs pos="42857">
                  <a:srgbClr val="000002">
                    <a:alpha val="3137"/>
                  </a:srgbClr>
                </a:gs>
                <a:gs pos="57143">
                  <a:srgbClr val="000002">
                    <a:alpha val="1750"/>
                  </a:srgbClr>
                </a:gs>
                <a:gs pos="71429">
                  <a:srgbClr val="000002">
                    <a:alpha val="823"/>
                  </a:srgbClr>
                </a:gs>
                <a:gs pos="85714">
                  <a:srgbClr val="000002">
                    <a:alpha val="326"/>
                  </a:srgbClr>
                </a:gs>
                <a:gs pos="100000">
                  <a:srgbClr val="000002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Splat 502"/>
            <p:cNvSpPr>
              <a:spLocks noGrp="1"/>
            </p:cNvSpPr>
            <p:nvPr/>
          </p:nvSpPr>
          <p:spPr>
            <a:xfrm rot="6188857">
              <a:off x="964089" y="2943770"/>
              <a:ext cx="966918" cy="781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Splat 503"/>
            <p:cNvSpPr>
              <a:spLocks noGrp="1"/>
            </p:cNvSpPr>
            <p:nvPr/>
          </p:nvSpPr>
          <p:spPr>
            <a:xfrm rot="7226875">
              <a:off x="455783" y="459158"/>
              <a:ext cx="650295" cy="333429"/>
            </a:xfrm>
            <a:prstGeom prst="ellipse">
              <a:avLst/>
            </a:prstGeom>
            <a:gradFill>
              <a:gsLst>
                <a:gs pos="0">
                  <a:srgbClr val="E3E3E3">
                    <a:alpha val="13934"/>
                  </a:srgbClr>
                </a:gs>
                <a:gs pos="14286">
                  <a:srgbClr val="E3E3E3">
                    <a:alpha val="12883"/>
                  </a:srgbClr>
                </a:gs>
                <a:gs pos="28571">
                  <a:srgbClr val="E3E3E3">
                    <a:alpha val="10155"/>
                  </a:srgbClr>
                </a:gs>
                <a:gs pos="42857">
                  <a:srgbClr val="E3E3E3">
                    <a:alpha val="6783"/>
                  </a:srgbClr>
                </a:gs>
                <a:gs pos="57143">
                  <a:srgbClr val="E3E3E3">
                    <a:alpha val="3817"/>
                  </a:srgbClr>
                </a:gs>
                <a:gs pos="71429">
                  <a:srgbClr val="E3E3E3">
                    <a:alpha val="1805"/>
                  </a:srgbClr>
                </a:gs>
                <a:gs pos="85714">
                  <a:srgbClr val="E3E3E3">
                    <a:alpha val="718"/>
                  </a:srgbClr>
                </a:gs>
                <a:gs pos="100000">
                  <a:srgbClr val="E3E3E3">
                    <a:alpha val="2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Splat 504"/>
            <p:cNvSpPr>
              <a:spLocks noGrp="1"/>
            </p:cNvSpPr>
            <p:nvPr/>
          </p:nvSpPr>
          <p:spPr>
            <a:xfrm rot="7675725">
              <a:off x="2634949" y="1828605"/>
              <a:ext cx="677938" cy="3862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Splat 505"/>
            <p:cNvSpPr>
              <a:spLocks noGrp="1"/>
            </p:cNvSpPr>
            <p:nvPr/>
          </p:nvSpPr>
          <p:spPr>
            <a:xfrm rot="5391601">
              <a:off x="501875" y="162622"/>
              <a:ext cx="59825" cy="59459"/>
            </a:xfrm>
            <a:prstGeom prst="ellipse">
              <a:avLst/>
            </a:prstGeom>
            <a:gradFill>
              <a:gsLst>
                <a:gs pos="0">
                  <a:srgbClr val="CFCFCB">
                    <a:alpha val="17226"/>
                  </a:srgbClr>
                </a:gs>
                <a:gs pos="14286">
                  <a:srgbClr val="CFCFCB">
                    <a:alpha val="15950"/>
                  </a:srgbClr>
                </a:gs>
                <a:gs pos="28571">
                  <a:srgbClr val="CFCFCB">
                    <a:alpha val="12621"/>
                  </a:srgbClr>
                </a:gs>
                <a:gs pos="42857">
                  <a:srgbClr val="CFCFCB">
                    <a:alpha val="8469"/>
                  </a:srgbClr>
                </a:gs>
                <a:gs pos="57143">
                  <a:srgbClr val="CFCFCB">
                    <a:alpha val="4785"/>
                  </a:srgbClr>
                </a:gs>
                <a:gs pos="71429">
                  <a:srgbClr val="CFCFCB">
                    <a:alpha val="2269"/>
                  </a:srgbClr>
                </a:gs>
                <a:gs pos="85714">
                  <a:srgbClr val="CFCFCB">
                    <a:alpha val="904"/>
                  </a:srgbClr>
                </a:gs>
                <a:gs pos="100000">
                  <a:srgbClr val="CFCFCB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Splat 506"/>
            <p:cNvSpPr>
              <a:spLocks noGrp="1"/>
            </p:cNvSpPr>
            <p:nvPr/>
          </p:nvSpPr>
          <p:spPr>
            <a:xfrm rot="8463117">
              <a:off x="854216" y="-81228"/>
              <a:ext cx="776475" cy="490619"/>
            </a:xfrm>
            <a:prstGeom prst="ellipse">
              <a:avLst/>
            </a:prstGeom>
            <a:gradFill>
              <a:gsLst>
                <a:gs pos="0">
                  <a:srgbClr val="001806">
                    <a:alpha val="26777"/>
                  </a:srgbClr>
                </a:gs>
                <a:gs pos="14286">
                  <a:srgbClr val="001806">
                    <a:alpha val="24908"/>
                  </a:srgbClr>
                </a:gs>
                <a:gs pos="28571">
                  <a:srgbClr val="001806">
                    <a:alpha val="19942"/>
                  </a:srgbClr>
                </a:gs>
                <a:gs pos="42857">
                  <a:srgbClr val="001806">
                    <a:alpha val="13574"/>
                  </a:srgbClr>
                </a:gs>
                <a:gs pos="57143">
                  <a:srgbClr val="001806">
                    <a:alpha val="7765"/>
                  </a:srgbClr>
                </a:gs>
                <a:gs pos="71429">
                  <a:srgbClr val="001806">
                    <a:alpha val="3713"/>
                  </a:srgbClr>
                </a:gs>
                <a:gs pos="85714">
                  <a:srgbClr val="001806">
                    <a:alpha val="1485"/>
                  </a:srgbClr>
                </a:gs>
                <a:gs pos="100000">
                  <a:srgbClr val="001806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Splat 507"/>
            <p:cNvSpPr>
              <a:spLocks noGrp="1"/>
            </p:cNvSpPr>
            <p:nvPr/>
          </p:nvSpPr>
          <p:spPr>
            <a:xfrm rot="-10783507">
              <a:off x="1291846" y="1637396"/>
              <a:ext cx="60129" cy="59778"/>
            </a:xfrm>
            <a:prstGeom prst="ellipse">
              <a:avLst/>
            </a:prstGeom>
            <a:gradFill>
              <a:gsLst>
                <a:gs pos="0">
                  <a:srgbClr val="D2D2CE">
                    <a:alpha val="17155"/>
                  </a:srgbClr>
                </a:gs>
                <a:gs pos="14286">
                  <a:srgbClr val="D2D2CE">
                    <a:alpha val="15884"/>
                  </a:srgbClr>
                </a:gs>
                <a:gs pos="28571">
                  <a:srgbClr val="D2D2CE">
                    <a:alpha val="12568"/>
                  </a:srgbClr>
                </a:gs>
                <a:gs pos="42857">
                  <a:srgbClr val="D2D2CE">
                    <a:alpha val="8433"/>
                  </a:srgbClr>
                </a:gs>
                <a:gs pos="57143">
                  <a:srgbClr val="D2D2CE">
                    <a:alpha val="4764"/>
                  </a:srgbClr>
                </a:gs>
                <a:gs pos="71429">
                  <a:srgbClr val="D2D2CE">
                    <a:alpha val="2259"/>
                  </a:srgbClr>
                </a:gs>
                <a:gs pos="85714">
                  <a:srgbClr val="D2D2CE">
                    <a:alpha val="899"/>
                  </a:srgbClr>
                </a:gs>
                <a:gs pos="100000">
                  <a:srgbClr val="D2D2CE">
                    <a:alpha val="3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Splat 508"/>
            <p:cNvSpPr>
              <a:spLocks noGrp="1"/>
            </p:cNvSpPr>
            <p:nvPr/>
          </p:nvSpPr>
          <p:spPr>
            <a:xfrm rot="7614858">
              <a:off x="2632792" y="232492"/>
              <a:ext cx="606197" cy="142605"/>
            </a:xfrm>
            <a:prstGeom prst="ellipse">
              <a:avLst/>
            </a:prstGeom>
            <a:gradFill>
              <a:gsLst>
                <a:gs pos="0">
                  <a:srgbClr val="F0F1F0">
                    <a:alpha val="32968"/>
                  </a:srgbClr>
                </a:gs>
                <a:gs pos="14286">
                  <a:srgbClr val="F0F1F0">
                    <a:alpha val="30764"/>
                  </a:srgbClr>
                </a:gs>
                <a:gs pos="28571">
                  <a:srgbClr val="F0F1F0">
                    <a:alpha val="24833"/>
                  </a:srgbClr>
                </a:gs>
                <a:gs pos="42857">
                  <a:srgbClr val="F0F1F0">
                    <a:alpha val="17075"/>
                  </a:srgbClr>
                </a:gs>
                <a:gs pos="57143">
                  <a:srgbClr val="F0F1F0">
                    <a:alpha val="9855"/>
                  </a:srgbClr>
                </a:gs>
                <a:gs pos="71429">
                  <a:srgbClr val="F0F1F0">
                    <a:alpha val="4740"/>
                  </a:srgbClr>
                </a:gs>
                <a:gs pos="85714">
                  <a:srgbClr val="F0F1F0">
                    <a:alpha val="1902"/>
                  </a:srgbClr>
                </a:gs>
                <a:gs pos="100000">
                  <a:srgbClr val="F0F1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Splat 509"/>
            <p:cNvSpPr>
              <a:spLocks noGrp="1"/>
            </p:cNvSpPr>
            <p:nvPr/>
          </p:nvSpPr>
          <p:spPr>
            <a:xfrm rot="6927792">
              <a:off x="1679629" y="1376529"/>
              <a:ext cx="881485" cy="244710"/>
            </a:xfrm>
            <a:prstGeom prst="ellipse">
              <a:avLst/>
            </a:prstGeom>
            <a:gradFill>
              <a:gsLst>
                <a:gs pos="0">
                  <a:srgbClr val="000000">
                    <a:alpha val="31938"/>
                  </a:srgbClr>
                </a:gs>
                <a:gs pos="14286">
                  <a:srgbClr val="000000">
                    <a:alpha val="29787"/>
                  </a:srgbClr>
                </a:gs>
                <a:gs pos="28571">
                  <a:srgbClr val="000000">
                    <a:alpha val="24011"/>
                  </a:srgbClr>
                </a:gs>
                <a:gs pos="42857">
                  <a:srgbClr val="000000">
                    <a:alpha val="16482"/>
                  </a:srgbClr>
                </a:gs>
                <a:gs pos="57143">
                  <a:srgbClr val="000000">
                    <a:alpha val="9498"/>
                  </a:srgbClr>
                </a:gs>
                <a:gs pos="71429">
                  <a:srgbClr val="000000">
                    <a:alpha val="4564"/>
                  </a:srgbClr>
                </a:gs>
                <a:gs pos="85714">
                  <a:srgbClr val="000000">
                    <a:alpha val="1830"/>
                  </a:srgbClr>
                </a:gs>
                <a:gs pos="100000">
                  <a:srgbClr val="000000">
                    <a:alpha val="61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Splat 510"/>
            <p:cNvSpPr>
              <a:spLocks noGrp="1"/>
            </p:cNvSpPr>
            <p:nvPr/>
          </p:nvSpPr>
          <p:spPr>
            <a:xfrm rot="-10532659">
              <a:off x="2700107" y="314693"/>
              <a:ext cx="980223" cy="23484"/>
            </a:xfrm>
            <a:prstGeom prst="ellipse">
              <a:avLst/>
            </a:prstGeom>
            <a:gradFill>
              <a:gsLst>
                <a:gs pos="0">
                  <a:srgbClr val="545153">
                    <a:alpha val="32968"/>
                  </a:srgbClr>
                </a:gs>
                <a:gs pos="14286">
                  <a:srgbClr val="545153">
                    <a:alpha val="30764"/>
                  </a:srgbClr>
                </a:gs>
                <a:gs pos="28571">
                  <a:srgbClr val="545153">
                    <a:alpha val="24833"/>
                  </a:srgbClr>
                </a:gs>
                <a:gs pos="42857">
                  <a:srgbClr val="545153">
                    <a:alpha val="17075"/>
                  </a:srgbClr>
                </a:gs>
                <a:gs pos="57143">
                  <a:srgbClr val="545153">
                    <a:alpha val="9855"/>
                  </a:srgbClr>
                </a:gs>
                <a:gs pos="71429">
                  <a:srgbClr val="545153">
                    <a:alpha val="4740"/>
                  </a:srgbClr>
                </a:gs>
                <a:gs pos="85714">
                  <a:srgbClr val="545153">
                    <a:alpha val="1902"/>
                  </a:srgbClr>
                </a:gs>
                <a:gs pos="100000">
                  <a:srgbClr val="54515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Splat 511"/>
            <p:cNvSpPr>
              <a:spLocks noGrp="1"/>
            </p:cNvSpPr>
            <p:nvPr/>
          </p:nvSpPr>
          <p:spPr>
            <a:xfrm rot="9493268">
              <a:off x="-102814" y="1907470"/>
              <a:ext cx="823183" cy="1005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Splat 512"/>
            <p:cNvSpPr>
              <a:spLocks noGrp="1"/>
            </p:cNvSpPr>
            <p:nvPr/>
          </p:nvSpPr>
          <p:spPr>
            <a:xfrm rot="6949579">
              <a:off x="108458" y="1316228"/>
              <a:ext cx="564578" cy="337550"/>
            </a:xfrm>
            <a:prstGeom prst="ellipse">
              <a:avLst/>
            </a:prstGeom>
            <a:gradFill>
              <a:gsLst>
                <a:gs pos="0">
                  <a:srgbClr val="020500">
                    <a:alpha val="14145"/>
                  </a:srgbClr>
                </a:gs>
                <a:gs pos="14286">
                  <a:srgbClr val="020500">
                    <a:alpha val="13080"/>
                  </a:srgbClr>
                </a:gs>
                <a:gs pos="28571">
                  <a:srgbClr val="020500">
                    <a:alpha val="10313"/>
                  </a:srgbClr>
                </a:gs>
                <a:gs pos="42857">
                  <a:srgbClr val="020500">
                    <a:alpha val="6890"/>
                  </a:srgbClr>
                </a:gs>
                <a:gs pos="57143">
                  <a:srgbClr val="020500">
                    <a:alpha val="3879"/>
                  </a:srgbClr>
                </a:gs>
                <a:gs pos="71429">
                  <a:srgbClr val="020500">
                    <a:alpha val="1835"/>
                  </a:srgbClr>
                </a:gs>
                <a:gs pos="85714">
                  <a:srgbClr val="020500">
                    <a:alpha val="730"/>
                  </a:srgbClr>
                </a:gs>
                <a:gs pos="100000">
                  <a:srgbClr val="02050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Splat 513"/>
            <p:cNvSpPr>
              <a:spLocks noGrp="1"/>
            </p:cNvSpPr>
            <p:nvPr/>
          </p:nvSpPr>
          <p:spPr>
            <a:xfrm rot="10023745">
              <a:off x="2654396" y="2117603"/>
              <a:ext cx="778321" cy="740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Splat 514"/>
            <p:cNvSpPr>
              <a:spLocks noGrp="1"/>
            </p:cNvSpPr>
            <p:nvPr/>
          </p:nvSpPr>
          <p:spPr>
            <a:xfrm rot="10094156">
              <a:off x="1734908" y="1915355"/>
              <a:ext cx="649607" cy="872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Splat 515"/>
            <p:cNvSpPr>
              <a:spLocks noGrp="1"/>
            </p:cNvSpPr>
            <p:nvPr/>
          </p:nvSpPr>
          <p:spPr>
            <a:xfrm rot="7816511">
              <a:off x="-238092" y="864033"/>
              <a:ext cx="476185" cy="360392"/>
            </a:xfrm>
            <a:prstGeom prst="ellipse">
              <a:avLst/>
            </a:prstGeom>
            <a:gradFill>
              <a:gsLst>
                <a:gs pos="0">
                  <a:srgbClr val="FFFFFF">
                    <a:alpha val="6254"/>
                  </a:srgbClr>
                </a:gs>
                <a:gs pos="14286">
                  <a:srgbClr val="FFFFFF">
                    <a:alpha val="5763"/>
                  </a:srgbClr>
                </a:gs>
                <a:gs pos="28571">
                  <a:srgbClr val="FFFFFF">
                    <a:alpha val="4505"/>
                  </a:srgbClr>
                </a:gs>
                <a:gs pos="42857">
                  <a:srgbClr val="FFFFFF">
                    <a:alpha val="2978"/>
                  </a:srgbClr>
                </a:gs>
                <a:gs pos="57143">
                  <a:srgbClr val="FFFFFF">
                    <a:alpha val="1661"/>
                  </a:srgbClr>
                </a:gs>
                <a:gs pos="71429">
                  <a:srgbClr val="FFFFFF">
                    <a:alpha val="781"/>
                  </a:srgbClr>
                </a:gs>
                <a:gs pos="85714">
                  <a:srgbClr val="FFFFFF">
                    <a:alpha val="310"/>
                  </a:srgbClr>
                </a:gs>
                <a:gs pos="100000">
                  <a:srgbClr val="FFFFFF">
                    <a:alpha val="1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Splat 516"/>
            <p:cNvSpPr>
              <a:spLocks noGrp="1"/>
            </p:cNvSpPr>
            <p:nvPr/>
          </p:nvSpPr>
          <p:spPr>
            <a:xfrm rot="3132011">
              <a:off x="1291597" y="2016242"/>
              <a:ext cx="619590" cy="2073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Splat 517"/>
            <p:cNvSpPr>
              <a:spLocks noGrp="1"/>
            </p:cNvSpPr>
            <p:nvPr/>
          </p:nvSpPr>
          <p:spPr>
            <a:xfrm rot="10035009">
              <a:off x="-126965" y="1932036"/>
              <a:ext cx="970395" cy="301570"/>
            </a:xfrm>
            <a:prstGeom prst="ellipse">
              <a:avLst/>
            </a:prstGeom>
            <a:gradFill>
              <a:gsLst>
                <a:gs pos="0">
                  <a:srgbClr val="211F00">
                    <a:alpha val="12053"/>
                  </a:srgbClr>
                </a:gs>
                <a:gs pos="14286">
                  <a:srgbClr val="211F00">
                    <a:alpha val="11135"/>
                  </a:srgbClr>
                </a:gs>
                <a:gs pos="28571">
                  <a:srgbClr val="211F00">
                    <a:alpha val="8758"/>
                  </a:srgbClr>
                </a:gs>
                <a:gs pos="42857">
                  <a:srgbClr val="211F00">
                    <a:alpha val="5835"/>
                  </a:srgbClr>
                </a:gs>
                <a:gs pos="57143">
                  <a:srgbClr val="211F00">
                    <a:alpha val="3276"/>
                  </a:srgbClr>
                </a:gs>
                <a:gs pos="71429">
                  <a:srgbClr val="211F00">
                    <a:alpha val="1547"/>
                  </a:srgbClr>
                </a:gs>
                <a:gs pos="85714">
                  <a:srgbClr val="211F00">
                    <a:alpha val="615"/>
                  </a:srgbClr>
                </a:gs>
                <a:gs pos="100000">
                  <a:srgbClr val="211F00">
                    <a:alpha val="2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Splat 518"/>
            <p:cNvSpPr>
              <a:spLocks noGrp="1"/>
            </p:cNvSpPr>
            <p:nvPr/>
          </p:nvSpPr>
          <p:spPr>
            <a:xfrm rot="9208213">
              <a:off x="755711" y="1869887"/>
              <a:ext cx="841944" cy="164372"/>
            </a:xfrm>
            <a:prstGeom prst="ellipse">
              <a:avLst/>
            </a:prstGeom>
            <a:gradFill>
              <a:gsLst>
                <a:gs pos="0">
                  <a:srgbClr val="CBC7C8">
                    <a:alpha val="18756"/>
                  </a:srgbClr>
                </a:gs>
                <a:gs pos="14286">
                  <a:srgbClr val="CBC7C8">
                    <a:alpha val="17380"/>
                  </a:srgbClr>
                </a:gs>
                <a:gs pos="28571">
                  <a:srgbClr val="CBC7C8">
                    <a:alpha val="13777"/>
                  </a:srgbClr>
                </a:gs>
                <a:gs pos="42857">
                  <a:srgbClr val="CBC7C8">
                    <a:alpha val="9265"/>
                  </a:srgbClr>
                </a:gs>
                <a:gs pos="57143">
                  <a:srgbClr val="CBC7C8">
                    <a:alpha val="5245"/>
                  </a:srgbClr>
                </a:gs>
                <a:gs pos="71429">
                  <a:srgbClr val="CBC7C8">
                    <a:alpha val="2490"/>
                  </a:srgbClr>
                </a:gs>
                <a:gs pos="85714">
                  <a:srgbClr val="CBC7C8">
                    <a:alpha val="992"/>
                  </a:srgbClr>
                </a:gs>
                <a:gs pos="100000">
                  <a:srgbClr val="CBC7C8">
                    <a:alpha val="3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Splat 519"/>
            <p:cNvSpPr>
              <a:spLocks noGrp="1"/>
            </p:cNvSpPr>
            <p:nvPr/>
          </p:nvSpPr>
          <p:spPr>
            <a:xfrm rot="-8699020">
              <a:off x="2519494" y="1431318"/>
              <a:ext cx="432851" cy="415359"/>
            </a:xfrm>
            <a:prstGeom prst="ellipse">
              <a:avLst/>
            </a:prstGeom>
            <a:gradFill>
              <a:gsLst>
                <a:gs pos="0">
                  <a:srgbClr val="A8A6A7">
                    <a:alpha val="6537"/>
                  </a:srgbClr>
                </a:gs>
                <a:gs pos="14286">
                  <a:srgbClr val="A8A6A7">
                    <a:alpha val="6025"/>
                  </a:srgbClr>
                </a:gs>
                <a:gs pos="28571">
                  <a:srgbClr val="A8A6A7">
                    <a:alpha val="4710"/>
                  </a:srgbClr>
                </a:gs>
                <a:gs pos="42857">
                  <a:srgbClr val="A8A6A7">
                    <a:alpha val="3115"/>
                  </a:srgbClr>
                </a:gs>
                <a:gs pos="57143">
                  <a:srgbClr val="A8A6A7">
                    <a:alpha val="1738"/>
                  </a:srgbClr>
                </a:gs>
                <a:gs pos="71429">
                  <a:srgbClr val="A8A6A7">
                    <a:alpha val="817"/>
                  </a:srgbClr>
                </a:gs>
                <a:gs pos="85714">
                  <a:srgbClr val="A8A6A7">
                    <a:alpha val="324"/>
                  </a:srgbClr>
                </a:gs>
                <a:gs pos="100000">
                  <a:srgbClr val="A8A6A7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Splat 520"/>
            <p:cNvSpPr>
              <a:spLocks noGrp="1"/>
            </p:cNvSpPr>
            <p:nvPr/>
          </p:nvSpPr>
          <p:spPr>
            <a:xfrm rot="10070503">
              <a:off x="809681" y="1732450"/>
              <a:ext cx="522610" cy="465661"/>
            </a:xfrm>
            <a:prstGeom prst="ellipse">
              <a:avLst/>
            </a:prstGeom>
            <a:gradFill>
              <a:gsLst>
                <a:gs pos="0">
                  <a:srgbClr val="000019">
                    <a:alpha val="13305"/>
                  </a:srgbClr>
                </a:gs>
                <a:gs pos="14286">
                  <a:srgbClr val="000019">
                    <a:alpha val="12298"/>
                  </a:srgbClr>
                </a:gs>
                <a:gs pos="28571">
                  <a:srgbClr val="000019">
                    <a:alpha val="9687"/>
                  </a:srgbClr>
                </a:gs>
                <a:gs pos="42857">
                  <a:srgbClr val="000019">
                    <a:alpha val="6465"/>
                  </a:srgbClr>
                </a:gs>
                <a:gs pos="57143">
                  <a:srgbClr val="000019">
                    <a:alpha val="3636"/>
                  </a:srgbClr>
                </a:gs>
                <a:gs pos="71429">
                  <a:srgbClr val="000019">
                    <a:alpha val="1719"/>
                  </a:srgbClr>
                </a:gs>
                <a:gs pos="85714">
                  <a:srgbClr val="000019">
                    <a:alpha val="683"/>
                  </a:srgbClr>
                </a:gs>
                <a:gs pos="100000">
                  <a:srgbClr val="000019">
                    <a:alpha val="2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Splat 521"/>
            <p:cNvSpPr>
              <a:spLocks noGrp="1"/>
            </p:cNvSpPr>
            <p:nvPr/>
          </p:nvSpPr>
          <p:spPr>
            <a:xfrm rot="-10793924">
              <a:off x="376470" y="1791960"/>
              <a:ext cx="59935" cy="59885"/>
            </a:xfrm>
            <a:prstGeom prst="ellipse">
              <a:avLst/>
            </a:prstGeom>
            <a:gradFill>
              <a:gsLst>
                <a:gs pos="0">
                  <a:srgbClr val="CECFCD">
                    <a:alpha val="17215"/>
                  </a:srgbClr>
                </a:gs>
                <a:gs pos="14286">
                  <a:srgbClr val="CECFCD">
                    <a:alpha val="15940"/>
                  </a:srgbClr>
                </a:gs>
                <a:gs pos="28571">
                  <a:srgbClr val="CECFCD">
                    <a:alpha val="12613"/>
                  </a:srgbClr>
                </a:gs>
                <a:gs pos="42857">
                  <a:srgbClr val="CECFCD">
                    <a:alpha val="8464"/>
                  </a:srgbClr>
                </a:gs>
                <a:gs pos="57143">
                  <a:srgbClr val="CECFCD">
                    <a:alpha val="4782"/>
                  </a:srgbClr>
                </a:gs>
                <a:gs pos="71429">
                  <a:srgbClr val="CECFCD">
                    <a:alpha val="2268"/>
                  </a:srgbClr>
                </a:gs>
                <a:gs pos="85714">
                  <a:srgbClr val="CECFCD">
                    <a:alpha val="903"/>
                  </a:srgbClr>
                </a:gs>
                <a:gs pos="100000">
                  <a:srgbClr val="CECFCD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Splat 522"/>
            <p:cNvSpPr>
              <a:spLocks noGrp="1"/>
            </p:cNvSpPr>
            <p:nvPr/>
          </p:nvSpPr>
          <p:spPr>
            <a:xfrm rot="7482340">
              <a:off x="2967867" y="1497701"/>
              <a:ext cx="536642" cy="250745"/>
            </a:xfrm>
            <a:prstGeom prst="ellipse">
              <a:avLst/>
            </a:prstGeom>
            <a:gradFill>
              <a:gsLst>
                <a:gs pos="0">
                  <a:srgbClr val="B8BAB8">
                    <a:alpha val="20029"/>
                  </a:srgbClr>
                </a:gs>
                <a:gs pos="14286">
                  <a:srgbClr val="B8BAB8">
                    <a:alpha val="18570"/>
                  </a:srgbClr>
                </a:gs>
                <a:gs pos="28571">
                  <a:srgbClr val="B8BAB8">
                    <a:alpha val="14743"/>
                  </a:srgbClr>
                </a:gs>
                <a:gs pos="42857">
                  <a:srgbClr val="B8BAB8">
                    <a:alpha val="9933"/>
                  </a:srgbClr>
                </a:gs>
                <a:gs pos="57143">
                  <a:srgbClr val="B8BAB8">
                    <a:alpha val="5632"/>
                  </a:srgbClr>
                </a:gs>
                <a:gs pos="71429">
                  <a:srgbClr val="B8BAB8">
                    <a:alpha val="2677"/>
                  </a:srgbClr>
                </a:gs>
                <a:gs pos="85714">
                  <a:srgbClr val="B8BAB8">
                    <a:alpha val="1067"/>
                  </a:srgbClr>
                </a:gs>
                <a:gs pos="100000">
                  <a:srgbClr val="B8BAB8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Splat 523"/>
            <p:cNvSpPr>
              <a:spLocks noGrp="1"/>
            </p:cNvSpPr>
            <p:nvPr/>
          </p:nvSpPr>
          <p:spPr>
            <a:xfrm rot="-10376632">
              <a:off x="546911" y="470161"/>
              <a:ext cx="887557" cy="278932"/>
            </a:xfrm>
            <a:prstGeom prst="ellipse">
              <a:avLst/>
            </a:prstGeom>
            <a:gradFill>
              <a:gsLst>
                <a:gs pos="0">
                  <a:srgbClr val="000700">
                    <a:alpha val="32968"/>
                  </a:srgbClr>
                </a:gs>
                <a:gs pos="14286">
                  <a:srgbClr val="000700">
                    <a:alpha val="30764"/>
                  </a:srgbClr>
                </a:gs>
                <a:gs pos="28571">
                  <a:srgbClr val="000700">
                    <a:alpha val="24833"/>
                  </a:srgbClr>
                </a:gs>
                <a:gs pos="42857">
                  <a:srgbClr val="000700">
                    <a:alpha val="17075"/>
                  </a:srgbClr>
                </a:gs>
                <a:gs pos="57143">
                  <a:srgbClr val="000700">
                    <a:alpha val="9855"/>
                  </a:srgbClr>
                </a:gs>
                <a:gs pos="71429">
                  <a:srgbClr val="000700">
                    <a:alpha val="4740"/>
                  </a:srgbClr>
                </a:gs>
                <a:gs pos="85714">
                  <a:srgbClr val="000700">
                    <a:alpha val="1902"/>
                  </a:srgbClr>
                </a:gs>
                <a:gs pos="100000">
                  <a:srgbClr val="000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Splat 524"/>
            <p:cNvSpPr>
              <a:spLocks noGrp="1"/>
            </p:cNvSpPr>
            <p:nvPr/>
          </p:nvSpPr>
          <p:spPr>
            <a:xfrm rot="-9290785">
              <a:off x="568135" y="1109693"/>
              <a:ext cx="416116" cy="301685"/>
            </a:xfrm>
            <a:prstGeom prst="ellipse">
              <a:avLst/>
            </a:prstGeom>
            <a:gradFill>
              <a:gsLst>
                <a:gs pos="0">
                  <a:srgbClr val="F7F7F8">
                    <a:alpha val="14763"/>
                  </a:srgbClr>
                </a:gs>
                <a:gs pos="14286">
                  <a:srgbClr val="F7F7F8">
                    <a:alpha val="13654"/>
                  </a:srgbClr>
                </a:gs>
                <a:gs pos="28571">
                  <a:srgbClr val="F7F7F8">
                    <a:alpha val="10773"/>
                  </a:srgbClr>
                </a:gs>
                <a:gs pos="42857">
                  <a:srgbClr val="F7F7F8">
                    <a:alpha val="7204"/>
                  </a:srgbClr>
                </a:gs>
                <a:gs pos="57143">
                  <a:srgbClr val="F7F7F8">
                    <a:alpha val="4058"/>
                  </a:srgbClr>
                </a:gs>
                <a:gs pos="71429">
                  <a:srgbClr val="F7F7F8">
                    <a:alpha val="1921"/>
                  </a:srgbClr>
                </a:gs>
                <a:gs pos="85714">
                  <a:srgbClr val="F7F7F8">
                    <a:alpha val="764"/>
                  </a:srgbClr>
                </a:gs>
                <a:gs pos="100000">
                  <a:srgbClr val="F7F7F8">
                    <a:alpha val="25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Splat 525"/>
            <p:cNvSpPr>
              <a:spLocks noGrp="1"/>
            </p:cNvSpPr>
            <p:nvPr/>
          </p:nvSpPr>
          <p:spPr>
            <a:xfrm rot="5230870">
              <a:off x="1622366" y="3566580"/>
              <a:ext cx="1144240" cy="65917"/>
            </a:xfrm>
            <a:prstGeom prst="ellipse">
              <a:avLst/>
            </a:prstGeom>
            <a:gradFill>
              <a:gsLst>
                <a:gs pos="0">
                  <a:srgbClr val="FDFCFF">
                    <a:alpha val="23222"/>
                  </a:srgbClr>
                </a:gs>
                <a:gs pos="14286">
                  <a:srgbClr val="FDFCFF">
                    <a:alpha val="21564"/>
                  </a:srgbClr>
                </a:gs>
                <a:gs pos="28571">
                  <a:srgbClr val="FDFCFF">
                    <a:alpha val="17187"/>
                  </a:srgbClr>
                </a:gs>
                <a:gs pos="42857">
                  <a:srgbClr val="FDFCFF">
                    <a:alpha val="11635"/>
                  </a:srgbClr>
                </a:gs>
                <a:gs pos="57143">
                  <a:srgbClr val="FDFCFF">
                    <a:alpha val="6624"/>
                  </a:srgbClr>
                </a:gs>
                <a:gs pos="71429">
                  <a:srgbClr val="FDFCFF">
                    <a:alpha val="3157"/>
                  </a:srgbClr>
                </a:gs>
                <a:gs pos="85714">
                  <a:srgbClr val="FDFCFF">
                    <a:alpha val="1261"/>
                  </a:srgbClr>
                </a:gs>
                <a:gs pos="100000">
                  <a:srgbClr val="FDFCFF">
                    <a:alpha val="42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Splat 526"/>
            <p:cNvSpPr>
              <a:spLocks noGrp="1"/>
            </p:cNvSpPr>
            <p:nvPr/>
          </p:nvSpPr>
          <p:spPr>
            <a:xfrm rot="5318571">
              <a:off x="1058676" y="3192894"/>
              <a:ext cx="718463" cy="436620"/>
            </a:xfrm>
            <a:prstGeom prst="ellipse">
              <a:avLst/>
            </a:prstGeom>
            <a:gradFill>
              <a:gsLst>
                <a:gs pos="0">
                  <a:srgbClr val="000000">
                    <a:alpha val="7641"/>
                  </a:srgbClr>
                </a:gs>
                <a:gs pos="14286">
                  <a:srgbClr val="000000">
                    <a:alpha val="7045"/>
                  </a:srgbClr>
                </a:gs>
                <a:gs pos="28571">
                  <a:srgbClr val="000000">
                    <a:alpha val="5514"/>
                  </a:srgbClr>
                </a:gs>
                <a:gs pos="42857">
                  <a:srgbClr val="000000">
                    <a:alpha val="3652"/>
                  </a:srgbClr>
                </a:gs>
                <a:gs pos="57143">
                  <a:srgbClr val="000000">
                    <a:alpha val="2040"/>
                  </a:srgbClr>
                </a:gs>
                <a:gs pos="71429">
                  <a:srgbClr val="000000">
                    <a:alpha val="960"/>
                  </a:srgbClr>
                </a:gs>
                <a:gs pos="85714">
                  <a:srgbClr val="000000">
                    <a:alpha val="381"/>
                  </a:srgbClr>
                </a:gs>
                <a:gs pos="100000">
                  <a:srgbClr val="000000">
                    <a:alpha val="1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Splat 527"/>
            <p:cNvSpPr>
              <a:spLocks noGrp="1"/>
            </p:cNvSpPr>
            <p:nvPr/>
          </p:nvSpPr>
          <p:spPr>
            <a:xfrm rot="-10799214">
              <a:off x="1188813" y="2405653"/>
              <a:ext cx="60195" cy="60190"/>
            </a:xfrm>
            <a:prstGeom prst="ellipse">
              <a:avLst/>
            </a:prstGeom>
            <a:gradFill>
              <a:gsLst>
                <a:gs pos="0">
                  <a:srgbClr val="C9C8C3">
                    <a:alpha val="17094"/>
                  </a:srgbClr>
                </a:gs>
                <a:gs pos="14286">
                  <a:srgbClr val="C9C8C3">
                    <a:alpha val="15827"/>
                  </a:srgbClr>
                </a:gs>
                <a:gs pos="28571">
                  <a:srgbClr val="C9C8C3">
                    <a:alpha val="12522"/>
                  </a:srgbClr>
                </a:gs>
                <a:gs pos="42857">
                  <a:srgbClr val="C9C8C3">
                    <a:alpha val="8401"/>
                  </a:srgbClr>
                </a:gs>
                <a:gs pos="57143">
                  <a:srgbClr val="C9C8C3">
                    <a:alpha val="4746"/>
                  </a:srgbClr>
                </a:gs>
                <a:gs pos="71429">
                  <a:srgbClr val="C9C8C3">
                    <a:alpha val="2250"/>
                  </a:srgbClr>
                </a:gs>
                <a:gs pos="85714">
                  <a:srgbClr val="C9C8C3">
                    <a:alpha val="896"/>
                  </a:srgbClr>
                </a:gs>
                <a:gs pos="100000">
                  <a:srgbClr val="C9C8C3">
                    <a:alpha val="3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Splat 528"/>
            <p:cNvSpPr>
              <a:spLocks noGrp="1"/>
            </p:cNvSpPr>
            <p:nvPr/>
          </p:nvSpPr>
          <p:spPr>
            <a:xfrm rot="-9092366">
              <a:off x="2757372" y="1785016"/>
              <a:ext cx="753969" cy="580493"/>
            </a:xfrm>
            <a:prstGeom prst="ellipse">
              <a:avLst/>
            </a:prstGeom>
            <a:gradFill>
              <a:gsLst>
                <a:gs pos="0">
                  <a:srgbClr val="000000">
                    <a:alpha val="9482"/>
                  </a:srgbClr>
                </a:gs>
                <a:gs pos="14286">
                  <a:srgbClr val="000000">
                    <a:alpha val="8749"/>
                  </a:srgbClr>
                </a:gs>
                <a:gs pos="28571">
                  <a:srgbClr val="000000">
                    <a:alpha val="6862"/>
                  </a:srgbClr>
                </a:gs>
                <a:gs pos="42857">
                  <a:srgbClr val="000000">
                    <a:alpha val="4556"/>
                  </a:srgbClr>
                </a:gs>
                <a:gs pos="57143">
                  <a:srgbClr val="000000">
                    <a:alpha val="2551"/>
                  </a:srgbClr>
                </a:gs>
                <a:gs pos="71429">
                  <a:srgbClr val="000000">
                    <a:alpha val="1202"/>
                  </a:srgbClr>
                </a:gs>
                <a:gs pos="85714">
                  <a:srgbClr val="000000">
                    <a:alpha val="477"/>
                  </a:srgbClr>
                </a:gs>
                <a:gs pos="100000">
                  <a:srgbClr val="000000">
                    <a:alpha val="1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Splat 529"/>
            <p:cNvSpPr>
              <a:spLocks noGrp="1"/>
            </p:cNvSpPr>
            <p:nvPr/>
          </p:nvSpPr>
          <p:spPr>
            <a:xfrm rot="9090971">
              <a:off x="2077507" y="1084459"/>
              <a:ext cx="593162" cy="1778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Splat 530"/>
            <p:cNvSpPr>
              <a:spLocks noGrp="1"/>
            </p:cNvSpPr>
            <p:nvPr/>
          </p:nvSpPr>
          <p:spPr>
            <a:xfrm rot="7017310">
              <a:off x="2006889" y="-82158"/>
              <a:ext cx="692802" cy="327504"/>
            </a:xfrm>
            <a:prstGeom prst="ellipse">
              <a:avLst/>
            </a:prstGeom>
            <a:gradFill>
              <a:gsLst>
                <a:gs pos="0">
                  <a:srgbClr val="15041B">
                    <a:alpha val="32968"/>
                  </a:srgbClr>
                </a:gs>
                <a:gs pos="14286">
                  <a:srgbClr val="15041B">
                    <a:alpha val="30764"/>
                  </a:srgbClr>
                </a:gs>
                <a:gs pos="28571">
                  <a:srgbClr val="15041B">
                    <a:alpha val="24833"/>
                  </a:srgbClr>
                </a:gs>
                <a:gs pos="42857">
                  <a:srgbClr val="15041B">
                    <a:alpha val="17075"/>
                  </a:srgbClr>
                </a:gs>
                <a:gs pos="57143">
                  <a:srgbClr val="15041B">
                    <a:alpha val="9855"/>
                  </a:srgbClr>
                </a:gs>
                <a:gs pos="71429">
                  <a:srgbClr val="15041B">
                    <a:alpha val="4740"/>
                  </a:srgbClr>
                </a:gs>
                <a:gs pos="85714">
                  <a:srgbClr val="15041B">
                    <a:alpha val="1902"/>
                  </a:srgbClr>
                </a:gs>
                <a:gs pos="100000">
                  <a:srgbClr val="15041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Splat 531"/>
            <p:cNvSpPr>
              <a:spLocks noGrp="1"/>
            </p:cNvSpPr>
            <p:nvPr/>
          </p:nvSpPr>
          <p:spPr>
            <a:xfrm rot="10729036">
              <a:off x="1435806" y="1543801"/>
              <a:ext cx="654848" cy="140645"/>
            </a:xfrm>
            <a:prstGeom prst="ellipse">
              <a:avLst/>
            </a:prstGeom>
            <a:gradFill>
              <a:gsLst>
                <a:gs pos="0">
                  <a:srgbClr val="000809">
                    <a:alpha val="29751"/>
                  </a:srgbClr>
                </a:gs>
                <a:gs pos="14286">
                  <a:srgbClr val="000809">
                    <a:alpha val="27716"/>
                  </a:srgbClr>
                </a:gs>
                <a:gs pos="28571">
                  <a:srgbClr val="000809">
                    <a:alpha val="22276"/>
                  </a:srgbClr>
                </a:gs>
                <a:gs pos="42857">
                  <a:srgbClr val="000809">
                    <a:alpha val="15236"/>
                  </a:srgbClr>
                </a:gs>
                <a:gs pos="57143">
                  <a:srgbClr val="000809">
                    <a:alpha val="8752"/>
                  </a:srgbClr>
                </a:gs>
                <a:gs pos="71429">
                  <a:srgbClr val="000809">
                    <a:alpha val="4197"/>
                  </a:srgbClr>
                </a:gs>
                <a:gs pos="85714">
                  <a:srgbClr val="000809">
                    <a:alpha val="1681"/>
                  </a:srgbClr>
                </a:gs>
                <a:gs pos="100000">
                  <a:srgbClr val="000809">
                    <a:alpha val="5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Splat 532"/>
            <p:cNvSpPr>
              <a:spLocks noGrp="1"/>
            </p:cNvSpPr>
            <p:nvPr/>
          </p:nvSpPr>
          <p:spPr>
            <a:xfrm rot="5713855">
              <a:off x="2334136" y="296933"/>
              <a:ext cx="650722" cy="604375"/>
            </a:xfrm>
            <a:prstGeom prst="ellipse">
              <a:avLst/>
            </a:prstGeom>
            <a:gradFill>
              <a:gsLst>
                <a:gs pos="0">
                  <a:srgbClr val="001300">
                    <a:alpha val="10760"/>
                  </a:srgbClr>
                </a:gs>
                <a:gs pos="14286">
                  <a:srgbClr val="001300">
                    <a:alpha val="9935"/>
                  </a:srgbClr>
                </a:gs>
                <a:gs pos="28571">
                  <a:srgbClr val="001300">
                    <a:alpha val="7803"/>
                  </a:srgbClr>
                </a:gs>
                <a:gs pos="42857">
                  <a:srgbClr val="001300">
                    <a:alpha val="5189"/>
                  </a:srgbClr>
                </a:gs>
                <a:gs pos="57143">
                  <a:srgbClr val="001300">
                    <a:alpha val="2910"/>
                  </a:srgbClr>
                </a:gs>
                <a:gs pos="71429">
                  <a:srgbClr val="001300">
                    <a:alpha val="1373"/>
                  </a:srgbClr>
                </a:gs>
                <a:gs pos="85714">
                  <a:srgbClr val="001300">
                    <a:alpha val="545"/>
                  </a:srgbClr>
                </a:gs>
                <a:gs pos="100000">
                  <a:srgbClr val="001300">
                    <a:alpha val="1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Splat 533"/>
            <p:cNvSpPr>
              <a:spLocks noGrp="1"/>
            </p:cNvSpPr>
            <p:nvPr/>
          </p:nvSpPr>
          <p:spPr>
            <a:xfrm rot="7141307">
              <a:off x="2854596" y="1788928"/>
              <a:ext cx="827766" cy="107608"/>
            </a:xfrm>
            <a:prstGeom prst="ellipse">
              <a:avLst/>
            </a:prstGeom>
            <a:gradFill>
              <a:gsLst>
                <a:gs pos="0">
                  <a:srgbClr val="000009">
                    <a:alpha val="32968"/>
                  </a:srgbClr>
                </a:gs>
                <a:gs pos="14286">
                  <a:srgbClr val="000009">
                    <a:alpha val="30764"/>
                  </a:srgbClr>
                </a:gs>
                <a:gs pos="28571">
                  <a:srgbClr val="000009">
                    <a:alpha val="24833"/>
                  </a:srgbClr>
                </a:gs>
                <a:gs pos="42857">
                  <a:srgbClr val="000009">
                    <a:alpha val="17075"/>
                  </a:srgbClr>
                </a:gs>
                <a:gs pos="57143">
                  <a:srgbClr val="000009">
                    <a:alpha val="9855"/>
                  </a:srgbClr>
                </a:gs>
                <a:gs pos="71429">
                  <a:srgbClr val="000009">
                    <a:alpha val="4740"/>
                  </a:srgbClr>
                </a:gs>
                <a:gs pos="85714">
                  <a:srgbClr val="000009">
                    <a:alpha val="1902"/>
                  </a:srgbClr>
                </a:gs>
                <a:gs pos="100000">
                  <a:srgbClr val="00000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Splat 534"/>
            <p:cNvSpPr>
              <a:spLocks noGrp="1"/>
            </p:cNvSpPr>
            <p:nvPr/>
          </p:nvSpPr>
          <p:spPr>
            <a:xfrm rot="-9725080">
              <a:off x="1775162" y="2485256"/>
              <a:ext cx="506635" cy="476723"/>
            </a:xfrm>
            <a:prstGeom prst="ellipse">
              <a:avLst/>
            </a:prstGeom>
            <a:gradFill>
              <a:gsLst>
                <a:gs pos="0">
                  <a:srgbClr val="070000">
                    <a:alpha val="20684"/>
                  </a:srgbClr>
                </a:gs>
                <a:gs pos="14286">
                  <a:srgbClr val="070000">
                    <a:alpha val="19183"/>
                  </a:srgbClr>
                </a:gs>
                <a:gs pos="28571">
                  <a:srgbClr val="070000">
                    <a:alpha val="15242"/>
                  </a:srgbClr>
                </a:gs>
                <a:gs pos="42857">
                  <a:srgbClr val="070000">
                    <a:alpha val="10279"/>
                  </a:srgbClr>
                </a:gs>
                <a:gs pos="57143">
                  <a:srgbClr val="070000">
                    <a:alpha val="5833"/>
                  </a:srgbClr>
                </a:gs>
                <a:gs pos="71429">
                  <a:srgbClr val="070000">
                    <a:alpha val="2774"/>
                  </a:srgbClr>
                </a:gs>
                <a:gs pos="85714">
                  <a:srgbClr val="070000">
                    <a:alpha val="1106"/>
                  </a:srgbClr>
                </a:gs>
                <a:gs pos="100000">
                  <a:srgbClr val="070000">
                    <a:alpha val="3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Splat 535"/>
            <p:cNvSpPr>
              <a:spLocks noGrp="1"/>
            </p:cNvSpPr>
            <p:nvPr/>
          </p:nvSpPr>
          <p:spPr>
            <a:xfrm rot="-10707591">
              <a:off x="2026135" y="1577895"/>
              <a:ext cx="732098" cy="216223"/>
            </a:xfrm>
            <a:prstGeom prst="ellipse">
              <a:avLst/>
            </a:prstGeom>
            <a:gradFill>
              <a:gsLst>
                <a:gs pos="0">
                  <a:srgbClr val="B9B7B6">
                    <a:alpha val="3032"/>
                  </a:srgbClr>
                </a:gs>
                <a:gs pos="14286">
                  <a:srgbClr val="B9B7B6">
                    <a:alpha val="2790"/>
                  </a:srgbClr>
                </a:gs>
                <a:gs pos="28571">
                  <a:srgbClr val="B9B7B6">
                    <a:alpha val="2173"/>
                  </a:srgbClr>
                </a:gs>
                <a:gs pos="42857">
                  <a:srgbClr val="B9B7B6">
                    <a:alpha val="1431"/>
                  </a:srgbClr>
                </a:gs>
                <a:gs pos="57143">
                  <a:srgbClr val="B9B7B6">
                    <a:alpha val="795"/>
                  </a:srgbClr>
                </a:gs>
                <a:gs pos="71429">
                  <a:srgbClr val="B9B7B6">
                    <a:alpha val="373"/>
                  </a:srgbClr>
                </a:gs>
                <a:gs pos="85714">
                  <a:srgbClr val="B9B7B6">
                    <a:alpha val="148"/>
                  </a:srgbClr>
                </a:gs>
                <a:gs pos="100000">
                  <a:srgbClr val="B9B7B6">
                    <a:alpha val="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Splat 536"/>
            <p:cNvSpPr>
              <a:spLocks noGrp="1"/>
            </p:cNvSpPr>
            <p:nvPr/>
          </p:nvSpPr>
          <p:spPr>
            <a:xfrm rot="8567714">
              <a:off x="1757387" y="1808278"/>
              <a:ext cx="904232" cy="71414"/>
            </a:xfrm>
            <a:prstGeom prst="ellipse">
              <a:avLst/>
            </a:prstGeom>
            <a:gradFill>
              <a:gsLst>
                <a:gs pos="0">
                  <a:srgbClr val="C9C8C9">
                    <a:alpha val="32645"/>
                  </a:srgbClr>
                </a:gs>
                <a:gs pos="14286">
                  <a:srgbClr val="C9C8C9">
                    <a:alpha val="30457"/>
                  </a:srgbClr>
                </a:gs>
                <a:gs pos="28571">
                  <a:srgbClr val="C9C8C9">
                    <a:alpha val="24574"/>
                  </a:srgbClr>
                </a:gs>
                <a:gs pos="42857">
                  <a:srgbClr val="C9C8C9">
                    <a:alpha val="16888"/>
                  </a:srgbClr>
                </a:gs>
                <a:gs pos="57143">
                  <a:srgbClr val="C9C8C9">
                    <a:alpha val="9742"/>
                  </a:srgbClr>
                </a:gs>
                <a:gs pos="71429">
                  <a:srgbClr val="C9C8C9">
                    <a:alpha val="4685"/>
                  </a:srgbClr>
                </a:gs>
                <a:gs pos="85714">
                  <a:srgbClr val="C9C8C9">
                    <a:alpha val="1879"/>
                  </a:srgbClr>
                </a:gs>
                <a:gs pos="100000">
                  <a:srgbClr val="C9C8C9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Splat 537"/>
            <p:cNvSpPr>
              <a:spLocks noGrp="1"/>
            </p:cNvSpPr>
            <p:nvPr/>
          </p:nvSpPr>
          <p:spPr>
            <a:xfrm rot="5136336">
              <a:off x="1626934" y="3086508"/>
              <a:ext cx="997308" cy="57514"/>
            </a:xfrm>
            <a:prstGeom prst="ellipse">
              <a:avLst/>
            </a:prstGeom>
            <a:gradFill>
              <a:gsLst>
                <a:gs pos="0">
                  <a:srgbClr val="00000A">
                    <a:alpha val="32968"/>
                  </a:srgbClr>
                </a:gs>
                <a:gs pos="14286">
                  <a:srgbClr val="00000A">
                    <a:alpha val="30764"/>
                  </a:srgbClr>
                </a:gs>
                <a:gs pos="28571">
                  <a:srgbClr val="00000A">
                    <a:alpha val="24833"/>
                  </a:srgbClr>
                </a:gs>
                <a:gs pos="42857">
                  <a:srgbClr val="00000A">
                    <a:alpha val="17075"/>
                  </a:srgbClr>
                </a:gs>
                <a:gs pos="57143">
                  <a:srgbClr val="00000A">
                    <a:alpha val="9855"/>
                  </a:srgbClr>
                </a:gs>
                <a:gs pos="71429">
                  <a:srgbClr val="00000A">
                    <a:alpha val="4740"/>
                  </a:srgbClr>
                </a:gs>
                <a:gs pos="85714">
                  <a:srgbClr val="00000A">
                    <a:alpha val="1902"/>
                  </a:srgbClr>
                </a:gs>
                <a:gs pos="100000">
                  <a:srgbClr val="0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Splat 538"/>
            <p:cNvSpPr>
              <a:spLocks noGrp="1"/>
            </p:cNvSpPr>
            <p:nvPr/>
          </p:nvSpPr>
          <p:spPr>
            <a:xfrm rot="6263496">
              <a:off x="2837768" y="149353"/>
              <a:ext cx="179531" cy="739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Splat 539"/>
            <p:cNvSpPr>
              <a:spLocks noGrp="1"/>
            </p:cNvSpPr>
            <p:nvPr/>
          </p:nvSpPr>
          <p:spPr>
            <a:xfrm rot="10733976">
              <a:off x="2169833" y="2636344"/>
              <a:ext cx="59098" cy="56186"/>
            </a:xfrm>
            <a:prstGeom prst="ellipse">
              <a:avLst/>
            </a:prstGeom>
            <a:gradFill>
              <a:gsLst>
                <a:gs pos="0">
                  <a:srgbClr val="B2B4B5">
                    <a:alpha val="11644"/>
                  </a:srgbClr>
                </a:gs>
                <a:gs pos="14286">
                  <a:srgbClr val="B2B4B5">
                    <a:alpha val="10755"/>
                  </a:srgbClr>
                </a:gs>
                <a:gs pos="28571">
                  <a:srgbClr val="B2B4B5">
                    <a:alpha val="8456"/>
                  </a:srgbClr>
                </a:gs>
                <a:gs pos="42857">
                  <a:srgbClr val="B2B4B5">
                    <a:alpha val="5630"/>
                  </a:srgbClr>
                </a:gs>
                <a:gs pos="57143">
                  <a:srgbClr val="B2B4B5">
                    <a:alpha val="3160"/>
                  </a:srgbClr>
                </a:gs>
                <a:gs pos="71429">
                  <a:srgbClr val="B2B4B5">
                    <a:alpha val="1492"/>
                  </a:srgbClr>
                </a:gs>
                <a:gs pos="85714">
                  <a:srgbClr val="B2B4B5">
                    <a:alpha val="593"/>
                  </a:srgbClr>
                </a:gs>
                <a:gs pos="100000">
                  <a:srgbClr val="B2B4B5">
                    <a:alpha val="1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Splat 540"/>
            <p:cNvSpPr>
              <a:spLocks noGrp="1"/>
            </p:cNvSpPr>
            <p:nvPr/>
          </p:nvSpPr>
          <p:spPr>
            <a:xfrm rot="5579027">
              <a:off x="190181" y="3202927"/>
              <a:ext cx="357511" cy="10116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Splat 541"/>
            <p:cNvSpPr>
              <a:spLocks noGrp="1"/>
            </p:cNvSpPr>
            <p:nvPr/>
          </p:nvSpPr>
          <p:spPr>
            <a:xfrm rot="-9722072">
              <a:off x="2356676" y="3282191"/>
              <a:ext cx="1020019" cy="195252"/>
            </a:xfrm>
            <a:prstGeom prst="ellipse">
              <a:avLst/>
            </a:prstGeom>
            <a:gradFill>
              <a:gsLst>
                <a:gs pos="0">
                  <a:srgbClr val="000000">
                    <a:alpha val="26379"/>
                  </a:srgbClr>
                </a:gs>
                <a:gs pos="14286">
                  <a:srgbClr val="000000">
                    <a:alpha val="24533"/>
                  </a:srgbClr>
                </a:gs>
                <a:gs pos="28571">
                  <a:srgbClr val="000000">
                    <a:alpha val="19632"/>
                  </a:srgbClr>
                </a:gs>
                <a:gs pos="42857">
                  <a:srgbClr val="000000">
                    <a:alpha val="13355"/>
                  </a:srgbClr>
                </a:gs>
                <a:gs pos="57143">
                  <a:srgbClr val="000000">
                    <a:alpha val="7636"/>
                  </a:srgbClr>
                </a:gs>
                <a:gs pos="71429">
                  <a:srgbClr val="000000">
                    <a:alpha val="3650"/>
                  </a:srgbClr>
                </a:gs>
                <a:gs pos="85714">
                  <a:srgbClr val="000000">
                    <a:alpha val="1460"/>
                  </a:srgbClr>
                </a:gs>
                <a:gs pos="100000">
                  <a:srgbClr val="000000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Splat 542"/>
            <p:cNvSpPr>
              <a:spLocks noGrp="1"/>
            </p:cNvSpPr>
            <p:nvPr/>
          </p:nvSpPr>
          <p:spPr>
            <a:xfrm rot="2938660">
              <a:off x="455622" y="604870"/>
              <a:ext cx="631788" cy="3424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Splat 543"/>
            <p:cNvSpPr>
              <a:spLocks noGrp="1"/>
            </p:cNvSpPr>
            <p:nvPr/>
          </p:nvSpPr>
          <p:spPr>
            <a:xfrm rot="7289679">
              <a:off x="2079890" y="2044418"/>
              <a:ext cx="392359" cy="3102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Splat 544"/>
            <p:cNvSpPr>
              <a:spLocks noGrp="1"/>
            </p:cNvSpPr>
            <p:nvPr/>
          </p:nvSpPr>
          <p:spPr>
            <a:xfrm rot="8542132">
              <a:off x="2654918" y="1313256"/>
              <a:ext cx="922613" cy="225752"/>
            </a:xfrm>
            <a:prstGeom prst="ellipse">
              <a:avLst/>
            </a:prstGeom>
            <a:gradFill>
              <a:gsLst>
                <a:gs pos="0">
                  <a:srgbClr val="000500">
                    <a:alpha val="28755"/>
                  </a:srgbClr>
                </a:gs>
                <a:gs pos="14286">
                  <a:srgbClr val="000500">
                    <a:alpha val="26774"/>
                  </a:srgbClr>
                </a:gs>
                <a:gs pos="28571">
                  <a:srgbClr val="000500">
                    <a:alpha val="21491"/>
                  </a:srgbClr>
                </a:gs>
                <a:gs pos="42857">
                  <a:srgbClr val="000500">
                    <a:alpha val="14675"/>
                  </a:srgbClr>
                </a:gs>
                <a:gs pos="57143">
                  <a:srgbClr val="000500">
                    <a:alpha val="8418"/>
                  </a:srgbClr>
                </a:gs>
                <a:gs pos="71429">
                  <a:srgbClr val="000500">
                    <a:alpha val="4033"/>
                  </a:srgbClr>
                </a:gs>
                <a:gs pos="85714">
                  <a:srgbClr val="000500">
                    <a:alpha val="1615"/>
                  </a:srgbClr>
                </a:gs>
                <a:gs pos="100000">
                  <a:srgbClr val="000500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Splat 545"/>
            <p:cNvSpPr>
              <a:spLocks noGrp="1"/>
            </p:cNvSpPr>
            <p:nvPr/>
          </p:nvSpPr>
          <p:spPr>
            <a:xfrm rot="5403159">
              <a:off x="2430045" y="2194026"/>
              <a:ext cx="56385" cy="56360"/>
            </a:xfrm>
            <a:prstGeom prst="ellipse">
              <a:avLst/>
            </a:prstGeom>
            <a:gradFill>
              <a:gsLst>
                <a:gs pos="0">
                  <a:srgbClr val="A6A8A9">
                    <a:alpha val="11414"/>
                  </a:srgbClr>
                </a:gs>
                <a:gs pos="14286">
                  <a:srgbClr val="A6A8A9">
                    <a:alpha val="10541"/>
                  </a:srgbClr>
                </a:gs>
                <a:gs pos="28571">
                  <a:srgbClr val="A6A8A9">
                    <a:alpha val="8285"/>
                  </a:srgbClr>
                </a:gs>
                <a:gs pos="42857">
                  <a:srgbClr val="A6A8A9">
                    <a:alpha val="5515"/>
                  </a:srgbClr>
                </a:gs>
                <a:gs pos="57143">
                  <a:srgbClr val="A6A8A9">
                    <a:alpha val="3095"/>
                  </a:srgbClr>
                </a:gs>
                <a:gs pos="71429">
                  <a:srgbClr val="A6A8A9">
                    <a:alpha val="1461"/>
                  </a:srgbClr>
                </a:gs>
                <a:gs pos="85714">
                  <a:srgbClr val="A6A8A9">
                    <a:alpha val="580"/>
                  </a:srgbClr>
                </a:gs>
                <a:gs pos="100000">
                  <a:srgbClr val="A6A8A9">
                    <a:alpha val="1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Splat 546"/>
            <p:cNvSpPr>
              <a:spLocks noGrp="1"/>
            </p:cNvSpPr>
            <p:nvPr/>
          </p:nvSpPr>
          <p:spPr>
            <a:xfrm rot="8495825">
              <a:off x="3346762" y="3074745"/>
              <a:ext cx="466924" cy="409349"/>
            </a:xfrm>
            <a:prstGeom prst="ellipse">
              <a:avLst/>
            </a:prstGeom>
            <a:gradFill>
              <a:gsLst>
                <a:gs pos="0">
                  <a:srgbClr val="363535">
                    <a:alpha val="9738"/>
                  </a:srgbClr>
                </a:gs>
                <a:gs pos="14286">
                  <a:srgbClr val="363535">
                    <a:alpha val="8987"/>
                  </a:srgbClr>
                </a:gs>
                <a:gs pos="28571">
                  <a:srgbClr val="363535">
                    <a:alpha val="7051"/>
                  </a:srgbClr>
                </a:gs>
                <a:gs pos="42857">
                  <a:srgbClr val="363535">
                    <a:alpha val="4683"/>
                  </a:srgbClr>
                </a:gs>
                <a:gs pos="57143">
                  <a:srgbClr val="363535">
                    <a:alpha val="2622"/>
                  </a:srgbClr>
                </a:gs>
                <a:gs pos="71429">
                  <a:srgbClr val="363535">
                    <a:alpha val="1236"/>
                  </a:srgbClr>
                </a:gs>
                <a:gs pos="85714">
                  <a:srgbClr val="363535">
                    <a:alpha val="491"/>
                  </a:srgbClr>
                </a:gs>
                <a:gs pos="100000">
                  <a:srgbClr val="363535">
                    <a:alpha val="1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Splat 547"/>
            <p:cNvSpPr>
              <a:spLocks noGrp="1"/>
            </p:cNvSpPr>
            <p:nvPr/>
          </p:nvSpPr>
          <p:spPr>
            <a:xfrm rot="-8137158">
              <a:off x="2723154" y="660571"/>
              <a:ext cx="596274" cy="64692"/>
            </a:xfrm>
            <a:prstGeom prst="ellipse">
              <a:avLst/>
            </a:prstGeom>
            <a:gradFill>
              <a:gsLst>
                <a:gs pos="0">
                  <a:srgbClr val="F7F4F4">
                    <a:alpha val="21647"/>
                  </a:srgbClr>
                </a:gs>
                <a:gs pos="14286">
                  <a:srgbClr val="F7F4F4">
                    <a:alpha val="20086"/>
                  </a:srgbClr>
                </a:gs>
                <a:gs pos="28571">
                  <a:srgbClr val="F7F4F4">
                    <a:alpha val="15978"/>
                  </a:srgbClr>
                </a:gs>
                <a:gs pos="42857">
                  <a:srgbClr val="F7F4F4">
                    <a:alpha val="10791"/>
                  </a:srgbClr>
                </a:gs>
                <a:gs pos="57143">
                  <a:srgbClr val="F7F4F4">
                    <a:alpha val="6131"/>
                  </a:srgbClr>
                </a:gs>
                <a:gs pos="71429">
                  <a:srgbClr val="F7F4F4">
                    <a:alpha val="2918"/>
                  </a:srgbClr>
                </a:gs>
                <a:gs pos="85714">
                  <a:srgbClr val="F7F4F4">
                    <a:alpha val="1164"/>
                  </a:srgbClr>
                </a:gs>
                <a:gs pos="100000">
                  <a:srgbClr val="F7F4F4">
                    <a:alpha val="3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Splat 548"/>
            <p:cNvSpPr>
              <a:spLocks noGrp="1"/>
            </p:cNvSpPr>
            <p:nvPr/>
          </p:nvSpPr>
          <p:spPr>
            <a:xfrm rot="8529077">
              <a:off x="392811" y="2484801"/>
              <a:ext cx="785962" cy="149848"/>
            </a:xfrm>
            <a:prstGeom prst="ellipse">
              <a:avLst/>
            </a:prstGeom>
            <a:gradFill>
              <a:gsLst>
                <a:gs pos="0">
                  <a:srgbClr val="200A1D">
                    <a:alpha val="13219"/>
                  </a:srgbClr>
                </a:gs>
                <a:gs pos="14286">
                  <a:srgbClr val="200A1D">
                    <a:alpha val="12218"/>
                  </a:srgbClr>
                </a:gs>
                <a:gs pos="28571">
                  <a:srgbClr val="200A1D">
                    <a:alpha val="9623"/>
                  </a:srgbClr>
                </a:gs>
                <a:gs pos="42857">
                  <a:srgbClr val="200A1D">
                    <a:alpha val="6421"/>
                  </a:srgbClr>
                </a:gs>
                <a:gs pos="57143">
                  <a:srgbClr val="200A1D">
                    <a:alpha val="3611"/>
                  </a:srgbClr>
                </a:gs>
                <a:gs pos="71429">
                  <a:srgbClr val="200A1D">
                    <a:alpha val="1707"/>
                  </a:srgbClr>
                </a:gs>
                <a:gs pos="85714">
                  <a:srgbClr val="200A1D">
                    <a:alpha val="678"/>
                  </a:srgbClr>
                </a:gs>
                <a:gs pos="100000">
                  <a:srgbClr val="200A1D">
                    <a:alpha val="2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Splat 549"/>
            <p:cNvSpPr>
              <a:spLocks noGrp="1"/>
            </p:cNvSpPr>
            <p:nvPr/>
          </p:nvSpPr>
          <p:spPr>
            <a:xfrm rot="-9315983">
              <a:off x="2082856" y="952549"/>
              <a:ext cx="752784" cy="117736"/>
            </a:xfrm>
            <a:prstGeom prst="ellipse">
              <a:avLst/>
            </a:prstGeom>
            <a:gradFill>
              <a:gsLst>
                <a:gs pos="0">
                  <a:srgbClr val="646262">
                    <a:alpha val="32968"/>
                  </a:srgbClr>
                </a:gs>
                <a:gs pos="14286">
                  <a:srgbClr val="646262">
                    <a:alpha val="30764"/>
                  </a:srgbClr>
                </a:gs>
                <a:gs pos="28571">
                  <a:srgbClr val="646262">
                    <a:alpha val="24833"/>
                  </a:srgbClr>
                </a:gs>
                <a:gs pos="42857">
                  <a:srgbClr val="646262">
                    <a:alpha val="17075"/>
                  </a:srgbClr>
                </a:gs>
                <a:gs pos="57143">
                  <a:srgbClr val="646262">
                    <a:alpha val="9855"/>
                  </a:srgbClr>
                </a:gs>
                <a:gs pos="71429">
                  <a:srgbClr val="646262">
                    <a:alpha val="4740"/>
                  </a:srgbClr>
                </a:gs>
                <a:gs pos="85714">
                  <a:srgbClr val="646262">
                    <a:alpha val="1902"/>
                  </a:srgbClr>
                </a:gs>
                <a:gs pos="100000">
                  <a:srgbClr val="64626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Splat 550"/>
            <p:cNvSpPr>
              <a:spLocks noGrp="1"/>
            </p:cNvSpPr>
            <p:nvPr/>
          </p:nvSpPr>
          <p:spPr>
            <a:xfrm rot="-8365568">
              <a:off x="814159" y="2586480"/>
              <a:ext cx="1137642" cy="290823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Splat 551"/>
            <p:cNvSpPr>
              <a:spLocks noGrp="1"/>
            </p:cNvSpPr>
            <p:nvPr/>
          </p:nvSpPr>
          <p:spPr>
            <a:xfrm rot="5417263">
              <a:off x="2198948" y="2295643"/>
              <a:ext cx="55771" cy="55745"/>
            </a:xfrm>
            <a:prstGeom prst="ellipse">
              <a:avLst/>
            </a:prstGeom>
            <a:gradFill>
              <a:gsLst>
                <a:gs pos="0">
                  <a:srgbClr val="BEBAB8">
                    <a:alpha val="16947"/>
                  </a:srgbClr>
                </a:gs>
                <a:gs pos="14286">
                  <a:srgbClr val="BEBAB8">
                    <a:alpha val="15690"/>
                  </a:srgbClr>
                </a:gs>
                <a:gs pos="28571">
                  <a:srgbClr val="BEBAB8">
                    <a:alpha val="12411"/>
                  </a:srgbClr>
                </a:gs>
                <a:gs pos="42857">
                  <a:srgbClr val="BEBAB8">
                    <a:alpha val="8325"/>
                  </a:srgbClr>
                </a:gs>
                <a:gs pos="57143">
                  <a:srgbClr val="BEBAB8">
                    <a:alpha val="4702"/>
                  </a:srgbClr>
                </a:gs>
                <a:gs pos="71429">
                  <a:srgbClr val="BEBAB8">
                    <a:alpha val="2229"/>
                  </a:srgbClr>
                </a:gs>
                <a:gs pos="85714">
                  <a:srgbClr val="BEBAB8">
                    <a:alpha val="888"/>
                  </a:srgbClr>
                </a:gs>
                <a:gs pos="100000">
                  <a:srgbClr val="BEBAB8">
                    <a:alpha val="2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Splat 552"/>
            <p:cNvSpPr>
              <a:spLocks noGrp="1"/>
            </p:cNvSpPr>
            <p:nvPr/>
          </p:nvSpPr>
          <p:spPr>
            <a:xfrm rot="4115186">
              <a:off x="2694166" y="2181335"/>
              <a:ext cx="458966" cy="411359"/>
            </a:xfrm>
            <a:prstGeom prst="ellipse">
              <a:avLst/>
            </a:prstGeom>
            <a:gradFill>
              <a:gsLst>
                <a:gs pos="0">
                  <a:srgbClr val="061201">
                    <a:alpha val="28182"/>
                  </a:srgbClr>
                </a:gs>
                <a:gs pos="14286">
                  <a:srgbClr val="061201">
                    <a:alpha val="26233"/>
                  </a:srgbClr>
                </a:gs>
                <a:gs pos="28571">
                  <a:srgbClr val="061201">
                    <a:alpha val="21041"/>
                  </a:srgbClr>
                </a:gs>
                <a:gs pos="42857">
                  <a:srgbClr val="061201">
                    <a:alpha val="14355"/>
                  </a:srgbClr>
                </a:gs>
                <a:gs pos="57143">
                  <a:srgbClr val="061201">
                    <a:alpha val="8228"/>
                  </a:srgbClr>
                </a:gs>
                <a:gs pos="71429">
                  <a:srgbClr val="061201">
                    <a:alpha val="3939"/>
                  </a:srgbClr>
                </a:gs>
                <a:gs pos="85714">
                  <a:srgbClr val="061201">
                    <a:alpha val="1577"/>
                  </a:srgbClr>
                </a:gs>
                <a:gs pos="100000">
                  <a:srgbClr val="061201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Splat 553"/>
            <p:cNvSpPr>
              <a:spLocks noGrp="1"/>
            </p:cNvSpPr>
            <p:nvPr/>
          </p:nvSpPr>
          <p:spPr>
            <a:xfrm rot="-8279015">
              <a:off x="1873450" y="1659042"/>
              <a:ext cx="671880" cy="206917"/>
            </a:xfrm>
            <a:prstGeom prst="ellipse">
              <a:avLst/>
            </a:prstGeom>
            <a:gradFill>
              <a:gsLst>
                <a:gs pos="0">
                  <a:srgbClr val="000000">
                    <a:alpha val="30772"/>
                  </a:srgbClr>
                </a:gs>
                <a:gs pos="14286">
                  <a:srgbClr val="000000">
                    <a:alpha val="28682"/>
                  </a:srgbClr>
                </a:gs>
                <a:gs pos="28571">
                  <a:srgbClr val="000000">
                    <a:alpha val="23083"/>
                  </a:srgbClr>
                </a:gs>
                <a:gs pos="42857">
                  <a:srgbClr val="000000">
                    <a:alpha val="15814"/>
                  </a:srgbClr>
                </a:gs>
                <a:gs pos="57143">
                  <a:srgbClr val="000000">
                    <a:alpha val="9098"/>
                  </a:srgbClr>
                </a:gs>
                <a:gs pos="71429">
                  <a:srgbClr val="000000">
                    <a:alpha val="4367"/>
                  </a:srgbClr>
                </a:gs>
                <a:gs pos="85714">
                  <a:srgbClr val="000000">
                    <a:alpha val="1750"/>
                  </a:srgbClr>
                </a:gs>
                <a:gs pos="100000">
                  <a:srgbClr val="000000">
                    <a:alpha val="5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Splat 554"/>
            <p:cNvSpPr>
              <a:spLocks noGrp="1"/>
            </p:cNvSpPr>
            <p:nvPr/>
          </p:nvSpPr>
          <p:spPr>
            <a:xfrm rot="5403284">
              <a:off x="2315509" y="1354967"/>
              <a:ext cx="56067" cy="56061"/>
            </a:xfrm>
            <a:prstGeom prst="ellipse">
              <a:avLst/>
            </a:prstGeom>
            <a:gradFill>
              <a:gsLst>
                <a:gs pos="0">
                  <a:srgbClr val="A6A6A3">
                    <a:alpha val="11933"/>
                  </a:srgbClr>
                </a:gs>
                <a:gs pos="14286">
                  <a:srgbClr val="A6A6A3">
                    <a:alpha val="11023"/>
                  </a:srgbClr>
                </a:gs>
                <a:gs pos="28571">
                  <a:srgbClr val="A6A6A3">
                    <a:alpha val="8669"/>
                  </a:srgbClr>
                </a:gs>
                <a:gs pos="42857">
                  <a:srgbClr val="A6A6A3">
                    <a:alpha val="5775"/>
                  </a:srgbClr>
                </a:gs>
                <a:gs pos="57143">
                  <a:srgbClr val="A6A6A3">
                    <a:alpha val="3242"/>
                  </a:srgbClr>
                </a:gs>
                <a:gs pos="71429">
                  <a:srgbClr val="A6A6A3">
                    <a:alpha val="1531"/>
                  </a:srgbClr>
                </a:gs>
                <a:gs pos="85714">
                  <a:srgbClr val="A6A6A3">
                    <a:alpha val="608"/>
                  </a:srgbClr>
                </a:gs>
                <a:gs pos="100000">
                  <a:srgbClr val="A6A6A3">
                    <a:alpha val="2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Splat 555"/>
            <p:cNvSpPr>
              <a:spLocks noGrp="1"/>
            </p:cNvSpPr>
            <p:nvPr/>
          </p:nvSpPr>
          <p:spPr>
            <a:xfrm rot="3078960">
              <a:off x="2796248" y="1317783"/>
              <a:ext cx="953179" cy="46438"/>
            </a:xfrm>
            <a:prstGeom prst="ellipse">
              <a:avLst/>
            </a:prstGeom>
            <a:gradFill>
              <a:gsLst>
                <a:gs pos="0">
                  <a:srgbClr val="E2E1E3">
                    <a:alpha val="24026"/>
                  </a:srgbClr>
                </a:gs>
                <a:gs pos="14286">
                  <a:srgbClr val="E2E1E3">
                    <a:alpha val="22319"/>
                  </a:srgbClr>
                </a:gs>
                <a:gs pos="28571">
                  <a:srgbClr val="E2E1E3">
                    <a:alpha val="17807"/>
                  </a:srgbClr>
                </a:gs>
                <a:gs pos="42857">
                  <a:srgbClr val="E2E1E3">
                    <a:alpha val="12069"/>
                  </a:srgbClr>
                </a:gs>
                <a:gs pos="57143">
                  <a:srgbClr val="E2E1E3">
                    <a:alpha val="6879"/>
                  </a:srgbClr>
                </a:gs>
                <a:gs pos="71429">
                  <a:srgbClr val="E2E1E3">
                    <a:alpha val="3281"/>
                  </a:srgbClr>
                </a:gs>
                <a:gs pos="85714">
                  <a:srgbClr val="E2E1E3">
                    <a:alpha val="1311"/>
                  </a:srgbClr>
                </a:gs>
                <a:gs pos="100000">
                  <a:srgbClr val="E2E1E3">
                    <a:alpha val="4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Splat 556"/>
            <p:cNvSpPr>
              <a:spLocks noGrp="1"/>
            </p:cNvSpPr>
            <p:nvPr/>
          </p:nvSpPr>
          <p:spPr>
            <a:xfrm rot="7605680">
              <a:off x="2874665" y="1901726"/>
              <a:ext cx="617911" cy="135365"/>
            </a:xfrm>
            <a:prstGeom prst="ellipse">
              <a:avLst/>
            </a:prstGeom>
            <a:gradFill>
              <a:gsLst>
                <a:gs pos="0">
                  <a:srgbClr val="C9C9C9">
                    <a:alpha val="12943"/>
                  </a:srgbClr>
                </a:gs>
                <a:gs pos="14286">
                  <a:srgbClr val="C9C9C9">
                    <a:alpha val="11961"/>
                  </a:srgbClr>
                </a:gs>
                <a:gs pos="28571">
                  <a:srgbClr val="C9C9C9">
                    <a:alpha val="9418"/>
                  </a:srgbClr>
                </a:gs>
                <a:gs pos="42857">
                  <a:srgbClr val="C9C9C9">
                    <a:alpha val="6282"/>
                  </a:srgbClr>
                </a:gs>
                <a:gs pos="57143">
                  <a:srgbClr val="C9C9C9">
                    <a:alpha val="3531"/>
                  </a:srgbClr>
                </a:gs>
                <a:gs pos="71429">
                  <a:srgbClr val="C9C9C9">
                    <a:alpha val="1669"/>
                  </a:srgbClr>
                </a:gs>
                <a:gs pos="85714">
                  <a:srgbClr val="C9C9C9">
                    <a:alpha val="663"/>
                  </a:srgbClr>
                </a:gs>
                <a:gs pos="100000">
                  <a:srgbClr val="C9C9C9">
                    <a:alpha val="2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Splat 557"/>
            <p:cNvSpPr>
              <a:spLocks noGrp="1"/>
            </p:cNvSpPr>
            <p:nvPr/>
          </p:nvSpPr>
          <p:spPr>
            <a:xfrm rot="8472500">
              <a:off x="1321784" y="2193662"/>
              <a:ext cx="840706" cy="358679"/>
            </a:xfrm>
            <a:prstGeom prst="ellipse">
              <a:avLst/>
            </a:prstGeom>
            <a:gradFill>
              <a:gsLst>
                <a:gs pos="0">
                  <a:srgbClr val="000904">
                    <a:alpha val="32968"/>
                  </a:srgbClr>
                </a:gs>
                <a:gs pos="14286">
                  <a:srgbClr val="000904">
                    <a:alpha val="30764"/>
                  </a:srgbClr>
                </a:gs>
                <a:gs pos="28571">
                  <a:srgbClr val="000904">
                    <a:alpha val="24833"/>
                  </a:srgbClr>
                </a:gs>
                <a:gs pos="42857">
                  <a:srgbClr val="000904">
                    <a:alpha val="17075"/>
                  </a:srgbClr>
                </a:gs>
                <a:gs pos="57143">
                  <a:srgbClr val="000904">
                    <a:alpha val="9855"/>
                  </a:srgbClr>
                </a:gs>
                <a:gs pos="71429">
                  <a:srgbClr val="000904">
                    <a:alpha val="4740"/>
                  </a:srgbClr>
                </a:gs>
                <a:gs pos="85714">
                  <a:srgbClr val="000904">
                    <a:alpha val="1902"/>
                  </a:srgbClr>
                </a:gs>
                <a:gs pos="100000">
                  <a:srgbClr val="00090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Splat 558"/>
            <p:cNvSpPr>
              <a:spLocks noGrp="1"/>
            </p:cNvSpPr>
            <p:nvPr/>
          </p:nvSpPr>
          <p:spPr>
            <a:xfrm rot="8537038">
              <a:off x="2402173" y="2017433"/>
              <a:ext cx="973674" cy="111510"/>
            </a:xfrm>
            <a:prstGeom prst="ellipse">
              <a:avLst/>
            </a:prstGeom>
            <a:gradFill>
              <a:gsLst>
                <a:gs pos="0">
                  <a:srgbClr val="F8F8F8">
                    <a:alpha val="14202"/>
                  </a:srgbClr>
                </a:gs>
                <a:gs pos="14286">
                  <a:srgbClr val="F8F8F8">
                    <a:alpha val="13132"/>
                  </a:srgbClr>
                </a:gs>
                <a:gs pos="28571">
                  <a:srgbClr val="F8F8F8">
                    <a:alpha val="10355"/>
                  </a:srgbClr>
                </a:gs>
                <a:gs pos="42857">
                  <a:srgbClr val="F8F8F8">
                    <a:alpha val="6919"/>
                  </a:srgbClr>
                </a:gs>
                <a:gs pos="57143">
                  <a:srgbClr val="F8F8F8">
                    <a:alpha val="3895"/>
                  </a:srgbClr>
                </a:gs>
                <a:gs pos="71429">
                  <a:srgbClr val="F8F8F8">
                    <a:alpha val="1842"/>
                  </a:srgbClr>
                </a:gs>
                <a:gs pos="85714">
                  <a:srgbClr val="F8F8F8">
                    <a:alpha val="733"/>
                  </a:srgbClr>
                </a:gs>
                <a:gs pos="100000">
                  <a:srgbClr val="F8F8F8">
                    <a:alpha val="2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Splat 559"/>
            <p:cNvSpPr>
              <a:spLocks noGrp="1"/>
            </p:cNvSpPr>
            <p:nvPr/>
          </p:nvSpPr>
          <p:spPr>
            <a:xfrm rot="7148730">
              <a:off x="2026888" y="2029261"/>
              <a:ext cx="448256" cy="80634"/>
            </a:xfrm>
            <a:prstGeom prst="ellipse">
              <a:avLst/>
            </a:prstGeom>
            <a:gradFill>
              <a:gsLst>
                <a:gs pos="0">
                  <a:srgbClr val="F8F8F8">
                    <a:alpha val="19510"/>
                  </a:srgbClr>
                </a:gs>
                <a:gs pos="14286">
                  <a:srgbClr val="F8F8F8">
                    <a:alpha val="18084"/>
                  </a:srgbClr>
                </a:gs>
                <a:gs pos="28571">
                  <a:srgbClr val="F8F8F8">
                    <a:alpha val="14349"/>
                  </a:srgbClr>
                </a:gs>
                <a:gs pos="42857">
                  <a:srgbClr val="F8F8F8">
                    <a:alpha val="9660"/>
                  </a:srgbClr>
                </a:gs>
                <a:gs pos="57143">
                  <a:srgbClr val="F8F8F8">
                    <a:alpha val="5474"/>
                  </a:srgbClr>
                </a:gs>
                <a:gs pos="71429">
                  <a:srgbClr val="F8F8F8">
                    <a:alpha val="2601"/>
                  </a:srgbClr>
                </a:gs>
                <a:gs pos="85714">
                  <a:srgbClr val="F8F8F8">
                    <a:alpha val="1037"/>
                  </a:srgbClr>
                </a:gs>
                <a:gs pos="100000">
                  <a:srgbClr val="F8F8F8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Splat 560"/>
            <p:cNvSpPr>
              <a:spLocks noGrp="1"/>
            </p:cNvSpPr>
            <p:nvPr/>
          </p:nvSpPr>
          <p:spPr>
            <a:xfrm rot="5582969">
              <a:off x="2766857" y="380071"/>
              <a:ext cx="544352" cy="457710"/>
            </a:xfrm>
            <a:prstGeom prst="ellipse">
              <a:avLst/>
            </a:prstGeom>
            <a:gradFill>
              <a:gsLst>
                <a:gs pos="0">
                  <a:srgbClr val="220023">
                    <a:alpha val="5035"/>
                  </a:srgbClr>
                </a:gs>
                <a:gs pos="14286">
                  <a:srgbClr val="220023">
                    <a:alpha val="4638"/>
                  </a:srgbClr>
                </a:gs>
                <a:gs pos="28571">
                  <a:srgbClr val="220023">
                    <a:alpha val="3620"/>
                  </a:srgbClr>
                </a:gs>
                <a:gs pos="42857">
                  <a:srgbClr val="220023">
                    <a:alpha val="2389"/>
                  </a:srgbClr>
                </a:gs>
                <a:gs pos="57143">
                  <a:srgbClr val="220023">
                    <a:alpha val="1331"/>
                  </a:srgbClr>
                </a:gs>
                <a:gs pos="71429">
                  <a:srgbClr val="220023">
                    <a:alpha val="625"/>
                  </a:srgbClr>
                </a:gs>
                <a:gs pos="85714">
                  <a:srgbClr val="220023">
                    <a:alpha val="248"/>
                  </a:srgbClr>
                </a:gs>
                <a:gs pos="100000">
                  <a:srgbClr val="220023">
                    <a:alpha val="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Splat 561"/>
            <p:cNvSpPr>
              <a:spLocks noGrp="1"/>
            </p:cNvSpPr>
            <p:nvPr/>
          </p:nvSpPr>
          <p:spPr>
            <a:xfrm rot="5357047">
              <a:off x="652913" y="1734530"/>
              <a:ext cx="515960" cy="401310"/>
            </a:xfrm>
            <a:prstGeom prst="ellipse">
              <a:avLst/>
            </a:prstGeom>
            <a:gradFill>
              <a:gsLst>
                <a:gs pos="0">
                  <a:srgbClr val="9C9796">
                    <a:alpha val="26778"/>
                  </a:srgbClr>
                </a:gs>
                <a:gs pos="14286">
                  <a:srgbClr val="9C9796">
                    <a:alpha val="24909"/>
                  </a:srgbClr>
                </a:gs>
                <a:gs pos="28571">
                  <a:srgbClr val="9C9796">
                    <a:alpha val="19943"/>
                  </a:srgbClr>
                </a:gs>
                <a:gs pos="42857">
                  <a:srgbClr val="9C9796">
                    <a:alpha val="13575"/>
                  </a:srgbClr>
                </a:gs>
                <a:gs pos="57143">
                  <a:srgbClr val="9C9796">
                    <a:alpha val="7766"/>
                  </a:srgbClr>
                </a:gs>
                <a:gs pos="71429">
                  <a:srgbClr val="9C9796">
                    <a:alpha val="3713"/>
                  </a:srgbClr>
                </a:gs>
                <a:gs pos="85714">
                  <a:srgbClr val="9C9796">
                    <a:alpha val="1485"/>
                  </a:srgbClr>
                </a:gs>
                <a:gs pos="100000">
                  <a:srgbClr val="9C9796">
                    <a:alpha val="4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Splat 562"/>
            <p:cNvSpPr>
              <a:spLocks noGrp="1"/>
            </p:cNvSpPr>
            <p:nvPr/>
          </p:nvSpPr>
          <p:spPr>
            <a:xfrm rot="10113955">
              <a:off x="168055" y="3409572"/>
              <a:ext cx="569985" cy="169986"/>
            </a:xfrm>
            <a:prstGeom prst="ellipse">
              <a:avLst/>
            </a:prstGeom>
            <a:gradFill>
              <a:gsLst>
                <a:gs pos="0">
                  <a:srgbClr val="CAC9C9">
                    <a:alpha val="22689"/>
                  </a:srgbClr>
                </a:gs>
                <a:gs pos="14286">
                  <a:srgbClr val="CAC9C9">
                    <a:alpha val="21063"/>
                  </a:srgbClr>
                </a:gs>
                <a:gs pos="28571">
                  <a:srgbClr val="CAC9C9">
                    <a:alpha val="16777"/>
                  </a:srgbClr>
                </a:gs>
                <a:gs pos="42857">
                  <a:srgbClr val="CAC9C9">
                    <a:alpha val="11349"/>
                  </a:srgbClr>
                </a:gs>
                <a:gs pos="57143">
                  <a:srgbClr val="CAC9C9">
                    <a:alpha val="6457"/>
                  </a:srgbClr>
                </a:gs>
                <a:gs pos="71429">
                  <a:srgbClr val="CAC9C9">
                    <a:alpha val="3076"/>
                  </a:srgbClr>
                </a:gs>
                <a:gs pos="85714">
                  <a:srgbClr val="CAC9C9">
                    <a:alpha val="1228"/>
                  </a:srgbClr>
                </a:gs>
                <a:gs pos="100000">
                  <a:srgbClr val="CAC9C9">
                    <a:alpha val="4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Splat 563"/>
            <p:cNvSpPr>
              <a:spLocks noGrp="1"/>
            </p:cNvSpPr>
            <p:nvPr/>
          </p:nvSpPr>
          <p:spPr>
            <a:xfrm rot="10799986">
              <a:off x="1806403" y="52358"/>
              <a:ext cx="61180" cy="61178"/>
            </a:xfrm>
            <a:prstGeom prst="ellipse">
              <a:avLst/>
            </a:prstGeom>
            <a:gradFill>
              <a:gsLst>
                <a:gs pos="0">
                  <a:srgbClr val="00003A">
                    <a:alpha val="16878"/>
                  </a:srgbClr>
                </a:gs>
                <a:gs pos="14286">
                  <a:srgbClr val="00003A">
                    <a:alpha val="15626"/>
                  </a:srgbClr>
                </a:gs>
                <a:gs pos="28571">
                  <a:srgbClr val="00003A">
                    <a:alpha val="12359"/>
                  </a:srgbClr>
                </a:gs>
                <a:gs pos="42857">
                  <a:srgbClr val="00003A">
                    <a:alpha val="8289"/>
                  </a:srgbClr>
                </a:gs>
                <a:gs pos="57143">
                  <a:srgbClr val="00003A">
                    <a:alpha val="4682"/>
                  </a:srgbClr>
                </a:gs>
                <a:gs pos="71429">
                  <a:srgbClr val="00003A">
                    <a:alpha val="2219"/>
                  </a:srgbClr>
                </a:gs>
                <a:gs pos="85714">
                  <a:srgbClr val="00003A">
                    <a:alpha val="884"/>
                  </a:srgbClr>
                </a:gs>
                <a:gs pos="100000">
                  <a:srgbClr val="00003A">
                    <a:alpha val="2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Splat 564"/>
            <p:cNvSpPr>
              <a:spLocks noGrp="1"/>
            </p:cNvSpPr>
            <p:nvPr/>
          </p:nvSpPr>
          <p:spPr>
            <a:xfrm rot="-8143598">
              <a:off x="2199622" y="2836033"/>
              <a:ext cx="474301" cy="151613"/>
            </a:xfrm>
            <a:prstGeom prst="ellipse">
              <a:avLst/>
            </a:prstGeom>
            <a:gradFill>
              <a:gsLst>
                <a:gs pos="0">
                  <a:srgbClr val="E8E8E6">
                    <a:alpha val="19006"/>
                  </a:srgbClr>
                </a:gs>
                <a:gs pos="14286">
                  <a:srgbClr val="E8E8E6">
                    <a:alpha val="17613"/>
                  </a:srgbClr>
                </a:gs>
                <a:gs pos="28571">
                  <a:srgbClr val="E8E8E6">
                    <a:alpha val="13966"/>
                  </a:srgbClr>
                </a:gs>
                <a:gs pos="42857">
                  <a:srgbClr val="E8E8E6">
                    <a:alpha val="9396"/>
                  </a:srgbClr>
                </a:gs>
                <a:gs pos="57143">
                  <a:srgbClr val="E8E8E6">
                    <a:alpha val="5321"/>
                  </a:srgbClr>
                </a:gs>
                <a:gs pos="71429">
                  <a:srgbClr val="E8E8E6">
                    <a:alpha val="2527"/>
                  </a:srgbClr>
                </a:gs>
                <a:gs pos="85714">
                  <a:srgbClr val="E8E8E6">
                    <a:alpha val="1007"/>
                  </a:srgbClr>
                </a:gs>
                <a:gs pos="100000">
                  <a:srgbClr val="E8E8E6">
                    <a:alpha val="3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Splat 565"/>
            <p:cNvSpPr>
              <a:spLocks noGrp="1"/>
            </p:cNvSpPr>
            <p:nvPr/>
          </p:nvSpPr>
          <p:spPr>
            <a:xfrm rot="6330177">
              <a:off x="1093242" y="1395527"/>
              <a:ext cx="1014767" cy="1528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Splat 566"/>
            <p:cNvSpPr>
              <a:spLocks noGrp="1"/>
            </p:cNvSpPr>
            <p:nvPr/>
          </p:nvSpPr>
          <p:spPr>
            <a:xfrm rot="-9303125">
              <a:off x="-226147" y="691684"/>
              <a:ext cx="723425" cy="241994"/>
            </a:xfrm>
            <a:prstGeom prst="ellipse">
              <a:avLst/>
            </a:prstGeom>
            <a:gradFill>
              <a:gsLst>
                <a:gs pos="0">
                  <a:srgbClr val="B3B4B3">
                    <a:alpha val="32298"/>
                  </a:srgbClr>
                </a:gs>
                <a:gs pos="14286">
                  <a:srgbClr val="B3B4B3">
                    <a:alpha val="30128"/>
                  </a:srgbClr>
                </a:gs>
                <a:gs pos="28571">
                  <a:srgbClr val="B3B4B3">
                    <a:alpha val="24298"/>
                  </a:srgbClr>
                </a:gs>
                <a:gs pos="42857">
                  <a:srgbClr val="B3B4B3">
                    <a:alpha val="16689"/>
                  </a:srgbClr>
                </a:gs>
                <a:gs pos="57143">
                  <a:srgbClr val="B3B4B3">
                    <a:alpha val="9622"/>
                  </a:srgbClr>
                </a:gs>
                <a:gs pos="71429">
                  <a:srgbClr val="B3B4B3">
                    <a:alpha val="4625"/>
                  </a:srgbClr>
                </a:gs>
                <a:gs pos="85714">
                  <a:srgbClr val="B3B4B3">
                    <a:alpha val="1855"/>
                  </a:srgbClr>
                </a:gs>
                <a:gs pos="100000">
                  <a:srgbClr val="B3B4B3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Splat 567"/>
            <p:cNvSpPr>
              <a:spLocks noGrp="1"/>
            </p:cNvSpPr>
            <p:nvPr/>
          </p:nvSpPr>
          <p:spPr>
            <a:xfrm rot="10785901">
              <a:off x="1154134" y="1464307"/>
              <a:ext cx="485137" cy="147994"/>
            </a:xfrm>
            <a:prstGeom prst="ellipse">
              <a:avLst/>
            </a:prstGeom>
            <a:gradFill>
              <a:gsLst>
                <a:gs pos="0">
                  <a:srgbClr val="EEEFEE">
                    <a:alpha val="32968"/>
                  </a:srgbClr>
                </a:gs>
                <a:gs pos="14286">
                  <a:srgbClr val="EEEFEE">
                    <a:alpha val="30764"/>
                  </a:srgbClr>
                </a:gs>
                <a:gs pos="28571">
                  <a:srgbClr val="EEEFEE">
                    <a:alpha val="24833"/>
                  </a:srgbClr>
                </a:gs>
                <a:gs pos="42857">
                  <a:srgbClr val="EEEFEE">
                    <a:alpha val="17075"/>
                  </a:srgbClr>
                </a:gs>
                <a:gs pos="57143">
                  <a:srgbClr val="EEEFEE">
                    <a:alpha val="9855"/>
                  </a:srgbClr>
                </a:gs>
                <a:gs pos="71429">
                  <a:srgbClr val="EEEFEE">
                    <a:alpha val="4740"/>
                  </a:srgbClr>
                </a:gs>
                <a:gs pos="85714">
                  <a:srgbClr val="EEEFEE">
                    <a:alpha val="1902"/>
                  </a:srgbClr>
                </a:gs>
                <a:gs pos="100000">
                  <a:srgbClr val="EEEF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Splat 568"/>
            <p:cNvSpPr>
              <a:spLocks noGrp="1"/>
            </p:cNvSpPr>
            <p:nvPr/>
          </p:nvSpPr>
          <p:spPr>
            <a:xfrm rot="5399042">
              <a:off x="1920957" y="2406194"/>
              <a:ext cx="59656" cy="59426"/>
            </a:xfrm>
            <a:prstGeom prst="ellipse">
              <a:avLst/>
            </a:prstGeom>
            <a:gradFill>
              <a:gsLst>
                <a:gs pos="0">
                  <a:srgbClr val="00002D">
                    <a:alpha val="17228"/>
                  </a:srgbClr>
                </a:gs>
                <a:gs pos="14286">
                  <a:srgbClr val="00002D">
                    <a:alpha val="15953"/>
                  </a:srgbClr>
                </a:gs>
                <a:gs pos="28571">
                  <a:srgbClr val="00002D">
                    <a:alpha val="12623"/>
                  </a:srgbClr>
                </a:gs>
                <a:gs pos="42857">
                  <a:srgbClr val="00002D">
                    <a:alpha val="8471"/>
                  </a:srgbClr>
                </a:gs>
                <a:gs pos="57143">
                  <a:srgbClr val="00002D">
                    <a:alpha val="4786"/>
                  </a:srgbClr>
                </a:gs>
                <a:gs pos="71429">
                  <a:srgbClr val="00002D">
                    <a:alpha val="2270"/>
                  </a:srgbClr>
                </a:gs>
                <a:gs pos="85714">
                  <a:srgbClr val="00002D">
                    <a:alpha val="904"/>
                  </a:srgbClr>
                </a:gs>
                <a:gs pos="100000">
                  <a:srgbClr val="00002D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Splat 569"/>
            <p:cNvSpPr>
              <a:spLocks noGrp="1"/>
            </p:cNvSpPr>
            <p:nvPr/>
          </p:nvSpPr>
          <p:spPr>
            <a:xfrm rot="4187128">
              <a:off x="2191190" y="743100"/>
              <a:ext cx="774287" cy="332732"/>
            </a:xfrm>
            <a:prstGeom prst="ellipse">
              <a:avLst/>
            </a:prstGeom>
            <a:gradFill>
              <a:gsLst>
                <a:gs pos="0">
                  <a:srgbClr val="000000">
                    <a:alpha val="30939"/>
                  </a:srgbClr>
                </a:gs>
                <a:gs pos="14286">
                  <a:srgbClr val="000000">
                    <a:alpha val="28840"/>
                  </a:srgbClr>
                </a:gs>
                <a:gs pos="28571">
                  <a:srgbClr val="000000">
                    <a:alpha val="23216"/>
                  </a:srgbClr>
                </a:gs>
                <a:gs pos="42857">
                  <a:srgbClr val="000000">
                    <a:alpha val="15910"/>
                  </a:srgbClr>
                </a:gs>
                <a:gs pos="57143">
                  <a:srgbClr val="000000">
                    <a:alpha val="9155"/>
                  </a:srgbClr>
                </a:gs>
                <a:gs pos="71429">
                  <a:srgbClr val="000000">
                    <a:alpha val="4395"/>
                  </a:srgbClr>
                </a:gs>
                <a:gs pos="85714">
                  <a:srgbClr val="000000">
                    <a:alpha val="1762"/>
                  </a:srgbClr>
                </a:gs>
                <a:gs pos="100000">
                  <a:srgbClr val="000000">
                    <a:alpha val="5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Splat 570"/>
            <p:cNvSpPr>
              <a:spLocks noGrp="1"/>
            </p:cNvSpPr>
            <p:nvPr/>
          </p:nvSpPr>
          <p:spPr>
            <a:xfrm rot="-10739118">
              <a:off x="2247078" y="3375039"/>
              <a:ext cx="407078" cy="235899"/>
            </a:xfrm>
            <a:prstGeom prst="ellipse">
              <a:avLst/>
            </a:prstGeom>
            <a:gradFill>
              <a:gsLst>
                <a:gs pos="0">
                  <a:srgbClr val="E4E2E4">
                    <a:alpha val="16473"/>
                  </a:srgbClr>
                </a:gs>
                <a:gs pos="14286">
                  <a:srgbClr val="E4E2E4">
                    <a:alpha val="15248"/>
                  </a:srgbClr>
                </a:gs>
                <a:gs pos="28571">
                  <a:srgbClr val="E4E2E4">
                    <a:alpha val="12055"/>
                  </a:srgbClr>
                </a:gs>
                <a:gs pos="42857">
                  <a:srgbClr val="E4E2E4">
                    <a:alpha val="8080"/>
                  </a:srgbClr>
                </a:gs>
                <a:gs pos="57143">
                  <a:srgbClr val="E4E2E4">
                    <a:alpha val="4561"/>
                  </a:srgbClr>
                </a:gs>
                <a:gs pos="71429">
                  <a:srgbClr val="E4E2E4">
                    <a:alpha val="2162"/>
                  </a:srgbClr>
                </a:gs>
                <a:gs pos="85714">
                  <a:srgbClr val="E4E2E4">
                    <a:alpha val="860"/>
                  </a:srgbClr>
                </a:gs>
                <a:gs pos="100000">
                  <a:srgbClr val="E4E2E4">
                    <a:alpha val="28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Splat 571"/>
            <p:cNvSpPr>
              <a:spLocks noGrp="1"/>
            </p:cNvSpPr>
            <p:nvPr/>
          </p:nvSpPr>
          <p:spPr>
            <a:xfrm rot="-10218954">
              <a:off x="1645808" y="3371595"/>
              <a:ext cx="742725" cy="302763"/>
            </a:xfrm>
            <a:prstGeom prst="ellipse">
              <a:avLst/>
            </a:prstGeom>
            <a:gradFill>
              <a:gsLst>
                <a:gs pos="0">
                  <a:srgbClr val="00030C">
                    <a:alpha val="23976"/>
                  </a:srgbClr>
                </a:gs>
                <a:gs pos="14286">
                  <a:srgbClr val="00030C">
                    <a:alpha val="22272"/>
                  </a:srgbClr>
                </a:gs>
                <a:gs pos="28571">
                  <a:srgbClr val="00030C">
                    <a:alpha val="17768"/>
                  </a:srgbClr>
                </a:gs>
                <a:gs pos="42857">
                  <a:srgbClr val="00030C">
                    <a:alpha val="12043"/>
                  </a:srgbClr>
                </a:gs>
                <a:gs pos="57143">
                  <a:srgbClr val="00030C">
                    <a:alpha val="6863"/>
                  </a:srgbClr>
                </a:gs>
                <a:gs pos="71429">
                  <a:srgbClr val="00030C">
                    <a:alpha val="3273"/>
                  </a:srgbClr>
                </a:gs>
                <a:gs pos="85714">
                  <a:srgbClr val="00030C">
                    <a:alpha val="1307"/>
                  </a:srgbClr>
                </a:gs>
                <a:gs pos="100000">
                  <a:srgbClr val="00030C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Splat 572"/>
            <p:cNvSpPr>
              <a:spLocks noGrp="1"/>
            </p:cNvSpPr>
            <p:nvPr/>
          </p:nvSpPr>
          <p:spPr>
            <a:xfrm rot="5192382">
              <a:off x="3265877" y="1358589"/>
              <a:ext cx="754536" cy="347793"/>
            </a:xfrm>
            <a:prstGeom prst="ellipse">
              <a:avLst/>
            </a:prstGeom>
            <a:gradFill>
              <a:gsLst>
                <a:gs pos="0">
                  <a:srgbClr val="5D6263">
                    <a:alpha val="29505"/>
                  </a:srgbClr>
                </a:gs>
                <a:gs pos="14286">
                  <a:srgbClr val="5D6263">
                    <a:alpha val="27483"/>
                  </a:srgbClr>
                </a:gs>
                <a:gs pos="28571">
                  <a:srgbClr val="5D6263">
                    <a:alpha val="22082"/>
                  </a:srgbClr>
                </a:gs>
                <a:gs pos="42857">
                  <a:srgbClr val="5D6263">
                    <a:alpha val="15097"/>
                  </a:srgbClr>
                </a:gs>
                <a:gs pos="57143">
                  <a:srgbClr val="5D6263">
                    <a:alpha val="8669"/>
                  </a:srgbClr>
                </a:gs>
                <a:gs pos="71429">
                  <a:srgbClr val="5D6263">
                    <a:alpha val="4156"/>
                  </a:srgbClr>
                </a:gs>
                <a:gs pos="85714">
                  <a:srgbClr val="5D6263">
                    <a:alpha val="1665"/>
                  </a:srgbClr>
                </a:gs>
                <a:gs pos="100000">
                  <a:srgbClr val="5D6263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Splat 573"/>
            <p:cNvSpPr>
              <a:spLocks noGrp="1"/>
            </p:cNvSpPr>
            <p:nvPr/>
          </p:nvSpPr>
          <p:spPr>
            <a:xfrm rot="-9924368">
              <a:off x="2960476" y="1123987"/>
              <a:ext cx="968226" cy="337053"/>
            </a:xfrm>
            <a:prstGeom prst="ellipse">
              <a:avLst/>
            </a:prstGeom>
            <a:gradFill>
              <a:gsLst>
                <a:gs pos="0">
                  <a:srgbClr val="000414">
                    <a:alpha val="31653"/>
                  </a:srgbClr>
                </a:gs>
                <a:gs pos="14286">
                  <a:srgbClr val="000414">
                    <a:alpha val="29517"/>
                  </a:srgbClr>
                </a:gs>
                <a:gs pos="28571">
                  <a:srgbClr val="000414">
                    <a:alpha val="23784"/>
                  </a:srgbClr>
                </a:gs>
                <a:gs pos="42857">
                  <a:srgbClr val="000414">
                    <a:alpha val="16318"/>
                  </a:srgbClr>
                </a:gs>
                <a:gs pos="57143">
                  <a:srgbClr val="000414">
                    <a:alpha val="9400"/>
                  </a:srgbClr>
                </a:gs>
                <a:gs pos="71429">
                  <a:srgbClr val="000414">
                    <a:alpha val="4515"/>
                  </a:srgbClr>
                </a:gs>
                <a:gs pos="85714">
                  <a:srgbClr val="000414">
                    <a:alpha val="1811"/>
                  </a:srgbClr>
                </a:gs>
                <a:gs pos="100000">
                  <a:srgbClr val="000414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Splat 574"/>
            <p:cNvSpPr>
              <a:spLocks noGrp="1"/>
            </p:cNvSpPr>
            <p:nvPr/>
          </p:nvSpPr>
          <p:spPr>
            <a:xfrm rot="-8505249">
              <a:off x="2816081" y="-87999"/>
              <a:ext cx="527555" cy="494787"/>
            </a:xfrm>
            <a:prstGeom prst="ellipse">
              <a:avLst/>
            </a:prstGeom>
            <a:gradFill>
              <a:gsLst>
                <a:gs pos="0">
                  <a:srgbClr val="000005">
                    <a:alpha val="8358"/>
                  </a:srgbClr>
                </a:gs>
                <a:gs pos="14286">
                  <a:srgbClr val="000005">
                    <a:alpha val="7709"/>
                  </a:srgbClr>
                </a:gs>
                <a:gs pos="28571">
                  <a:srgbClr val="000005">
                    <a:alpha val="6039"/>
                  </a:srgbClr>
                </a:gs>
                <a:gs pos="42857">
                  <a:srgbClr val="000005">
                    <a:alpha val="4003"/>
                  </a:srgbClr>
                </a:gs>
                <a:gs pos="57143">
                  <a:srgbClr val="000005">
                    <a:alpha val="2238"/>
                  </a:srgbClr>
                </a:gs>
                <a:gs pos="71429">
                  <a:srgbClr val="000005">
                    <a:alpha val="1054"/>
                  </a:srgbClr>
                </a:gs>
                <a:gs pos="85714">
                  <a:srgbClr val="000005">
                    <a:alpha val="418"/>
                  </a:srgbClr>
                </a:gs>
                <a:gs pos="100000">
                  <a:srgbClr val="000005">
                    <a:alpha val="14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Splat 575"/>
            <p:cNvSpPr>
              <a:spLocks noGrp="1"/>
            </p:cNvSpPr>
            <p:nvPr/>
          </p:nvSpPr>
          <p:spPr>
            <a:xfrm rot="-8425559">
              <a:off x="2240272" y="2993846"/>
              <a:ext cx="385261" cy="566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Splat 576"/>
            <p:cNvSpPr>
              <a:spLocks noGrp="1"/>
            </p:cNvSpPr>
            <p:nvPr/>
          </p:nvSpPr>
          <p:spPr>
            <a:xfrm rot="-9087490">
              <a:off x="1927890" y="721398"/>
              <a:ext cx="486470" cy="373561"/>
            </a:xfrm>
            <a:prstGeom prst="ellipse">
              <a:avLst/>
            </a:prstGeom>
            <a:gradFill>
              <a:gsLst>
                <a:gs pos="0">
                  <a:srgbClr val="000000">
                    <a:alpha val="12780"/>
                  </a:srgbClr>
                </a:gs>
                <a:gs pos="14286">
                  <a:srgbClr val="000000">
                    <a:alpha val="11810"/>
                  </a:srgbClr>
                </a:gs>
                <a:gs pos="28571">
                  <a:srgbClr val="000000">
                    <a:alpha val="9297"/>
                  </a:srgbClr>
                </a:gs>
                <a:gs pos="42857">
                  <a:srgbClr val="000000">
                    <a:alpha val="6200"/>
                  </a:srgbClr>
                </a:gs>
                <a:gs pos="57143">
                  <a:srgbClr val="000000">
                    <a:alpha val="3484"/>
                  </a:srgbClr>
                </a:gs>
                <a:gs pos="71429">
                  <a:srgbClr val="000000">
                    <a:alpha val="1646"/>
                  </a:srgbClr>
                </a:gs>
                <a:gs pos="85714">
                  <a:srgbClr val="000000">
                    <a:alpha val="654"/>
                  </a:srgbClr>
                </a:gs>
                <a:gs pos="100000">
                  <a:srgbClr val="000000">
                    <a:alpha val="21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Splat 577"/>
            <p:cNvSpPr>
              <a:spLocks noGrp="1"/>
            </p:cNvSpPr>
            <p:nvPr/>
          </p:nvSpPr>
          <p:spPr>
            <a:xfrm rot="3625301">
              <a:off x="1005314" y="1343725"/>
              <a:ext cx="791053" cy="243625"/>
            </a:xfrm>
            <a:prstGeom prst="ellipse">
              <a:avLst/>
            </a:prstGeom>
            <a:gradFill>
              <a:gsLst>
                <a:gs pos="0">
                  <a:srgbClr val="000000">
                    <a:alpha val="20336"/>
                  </a:srgbClr>
                </a:gs>
                <a:gs pos="14286">
                  <a:srgbClr val="000000">
                    <a:alpha val="18858"/>
                  </a:srgbClr>
                </a:gs>
                <a:gs pos="28571">
                  <a:srgbClr val="000000">
                    <a:alpha val="14977"/>
                  </a:srgbClr>
                </a:gs>
                <a:gs pos="42857">
                  <a:srgbClr val="000000">
                    <a:alpha val="10096"/>
                  </a:srgbClr>
                </a:gs>
                <a:gs pos="57143">
                  <a:srgbClr val="000000">
                    <a:alpha val="5726"/>
                  </a:srgbClr>
                </a:gs>
                <a:gs pos="71429">
                  <a:srgbClr val="000000">
                    <a:alpha val="2723"/>
                  </a:srgbClr>
                </a:gs>
                <a:gs pos="85714">
                  <a:srgbClr val="000000">
                    <a:alpha val="1086"/>
                  </a:srgbClr>
                </a:gs>
                <a:gs pos="100000">
                  <a:srgbClr val="000000">
                    <a:alpha val="3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Splat 578"/>
            <p:cNvSpPr>
              <a:spLocks noGrp="1"/>
            </p:cNvSpPr>
            <p:nvPr/>
          </p:nvSpPr>
          <p:spPr>
            <a:xfrm rot="-9252333">
              <a:off x="1910467" y="2859326"/>
              <a:ext cx="572522" cy="434661"/>
            </a:xfrm>
            <a:prstGeom prst="ellipse">
              <a:avLst/>
            </a:prstGeom>
            <a:gradFill>
              <a:gsLst>
                <a:gs pos="0">
                  <a:srgbClr val="DCDCDC">
                    <a:alpha val="3698"/>
                  </a:srgbClr>
                </a:gs>
                <a:gs pos="14286">
                  <a:srgbClr val="DCDCDC">
                    <a:alpha val="3404"/>
                  </a:srgbClr>
                </a:gs>
                <a:gs pos="28571">
                  <a:srgbClr val="DCDCDC">
                    <a:alpha val="2653"/>
                  </a:srgbClr>
                </a:gs>
                <a:gs pos="42857">
                  <a:srgbClr val="DCDCDC">
                    <a:alpha val="1749"/>
                  </a:srgbClr>
                </a:gs>
                <a:gs pos="57143">
                  <a:srgbClr val="DCDCDC">
                    <a:alpha val="973"/>
                  </a:srgbClr>
                </a:gs>
                <a:gs pos="71429">
                  <a:srgbClr val="DCDCDC">
                    <a:alpha val="456"/>
                  </a:srgbClr>
                </a:gs>
                <a:gs pos="85714">
                  <a:srgbClr val="DCDCDC">
                    <a:alpha val="181"/>
                  </a:srgbClr>
                </a:gs>
                <a:gs pos="100000">
                  <a:srgbClr val="DCDCDC">
                    <a:alpha val="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Splat 579"/>
            <p:cNvSpPr>
              <a:spLocks noGrp="1"/>
            </p:cNvSpPr>
            <p:nvPr/>
          </p:nvSpPr>
          <p:spPr>
            <a:xfrm rot="5839815">
              <a:off x="989689" y="1687080"/>
              <a:ext cx="722437" cy="401263"/>
            </a:xfrm>
            <a:prstGeom prst="ellipse">
              <a:avLst/>
            </a:prstGeom>
            <a:gradFill>
              <a:gsLst>
                <a:gs pos="0">
                  <a:srgbClr val="000000">
                    <a:alpha val="2670"/>
                  </a:srgbClr>
                </a:gs>
                <a:gs pos="14286">
                  <a:srgbClr val="000000">
                    <a:alpha val="2457"/>
                  </a:srgbClr>
                </a:gs>
                <a:gs pos="28571">
                  <a:srgbClr val="000000">
                    <a:alpha val="1913"/>
                  </a:srgbClr>
                </a:gs>
                <a:gs pos="42857">
                  <a:srgbClr val="000000">
                    <a:alpha val="1259"/>
                  </a:srgbClr>
                </a:gs>
                <a:gs pos="57143">
                  <a:srgbClr val="000000">
                    <a:alpha val="700"/>
                  </a:srgbClr>
                </a:gs>
                <a:gs pos="71429">
                  <a:srgbClr val="000000">
                    <a:alpha val="328"/>
                  </a:srgbClr>
                </a:gs>
                <a:gs pos="85714">
                  <a:srgbClr val="000000">
                    <a:alpha val="130"/>
                  </a:srgbClr>
                </a:gs>
                <a:gs pos="100000">
                  <a:srgbClr val="000000">
                    <a:alpha val="4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Splat 580"/>
            <p:cNvSpPr>
              <a:spLocks noGrp="1"/>
            </p:cNvSpPr>
            <p:nvPr/>
          </p:nvSpPr>
          <p:spPr>
            <a:xfrm rot="5384451">
              <a:off x="1674168" y="49931"/>
              <a:ext cx="56729" cy="56611"/>
            </a:xfrm>
            <a:prstGeom prst="ellipse">
              <a:avLst/>
            </a:prstGeom>
            <a:gradFill>
              <a:gsLst>
                <a:gs pos="0">
                  <a:srgbClr val="BBBAB1">
                    <a:alpha val="16812"/>
                  </a:srgbClr>
                </a:gs>
                <a:gs pos="14286">
                  <a:srgbClr val="BBBAB1">
                    <a:alpha val="15564"/>
                  </a:srgbClr>
                </a:gs>
                <a:gs pos="28571">
                  <a:srgbClr val="BBBAB1">
                    <a:alpha val="12310"/>
                  </a:srgbClr>
                </a:gs>
                <a:gs pos="42857">
                  <a:srgbClr val="BBBAB1">
                    <a:alpha val="8255"/>
                  </a:srgbClr>
                </a:gs>
                <a:gs pos="57143">
                  <a:srgbClr val="BBBAB1">
                    <a:alpha val="4662"/>
                  </a:srgbClr>
                </a:gs>
                <a:gs pos="71429">
                  <a:srgbClr val="BBBAB1">
                    <a:alpha val="2210"/>
                  </a:srgbClr>
                </a:gs>
                <a:gs pos="85714">
                  <a:srgbClr val="BBBAB1">
                    <a:alpha val="880"/>
                  </a:srgbClr>
                </a:gs>
                <a:gs pos="100000">
                  <a:srgbClr val="BBBAB1">
                    <a:alpha val="2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Splat 581"/>
            <p:cNvSpPr>
              <a:spLocks noGrp="1"/>
            </p:cNvSpPr>
            <p:nvPr/>
          </p:nvSpPr>
          <p:spPr>
            <a:xfrm rot="5846270">
              <a:off x="1046555" y="1047205"/>
              <a:ext cx="505557" cy="53898"/>
            </a:xfrm>
            <a:prstGeom prst="ellipse">
              <a:avLst/>
            </a:prstGeom>
            <a:gradFill>
              <a:gsLst>
                <a:gs pos="0">
                  <a:srgbClr val="F8F4F3">
                    <a:alpha val="32968"/>
                  </a:srgbClr>
                </a:gs>
                <a:gs pos="14286">
                  <a:srgbClr val="F8F4F3">
                    <a:alpha val="30764"/>
                  </a:srgbClr>
                </a:gs>
                <a:gs pos="28571">
                  <a:srgbClr val="F8F4F3">
                    <a:alpha val="24833"/>
                  </a:srgbClr>
                </a:gs>
                <a:gs pos="42857">
                  <a:srgbClr val="F8F4F3">
                    <a:alpha val="17075"/>
                  </a:srgbClr>
                </a:gs>
                <a:gs pos="57143">
                  <a:srgbClr val="F8F4F3">
                    <a:alpha val="9855"/>
                  </a:srgbClr>
                </a:gs>
                <a:gs pos="71429">
                  <a:srgbClr val="F8F4F3">
                    <a:alpha val="4740"/>
                  </a:srgbClr>
                </a:gs>
                <a:gs pos="85714">
                  <a:srgbClr val="F8F4F3">
                    <a:alpha val="1902"/>
                  </a:srgbClr>
                </a:gs>
                <a:gs pos="100000">
                  <a:srgbClr val="F8F4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Splat 582"/>
            <p:cNvSpPr>
              <a:spLocks noGrp="1"/>
            </p:cNvSpPr>
            <p:nvPr/>
          </p:nvSpPr>
          <p:spPr>
            <a:xfrm rot="3183929">
              <a:off x="2507102" y="2098975"/>
              <a:ext cx="561841" cy="60192"/>
            </a:xfrm>
            <a:prstGeom prst="ellipse">
              <a:avLst/>
            </a:prstGeom>
            <a:gradFill>
              <a:gsLst>
                <a:gs pos="0">
                  <a:srgbClr val="BAB6B9">
                    <a:alpha val="32968"/>
                  </a:srgbClr>
                </a:gs>
                <a:gs pos="14286">
                  <a:srgbClr val="BAB6B9">
                    <a:alpha val="30764"/>
                  </a:srgbClr>
                </a:gs>
                <a:gs pos="28571">
                  <a:srgbClr val="BAB6B9">
                    <a:alpha val="24833"/>
                  </a:srgbClr>
                </a:gs>
                <a:gs pos="42857">
                  <a:srgbClr val="BAB6B9">
                    <a:alpha val="17075"/>
                  </a:srgbClr>
                </a:gs>
                <a:gs pos="57143">
                  <a:srgbClr val="BAB6B9">
                    <a:alpha val="9855"/>
                  </a:srgbClr>
                </a:gs>
                <a:gs pos="71429">
                  <a:srgbClr val="BAB6B9">
                    <a:alpha val="4740"/>
                  </a:srgbClr>
                </a:gs>
                <a:gs pos="85714">
                  <a:srgbClr val="BAB6B9">
                    <a:alpha val="1902"/>
                  </a:srgbClr>
                </a:gs>
                <a:gs pos="100000">
                  <a:srgbClr val="BAB6B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Splat 583"/>
            <p:cNvSpPr>
              <a:spLocks noGrp="1"/>
            </p:cNvSpPr>
            <p:nvPr/>
          </p:nvSpPr>
          <p:spPr>
            <a:xfrm rot="5293492">
              <a:off x="562771" y="2985804"/>
              <a:ext cx="441390" cy="441023"/>
            </a:xfrm>
            <a:prstGeom prst="ellipse">
              <a:avLst/>
            </a:prstGeom>
            <a:gradFill>
              <a:gsLst>
                <a:gs pos="0">
                  <a:srgbClr val="130006">
                    <a:alpha val="5179"/>
                  </a:srgbClr>
                </a:gs>
                <a:gs pos="14286">
                  <a:srgbClr val="130006">
                    <a:alpha val="4770"/>
                  </a:srgbClr>
                </a:gs>
                <a:gs pos="28571">
                  <a:srgbClr val="130006">
                    <a:alpha val="3724"/>
                  </a:srgbClr>
                </a:gs>
                <a:gs pos="42857">
                  <a:srgbClr val="130006">
                    <a:alpha val="2459"/>
                  </a:srgbClr>
                </a:gs>
                <a:gs pos="57143">
                  <a:srgbClr val="130006">
                    <a:alpha val="1370"/>
                  </a:srgbClr>
                </a:gs>
                <a:gs pos="71429">
                  <a:srgbClr val="130006">
                    <a:alpha val="644"/>
                  </a:srgbClr>
                </a:gs>
                <a:gs pos="85714">
                  <a:srgbClr val="130006">
                    <a:alpha val="255"/>
                  </a:srgbClr>
                </a:gs>
                <a:gs pos="100000">
                  <a:srgbClr val="130006">
                    <a:alpha val="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Splat 584"/>
            <p:cNvSpPr>
              <a:spLocks noGrp="1"/>
            </p:cNvSpPr>
            <p:nvPr/>
          </p:nvSpPr>
          <p:spPr>
            <a:xfrm rot="3319608">
              <a:off x="1533919" y="3102083"/>
              <a:ext cx="350655" cy="267329"/>
            </a:xfrm>
            <a:prstGeom prst="ellipse">
              <a:avLst/>
            </a:prstGeom>
            <a:gradFill>
              <a:gsLst>
                <a:gs pos="0">
                  <a:srgbClr val="A1A2A0">
                    <a:alpha val="32968"/>
                  </a:srgbClr>
                </a:gs>
                <a:gs pos="14286">
                  <a:srgbClr val="A1A2A0">
                    <a:alpha val="30764"/>
                  </a:srgbClr>
                </a:gs>
                <a:gs pos="28571">
                  <a:srgbClr val="A1A2A0">
                    <a:alpha val="24833"/>
                  </a:srgbClr>
                </a:gs>
                <a:gs pos="42857">
                  <a:srgbClr val="A1A2A0">
                    <a:alpha val="17075"/>
                  </a:srgbClr>
                </a:gs>
                <a:gs pos="57143">
                  <a:srgbClr val="A1A2A0">
                    <a:alpha val="9855"/>
                  </a:srgbClr>
                </a:gs>
                <a:gs pos="71429">
                  <a:srgbClr val="A1A2A0">
                    <a:alpha val="4740"/>
                  </a:srgbClr>
                </a:gs>
                <a:gs pos="85714">
                  <a:srgbClr val="A1A2A0">
                    <a:alpha val="1902"/>
                  </a:srgbClr>
                </a:gs>
                <a:gs pos="100000">
                  <a:srgbClr val="A1A2A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Splat 585"/>
            <p:cNvSpPr>
              <a:spLocks noGrp="1"/>
            </p:cNvSpPr>
            <p:nvPr/>
          </p:nvSpPr>
          <p:spPr>
            <a:xfrm rot="5332316">
              <a:off x="583101" y="206958"/>
              <a:ext cx="303937" cy="963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Splat 586"/>
            <p:cNvSpPr>
              <a:spLocks noGrp="1"/>
            </p:cNvSpPr>
            <p:nvPr/>
          </p:nvSpPr>
          <p:spPr>
            <a:xfrm rot="5461363">
              <a:off x="3435990" y="2580881"/>
              <a:ext cx="61866" cy="57406"/>
            </a:xfrm>
            <a:prstGeom prst="ellipse">
              <a:avLst/>
            </a:prstGeom>
            <a:gradFill>
              <a:gsLst>
                <a:gs pos="0">
                  <a:srgbClr val="000000">
                    <a:alpha val="16670"/>
                  </a:srgbClr>
                </a:gs>
                <a:gs pos="14286">
                  <a:srgbClr val="000000">
                    <a:alpha val="15431"/>
                  </a:srgbClr>
                </a:gs>
                <a:gs pos="28571">
                  <a:srgbClr val="000000">
                    <a:alpha val="12203"/>
                  </a:srgbClr>
                </a:gs>
                <a:gs pos="42857">
                  <a:srgbClr val="000000">
                    <a:alpha val="8182"/>
                  </a:srgbClr>
                </a:gs>
                <a:gs pos="57143">
                  <a:srgbClr val="000000">
                    <a:alpha val="4620"/>
                  </a:srgbClr>
                </a:gs>
                <a:gs pos="71429">
                  <a:srgbClr val="000000">
                    <a:alpha val="2190"/>
                  </a:srgbClr>
                </a:gs>
                <a:gs pos="85714">
                  <a:srgbClr val="000000">
                    <a:alpha val="872"/>
                  </a:srgbClr>
                </a:gs>
                <a:gs pos="100000">
                  <a:srgbClr val="000000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Splat 587"/>
            <p:cNvSpPr>
              <a:spLocks noGrp="1"/>
            </p:cNvSpPr>
            <p:nvPr/>
          </p:nvSpPr>
          <p:spPr>
            <a:xfrm rot="-9836670">
              <a:off x="387102" y="1087253"/>
              <a:ext cx="450500" cy="334508"/>
            </a:xfrm>
            <a:prstGeom prst="ellipse">
              <a:avLst/>
            </a:prstGeom>
            <a:gradFill>
              <a:gsLst>
                <a:gs pos="0">
                  <a:srgbClr val="110000">
                    <a:alpha val="32968"/>
                  </a:srgbClr>
                </a:gs>
                <a:gs pos="14286">
                  <a:srgbClr val="110000">
                    <a:alpha val="30764"/>
                  </a:srgbClr>
                </a:gs>
                <a:gs pos="28571">
                  <a:srgbClr val="110000">
                    <a:alpha val="24833"/>
                  </a:srgbClr>
                </a:gs>
                <a:gs pos="42857">
                  <a:srgbClr val="110000">
                    <a:alpha val="17075"/>
                  </a:srgbClr>
                </a:gs>
                <a:gs pos="57143">
                  <a:srgbClr val="110000">
                    <a:alpha val="9855"/>
                  </a:srgbClr>
                </a:gs>
                <a:gs pos="71429">
                  <a:srgbClr val="110000">
                    <a:alpha val="4740"/>
                  </a:srgbClr>
                </a:gs>
                <a:gs pos="85714">
                  <a:srgbClr val="110000">
                    <a:alpha val="1902"/>
                  </a:srgbClr>
                </a:gs>
                <a:gs pos="100000">
                  <a:srgbClr val="11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Splat 588"/>
            <p:cNvSpPr>
              <a:spLocks noGrp="1"/>
            </p:cNvSpPr>
            <p:nvPr/>
          </p:nvSpPr>
          <p:spPr>
            <a:xfrm rot="-9669205">
              <a:off x="2043835" y="1106195"/>
              <a:ext cx="673928" cy="1185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Splat 589"/>
            <p:cNvSpPr>
              <a:spLocks noGrp="1"/>
            </p:cNvSpPr>
            <p:nvPr/>
          </p:nvSpPr>
          <p:spPr>
            <a:xfrm rot="4329413">
              <a:off x="568661" y="70952"/>
              <a:ext cx="719287" cy="104768"/>
            </a:xfrm>
            <a:prstGeom prst="ellipse">
              <a:avLst/>
            </a:prstGeom>
            <a:gradFill>
              <a:gsLst>
                <a:gs pos="0">
                  <a:srgbClr val="F9FAF9">
                    <a:alpha val="21814"/>
                  </a:srgbClr>
                </a:gs>
                <a:gs pos="14286">
                  <a:srgbClr val="F9FAF9">
                    <a:alpha val="20242"/>
                  </a:srgbClr>
                </a:gs>
                <a:gs pos="28571">
                  <a:srgbClr val="F9FAF9">
                    <a:alpha val="16106"/>
                  </a:srgbClr>
                </a:gs>
                <a:gs pos="42857">
                  <a:srgbClr val="F9FAF9">
                    <a:alpha val="10880"/>
                  </a:srgbClr>
                </a:gs>
                <a:gs pos="57143">
                  <a:srgbClr val="F9FAF9">
                    <a:alpha val="6183"/>
                  </a:srgbClr>
                </a:gs>
                <a:gs pos="71429">
                  <a:srgbClr val="F9FAF9">
                    <a:alpha val="2943"/>
                  </a:srgbClr>
                </a:gs>
                <a:gs pos="85714">
                  <a:srgbClr val="F9FAF9">
                    <a:alpha val="1174"/>
                  </a:srgbClr>
                </a:gs>
                <a:gs pos="100000">
                  <a:srgbClr val="F9FAF9">
                    <a:alpha val="3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Splat 590"/>
            <p:cNvSpPr>
              <a:spLocks noGrp="1"/>
            </p:cNvSpPr>
            <p:nvPr/>
          </p:nvSpPr>
          <p:spPr>
            <a:xfrm rot="7494146">
              <a:off x="747263" y="150874"/>
              <a:ext cx="692437" cy="53473"/>
            </a:xfrm>
            <a:prstGeom prst="ellipse">
              <a:avLst/>
            </a:prstGeom>
            <a:gradFill>
              <a:gsLst>
                <a:gs pos="0">
                  <a:srgbClr val="DEDCDE">
                    <a:alpha val="32033"/>
                  </a:srgbClr>
                </a:gs>
                <a:gs pos="14286">
                  <a:srgbClr val="DEDCDE">
                    <a:alpha val="29877"/>
                  </a:srgbClr>
                </a:gs>
                <a:gs pos="28571">
                  <a:srgbClr val="DEDCDE">
                    <a:alpha val="24086"/>
                  </a:srgbClr>
                </a:gs>
                <a:gs pos="42857">
                  <a:srgbClr val="DEDCDE">
                    <a:alpha val="16536"/>
                  </a:srgbClr>
                </a:gs>
                <a:gs pos="57143">
                  <a:srgbClr val="DEDCDE">
                    <a:alpha val="9530"/>
                  </a:srgbClr>
                </a:gs>
                <a:gs pos="71429">
                  <a:srgbClr val="DEDCDE">
                    <a:alpha val="4580"/>
                  </a:srgbClr>
                </a:gs>
                <a:gs pos="85714">
                  <a:srgbClr val="DEDCDE">
                    <a:alpha val="1837"/>
                  </a:srgbClr>
                </a:gs>
                <a:gs pos="100000">
                  <a:srgbClr val="DEDCDE">
                    <a:alpha val="6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Splat 591"/>
            <p:cNvSpPr>
              <a:spLocks noGrp="1"/>
            </p:cNvSpPr>
            <p:nvPr/>
          </p:nvSpPr>
          <p:spPr>
            <a:xfrm rot="6006046">
              <a:off x="1511401" y="1370603"/>
              <a:ext cx="632392" cy="347764"/>
            </a:xfrm>
            <a:prstGeom prst="ellipse">
              <a:avLst/>
            </a:prstGeom>
            <a:gradFill>
              <a:gsLst>
                <a:gs pos="0">
                  <a:srgbClr val="000000">
                    <a:alpha val="22249"/>
                  </a:srgbClr>
                </a:gs>
                <a:gs pos="14286">
                  <a:srgbClr val="000000">
                    <a:alpha val="20650"/>
                  </a:srgbClr>
                </a:gs>
                <a:gs pos="28571">
                  <a:srgbClr val="000000">
                    <a:alpha val="16439"/>
                  </a:srgbClr>
                </a:gs>
                <a:gs pos="42857">
                  <a:srgbClr val="000000">
                    <a:alpha val="11112"/>
                  </a:srgbClr>
                </a:gs>
                <a:gs pos="57143">
                  <a:srgbClr val="000000">
                    <a:alpha val="6319"/>
                  </a:srgbClr>
                </a:gs>
                <a:gs pos="71429">
                  <a:srgbClr val="000000">
                    <a:alpha val="3009"/>
                  </a:srgbClr>
                </a:gs>
                <a:gs pos="85714">
                  <a:srgbClr val="000000">
                    <a:alpha val="1201"/>
                  </a:srgbClr>
                </a:gs>
                <a:gs pos="100000">
                  <a:srgbClr val="000000">
                    <a:alpha val="4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Splat 592"/>
            <p:cNvSpPr>
              <a:spLocks noGrp="1"/>
            </p:cNvSpPr>
            <p:nvPr/>
          </p:nvSpPr>
          <p:spPr>
            <a:xfrm rot="5387252">
              <a:off x="1839449" y="478445"/>
              <a:ext cx="60307" cy="57592"/>
            </a:xfrm>
            <a:prstGeom prst="ellipse">
              <a:avLst/>
            </a:prstGeom>
            <a:gradFill>
              <a:gsLst>
                <a:gs pos="0">
                  <a:srgbClr val="67557D">
                    <a:alpha val="13526"/>
                  </a:srgbClr>
                </a:gs>
                <a:gs pos="14286">
                  <a:srgbClr val="67557D">
                    <a:alpha val="12504"/>
                  </a:srgbClr>
                </a:gs>
                <a:gs pos="28571">
                  <a:srgbClr val="67557D">
                    <a:alpha val="9852"/>
                  </a:srgbClr>
                </a:gs>
                <a:gs pos="42857">
                  <a:srgbClr val="67557D">
                    <a:alpha val="6576"/>
                  </a:srgbClr>
                </a:gs>
                <a:gs pos="57143">
                  <a:srgbClr val="67557D">
                    <a:alpha val="3699"/>
                  </a:srgbClr>
                </a:gs>
                <a:gs pos="71429">
                  <a:srgbClr val="67557D">
                    <a:alpha val="1749"/>
                  </a:srgbClr>
                </a:gs>
                <a:gs pos="85714">
                  <a:srgbClr val="67557D">
                    <a:alpha val="695"/>
                  </a:srgbClr>
                </a:gs>
                <a:gs pos="100000">
                  <a:srgbClr val="67557D">
                    <a:alpha val="2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Splat 593"/>
            <p:cNvSpPr>
              <a:spLocks noGrp="1"/>
            </p:cNvSpPr>
            <p:nvPr/>
          </p:nvSpPr>
          <p:spPr>
            <a:xfrm rot="4091804">
              <a:off x="2855769" y="1806196"/>
              <a:ext cx="633644" cy="771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Splat 594"/>
            <p:cNvSpPr>
              <a:spLocks noGrp="1"/>
            </p:cNvSpPr>
            <p:nvPr/>
          </p:nvSpPr>
          <p:spPr>
            <a:xfrm rot="-9637952">
              <a:off x="2855201" y="2654505"/>
              <a:ext cx="889429" cy="57585"/>
            </a:xfrm>
            <a:prstGeom prst="ellipse">
              <a:avLst/>
            </a:prstGeom>
            <a:gradFill>
              <a:gsLst>
                <a:gs pos="0">
                  <a:srgbClr val="EDEDEC">
                    <a:alpha val="27467"/>
                  </a:srgbClr>
                </a:gs>
                <a:gs pos="14286">
                  <a:srgbClr val="EDEDEC">
                    <a:alpha val="25558"/>
                  </a:srgbClr>
                </a:gs>
                <a:gs pos="28571">
                  <a:srgbClr val="EDEDEC">
                    <a:alpha val="20481"/>
                  </a:srgbClr>
                </a:gs>
                <a:gs pos="42857">
                  <a:srgbClr val="EDEDEC">
                    <a:alpha val="13956"/>
                  </a:srgbClr>
                </a:gs>
                <a:gs pos="57143">
                  <a:srgbClr val="EDEDEC">
                    <a:alpha val="7992"/>
                  </a:srgbClr>
                </a:gs>
                <a:gs pos="71429">
                  <a:srgbClr val="EDEDEC">
                    <a:alpha val="3824"/>
                  </a:srgbClr>
                </a:gs>
                <a:gs pos="85714">
                  <a:srgbClr val="EDEDEC">
                    <a:alpha val="1530"/>
                  </a:srgbClr>
                </a:gs>
                <a:gs pos="100000">
                  <a:srgbClr val="EDEDEC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Splat 595"/>
            <p:cNvSpPr>
              <a:spLocks noGrp="1"/>
            </p:cNvSpPr>
            <p:nvPr/>
          </p:nvSpPr>
          <p:spPr>
            <a:xfrm rot="10345116">
              <a:off x="555561" y="897067"/>
              <a:ext cx="712514" cy="310210"/>
            </a:xfrm>
            <a:prstGeom prst="ellipse">
              <a:avLst/>
            </a:prstGeom>
            <a:gradFill>
              <a:gsLst>
                <a:gs pos="0">
                  <a:srgbClr val="D2D2D3">
                    <a:alpha val="15481"/>
                  </a:srgbClr>
                </a:gs>
                <a:gs pos="14286">
                  <a:srgbClr val="D2D2D3">
                    <a:alpha val="14323"/>
                  </a:srgbClr>
                </a:gs>
                <a:gs pos="28571">
                  <a:srgbClr val="D2D2D3">
                    <a:alpha val="11310"/>
                  </a:srgbClr>
                </a:gs>
                <a:gs pos="42857">
                  <a:srgbClr val="D2D2D3">
                    <a:alpha val="7571"/>
                  </a:srgbClr>
                </a:gs>
                <a:gs pos="57143">
                  <a:srgbClr val="D2D2D3">
                    <a:alpha val="4269"/>
                  </a:srgbClr>
                </a:gs>
                <a:gs pos="71429">
                  <a:srgbClr val="D2D2D3">
                    <a:alpha val="2021"/>
                  </a:srgbClr>
                </a:gs>
                <a:gs pos="85714">
                  <a:srgbClr val="D2D2D3">
                    <a:alpha val="804"/>
                  </a:srgbClr>
                </a:gs>
                <a:gs pos="100000">
                  <a:srgbClr val="D2D2D3">
                    <a:alpha val="2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Splat 596"/>
            <p:cNvSpPr>
              <a:spLocks noGrp="1"/>
            </p:cNvSpPr>
            <p:nvPr/>
          </p:nvSpPr>
          <p:spPr>
            <a:xfrm rot="5400295">
              <a:off x="2606641" y="2890680"/>
              <a:ext cx="62509" cy="62196"/>
            </a:xfrm>
            <a:prstGeom prst="ellipse">
              <a:avLst/>
            </a:prstGeom>
            <a:gradFill>
              <a:gsLst>
                <a:gs pos="0">
                  <a:srgbClr val="C3C2BD">
                    <a:alpha val="16514"/>
                  </a:srgbClr>
                </a:gs>
                <a:gs pos="14286">
                  <a:srgbClr val="C3C2BD">
                    <a:alpha val="15286"/>
                  </a:srgbClr>
                </a:gs>
                <a:gs pos="28571">
                  <a:srgbClr val="C3C2BD">
                    <a:alpha val="12086"/>
                  </a:srgbClr>
                </a:gs>
                <a:gs pos="42857">
                  <a:srgbClr val="C3C2BD">
                    <a:alpha val="8102"/>
                  </a:srgbClr>
                </a:gs>
                <a:gs pos="57143">
                  <a:srgbClr val="C3C2BD">
                    <a:alpha val="4574"/>
                  </a:srgbClr>
                </a:gs>
                <a:gs pos="71429">
                  <a:srgbClr val="C3C2BD">
                    <a:alpha val="2168"/>
                  </a:srgbClr>
                </a:gs>
                <a:gs pos="85714">
                  <a:srgbClr val="C3C2BD">
                    <a:alpha val="863"/>
                  </a:srgbClr>
                </a:gs>
                <a:gs pos="100000">
                  <a:srgbClr val="C3C2BD">
                    <a:alpha val="2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Splat 597"/>
            <p:cNvSpPr>
              <a:spLocks noGrp="1"/>
            </p:cNvSpPr>
            <p:nvPr/>
          </p:nvSpPr>
          <p:spPr>
            <a:xfrm rot="-10676945">
              <a:off x="2515015" y="2370111"/>
              <a:ext cx="446575" cy="339496"/>
            </a:xfrm>
            <a:prstGeom prst="ellipse">
              <a:avLst/>
            </a:prstGeom>
            <a:gradFill>
              <a:gsLst>
                <a:gs pos="0">
                  <a:srgbClr val="E2E1E0">
                    <a:alpha val="27472"/>
                  </a:srgbClr>
                </a:gs>
                <a:gs pos="14286">
                  <a:srgbClr val="E2E1E0">
                    <a:alpha val="25563"/>
                  </a:srgbClr>
                </a:gs>
                <a:gs pos="28571">
                  <a:srgbClr val="E2E1E0">
                    <a:alpha val="20484"/>
                  </a:srgbClr>
                </a:gs>
                <a:gs pos="42857">
                  <a:srgbClr val="E2E1E0">
                    <a:alpha val="13959"/>
                  </a:srgbClr>
                </a:gs>
                <a:gs pos="57143">
                  <a:srgbClr val="E2E1E0">
                    <a:alpha val="7993"/>
                  </a:srgbClr>
                </a:gs>
                <a:gs pos="71429">
                  <a:srgbClr val="E2E1E0">
                    <a:alpha val="3825"/>
                  </a:srgbClr>
                </a:gs>
                <a:gs pos="85714">
                  <a:srgbClr val="E2E1E0">
                    <a:alpha val="1530"/>
                  </a:srgbClr>
                </a:gs>
                <a:gs pos="100000">
                  <a:srgbClr val="E2E1E0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Splat 598"/>
            <p:cNvSpPr>
              <a:spLocks noGrp="1"/>
            </p:cNvSpPr>
            <p:nvPr/>
          </p:nvSpPr>
          <p:spPr>
            <a:xfrm rot="10756313">
              <a:off x="1880673" y="2044688"/>
              <a:ext cx="62947" cy="58162"/>
            </a:xfrm>
            <a:prstGeom prst="ellipse">
              <a:avLst/>
            </a:prstGeom>
            <a:gradFill>
              <a:gsLst>
                <a:gs pos="0">
                  <a:srgbClr val="CBCACA">
                    <a:alpha val="16376"/>
                  </a:srgbClr>
                </a:gs>
                <a:gs pos="14286">
                  <a:srgbClr val="CBCACA">
                    <a:alpha val="15158"/>
                  </a:srgbClr>
                </a:gs>
                <a:gs pos="28571">
                  <a:srgbClr val="CBCACA">
                    <a:alpha val="11982"/>
                  </a:srgbClr>
                </a:gs>
                <a:gs pos="42857">
                  <a:srgbClr val="CBCACA">
                    <a:alpha val="8031"/>
                  </a:srgbClr>
                </a:gs>
                <a:gs pos="57143">
                  <a:srgbClr val="CBCACA">
                    <a:alpha val="4533"/>
                  </a:srgbClr>
                </a:gs>
                <a:gs pos="71429">
                  <a:srgbClr val="CBCACA">
                    <a:alpha val="2148"/>
                  </a:srgbClr>
                </a:gs>
                <a:gs pos="85714">
                  <a:srgbClr val="CBCACA">
                    <a:alpha val="855"/>
                  </a:srgbClr>
                </a:gs>
                <a:gs pos="100000">
                  <a:srgbClr val="CBCACA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Splat 599"/>
            <p:cNvSpPr>
              <a:spLocks noGrp="1"/>
            </p:cNvSpPr>
            <p:nvPr/>
          </p:nvSpPr>
          <p:spPr>
            <a:xfrm rot="8926676">
              <a:off x="1396159" y="2731489"/>
              <a:ext cx="799396" cy="157727"/>
            </a:xfrm>
            <a:prstGeom prst="ellipse">
              <a:avLst/>
            </a:prstGeom>
            <a:gradFill>
              <a:gsLst>
                <a:gs pos="0">
                  <a:srgbClr val="C5C4C3">
                    <a:alpha val="5971"/>
                  </a:srgbClr>
                </a:gs>
                <a:gs pos="14286">
                  <a:srgbClr val="C5C4C3">
                    <a:alpha val="5502"/>
                  </a:srgbClr>
                </a:gs>
                <a:gs pos="28571">
                  <a:srgbClr val="C5C4C3">
                    <a:alpha val="4299"/>
                  </a:srgbClr>
                </a:gs>
                <a:gs pos="42857">
                  <a:srgbClr val="C5C4C3">
                    <a:alpha val="2841"/>
                  </a:srgbClr>
                </a:gs>
                <a:gs pos="57143">
                  <a:srgbClr val="C5C4C3">
                    <a:alpha val="1584"/>
                  </a:srgbClr>
                </a:gs>
                <a:gs pos="71429">
                  <a:srgbClr val="C5C4C3">
                    <a:alpha val="745"/>
                  </a:srgbClr>
                </a:gs>
                <a:gs pos="85714">
                  <a:srgbClr val="C5C4C3">
                    <a:alpha val="295"/>
                  </a:srgbClr>
                </a:gs>
                <a:gs pos="100000">
                  <a:srgbClr val="C5C4C3">
                    <a:alpha val="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Splat 600"/>
            <p:cNvSpPr>
              <a:spLocks noGrp="1"/>
            </p:cNvSpPr>
            <p:nvPr/>
          </p:nvSpPr>
          <p:spPr>
            <a:xfrm rot="10201481">
              <a:off x="31532" y="1037585"/>
              <a:ext cx="637993" cy="308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Splat 601"/>
            <p:cNvSpPr>
              <a:spLocks noGrp="1"/>
            </p:cNvSpPr>
            <p:nvPr/>
          </p:nvSpPr>
          <p:spPr>
            <a:xfrm rot="6264437">
              <a:off x="-285688" y="790024"/>
              <a:ext cx="938256" cy="120739"/>
            </a:xfrm>
            <a:prstGeom prst="ellipse">
              <a:avLst/>
            </a:prstGeom>
            <a:gradFill>
              <a:gsLst>
                <a:gs pos="0">
                  <a:srgbClr val="A5A6A5">
                    <a:alpha val="32968"/>
                  </a:srgbClr>
                </a:gs>
                <a:gs pos="14286">
                  <a:srgbClr val="A5A6A5">
                    <a:alpha val="30764"/>
                  </a:srgbClr>
                </a:gs>
                <a:gs pos="28571">
                  <a:srgbClr val="A5A6A5">
                    <a:alpha val="24833"/>
                  </a:srgbClr>
                </a:gs>
                <a:gs pos="42857">
                  <a:srgbClr val="A5A6A5">
                    <a:alpha val="17075"/>
                  </a:srgbClr>
                </a:gs>
                <a:gs pos="57143">
                  <a:srgbClr val="A5A6A5">
                    <a:alpha val="9855"/>
                  </a:srgbClr>
                </a:gs>
                <a:gs pos="71429">
                  <a:srgbClr val="A5A6A5">
                    <a:alpha val="4740"/>
                  </a:srgbClr>
                </a:gs>
                <a:gs pos="85714">
                  <a:srgbClr val="A5A6A5">
                    <a:alpha val="1902"/>
                  </a:srgbClr>
                </a:gs>
                <a:gs pos="100000">
                  <a:srgbClr val="A5A6A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Splat 602"/>
            <p:cNvSpPr>
              <a:spLocks noGrp="1"/>
            </p:cNvSpPr>
            <p:nvPr/>
          </p:nvSpPr>
          <p:spPr>
            <a:xfrm rot="5306110">
              <a:off x="178323" y="3486008"/>
              <a:ext cx="62469" cy="58778"/>
            </a:xfrm>
            <a:prstGeom prst="ellipse">
              <a:avLst/>
            </a:prstGeom>
            <a:gradFill>
              <a:gsLst>
                <a:gs pos="0">
                  <a:srgbClr val="BAB9B4">
                    <a:alpha val="16546"/>
                  </a:srgbClr>
                </a:gs>
                <a:gs pos="14286">
                  <a:srgbClr val="BAB9B4">
                    <a:alpha val="15316"/>
                  </a:srgbClr>
                </a:gs>
                <a:gs pos="28571">
                  <a:srgbClr val="BAB9B4">
                    <a:alpha val="12110"/>
                  </a:srgbClr>
                </a:gs>
                <a:gs pos="42857">
                  <a:srgbClr val="BAB9B4">
                    <a:alpha val="8118"/>
                  </a:srgbClr>
                </a:gs>
                <a:gs pos="57143">
                  <a:srgbClr val="BAB9B4">
                    <a:alpha val="4583"/>
                  </a:srgbClr>
                </a:gs>
                <a:gs pos="71429">
                  <a:srgbClr val="BAB9B4">
                    <a:alpha val="2172"/>
                  </a:srgbClr>
                </a:gs>
                <a:gs pos="85714">
                  <a:srgbClr val="BAB9B4">
                    <a:alpha val="865"/>
                  </a:srgbClr>
                </a:gs>
                <a:gs pos="100000">
                  <a:srgbClr val="BAB9B4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Splat 603"/>
            <p:cNvSpPr>
              <a:spLocks noGrp="1"/>
            </p:cNvSpPr>
            <p:nvPr/>
          </p:nvSpPr>
          <p:spPr>
            <a:xfrm rot="5412717">
              <a:off x="832677" y="1126223"/>
              <a:ext cx="987642" cy="1493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Splat 604"/>
            <p:cNvSpPr>
              <a:spLocks noGrp="1"/>
            </p:cNvSpPr>
            <p:nvPr/>
          </p:nvSpPr>
          <p:spPr>
            <a:xfrm rot="8179709">
              <a:off x="1087709" y="2796008"/>
              <a:ext cx="483092" cy="429181"/>
            </a:xfrm>
            <a:prstGeom prst="ellipse">
              <a:avLst/>
            </a:prstGeom>
            <a:gradFill>
              <a:gsLst>
                <a:gs pos="0">
                  <a:srgbClr val="00000B">
                    <a:alpha val="6162"/>
                  </a:srgbClr>
                </a:gs>
                <a:gs pos="14286">
                  <a:srgbClr val="00000B">
                    <a:alpha val="5678"/>
                  </a:srgbClr>
                </a:gs>
                <a:gs pos="28571">
                  <a:srgbClr val="00000B">
                    <a:alpha val="4437"/>
                  </a:srgbClr>
                </a:gs>
                <a:gs pos="42857">
                  <a:srgbClr val="00000B">
                    <a:alpha val="2933"/>
                  </a:srgbClr>
                </a:gs>
                <a:gs pos="57143">
                  <a:srgbClr val="00000B">
                    <a:alpha val="1636"/>
                  </a:srgbClr>
                </a:gs>
                <a:gs pos="71429">
                  <a:srgbClr val="00000B">
                    <a:alpha val="769"/>
                  </a:srgbClr>
                </a:gs>
                <a:gs pos="85714">
                  <a:srgbClr val="00000B">
                    <a:alpha val="305"/>
                  </a:srgbClr>
                </a:gs>
                <a:gs pos="100000">
                  <a:srgbClr val="00000B">
                    <a:alpha val="1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Splat 605"/>
            <p:cNvSpPr>
              <a:spLocks noGrp="1"/>
            </p:cNvSpPr>
            <p:nvPr/>
          </p:nvSpPr>
          <p:spPr>
            <a:xfrm rot="5632480">
              <a:off x="2915086" y="2452488"/>
              <a:ext cx="855149" cy="83417"/>
            </a:xfrm>
            <a:prstGeom prst="ellipse">
              <a:avLst/>
            </a:prstGeom>
            <a:gradFill>
              <a:gsLst>
                <a:gs pos="0">
                  <a:srgbClr val="F3F3F2">
                    <a:alpha val="32968"/>
                  </a:srgbClr>
                </a:gs>
                <a:gs pos="14286">
                  <a:srgbClr val="F3F3F2">
                    <a:alpha val="30764"/>
                  </a:srgbClr>
                </a:gs>
                <a:gs pos="28571">
                  <a:srgbClr val="F3F3F2">
                    <a:alpha val="24833"/>
                  </a:srgbClr>
                </a:gs>
                <a:gs pos="42857">
                  <a:srgbClr val="F3F3F2">
                    <a:alpha val="17075"/>
                  </a:srgbClr>
                </a:gs>
                <a:gs pos="57143">
                  <a:srgbClr val="F3F3F2">
                    <a:alpha val="9855"/>
                  </a:srgbClr>
                </a:gs>
                <a:gs pos="71429">
                  <a:srgbClr val="F3F3F2">
                    <a:alpha val="4740"/>
                  </a:srgbClr>
                </a:gs>
                <a:gs pos="85714">
                  <a:srgbClr val="F3F3F2">
                    <a:alpha val="1902"/>
                  </a:srgbClr>
                </a:gs>
                <a:gs pos="100000">
                  <a:srgbClr val="F3F3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Splat 606"/>
            <p:cNvSpPr>
              <a:spLocks noGrp="1"/>
            </p:cNvSpPr>
            <p:nvPr/>
          </p:nvSpPr>
          <p:spPr>
            <a:xfrm rot="7298166">
              <a:off x="645129" y="1772791"/>
              <a:ext cx="1019537" cy="140102"/>
            </a:xfrm>
            <a:prstGeom prst="ellipse">
              <a:avLst/>
            </a:prstGeom>
            <a:gradFill>
              <a:gsLst>
                <a:gs pos="0">
                  <a:srgbClr val="B1B1B1">
                    <a:alpha val="32968"/>
                  </a:srgbClr>
                </a:gs>
                <a:gs pos="14286">
                  <a:srgbClr val="B1B1B1">
                    <a:alpha val="30764"/>
                  </a:srgbClr>
                </a:gs>
                <a:gs pos="28571">
                  <a:srgbClr val="B1B1B1">
                    <a:alpha val="24833"/>
                  </a:srgbClr>
                </a:gs>
                <a:gs pos="42857">
                  <a:srgbClr val="B1B1B1">
                    <a:alpha val="17075"/>
                  </a:srgbClr>
                </a:gs>
                <a:gs pos="57143">
                  <a:srgbClr val="B1B1B1">
                    <a:alpha val="9855"/>
                  </a:srgbClr>
                </a:gs>
                <a:gs pos="71429">
                  <a:srgbClr val="B1B1B1">
                    <a:alpha val="4740"/>
                  </a:srgbClr>
                </a:gs>
                <a:gs pos="85714">
                  <a:srgbClr val="B1B1B1">
                    <a:alpha val="1902"/>
                  </a:srgbClr>
                </a:gs>
                <a:gs pos="100000">
                  <a:srgbClr val="B1B1B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Splat 607"/>
            <p:cNvSpPr>
              <a:spLocks noGrp="1"/>
            </p:cNvSpPr>
            <p:nvPr/>
          </p:nvSpPr>
          <p:spPr>
            <a:xfrm rot="8982795">
              <a:off x="2385087" y="353832"/>
              <a:ext cx="1038152" cy="921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Splat 608"/>
            <p:cNvSpPr>
              <a:spLocks noGrp="1"/>
            </p:cNvSpPr>
            <p:nvPr/>
          </p:nvSpPr>
          <p:spPr>
            <a:xfrm rot="3295946">
              <a:off x="225882" y="3311211"/>
              <a:ext cx="1114642" cy="1978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Splat 609"/>
            <p:cNvSpPr>
              <a:spLocks noGrp="1"/>
            </p:cNvSpPr>
            <p:nvPr/>
          </p:nvSpPr>
          <p:spPr>
            <a:xfrm rot="10571432">
              <a:off x="1511915" y="1920544"/>
              <a:ext cx="871632" cy="1439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Splat 610"/>
            <p:cNvSpPr>
              <a:spLocks noGrp="1"/>
            </p:cNvSpPr>
            <p:nvPr/>
          </p:nvSpPr>
          <p:spPr>
            <a:xfrm rot="9367266">
              <a:off x="1476971" y="3155187"/>
              <a:ext cx="1025990" cy="147820"/>
            </a:xfrm>
            <a:prstGeom prst="ellipse">
              <a:avLst/>
            </a:prstGeom>
            <a:gradFill>
              <a:gsLst>
                <a:gs pos="0">
                  <a:srgbClr val="9A9996">
                    <a:alpha val="32968"/>
                  </a:srgbClr>
                </a:gs>
                <a:gs pos="14286">
                  <a:srgbClr val="9A9996">
                    <a:alpha val="30764"/>
                  </a:srgbClr>
                </a:gs>
                <a:gs pos="28571">
                  <a:srgbClr val="9A9996">
                    <a:alpha val="24833"/>
                  </a:srgbClr>
                </a:gs>
                <a:gs pos="42857">
                  <a:srgbClr val="9A9996">
                    <a:alpha val="17075"/>
                  </a:srgbClr>
                </a:gs>
                <a:gs pos="57143">
                  <a:srgbClr val="9A9996">
                    <a:alpha val="9855"/>
                  </a:srgbClr>
                </a:gs>
                <a:gs pos="71429">
                  <a:srgbClr val="9A9996">
                    <a:alpha val="4740"/>
                  </a:srgbClr>
                </a:gs>
                <a:gs pos="85714">
                  <a:srgbClr val="9A9996">
                    <a:alpha val="1902"/>
                  </a:srgbClr>
                </a:gs>
                <a:gs pos="100000">
                  <a:srgbClr val="9A999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Splat 611"/>
            <p:cNvSpPr>
              <a:spLocks noGrp="1"/>
            </p:cNvSpPr>
            <p:nvPr/>
          </p:nvSpPr>
          <p:spPr>
            <a:xfrm rot="5308691">
              <a:off x="3271275" y="217107"/>
              <a:ext cx="63436" cy="60414"/>
            </a:xfrm>
            <a:prstGeom prst="ellipse">
              <a:avLst/>
            </a:prstGeom>
            <a:gradFill>
              <a:gsLst>
                <a:gs pos="0">
                  <a:srgbClr val="CACBC9">
                    <a:alpha val="16284"/>
                  </a:srgbClr>
                </a:gs>
                <a:gs pos="14286">
                  <a:srgbClr val="CACBC9">
                    <a:alpha val="15072"/>
                  </a:srgbClr>
                </a:gs>
                <a:gs pos="28571">
                  <a:srgbClr val="CACBC9">
                    <a:alpha val="11913"/>
                  </a:srgbClr>
                </a:gs>
                <a:gs pos="42857">
                  <a:srgbClr val="CACBC9">
                    <a:alpha val="7983"/>
                  </a:srgbClr>
                </a:gs>
                <a:gs pos="57143">
                  <a:srgbClr val="CACBC9">
                    <a:alpha val="4505"/>
                  </a:srgbClr>
                </a:gs>
                <a:gs pos="71429">
                  <a:srgbClr val="CACBC9">
                    <a:alpha val="2135"/>
                  </a:srgbClr>
                </a:gs>
                <a:gs pos="85714">
                  <a:srgbClr val="CACBC9">
                    <a:alpha val="850"/>
                  </a:srgbClr>
                </a:gs>
                <a:gs pos="100000">
                  <a:srgbClr val="CACBC9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Splat 612"/>
            <p:cNvSpPr>
              <a:spLocks noGrp="1"/>
            </p:cNvSpPr>
            <p:nvPr/>
          </p:nvSpPr>
          <p:spPr>
            <a:xfrm rot="4287980">
              <a:off x="319523" y="1447814"/>
              <a:ext cx="727372" cy="428687"/>
            </a:xfrm>
            <a:prstGeom prst="ellipse">
              <a:avLst/>
            </a:prstGeom>
            <a:gradFill>
              <a:gsLst>
                <a:gs pos="0">
                  <a:srgbClr val="000500">
                    <a:alpha val="15952"/>
                  </a:srgbClr>
                </a:gs>
                <a:gs pos="14286">
                  <a:srgbClr val="000500">
                    <a:alpha val="14762"/>
                  </a:srgbClr>
                </a:gs>
                <a:gs pos="28571">
                  <a:srgbClr val="000500">
                    <a:alpha val="11664"/>
                  </a:srgbClr>
                </a:gs>
                <a:gs pos="42857">
                  <a:srgbClr val="000500">
                    <a:alpha val="7813"/>
                  </a:srgbClr>
                </a:gs>
                <a:gs pos="57143">
                  <a:srgbClr val="000500">
                    <a:alpha val="4407"/>
                  </a:srgbClr>
                </a:gs>
                <a:gs pos="71429">
                  <a:srgbClr val="000500">
                    <a:alpha val="2088"/>
                  </a:srgbClr>
                </a:gs>
                <a:gs pos="85714">
                  <a:srgbClr val="000500">
                    <a:alpha val="831"/>
                  </a:srgbClr>
                </a:gs>
                <a:gs pos="100000">
                  <a:srgbClr val="000500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Splat 613"/>
            <p:cNvSpPr>
              <a:spLocks noGrp="1"/>
            </p:cNvSpPr>
            <p:nvPr/>
          </p:nvSpPr>
          <p:spPr>
            <a:xfrm rot="-10075891">
              <a:off x="3031849" y="2092814"/>
              <a:ext cx="940190" cy="96282"/>
            </a:xfrm>
            <a:prstGeom prst="ellipse">
              <a:avLst/>
            </a:prstGeom>
            <a:gradFill>
              <a:gsLst>
                <a:gs pos="0">
                  <a:srgbClr val="FBFDFC">
                    <a:alpha val="32968"/>
                  </a:srgbClr>
                </a:gs>
                <a:gs pos="14286">
                  <a:srgbClr val="FBFDFC">
                    <a:alpha val="30764"/>
                  </a:srgbClr>
                </a:gs>
                <a:gs pos="28571">
                  <a:srgbClr val="FBFDFC">
                    <a:alpha val="24833"/>
                  </a:srgbClr>
                </a:gs>
                <a:gs pos="42857">
                  <a:srgbClr val="FBFDFC">
                    <a:alpha val="17075"/>
                  </a:srgbClr>
                </a:gs>
                <a:gs pos="57143">
                  <a:srgbClr val="FBFDFC">
                    <a:alpha val="9855"/>
                  </a:srgbClr>
                </a:gs>
                <a:gs pos="71429">
                  <a:srgbClr val="FBFDFC">
                    <a:alpha val="4740"/>
                  </a:srgbClr>
                </a:gs>
                <a:gs pos="85714">
                  <a:srgbClr val="FBFDFC">
                    <a:alpha val="1902"/>
                  </a:srgbClr>
                </a:gs>
                <a:gs pos="100000">
                  <a:srgbClr val="FBFD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Splat 614"/>
            <p:cNvSpPr>
              <a:spLocks noGrp="1"/>
            </p:cNvSpPr>
            <p:nvPr/>
          </p:nvSpPr>
          <p:spPr>
            <a:xfrm rot="5422311">
              <a:off x="2649292" y="2580405"/>
              <a:ext cx="59061" cy="58260"/>
            </a:xfrm>
            <a:prstGeom prst="ellipse">
              <a:avLst/>
            </a:prstGeom>
            <a:gradFill>
              <a:gsLst>
                <a:gs pos="0">
                  <a:srgbClr val="495966">
                    <a:alpha val="16340"/>
                  </a:srgbClr>
                </a:gs>
                <a:gs pos="14286">
                  <a:srgbClr val="495966">
                    <a:alpha val="15124"/>
                  </a:srgbClr>
                </a:gs>
                <a:gs pos="28571">
                  <a:srgbClr val="495966">
                    <a:alpha val="11955"/>
                  </a:srgbClr>
                </a:gs>
                <a:gs pos="42857">
                  <a:srgbClr val="495966">
                    <a:alpha val="8012"/>
                  </a:srgbClr>
                </a:gs>
                <a:gs pos="57143">
                  <a:srgbClr val="495966">
                    <a:alpha val="4522"/>
                  </a:srgbClr>
                </a:gs>
                <a:gs pos="71429">
                  <a:srgbClr val="495966">
                    <a:alpha val="2143"/>
                  </a:srgbClr>
                </a:gs>
                <a:gs pos="85714">
                  <a:srgbClr val="495966">
                    <a:alpha val="853"/>
                  </a:srgbClr>
                </a:gs>
                <a:gs pos="100000">
                  <a:srgbClr val="495966">
                    <a:alpha val="2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Splat 615"/>
            <p:cNvSpPr>
              <a:spLocks noGrp="1"/>
            </p:cNvSpPr>
            <p:nvPr/>
          </p:nvSpPr>
          <p:spPr>
            <a:xfrm rot="7343133">
              <a:off x="87103" y="3407945"/>
              <a:ext cx="531489" cy="460362"/>
            </a:xfrm>
            <a:prstGeom prst="ellipse">
              <a:avLst/>
            </a:prstGeom>
            <a:gradFill>
              <a:gsLst>
                <a:gs pos="0">
                  <a:srgbClr val="C7C8C9">
                    <a:alpha val="4785"/>
                  </a:srgbClr>
                </a:gs>
                <a:gs pos="14286">
                  <a:srgbClr val="C7C8C9">
                    <a:alpha val="4407"/>
                  </a:srgbClr>
                </a:gs>
                <a:gs pos="28571">
                  <a:srgbClr val="C7C8C9">
                    <a:alpha val="3439"/>
                  </a:srgbClr>
                </a:gs>
                <a:gs pos="42857">
                  <a:srgbClr val="C7C8C9">
                    <a:alpha val="2269"/>
                  </a:srgbClr>
                </a:gs>
                <a:gs pos="57143">
                  <a:srgbClr val="C7C8C9">
                    <a:alpha val="1264"/>
                  </a:srgbClr>
                </a:gs>
                <a:gs pos="71429">
                  <a:srgbClr val="C7C8C9">
                    <a:alpha val="594"/>
                  </a:srgbClr>
                </a:gs>
                <a:gs pos="85714">
                  <a:srgbClr val="C7C8C9">
                    <a:alpha val="235"/>
                  </a:srgbClr>
                </a:gs>
                <a:gs pos="100000">
                  <a:srgbClr val="C7C8C9">
                    <a:alpha val="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Splat 616"/>
            <p:cNvSpPr>
              <a:spLocks noGrp="1"/>
            </p:cNvSpPr>
            <p:nvPr/>
          </p:nvSpPr>
          <p:spPr>
            <a:xfrm rot="10799649">
              <a:off x="3099222" y="961712"/>
              <a:ext cx="62361" cy="62358"/>
            </a:xfrm>
            <a:prstGeom prst="ellipse">
              <a:avLst/>
            </a:prstGeom>
            <a:gradFill>
              <a:gsLst>
                <a:gs pos="0">
                  <a:srgbClr val="BCBCB2">
                    <a:alpha val="16585"/>
                  </a:srgbClr>
                </a:gs>
                <a:gs pos="14286">
                  <a:srgbClr val="BCBCB2">
                    <a:alpha val="15353"/>
                  </a:srgbClr>
                </a:gs>
                <a:gs pos="28571">
                  <a:srgbClr val="BCBCB2">
                    <a:alpha val="12139"/>
                  </a:srgbClr>
                </a:gs>
                <a:gs pos="42857">
                  <a:srgbClr val="BCBCB2">
                    <a:alpha val="8138"/>
                  </a:srgbClr>
                </a:gs>
                <a:gs pos="57143">
                  <a:srgbClr val="BCBCB2">
                    <a:alpha val="4595"/>
                  </a:srgbClr>
                </a:gs>
                <a:gs pos="71429">
                  <a:srgbClr val="BCBCB2">
                    <a:alpha val="2178"/>
                  </a:srgbClr>
                </a:gs>
                <a:gs pos="85714">
                  <a:srgbClr val="BCBCB2">
                    <a:alpha val="867"/>
                  </a:srgbClr>
                </a:gs>
                <a:gs pos="100000">
                  <a:srgbClr val="BCBCB2">
                    <a:alpha val="2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Splat 617"/>
            <p:cNvSpPr>
              <a:spLocks noGrp="1"/>
            </p:cNvSpPr>
            <p:nvPr/>
          </p:nvSpPr>
          <p:spPr>
            <a:xfrm rot="3065095">
              <a:off x="729571" y="2319667"/>
              <a:ext cx="599618" cy="281041"/>
            </a:xfrm>
            <a:prstGeom prst="ellipse">
              <a:avLst/>
            </a:prstGeom>
            <a:gradFill>
              <a:gsLst>
                <a:gs pos="0">
                  <a:srgbClr val="DCDDDD">
                    <a:alpha val="1925"/>
                  </a:srgbClr>
                </a:gs>
                <a:gs pos="14286">
                  <a:srgbClr val="DCDDDD">
                    <a:alpha val="1771"/>
                  </a:srgbClr>
                </a:gs>
                <a:gs pos="28571">
                  <a:srgbClr val="DCDDDD">
                    <a:alpha val="1378"/>
                  </a:srgbClr>
                </a:gs>
                <a:gs pos="42857">
                  <a:srgbClr val="DCDDDD">
                    <a:alpha val="906"/>
                  </a:srgbClr>
                </a:gs>
                <a:gs pos="57143">
                  <a:srgbClr val="DCDDDD">
                    <a:alpha val="503"/>
                  </a:srgbClr>
                </a:gs>
                <a:gs pos="71429">
                  <a:srgbClr val="DCDDDD">
                    <a:alpha val="236"/>
                  </a:srgbClr>
                </a:gs>
                <a:gs pos="85714">
                  <a:srgbClr val="DCDDDD">
                    <a:alpha val="93"/>
                  </a:srgbClr>
                </a:gs>
                <a:gs pos="100000">
                  <a:srgbClr val="DCDDDD">
                    <a:alpha val="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Splat 618"/>
            <p:cNvSpPr>
              <a:spLocks noGrp="1"/>
            </p:cNvSpPr>
            <p:nvPr/>
          </p:nvSpPr>
          <p:spPr>
            <a:xfrm rot="4631365">
              <a:off x="1607684" y="1789911"/>
              <a:ext cx="930837" cy="502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Splat 619"/>
            <p:cNvSpPr>
              <a:spLocks noGrp="1"/>
            </p:cNvSpPr>
            <p:nvPr/>
          </p:nvSpPr>
          <p:spPr>
            <a:xfrm rot="10669097">
              <a:off x="1497413" y="2904430"/>
              <a:ext cx="409059" cy="1153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Splat 620"/>
            <p:cNvSpPr>
              <a:spLocks noGrp="1"/>
            </p:cNvSpPr>
            <p:nvPr/>
          </p:nvSpPr>
          <p:spPr>
            <a:xfrm rot="7604526">
              <a:off x="-131798" y="-87343"/>
              <a:ext cx="753615" cy="417267"/>
            </a:xfrm>
            <a:prstGeom prst="ellipse">
              <a:avLst/>
            </a:prstGeom>
            <a:gradFill>
              <a:gsLst>
                <a:gs pos="0">
                  <a:srgbClr val="423D42">
                    <a:alpha val="32548"/>
                  </a:srgbClr>
                </a:gs>
                <a:gs pos="14286">
                  <a:srgbClr val="423D42">
                    <a:alpha val="30365"/>
                  </a:srgbClr>
                </a:gs>
                <a:gs pos="28571">
                  <a:srgbClr val="423D42">
                    <a:alpha val="24497"/>
                  </a:srgbClr>
                </a:gs>
                <a:gs pos="42857">
                  <a:srgbClr val="423D42">
                    <a:alpha val="16832"/>
                  </a:srgbClr>
                </a:gs>
                <a:gs pos="57143">
                  <a:srgbClr val="423D42">
                    <a:alpha val="9709"/>
                  </a:srgbClr>
                </a:gs>
                <a:gs pos="71429">
                  <a:srgbClr val="423D42">
                    <a:alpha val="4668"/>
                  </a:srgbClr>
                </a:gs>
                <a:gs pos="85714">
                  <a:srgbClr val="423D42">
                    <a:alpha val="1873"/>
                  </a:srgbClr>
                </a:gs>
                <a:gs pos="100000">
                  <a:srgbClr val="423D42">
                    <a:alpha val="6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Splat 621"/>
            <p:cNvSpPr>
              <a:spLocks noGrp="1"/>
            </p:cNvSpPr>
            <p:nvPr/>
          </p:nvSpPr>
          <p:spPr>
            <a:xfrm rot="8021922">
              <a:off x="3056345" y="1551210"/>
              <a:ext cx="743825" cy="178810"/>
            </a:xfrm>
            <a:prstGeom prst="ellipse">
              <a:avLst/>
            </a:prstGeom>
            <a:gradFill>
              <a:gsLst>
                <a:gs pos="0">
                  <a:srgbClr val="CACAC9">
                    <a:alpha val="8153"/>
                  </a:srgbClr>
                </a:gs>
                <a:gs pos="14286">
                  <a:srgbClr val="CACAC9">
                    <a:alpha val="7519"/>
                  </a:srgbClr>
                </a:gs>
                <a:gs pos="28571">
                  <a:srgbClr val="CACAC9">
                    <a:alpha val="5889"/>
                  </a:srgbClr>
                </a:gs>
                <a:gs pos="42857">
                  <a:srgbClr val="CACAC9">
                    <a:alpha val="3903"/>
                  </a:srgbClr>
                </a:gs>
                <a:gs pos="57143">
                  <a:srgbClr val="CACAC9">
                    <a:alpha val="2182"/>
                  </a:srgbClr>
                </a:gs>
                <a:gs pos="71429">
                  <a:srgbClr val="CACAC9">
                    <a:alpha val="1027"/>
                  </a:srgbClr>
                </a:gs>
                <a:gs pos="85714">
                  <a:srgbClr val="CACAC9">
                    <a:alpha val="407"/>
                  </a:srgbClr>
                </a:gs>
                <a:gs pos="100000">
                  <a:srgbClr val="CACAC9">
                    <a:alpha val="1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Splat 622"/>
            <p:cNvSpPr>
              <a:spLocks noGrp="1"/>
            </p:cNvSpPr>
            <p:nvPr/>
          </p:nvSpPr>
          <p:spPr>
            <a:xfrm rot="-8781487">
              <a:off x="1508077" y="3014112"/>
              <a:ext cx="437265" cy="342310"/>
            </a:xfrm>
            <a:prstGeom prst="ellipse">
              <a:avLst/>
            </a:prstGeom>
            <a:gradFill>
              <a:gsLst>
                <a:gs pos="0">
                  <a:srgbClr val="000217">
                    <a:alpha val="20279"/>
                  </a:srgbClr>
                </a:gs>
                <a:gs pos="14286">
                  <a:srgbClr val="000217">
                    <a:alpha val="18804"/>
                  </a:srgbClr>
                </a:gs>
                <a:gs pos="28571">
                  <a:srgbClr val="000217">
                    <a:alpha val="14933"/>
                  </a:srgbClr>
                </a:gs>
                <a:gs pos="42857">
                  <a:srgbClr val="000217">
                    <a:alpha val="10065"/>
                  </a:srgbClr>
                </a:gs>
                <a:gs pos="57143">
                  <a:srgbClr val="000217">
                    <a:alpha val="5709"/>
                  </a:srgbClr>
                </a:gs>
                <a:gs pos="71429">
                  <a:srgbClr val="000217">
                    <a:alpha val="2714"/>
                  </a:srgbClr>
                </a:gs>
                <a:gs pos="85714">
                  <a:srgbClr val="000217">
                    <a:alpha val="1082"/>
                  </a:srgbClr>
                </a:gs>
                <a:gs pos="100000">
                  <a:srgbClr val="000217">
                    <a:alpha val="36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Splat 623"/>
            <p:cNvSpPr>
              <a:spLocks noGrp="1"/>
            </p:cNvSpPr>
            <p:nvPr/>
          </p:nvSpPr>
          <p:spPr>
            <a:xfrm rot="9571876">
              <a:off x="2703347" y="2226296"/>
              <a:ext cx="491507" cy="39071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Splat 624"/>
            <p:cNvSpPr>
              <a:spLocks noGrp="1"/>
            </p:cNvSpPr>
            <p:nvPr/>
          </p:nvSpPr>
          <p:spPr>
            <a:xfrm rot="8335901">
              <a:off x="-305097" y="2242931"/>
              <a:ext cx="733651" cy="49571"/>
            </a:xfrm>
            <a:prstGeom prst="ellipse">
              <a:avLst/>
            </a:prstGeom>
            <a:gradFill>
              <a:gsLst>
                <a:gs pos="0">
                  <a:srgbClr val="FEFFFC">
                    <a:alpha val="28733"/>
                  </a:srgbClr>
                </a:gs>
                <a:gs pos="14286">
                  <a:srgbClr val="FEFFFC">
                    <a:alpha val="26753"/>
                  </a:srgbClr>
                </a:gs>
                <a:gs pos="28571">
                  <a:srgbClr val="FEFFFC">
                    <a:alpha val="21474"/>
                  </a:srgbClr>
                </a:gs>
                <a:gs pos="42857">
                  <a:srgbClr val="FEFFFC">
                    <a:alpha val="14663"/>
                  </a:srgbClr>
                </a:gs>
                <a:gs pos="57143">
                  <a:srgbClr val="FEFFFC">
                    <a:alpha val="8411"/>
                  </a:srgbClr>
                </a:gs>
                <a:gs pos="71429">
                  <a:srgbClr val="FEFFFC">
                    <a:alpha val="4029"/>
                  </a:srgbClr>
                </a:gs>
                <a:gs pos="85714">
                  <a:srgbClr val="FEFFFC">
                    <a:alpha val="1613"/>
                  </a:srgbClr>
                </a:gs>
                <a:gs pos="100000">
                  <a:srgbClr val="FEFFFC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Splat 625"/>
            <p:cNvSpPr>
              <a:spLocks noGrp="1"/>
            </p:cNvSpPr>
            <p:nvPr/>
          </p:nvSpPr>
          <p:spPr>
            <a:xfrm rot="10798907">
              <a:off x="1824395" y="494024"/>
              <a:ext cx="62829" cy="62286"/>
            </a:xfrm>
            <a:prstGeom prst="ellipse">
              <a:avLst/>
            </a:prstGeom>
            <a:gradFill>
              <a:gsLst>
                <a:gs pos="0">
                  <a:srgbClr val="828584">
                    <a:alpha val="15584"/>
                  </a:srgbClr>
                </a:gs>
                <a:gs pos="14286">
                  <a:srgbClr val="828584">
                    <a:alpha val="14419"/>
                  </a:srgbClr>
                </a:gs>
                <a:gs pos="28571">
                  <a:srgbClr val="828584">
                    <a:alpha val="11388"/>
                  </a:srgbClr>
                </a:gs>
                <a:gs pos="42857">
                  <a:srgbClr val="828584">
                    <a:alpha val="7624"/>
                  </a:srgbClr>
                </a:gs>
                <a:gs pos="57143">
                  <a:srgbClr val="828584">
                    <a:alpha val="4299"/>
                  </a:srgbClr>
                </a:gs>
                <a:gs pos="71429">
                  <a:srgbClr val="828584">
                    <a:alpha val="2036"/>
                  </a:srgbClr>
                </a:gs>
                <a:gs pos="85714">
                  <a:srgbClr val="828584">
                    <a:alpha val="810"/>
                  </a:srgbClr>
                </a:gs>
                <a:gs pos="100000">
                  <a:srgbClr val="828584">
                    <a:alpha val="2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Splat 626"/>
            <p:cNvSpPr>
              <a:spLocks noGrp="1"/>
            </p:cNvSpPr>
            <p:nvPr/>
          </p:nvSpPr>
          <p:spPr>
            <a:xfrm rot="5844082">
              <a:off x="-197414" y="776097"/>
              <a:ext cx="712917" cy="424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Splat 627"/>
            <p:cNvSpPr>
              <a:spLocks noGrp="1"/>
            </p:cNvSpPr>
            <p:nvPr/>
          </p:nvSpPr>
          <p:spPr>
            <a:xfrm rot="-10798448">
              <a:off x="855937" y="3094472"/>
              <a:ext cx="63537" cy="63200"/>
            </a:xfrm>
            <a:prstGeom prst="ellipse">
              <a:avLst/>
            </a:prstGeom>
            <a:gradFill>
              <a:gsLst>
                <a:gs pos="0">
                  <a:srgbClr val="000000">
                    <a:alpha val="16240"/>
                  </a:srgbClr>
                </a:gs>
                <a:gs pos="14286">
                  <a:srgbClr val="000000">
                    <a:alpha val="15031"/>
                  </a:srgbClr>
                </a:gs>
                <a:gs pos="28571">
                  <a:srgbClr val="000000">
                    <a:alpha val="11880"/>
                  </a:srgbClr>
                </a:gs>
                <a:gs pos="42857">
                  <a:srgbClr val="000000">
                    <a:alpha val="7961"/>
                  </a:srgbClr>
                </a:gs>
                <a:gs pos="57143">
                  <a:srgbClr val="000000">
                    <a:alpha val="4493"/>
                  </a:srgbClr>
                </a:gs>
                <a:gs pos="71429">
                  <a:srgbClr val="000000">
                    <a:alpha val="2129"/>
                  </a:srgbClr>
                </a:gs>
                <a:gs pos="85714">
                  <a:srgbClr val="000000">
                    <a:alpha val="847"/>
                  </a:srgbClr>
                </a:gs>
                <a:gs pos="100000">
                  <a:srgbClr val="0000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Splat 628"/>
            <p:cNvSpPr>
              <a:spLocks noGrp="1"/>
            </p:cNvSpPr>
            <p:nvPr/>
          </p:nvSpPr>
          <p:spPr>
            <a:xfrm rot="-8684851">
              <a:off x="761252" y="2435245"/>
              <a:ext cx="735682" cy="152317"/>
            </a:xfrm>
            <a:prstGeom prst="ellipse">
              <a:avLst/>
            </a:prstGeom>
            <a:gradFill>
              <a:gsLst>
                <a:gs pos="0">
                  <a:srgbClr val="02000E">
                    <a:alpha val="24649"/>
                  </a:srgbClr>
                </a:gs>
                <a:gs pos="14286">
                  <a:srgbClr val="02000E">
                    <a:alpha val="22904"/>
                  </a:srgbClr>
                </a:gs>
                <a:gs pos="28571">
                  <a:srgbClr val="02000E">
                    <a:alpha val="18288"/>
                  </a:srgbClr>
                </a:gs>
                <a:gs pos="42857">
                  <a:srgbClr val="02000E">
                    <a:alpha val="12407"/>
                  </a:srgbClr>
                </a:gs>
                <a:gs pos="57143">
                  <a:srgbClr val="02000E">
                    <a:alpha val="7077"/>
                  </a:srgbClr>
                </a:gs>
                <a:gs pos="71429">
                  <a:srgbClr val="02000E">
                    <a:alpha val="3378"/>
                  </a:srgbClr>
                </a:gs>
                <a:gs pos="85714">
                  <a:srgbClr val="02000E">
                    <a:alpha val="1350"/>
                  </a:srgbClr>
                </a:gs>
                <a:gs pos="100000">
                  <a:srgbClr val="02000E">
                    <a:alpha val="45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Splat 629"/>
            <p:cNvSpPr>
              <a:spLocks noGrp="1"/>
            </p:cNvSpPr>
            <p:nvPr/>
          </p:nvSpPr>
          <p:spPr>
            <a:xfrm rot="4390591">
              <a:off x="1303605" y="192085"/>
              <a:ext cx="572039" cy="359227"/>
            </a:xfrm>
            <a:prstGeom prst="ellipse">
              <a:avLst/>
            </a:prstGeom>
            <a:gradFill>
              <a:gsLst>
                <a:gs pos="0">
                  <a:srgbClr val="E0DFE0">
                    <a:alpha val="31864"/>
                  </a:srgbClr>
                </a:gs>
                <a:gs pos="14286">
                  <a:srgbClr val="E0DFE0">
                    <a:alpha val="29716"/>
                  </a:srgbClr>
                </a:gs>
                <a:gs pos="28571">
                  <a:srgbClr val="E0DFE0">
                    <a:alpha val="23952"/>
                  </a:srgbClr>
                </a:gs>
                <a:gs pos="42857">
                  <a:srgbClr val="E0DFE0">
                    <a:alpha val="16439"/>
                  </a:srgbClr>
                </a:gs>
                <a:gs pos="57143">
                  <a:srgbClr val="E0DFE0">
                    <a:alpha val="9472"/>
                  </a:srgbClr>
                </a:gs>
                <a:gs pos="71429">
                  <a:srgbClr val="E0DFE0">
                    <a:alpha val="4551"/>
                  </a:srgbClr>
                </a:gs>
                <a:gs pos="85714">
                  <a:srgbClr val="E0DFE0">
                    <a:alpha val="1825"/>
                  </a:srgbClr>
                </a:gs>
                <a:gs pos="100000">
                  <a:srgbClr val="E0DFE0">
                    <a:alpha val="6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Splat 630"/>
            <p:cNvSpPr>
              <a:spLocks noGrp="1"/>
            </p:cNvSpPr>
            <p:nvPr/>
          </p:nvSpPr>
          <p:spPr>
            <a:xfrm rot="9773636">
              <a:off x="2995020" y="2914156"/>
              <a:ext cx="445012" cy="509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Splat 631"/>
            <p:cNvSpPr>
              <a:spLocks noGrp="1"/>
            </p:cNvSpPr>
            <p:nvPr/>
          </p:nvSpPr>
          <p:spPr>
            <a:xfrm rot="9793271">
              <a:off x="1354195" y="2161190"/>
              <a:ext cx="512671" cy="271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Splat 632"/>
            <p:cNvSpPr>
              <a:spLocks noGrp="1"/>
            </p:cNvSpPr>
            <p:nvPr/>
          </p:nvSpPr>
          <p:spPr>
            <a:xfrm rot="-10703451">
              <a:off x="2835555" y="2170310"/>
              <a:ext cx="63423" cy="58719"/>
            </a:xfrm>
            <a:prstGeom prst="ellipse">
              <a:avLst/>
            </a:prstGeom>
            <a:gradFill>
              <a:gsLst>
                <a:gs pos="0">
                  <a:srgbClr val="000000">
                    <a:alpha val="16272"/>
                  </a:srgbClr>
                </a:gs>
                <a:gs pos="14286">
                  <a:srgbClr val="000000">
                    <a:alpha val="15061"/>
                  </a:srgbClr>
                </a:gs>
                <a:gs pos="28571">
                  <a:srgbClr val="000000">
                    <a:alpha val="11904"/>
                  </a:srgbClr>
                </a:gs>
                <a:gs pos="42857">
                  <a:srgbClr val="000000">
                    <a:alpha val="7977"/>
                  </a:srgbClr>
                </a:gs>
                <a:gs pos="57143">
                  <a:srgbClr val="000000">
                    <a:alpha val="4502"/>
                  </a:srgbClr>
                </a:gs>
                <a:gs pos="71429">
                  <a:srgbClr val="000000">
                    <a:alpha val="2133"/>
                  </a:srgbClr>
                </a:gs>
                <a:gs pos="85714">
                  <a:srgbClr val="000000">
                    <a:alpha val="849"/>
                  </a:srgbClr>
                </a:gs>
                <a:gs pos="100000">
                  <a:srgbClr val="0000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Splat 633"/>
            <p:cNvSpPr>
              <a:spLocks noGrp="1"/>
            </p:cNvSpPr>
            <p:nvPr/>
          </p:nvSpPr>
          <p:spPr>
            <a:xfrm rot="-8889910">
              <a:off x="1934384" y="436498"/>
              <a:ext cx="679528" cy="321018"/>
            </a:xfrm>
            <a:prstGeom prst="ellipse">
              <a:avLst/>
            </a:prstGeom>
            <a:gradFill>
              <a:gsLst>
                <a:gs pos="0">
                  <a:srgbClr val="ECEDEC">
                    <a:alpha val="8445"/>
                  </a:srgbClr>
                </a:gs>
                <a:gs pos="14286">
                  <a:srgbClr val="ECEDEC">
                    <a:alpha val="7789"/>
                  </a:srgbClr>
                </a:gs>
                <a:gs pos="28571">
                  <a:srgbClr val="ECEDEC">
                    <a:alpha val="6102"/>
                  </a:srgbClr>
                </a:gs>
                <a:gs pos="42857">
                  <a:srgbClr val="ECEDEC">
                    <a:alpha val="4046"/>
                  </a:srgbClr>
                </a:gs>
                <a:gs pos="57143">
                  <a:srgbClr val="ECEDEC">
                    <a:alpha val="2262"/>
                  </a:srgbClr>
                </a:gs>
                <a:gs pos="71429">
                  <a:srgbClr val="ECEDEC">
                    <a:alpha val="1065"/>
                  </a:srgbClr>
                </a:gs>
                <a:gs pos="85714">
                  <a:srgbClr val="ECEDEC">
                    <a:alpha val="423"/>
                  </a:srgbClr>
                </a:gs>
                <a:gs pos="100000">
                  <a:srgbClr val="ECEDEC">
                    <a:alpha val="14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Splat 634"/>
            <p:cNvSpPr>
              <a:spLocks noGrp="1"/>
            </p:cNvSpPr>
            <p:nvPr/>
          </p:nvSpPr>
          <p:spPr>
            <a:xfrm rot="10797237">
              <a:off x="3528073" y="443711"/>
              <a:ext cx="63960" cy="63421"/>
            </a:xfrm>
            <a:prstGeom prst="ellipse">
              <a:avLst/>
            </a:prstGeom>
            <a:gradFill>
              <a:gsLst>
                <a:gs pos="0">
                  <a:srgbClr val="6C676E">
                    <a:alpha val="15750"/>
                  </a:srgbClr>
                </a:gs>
                <a:gs pos="14286">
                  <a:srgbClr val="6C676E">
                    <a:alpha val="14574"/>
                  </a:srgbClr>
                </a:gs>
                <a:gs pos="28571">
                  <a:srgbClr val="6C676E">
                    <a:alpha val="11512"/>
                  </a:srgbClr>
                </a:gs>
                <a:gs pos="42857">
                  <a:srgbClr val="6C676E">
                    <a:alpha val="7709"/>
                  </a:srgbClr>
                </a:gs>
                <a:gs pos="57143">
                  <a:srgbClr val="6C676E">
                    <a:alpha val="4348"/>
                  </a:srgbClr>
                </a:gs>
                <a:gs pos="71429">
                  <a:srgbClr val="6C676E">
                    <a:alpha val="2059"/>
                  </a:srgbClr>
                </a:gs>
                <a:gs pos="85714">
                  <a:srgbClr val="6C676E">
                    <a:alpha val="819"/>
                  </a:srgbClr>
                </a:gs>
                <a:gs pos="100000">
                  <a:srgbClr val="6C676E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Splat 635"/>
            <p:cNvSpPr>
              <a:spLocks noGrp="1"/>
            </p:cNvSpPr>
            <p:nvPr/>
          </p:nvSpPr>
          <p:spPr>
            <a:xfrm rot="4664378">
              <a:off x="3064527" y="1688269"/>
              <a:ext cx="778546" cy="6684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Splat 636"/>
            <p:cNvSpPr>
              <a:spLocks noGrp="1"/>
            </p:cNvSpPr>
            <p:nvPr/>
          </p:nvSpPr>
          <p:spPr>
            <a:xfrm rot="-9997999">
              <a:off x="2736986" y="641352"/>
              <a:ext cx="505011" cy="308346"/>
            </a:xfrm>
            <a:prstGeom prst="ellipse">
              <a:avLst/>
            </a:prstGeom>
            <a:gradFill>
              <a:gsLst>
                <a:gs pos="0">
                  <a:srgbClr val="DCDDDC">
                    <a:alpha val="14506"/>
                  </a:srgbClr>
                </a:gs>
                <a:gs pos="14286">
                  <a:srgbClr val="DCDDDC">
                    <a:alpha val="13416"/>
                  </a:srgbClr>
                </a:gs>
                <a:gs pos="28571">
                  <a:srgbClr val="DCDDDC">
                    <a:alpha val="10582"/>
                  </a:srgbClr>
                </a:gs>
                <a:gs pos="42857">
                  <a:srgbClr val="DCDDDC">
                    <a:alpha val="7074"/>
                  </a:srgbClr>
                </a:gs>
                <a:gs pos="57143">
                  <a:srgbClr val="DCDDDC">
                    <a:alpha val="3984"/>
                  </a:srgbClr>
                </a:gs>
                <a:gs pos="71429">
                  <a:srgbClr val="DCDDDC">
                    <a:alpha val="1885"/>
                  </a:srgbClr>
                </a:gs>
                <a:gs pos="85714">
                  <a:srgbClr val="DCDDDC">
                    <a:alpha val="750"/>
                  </a:srgbClr>
                </a:gs>
                <a:gs pos="100000">
                  <a:srgbClr val="DCDDDC">
                    <a:alpha val="2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Splat 637"/>
            <p:cNvSpPr>
              <a:spLocks noGrp="1"/>
            </p:cNvSpPr>
            <p:nvPr/>
          </p:nvSpPr>
          <p:spPr>
            <a:xfrm rot="5316768">
              <a:off x="223149" y="1906787"/>
              <a:ext cx="63447" cy="58685"/>
            </a:xfrm>
            <a:prstGeom prst="ellipse">
              <a:avLst/>
            </a:prstGeom>
            <a:gradFill>
              <a:gsLst>
                <a:gs pos="0">
                  <a:srgbClr val="B1B1AA">
                    <a:alpha val="16294"/>
                  </a:srgbClr>
                </a:gs>
                <a:gs pos="14286">
                  <a:srgbClr val="B1B1AA">
                    <a:alpha val="15081"/>
                  </a:srgbClr>
                </a:gs>
                <a:gs pos="28571">
                  <a:srgbClr val="B1B1AA">
                    <a:alpha val="11920"/>
                  </a:srgbClr>
                </a:gs>
                <a:gs pos="42857">
                  <a:srgbClr val="B1B1AA">
                    <a:alpha val="7988"/>
                  </a:srgbClr>
                </a:gs>
                <a:gs pos="57143">
                  <a:srgbClr val="B1B1AA">
                    <a:alpha val="4508"/>
                  </a:srgbClr>
                </a:gs>
                <a:gs pos="71429">
                  <a:srgbClr val="B1B1AA">
                    <a:alpha val="2136"/>
                  </a:srgbClr>
                </a:gs>
                <a:gs pos="85714">
                  <a:srgbClr val="B1B1AA">
                    <a:alpha val="850"/>
                  </a:srgbClr>
                </a:gs>
                <a:gs pos="100000">
                  <a:srgbClr val="B1B1AA">
                    <a:alpha val="28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Splat 638"/>
            <p:cNvSpPr>
              <a:spLocks noGrp="1"/>
            </p:cNvSpPr>
            <p:nvPr/>
          </p:nvSpPr>
          <p:spPr>
            <a:xfrm rot="8954584">
              <a:off x="950008" y="3061021"/>
              <a:ext cx="731415" cy="89854"/>
            </a:xfrm>
            <a:prstGeom prst="ellipse">
              <a:avLst/>
            </a:prstGeom>
            <a:gradFill>
              <a:gsLst>
                <a:gs pos="0">
                  <a:srgbClr val="F2F1F1">
                    <a:alpha val="17389"/>
                  </a:srgbClr>
                </a:gs>
                <a:gs pos="14286">
                  <a:srgbClr val="F2F1F1">
                    <a:alpha val="16103"/>
                  </a:srgbClr>
                </a:gs>
                <a:gs pos="28571">
                  <a:srgbClr val="F2F1F1">
                    <a:alpha val="12744"/>
                  </a:srgbClr>
                </a:gs>
                <a:gs pos="42857">
                  <a:srgbClr val="F2F1F1">
                    <a:alpha val="8554"/>
                  </a:srgbClr>
                </a:gs>
                <a:gs pos="57143">
                  <a:srgbClr val="F2F1F1">
                    <a:alpha val="4834"/>
                  </a:srgbClr>
                </a:gs>
                <a:gs pos="71429">
                  <a:srgbClr val="F2F1F1">
                    <a:alpha val="2293"/>
                  </a:srgbClr>
                </a:gs>
                <a:gs pos="85714">
                  <a:srgbClr val="F2F1F1">
                    <a:alpha val="913"/>
                  </a:srgbClr>
                </a:gs>
                <a:gs pos="100000">
                  <a:srgbClr val="F2F1F1">
                    <a:alpha val="3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Splat 639"/>
            <p:cNvSpPr>
              <a:spLocks noGrp="1"/>
            </p:cNvSpPr>
            <p:nvPr/>
          </p:nvSpPr>
          <p:spPr>
            <a:xfrm rot="-8625584">
              <a:off x="-184951" y="1960817"/>
              <a:ext cx="585016" cy="460281"/>
            </a:xfrm>
            <a:prstGeom prst="ellipse">
              <a:avLst/>
            </a:prstGeom>
            <a:gradFill>
              <a:gsLst>
                <a:gs pos="0">
                  <a:srgbClr val="091006">
                    <a:alpha val="11325"/>
                  </a:srgbClr>
                </a:gs>
                <a:gs pos="14286">
                  <a:srgbClr val="091006">
                    <a:alpha val="10459"/>
                  </a:srgbClr>
                </a:gs>
                <a:gs pos="28571">
                  <a:srgbClr val="091006">
                    <a:alpha val="8220"/>
                  </a:srgbClr>
                </a:gs>
                <a:gs pos="42857">
                  <a:srgbClr val="091006">
                    <a:alpha val="5471"/>
                  </a:srgbClr>
                </a:gs>
                <a:gs pos="57143">
                  <a:srgbClr val="091006">
                    <a:alpha val="3069"/>
                  </a:srgbClr>
                </a:gs>
                <a:gs pos="71429">
                  <a:srgbClr val="091006">
                    <a:alpha val="1449"/>
                  </a:srgbClr>
                </a:gs>
                <a:gs pos="85714">
                  <a:srgbClr val="091006">
                    <a:alpha val="575"/>
                  </a:srgbClr>
                </a:gs>
                <a:gs pos="100000">
                  <a:srgbClr val="091006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Splat 640"/>
            <p:cNvSpPr>
              <a:spLocks noGrp="1"/>
            </p:cNvSpPr>
            <p:nvPr/>
          </p:nvSpPr>
          <p:spPr>
            <a:xfrm rot="3493962">
              <a:off x="-232998" y="2674115"/>
              <a:ext cx="634216" cy="99421"/>
            </a:xfrm>
            <a:prstGeom prst="ellipse">
              <a:avLst/>
            </a:prstGeom>
            <a:gradFill>
              <a:gsLst>
                <a:gs pos="0">
                  <a:srgbClr val="040601">
                    <a:alpha val="28972"/>
                  </a:srgbClr>
                </a:gs>
                <a:gs pos="14286">
                  <a:srgbClr val="040601">
                    <a:alpha val="26979"/>
                  </a:srgbClr>
                </a:gs>
                <a:gs pos="28571">
                  <a:srgbClr val="040601">
                    <a:alpha val="21662"/>
                  </a:srgbClr>
                </a:gs>
                <a:gs pos="42857">
                  <a:srgbClr val="040601">
                    <a:alpha val="14797"/>
                  </a:srgbClr>
                </a:gs>
                <a:gs pos="57143">
                  <a:srgbClr val="040601">
                    <a:alpha val="8491"/>
                  </a:srgbClr>
                </a:gs>
                <a:gs pos="71429">
                  <a:srgbClr val="040601">
                    <a:alpha val="4068"/>
                  </a:srgbClr>
                </a:gs>
                <a:gs pos="85714">
                  <a:srgbClr val="040601">
                    <a:alpha val="1629"/>
                  </a:srgbClr>
                </a:gs>
                <a:gs pos="100000">
                  <a:srgbClr val="040601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Splat 641"/>
            <p:cNvSpPr>
              <a:spLocks noGrp="1"/>
            </p:cNvSpPr>
            <p:nvPr/>
          </p:nvSpPr>
          <p:spPr>
            <a:xfrm rot="10345738">
              <a:off x="773771" y="1217783"/>
              <a:ext cx="701869" cy="94923"/>
            </a:xfrm>
            <a:prstGeom prst="ellipse">
              <a:avLst/>
            </a:prstGeom>
            <a:gradFill>
              <a:gsLst>
                <a:gs pos="0">
                  <a:srgbClr val="CCCFCF">
                    <a:alpha val="32968"/>
                  </a:srgbClr>
                </a:gs>
                <a:gs pos="14286">
                  <a:srgbClr val="CCCFCF">
                    <a:alpha val="30764"/>
                  </a:srgbClr>
                </a:gs>
                <a:gs pos="28571">
                  <a:srgbClr val="CCCFCF">
                    <a:alpha val="24833"/>
                  </a:srgbClr>
                </a:gs>
                <a:gs pos="42857">
                  <a:srgbClr val="CCCFCF">
                    <a:alpha val="17075"/>
                  </a:srgbClr>
                </a:gs>
                <a:gs pos="57143">
                  <a:srgbClr val="CCCFCF">
                    <a:alpha val="9855"/>
                  </a:srgbClr>
                </a:gs>
                <a:gs pos="71429">
                  <a:srgbClr val="CCCFCF">
                    <a:alpha val="4740"/>
                  </a:srgbClr>
                </a:gs>
                <a:gs pos="85714">
                  <a:srgbClr val="CCCFCF">
                    <a:alpha val="1902"/>
                  </a:srgbClr>
                </a:gs>
                <a:gs pos="100000">
                  <a:srgbClr val="CCCFC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Splat 642"/>
            <p:cNvSpPr>
              <a:spLocks noGrp="1"/>
            </p:cNvSpPr>
            <p:nvPr/>
          </p:nvSpPr>
          <p:spPr>
            <a:xfrm rot="4400452">
              <a:off x="719404" y="3241403"/>
              <a:ext cx="1009869" cy="162691"/>
            </a:xfrm>
            <a:prstGeom prst="ellipse">
              <a:avLst/>
            </a:prstGeom>
            <a:gradFill>
              <a:gsLst>
                <a:gs pos="0">
                  <a:srgbClr val="F1F0F1">
                    <a:alpha val="6509"/>
                  </a:srgbClr>
                </a:gs>
                <a:gs pos="14286">
                  <a:srgbClr val="F1F0F1">
                    <a:alpha val="5999"/>
                  </a:srgbClr>
                </a:gs>
                <a:gs pos="28571">
                  <a:srgbClr val="F1F0F1">
                    <a:alpha val="4690"/>
                  </a:srgbClr>
                </a:gs>
                <a:gs pos="42857">
                  <a:srgbClr val="F1F0F1">
                    <a:alpha val="3102"/>
                  </a:srgbClr>
                </a:gs>
                <a:gs pos="57143">
                  <a:srgbClr val="F1F0F1">
                    <a:alpha val="1731"/>
                  </a:srgbClr>
                </a:gs>
                <a:gs pos="71429">
                  <a:srgbClr val="F1F0F1">
                    <a:alpha val="814"/>
                  </a:srgbClr>
                </a:gs>
                <a:gs pos="85714">
                  <a:srgbClr val="F1F0F1">
                    <a:alpha val="323"/>
                  </a:srgbClr>
                </a:gs>
                <a:gs pos="100000">
                  <a:srgbClr val="F1F0F1">
                    <a:alpha val="1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Splat 643"/>
            <p:cNvSpPr>
              <a:spLocks noGrp="1"/>
            </p:cNvSpPr>
            <p:nvPr/>
          </p:nvSpPr>
          <p:spPr>
            <a:xfrm rot="4432136">
              <a:off x="338145" y="972597"/>
              <a:ext cx="605930" cy="330863"/>
            </a:xfrm>
            <a:prstGeom prst="ellipse">
              <a:avLst/>
            </a:prstGeom>
            <a:gradFill>
              <a:gsLst>
                <a:gs pos="0">
                  <a:srgbClr val="B4B3B3">
                    <a:alpha val="18470"/>
                  </a:srgbClr>
                </a:gs>
                <a:gs pos="14286">
                  <a:srgbClr val="B4B3B3">
                    <a:alpha val="17112"/>
                  </a:srgbClr>
                </a:gs>
                <a:gs pos="28571">
                  <a:srgbClr val="B4B3B3">
                    <a:alpha val="13560"/>
                  </a:srgbClr>
                </a:gs>
                <a:gs pos="42857">
                  <a:srgbClr val="B4B3B3">
                    <a:alpha val="9116"/>
                  </a:srgbClr>
                </a:gs>
                <a:gs pos="57143">
                  <a:srgbClr val="B4B3B3">
                    <a:alpha val="5159"/>
                  </a:srgbClr>
                </a:gs>
                <a:gs pos="71429">
                  <a:srgbClr val="B4B3B3">
                    <a:alpha val="2449"/>
                  </a:srgbClr>
                </a:gs>
                <a:gs pos="85714">
                  <a:srgbClr val="B4B3B3">
                    <a:alpha val="976"/>
                  </a:srgbClr>
                </a:gs>
                <a:gs pos="100000">
                  <a:srgbClr val="B4B3B3">
                    <a:alpha val="3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Splat 644"/>
            <p:cNvSpPr>
              <a:spLocks noGrp="1"/>
            </p:cNvSpPr>
            <p:nvPr/>
          </p:nvSpPr>
          <p:spPr>
            <a:xfrm rot="5440294">
              <a:off x="1235944" y="2895817"/>
              <a:ext cx="61579" cy="58815"/>
            </a:xfrm>
            <a:prstGeom prst="ellipse">
              <a:avLst/>
            </a:prstGeom>
            <a:gradFill>
              <a:gsLst>
                <a:gs pos="0">
                  <a:srgbClr val="000000">
                    <a:alpha val="16135"/>
                  </a:srgbClr>
                </a:gs>
                <a:gs pos="14286">
                  <a:srgbClr val="000000">
                    <a:alpha val="14933"/>
                  </a:srgbClr>
                </a:gs>
                <a:gs pos="28571">
                  <a:srgbClr val="000000">
                    <a:alpha val="11801"/>
                  </a:srgbClr>
                </a:gs>
                <a:gs pos="42857">
                  <a:srgbClr val="000000">
                    <a:alpha val="7907"/>
                  </a:srgbClr>
                </a:gs>
                <a:gs pos="57143">
                  <a:srgbClr val="000000">
                    <a:alpha val="4461"/>
                  </a:srgbClr>
                </a:gs>
                <a:gs pos="71429">
                  <a:srgbClr val="000000">
                    <a:alpha val="2114"/>
                  </a:srgbClr>
                </a:gs>
                <a:gs pos="85714">
                  <a:srgbClr val="000000">
                    <a:alpha val="841"/>
                  </a:srgbClr>
                </a:gs>
                <a:gs pos="100000">
                  <a:srgbClr val="0000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Splat 645"/>
            <p:cNvSpPr>
              <a:spLocks noGrp="1"/>
            </p:cNvSpPr>
            <p:nvPr/>
          </p:nvSpPr>
          <p:spPr>
            <a:xfrm rot="-10706282">
              <a:off x="433752" y="838701"/>
              <a:ext cx="64236" cy="59404"/>
            </a:xfrm>
            <a:prstGeom prst="ellipse">
              <a:avLst/>
            </a:prstGeom>
            <a:gradFill>
              <a:gsLst>
                <a:gs pos="0">
                  <a:srgbClr val="000000">
                    <a:alpha val="16100"/>
                  </a:srgbClr>
                </a:gs>
                <a:gs pos="14286">
                  <a:srgbClr val="000000">
                    <a:alpha val="14900"/>
                  </a:srgbClr>
                </a:gs>
                <a:gs pos="28571">
                  <a:srgbClr val="000000">
                    <a:alpha val="11775"/>
                  </a:srgbClr>
                </a:gs>
                <a:gs pos="42857">
                  <a:srgbClr val="000000">
                    <a:alpha val="7889"/>
                  </a:srgbClr>
                </a:gs>
                <a:gs pos="57143">
                  <a:srgbClr val="000000">
                    <a:alpha val="4451"/>
                  </a:srgbClr>
                </a:gs>
                <a:gs pos="71429">
                  <a:srgbClr val="000000">
                    <a:alpha val="2109"/>
                  </a:srgbClr>
                </a:gs>
                <a:gs pos="85714">
                  <a:srgbClr val="000000">
                    <a:alpha val="839"/>
                  </a:srgbClr>
                </a:gs>
                <a:gs pos="100000">
                  <a:srgbClr val="000000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Splat 646"/>
            <p:cNvSpPr>
              <a:spLocks noGrp="1"/>
            </p:cNvSpPr>
            <p:nvPr/>
          </p:nvSpPr>
          <p:spPr>
            <a:xfrm rot="3928326">
              <a:off x="1100617" y="800162"/>
              <a:ext cx="735269" cy="4663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Splat 647"/>
            <p:cNvSpPr>
              <a:spLocks noGrp="1"/>
            </p:cNvSpPr>
            <p:nvPr/>
          </p:nvSpPr>
          <p:spPr>
            <a:xfrm rot="10789150">
              <a:off x="3141264" y="257572"/>
              <a:ext cx="62400" cy="59077"/>
            </a:xfrm>
            <a:prstGeom prst="ellipse">
              <a:avLst/>
            </a:prstGeom>
            <a:gradFill>
              <a:gsLst>
                <a:gs pos="0">
                  <a:srgbClr val="717263">
                    <a:alpha val="10870"/>
                  </a:srgbClr>
                </a:gs>
                <a:gs pos="14286">
                  <a:srgbClr val="717263">
                    <a:alpha val="10037"/>
                  </a:srgbClr>
                </a:gs>
                <a:gs pos="28571">
                  <a:srgbClr val="717263">
                    <a:alpha val="7884"/>
                  </a:srgbClr>
                </a:gs>
                <a:gs pos="42857">
                  <a:srgbClr val="717263">
                    <a:alpha val="5244"/>
                  </a:srgbClr>
                </a:gs>
                <a:gs pos="57143">
                  <a:srgbClr val="717263">
                    <a:alpha val="2941"/>
                  </a:srgbClr>
                </a:gs>
                <a:gs pos="71429">
                  <a:srgbClr val="717263">
                    <a:alpha val="1387"/>
                  </a:srgbClr>
                </a:gs>
                <a:gs pos="85714">
                  <a:srgbClr val="717263">
                    <a:alpha val="551"/>
                  </a:srgbClr>
                </a:gs>
                <a:gs pos="100000">
                  <a:srgbClr val="717263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Splat 648"/>
            <p:cNvSpPr>
              <a:spLocks noGrp="1"/>
            </p:cNvSpPr>
            <p:nvPr/>
          </p:nvSpPr>
          <p:spPr>
            <a:xfrm rot="5400654">
              <a:off x="1719345" y="2497952"/>
              <a:ext cx="63969" cy="63937"/>
            </a:xfrm>
            <a:prstGeom prst="ellipse">
              <a:avLst/>
            </a:prstGeom>
            <a:gradFill>
              <a:gsLst>
                <a:gs pos="0">
                  <a:srgbClr val="BBBBB8">
                    <a:alpha val="16168"/>
                  </a:srgbClr>
                </a:gs>
                <a:gs pos="14286">
                  <a:srgbClr val="BBBBB8">
                    <a:alpha val="14963"/>
                  </a:srgbClr>
                </a:gs>
                <a:gs pos="28571">
                  <a:srgbClr val="BBBBB8">
                    <a:alpha val="11825"/>
                  </a:srgbClr>
                </a:gs>
                <a:gs pos="42857">
                  <a:srgbClr val="BBBBB8">
                    <a:alpha val="7923"/>
                  </a:srgbClr>
                </a:gs>
                <a:gs pos="57143">
                  <a:srgbClr val="BBBBB8">
                    <a:alpha val="4471"/>
                  </a:srgbClr>
                </a:gs>
                <a:gs pos="71429">
                  <a:srgbClr val="BBBBB8">
                    <a:alpha val="2118"/>
                  </a:srgbClr>
                </a:gs>
                <a:gs pos="85714">
                  <a:srgbClr val="BBBBB8">
                    <a:alpha val="843"/>
                  </a:srgbClr>
                </a:gs>
                <a:gs pos="100000">
                  <a:srgbClr val="BBBBB8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Splat 649"/>
            <p:cNvSpPr>
              <a:spLocks noGrp="1"/>
            </p:cNvSpPr>
            <p:nvPr/>
          </p:nvSpPr>
          <p:spPr>
            <a:xfrm rot="5407747">
              <a:off x="3434620" y="1112886"/>
              <a:ext cx="64167" cy="64003"/>
            </a:xfrm>
            <a:prstGeom prst="ellipse">
              <a:avLst/>
            </a:prstGeom>
            <a:gradFill>
              <a:gsLst>
                <a:gs pos="0">
                  <a:srgbClr val="C1C1BC">
                    <a:alpha val="16098"/>
                  </a:srgbClr>
                </a:gs>
                <a:gs pos="14286">
                  <a:srgbClr val="C1C1BC">
                    <a:alpha val="14898"/>
                  </a:srgbClr>
                </a:gs>
                <a:gs pos="28571">
                  <a:srgbClr val="C1C1BC">
                    <a:alpha val="11773"/>
                  </a:srgbClr>
                </a:gs>
                <a:gs pos="42857">
                  <a:srgbClr val="C1C1BC">
                    <a:alpha val="7888"/>
                  </a:srgbClr>
                </a:gs>
                <a:gs pos="57143">
                  <a:srgbClr val="C1C1BC">
                    <a:alpha val="4450"/>
                  </a:srgbClr>
                </a:gs>
                <a:gs pos="71429">
                  <a:srgbClr val="C1C1BC">
                    <a:alpha val="2108"/>
                  </a:srgbClr>
                </a:gs>
                <a:gs pos="85714">
                  <a:srgbClr val="C1C1BC">
                    <a:alpha val="839"/>
                  </a:srgbClr>
                </a:gs>
                <a:gs pos="100000">
                  <a:srgbClr val="C1C1BC">
                    <a:alpha val="2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Splat 650"/>
            <p:cNvSpPr>
              <a:spLocks noGrp="1"/>
            </p:cNvSpPr>
            <p:nvPr/>
          </p:nvSpPr>
          <p:spPr>
            <a:xfrm rot="4456677">
              <a:off x="1220667" y="3524052"/>
              <a:ext cx="773141" cy="196986"/>
            </a:xfrm>
            <a:prstGeom prst="ellipse">
              <a:avLst/>
            </a:prstGeom>
            <a:gradFill>
              <a:gsLst>
                <a:gs pos="0">
                  <a:srgbClr val="868381">
                    <a:alpha val="16009"/>
                  </a:srgbClr>
                </a:gs>
                <a:gs pos="14286">
                  <a:srgbClr val="868381">
                    <a:alpha val="14816"/>
                  </a:srgbClr>
                </a:gs>
                <a:gs pos="28571">
                  <a:srgbClr val="868381">
                    <a:alpha val="11707"/>
                  </a:srgbClr>
                </a:gs>
                <a:gs pos="42857">
                  <a:srgbClr val="868381">
                    <a:alpha val="7842"/>
                  </a:srgbClr>
                </a:gs>
                <a:gs pos="57143">
                  <a:srgbClr val="868381">
                    <a:alpha val="4424"/>
                  </a:srgbClr>
                </a:gs>
                <a:gs pos="71429">
                  <a:srgbClr val="868381">
                    <a:alpha val="2096"/>
                  </a:srgbClr>
                </a:gs>
                <a:gs pos="85714">
                  <a:srgbClr val="868381">
                    <a:alpha val="834"/>
                  </a:srgbClr>
                </a:gs>
                <a:gs pos="100000">
                  <a:srgbClr val="868381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Splat 651"/>
            <p:cNvSpPr>
              <a:spLocks noGrp="1"/>
            </p:cNvSpPr>
            <p:nvPr/>
          </p:nvSpPr>
          <p:spPr>
            <a:xfrm rot="5382311">
              <a:off x="1471402" y="73271"/>
              <a:ext cx="63817" cy="58972"/>
            </a:xfrm>
            <a:prstGeom prst="ellipse">
              <a:avLst/>
            </a:prstGeom>
            <a:gradFill>
              <a:gsLst>
                <a:gs pos="0">
                  <a:srgbClr val="B8B7AF">
                    <a:alpha val="16210"/>
                  </a:srgbClr>
                </a:gs>
                <a:gs pos="14286">
                  <a:srgbClr val="B8B7AF">
                    <a:alpha val="15003"/>
                  </a:srgbClr>
                </a:gs>
                <a:gs pos="28571">
                  <a:srgbClr val="B8B7AF">
                    <a:alpha val="11857"/>
                  </a:srgbClr>
                </a:gs>
                <a:gs pos="42857">
                  <a:srgbClr val="B8B7AF">
                    <a:alpha val="7945"/>
                  </a:srgbClr>
                </a:gs>
                <a:gs pos="57143">
                  <a:srgbClr val="B8B7AF">
                    <a:alpha val="4484"/>
                  </a:srgbClr>
                </a:gs>
                <a:gs pos="71429">
                  <a:srgbClr val="B8B7AF">
                    <a:alpha val="2124"/>
                  </a:srgbClr>
                </a:gs>
                <a:gs pos="85714">
                  <a:srgbClr val="B8B7AF">
                    <a:alpha val="845"/>
                  </a:srgbClr>
                </a:gs>
                <a:gs pos="100000">
                  <a:srgbClr val="B8B7AF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Splat 652"/>
            <p:cNvSpPr>
              <a:spLocks noGrp="1"/>
            </p:cNvSpPr>
            <p:nvPr/>
          </p:nvSpPr>
          <p:spPr>
            <a:xfrm rot="-10285399">
              <a:off x="534067" y="1096094"/>
              <a:ext cx="696222" cy="166537"/>
            </a:xfrm>
            <a:prstGeom prst="ellipse">
              <a:avLst/>
            </a:prstGeom>
            <a:gradFill>
              <a:gsLst>
                <a:gs pos="0">
                  <a:srgbClr val="A8A6A6">
                    <a:alpha val="32968"/>
                  </a:srgbClr>
                </a:gs>
                <a:gs pos="14286">
                  <a:srgbClr val="A8A6A6">
                    <a:alpha val="30764"/>
                  </a:srgbClr>
                </a:gs>
                <a:gs pos="28571">
                  <a:srgbClr val="A8A6A6">
                    <a:alpha val="24833"/>
                  </a:srgbClr>
                </a:gs>
                <a:gs pos="42857">
                  <a:srgbClr val="A8A6A6">
                    <a:alpha val="17075"/>
                  </a:srgbClr>
                </a:gs>
                <a:gs pos="57143">
                  <a:srgbClr val="A8A6A6">
                    <a:alpha val="9855"/>
                  </a:srgbClr>
                </a:gs>
                <a:gs pos="71429">
                  <a:srgbClr val="A8A6A6">
                    <a:alpha val="4740"/>
                  </a:srgbClr>
                </a:gs>
                <a:gs pos="85714">
                  <a:srgbClr val="A8A6A6">
                    <a:alpha val="1902"/>
                  </a:srgbClr>
                </a:gs>
                <a:gs pos="100000">
                  <a:srgbClr val="A8A6A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Splat 653"/>
            <p:cNvSpPr>
              <a:spLocks noGrp="1"/>
            </p:cNvSpPr>
            <p:nvPr/>
          </p:nvSpPr>
          <p:spPr>
            <a:xfrm rot="5362619">
              <a:off x="2682798" y="1273303"/>
              <a:ext cx="64300" cy="59918"/>
            </a:xfrm>
            <a:prstGeom prst="ellipse">
              <a:avLst/>
            </a:prstGeom>
            <a:gradFill>
              <a:gsLst>
                <a:gs pos="0">
                  <a:srgbClr val="000000">
                    <a:alpha val="16050"/>
                  </a:srgbClr>
                </a:gs>
                <a:gs pos="14286">
                  <a:srgbClr val="000000">
                    <a:alpha val="14854"/>
                  </a:srgbClr>
                </a:gs>
                <a:gs pos="28571">
                  <a:srgbClr val="000000">
                    <a:alpha val="11737"/>
                  </a:srgbClr>
                </a:gs>
                <a:gs pos="42857">
                  <a:srgbClr val="000000">
                    <a:alpha val="7863"/>
                  </a:srgbClr>
                </a:gs>
                <a:gs pos="57143">
                  <a:srgbClr val="000000">
                    <a:alpha val="4436"/>
                  </a:srgbClr>
                </a:gs>
                <a:gs pos="71429">
                  <a:srgbClr val="000000">
                    <a:alpha val="2102"/>
                  </a:srgbClr>
                </a:gs>
                <a:gs pos="85714">
                  <a:srgbClr val="000000">
                    <a:alpha val="836"/>
                  </a:srgbClr>
                </a:gs>
                <a:gs pos="100000">
                  <a:srgbClr val="000000">
                    <a:alpha val="2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Splat 654"/>
            <p:cNvSpPr>
              <a:spLocks noGrp="1"/>
            </p:cNvSpPr>
            <p:nvPr/>
          </p:nvSpPr>
          <p:spPr>
            <a:xfrm rot="-8637682">
              <a:off x="2068928" y="2776517"/>
              <a:ext cx="549907" cy="3867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Splat 655"/>
            <p:cNvSpPr>
              <a:spLocks noGrp="1"/>
            </p:cNvSpPr>
            <p:nvPr/>
          </p:nvSpPr>
          <p:spPr>
            <a:xfrm rot="10707160">
              <a:off x="2044303" y="3352847"/>
              <a:ext cx="64712" cy="60032"/>
            </a:xfrm>
            <a:prstGeom prst="ellipse">
              <a:avLst/>
            </a:prstGeom>
            <a:gradFill>
              <a:gsLst>
                <a:gs pos="0">
                  <a:srgbClr val="CCCBC4">
                    <a:alpha val="15971"/>
                  </a:srgbClr>
                </a:gs>
                <a:gs pos="14286">
                  <a:srgbClr val="CCCBC4">
                    <a:alpha val="14780"/>
                  </a:srgbClr>
                </a:gs>
                <a:gs pos="28571">
                  <a:srgbClr val="CCCBC4">
                    <a:alpha val="11678"/>
                  </a:srgbClr>
                </a:gs>
                <a:gs pos="42857">
                  <a:srgbClr val="CCCBC4">
                    <a:alpha val="7822"/>
                  </a:srgbClr>
                </a:gs>
                <a:gs pos="57143">
                  <a:srgbClr val="CCCBC4">
                    <a:alpha val="4413"/>
                  </a:srgbClr>
                </a:gs>
                <a:gs pos="71429">
                  <a:srgbClr val="CCCBC4">
                    <a:alpha val="2090"/>
                  </a:srgbClr>
                </a:gs>
                <a:gs pos="85714">
                  <a:srgbClr val="CCCBC4">
                    <a:alpha val="832"/>
                  </a:srgbClr>
                </a:gs>
                <a:gs pos="100000">
                  <a:srgbClr val="CCCBC4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Splat 656"/>
            <p:cNvSpPr>
              <a:spLocks noGrp="1"/>
            </p:cNvSpPr>
            <p:nvPr/>
          </p:nvSpPr>
          <p:spPr>
            <a:xfrm rot="10798236">
              <a:off x="720201" y="340141"/>
              <a:ext cx="63869" cy="63844"/>
            </a:xfrm>
            <a:prstGeom prst="ellipse">
              <a:avLst/>
            </a:prstGeom>
            <a:gradFill>
              <a:gsLst>
                <a:gs pos="0">
                  <a:srgbClr val="000000">
                    <a:alpha val="16186"/>
                  </a:srgbClr>
                </a:gs>
                <a:gs pos="14286">
                  <a:srgbClr val="000000">
                    <a:alpha val="14980"/>
                  </a:srgbClr>
                </a:gs>
                <a:gs pos="28571">
                  <a:srgbClr val="000000">
                    <a:alpha val="11839"/>
                  </a:srgbClr>
                </a:gs>
                <a:gs pos="42857">
                  <a:srgbClr val="000000">
                    <a:alpha val="7933"/>
                  </a:srgbClr>
                </a:gs>
                <a:gs pos="57143">
                  <a:srgbClr val="000000">
                    <a:alpha val="4476"/>
                  </a:srgbClr>
                </a:gs>
                <a:gs pos="71429">
                  <a:srgbClr val="000000">
                    <a:alpha val="2121"/>
                  </a:srgbClr>
                </a:gs>
                <a:gs pos="85714">
                  <a:srgbClr val="000000">
                    <a:alpha val="844"/>
                  </a:srgbClr>
                </a:gs>
                <a:gs pos="100000">
                  <a:srgbClr val="000000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Splat 657"/>
            <p:cNvSpPr>
              <a:spLocks noGrp="1"/>
            </p:cNvSpPr>
            <p:nvPr/>
          </p:nvSpPr>
          <p:spPr>
            <a:xfrm rot="-10225128">
              <a:off x="495043" y="272174"/>
              <a:ext cx="460697" cy="368425"/>
            </a:xfrm>
            <a:prstGeom prst="ellipse">
              <a:avLst/>
            </a:prstGeom>
            <a:gradFill>
              <a:gsLst>
                <a:gs pos="0">
                  <a:srgbClr val="BBBBBC">
                    <a:alpha val="22611"/>
                  </a:srgbClr>
                </a:gs>
                <a:gs pos="14286">
                  <a:srgbClr val="BBBBBC">
                    <a:alpha val="20990"/>
                  </a:srgbClr>
                </a:gs>
                <a:gs pos="28571">
                  <a:srgbClr val="BBBBBC">
                    <a:alpha val="16717"/>
                  </a:srgbClr>
                </a:gs>
                <a:gs pos="42857">
                  <a:srgbClr val="BBBBBC">
                    <a:alpha val="11306"/>
                  </a:srgbClr>
                </a:gs>
                <a:gs pos="57143">
                  <a:srgbClr val="BBBBBC">
                    <a:alpha val="6432"/>
                  </a:srgbClr>
                </a:gs>
                <a:gs pos="71429">
                  <a:srgbClr val="BBBBBC">
                    <a:alpha val="3064"/>
                  </a:srgbClr>
                </a:gs>
                <a:gs pos="85714">
                  <a:srgbClr val="BBBBBC">
                    <a:alpha val="1223"/>
                  </a:srgbClr>
                </a:gs>
                <a:gs pos="100000">
                  <a:srgbClr val="BBBBBC">
                    <a:alpha val="4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Splat 658"/>
            <p:cNvSpPr>
              <a:spLocks noGrp="1"/>
            </p:cNvSpPr>
            <p:nvPr/>
          </p:nvSpPr>
          <p:spPr>
            <a:xfrm rot="-8549566">
              <a:off x="101414" y="1769976"/>
              <a:ext cx="490983" cy="429523"/>
            </a:xfrm>
            <a:prstGeom prst="ellipse">
              <a:avLst/>
            </a:prstGeom>
            <a:gradFill>
              <a:gsLst>
                <a:gs pos="0">
                  <a:srgbClr val="000000">
                    <a:alpha val="4448"/>
                  </a:srgbClr>
                </a:gs>
                <a:gs pos="14286">
                  <a:srgbClr val="000000">
                    <a:alpha val="4095"/>
                  </a:srgbClr>
                </a:gs>
                <a:gs pos="28571">
                  <a:srgbClr val="000000">
                    <a:alpha val="3195"/>
                  </a:srgbClr>
                </a:gs>
                <a:gs pos="42857">
                  <a:srgbClr val="000000">
                    <a:alpha val="2107"/>
                  </a:srgbClr>
                </a:gs>
                <a:gs pos="57143">
                  <a:srgbClr val="000000">
                    <a:alpha val="1173"/>
                  </a:srgbClr>
                </a:gs>
                <a:gs pos="71429">
                  <a:srgbClr val="000000">
                    <a:alpha val="551"/>
                  </a:srgbClr>
                </a:gs>
                <a:gs pos="85714">
                  <a:srgbClr val="000000">
                    <a:alpha val="218"/>
                  </a:srgbClr>
                </a:gs>
                <a:gs pos="100000">
                  <a:srgbClr val="000000">
                    <a:alpha val="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Splat 659"/>
            <p:cNvSpPr>
              <a:spLocks noGrp="1"/>
            </p:cNvSpPr>
            <p:nvPr/>
          </p:nvSpPr>
          <p:spPr>
            <a:xfrm rot="10795999">
              <a:off x="1379050" y="1635104"/>
              <a:ext cx="59532" cy="59434"/>
            </a:xfrm>
            <a:prstGeom prst="ellipse">
              <a:avLst/>
            </a:prstGeom>
            <a:gradFill>
              <a:gsLst>
                <a:gs pos="0">
                  <a:srgbClr val="7F7F88">
                    <a:alpha val="10840"/>
                  </a:srgbClr>
                </a:gs>
                <a:gs pos="14286">
                  <a:srgbClr val="7F7F88">
                    <a:alpha val="10009"/>
                  </a:srgbClr>
                </a:gs>
                <a:gs pos="28571">
                  <a:srgbClr val="7F7F88">
                    <a:alpha val="7862"/>
                  </a:srgbClr>
                </a:gs>
                <a:gs pos="42857">
                  <a:srgbClr val="7F7F88">
                    <a:alpha val="5229"/>
                  </a:srgbClr>
                </a:gs>
                <a:gs pos="57143">
                  <a:srgbClr val="7F7F88">
                    <a:alpha val="2932"/>
                  </a:srgbClr>
                </a:gs>
                <a:gs pos="71429">
                  <a:srgbClr val="7F7F88">
                    <a:alpha val="1383"/>
                  </a:srgbClr>
                </a:gs>
                <a:gs pos="85714">
                  <a:srgbClr val="7F7F88">
                    <a:alpha val="549"/>
                  </a:srgbClr>
                </a:gs>
                <a:gs pos="100000">
                  <a:srgbClr val="7F7F88">
                    <a:alpha val="1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Splat 660"/>
            <p:cNvSpPr>
              <a:spLocks noGrp="1"/>
            </p:cNvSpPr>
            <p:nvPr/>
          </p:nvSpPr>
          <p:spPr>
            <a:xfrm rot="4432925">
              <a:off x="-204882" y="214396"/>
              <a:ext cx="792207" cy="2470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Splat 661"/>
            <p:cNvSpPr>
              <a:spLocks noGrp="1"/>
            </p:cNvSpPr>
            <p:nvPr/>
          </p:nvSpPr>
          <p:spPr>
            <a:xfrm rot="4051029">
              <a:off x="1516556" y="567323"/>
              <a:ext cx="458765" cy="429759"/>
            </a:xfrm>
            <a:prstGeom prst="ellipse">
              <a:avLst/>
            </a:prstGeom>
            <a:gradFill>
              <a:gsLst>
                <a:gs pos="0">
                  <a:srgbClr val="A1A0A0">
                    <a:alpha val="4841"/>
                  </a:srgbClr>
                </a:gs>
                <a:gs pos="14286">
                  <a:srgbClr val="A1A0A0">
                    <a:alpha val="4459"/>
                  </a:srgbClr>
                </a:gs>
                <a:gs pos="28571">
                  <a:srgbClr val="A1A0A0">
                    <a:alpha val="3480"/>
                  </a:srgbClr>
                </a:gs>
                <a:gs pos="42857">
                  <a:srgbClr val="A1A0A0">
                    <a:alpha val="2296"/>
                  </a:srgbClr>
                </a:gs>
                <a:gs pos="57143">
                  <a:srgbClr val="A1A0A0">
                    <a:alpha val="1279"/>
                  </a:srgbClr>
                </a:gs>
                <a:gs pos="71429">
                  <a:srgbClr val="A1A0A0">
                    <a:alpha val="601"/>
                  </a:srgbClr>
                </a:gs>
                <a:gs pos="85714">
                  <a:srgbClr val="A1A0A0">
                    <a:alpha val="238"/>
                  </a:srgbClr>
                </a:gs>
                <a:gs pos="100000">
                  <a:srgbClr val="A1A0A0">
                    <a:alpha val="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Splat 662"/>
            <p:cNvSpPr>
              <a:spLocks noGrp="1"/>
            </p:cNvSpPr>
            <p:nvPr/>
          </p:nvSpPr>
          <p:spPr>
            <a:xfrm rot="4550592">
              <a:off x="1974255" y="540610"/>
              <a:ext cx="387569" cy="647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Splat 663"/>
            <p:cNvSpPr>
              <a:spLocks noGrp="1"/>
            </p:cNvSpPr>
            <p:nvPr/>
          </p:nvSpPr>
          <p:spPr>
            <a:xfrm rot="10799092">
              <a:off x="3063923" y="1979954"/>
              <a:ext cx="59583" cy="59574"/>
            </a:xfrm>
            <a:prstGeom prst="ellipse">
              <a:avLst/>
            </a:prstGeom>
            <a:gradFill>
              <a:gsLst>
                <a:gs pos="0">
                  <a:srgbClr val="75767B">
                    <a:alpha val="10693"/>
                  </a:srgbClr>
                </a:gs>
                <a:gs pos="14286">
                  <a:srgbClr val="75767B">
                    <a:alpha val="9872"/>
                  </a:srgbClr>
                </a:gs>
                <a:gs pos="28571">
                  <a:srgbClr val="75767B">
                    <a:alpha val="7753"/>
                  </a:srgbClr>
                </a:gs>
                <a:gs pos="42857">
                  <a:srgbClr val="75767B">
                    <a:alpha val="5156"/>
                  </a:srgbClr>
                </a:gs>
                <a:gs pos="57143">
                  <a:srgbClr val="75767B">
                    <a:alpha val="2891"/>
                  </a:srgbClr>
                </a:gs>
                <a:gs pos="71429">
                  <a:srgbClr val="75767B">
                    <a:alpha val="1364"/>
                  </a:srgbClr>
                </a:gs>
                <a:gs pos="85714">
                  <a:srgbClr val="75767B">
                    <a:alpha val="541"/>
                  </a:srgbClr>
                </a:gs>
                <a:gs pos="100000">
                  <a:srgbClr val="75767B">
                    <a:alpha val="1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Splat 664"/>
            <p:cNvSpPr>
              <a:spLocks noGrp="1"/>
            </p:cNvSpPr>
            <p:nvPr/>
          </p:nvSpPr>
          <p:spPr>
            <a:xfrm rot="-10796430">
              <a:off x="832760" y="2415719"/>
              <a:ext cx="64621" cy="64588"/>
            </a:xfrm>
            <a:prstGeom prst="ellipse">
              <a:avLst/>
            </a:prstGeom>
            <a:gradFill>
              <a:gsLst>
                <a:gs pos="0">
                  <a:srgbClr val="C6C5C1">
                    <a:alpha val="15987"/>
                  </a:srgbClr>
                </a:gs>
                <a:gs pos="14286">
                  <a:srgbClr val="C6C5C1">
                    <a:alpha val="14794"/>
                  </a:srgbClr>
                </a:gs>
                <a:gs pos="28571">
                  <a:srgbClr val="C6C5C1">
                    <a:alpha val="11690"/>
                  </a:srgbClr>
                </a:gs>
                <a:gs pos="42857">
                  <a:srgbClr val="C6C5C1">
                    <a:alpha val="7830"/>
                  </a:srgbClr>
                </a:gs>
                <a:gs pos="57143">
                  <a:srgbClr val="C6C5C1">
                    <a:alpha val="4418"/>
                  </a:srgbClr>
                </a:gs>
                <a:gs pos="71429">
                  <a:srgbClr val="C6C5C1">
                    <a:alpha val="2093"/>
                  </a:srgbClr>
                </a:gs>
                <a:gs pos="85714">
                  <a:srgbClr val="C6C5C1">
                    <a:alpha val="833"/>
                  </a:srgbClr>
                </a:gs>
                <a:gs pos="100000">
                  <a:srgbClr val="C6C5C1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Splat 665"/>
            <p:cNvSpPr>
              <a:spLocks noGrp="1"/>
            </p:cNvSpPr>
            <p:nvPr/>
          </p:nvSpPr>
          <p:spPr>
            <a:xfrm rot="4132892">
              <a:off x="1467150" y="3172608"/>
              <a:ext cx="549885" cy="440941"/>
            </a:xfrm>
            <a:prstGeom prst="ellipse">
              <a:avLst/>
            </a:prstGeom>
            <a:gradFill>
              <a:gsLst>
                <a:gs pos="0">
                  <a:srgbClr val="020011">
                    <a:alpha val="11311"/>
                  </a:srgbClr>
                </a:gs>
                <a:gs pos="14286">
                  <a:srgbClr val="020011">
                    <a:alpha val="10446"/>
                  </a:srgbClr>
                </a:gs>
                <a:gs pos="28571">
                  <a:srgbClr val="020011">
                    <a:alpha val="8210"/>
                  </a:srgbClr>
                </a:gs>
                <a:gs pos="42857">
                  <a:srgbClr val="020011">
                    <a:alpha val="5464"/>
                  </a:srgbClr>
                </a:gs>
                <a:gs pos="57143">
                  <a:srgbClr val="020011">
                    <a:alpha val="3065"/>
                  </a:srgbClr>
                </a:gs>
                <a:gs pos="71429">
                  <a:srgbClr val="020011">
                    <a:alpha val="1447"/>
                  </a:srgbClr>
                </a:gs>
                <a:gs pos="85714">
                  <a:srgbClr val="020011">
                    <a:alpha val="575"/>
                  </a:srgbClr>
                </a:gs>
                <a:gs pos="100000">
                  <a:srgbClr val="020011">
                    <a:alpha val="1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Splat 666"/>
            <p:cNvSpPr>
              <a:spLocks noGrp="1"/>
            </p:cNvSpPr>
            <p:nvPr/>
          </p:nvSpPr>
          <p:spPr>
            <a:xfrm rot="6597546">
              <a:off x="2788822" y="2895751"/>
              <a:ext cx="627904" cy="113331"/>
            </a:xfrm>
            <a:prstGeom prst="ellipse">
              <a:avLst/>
            </a:prstGeom>
            <a:gradFill>
              <a:gsLst>
                <a:gs pos="0">
                  <a:srgbClr val="49464C">
                    <a:alpha val="32968"/>
                  </a:srgbClr>
                </a:gs>
                <a:gs pos="14286">
                  <a:srgbClr val="49464C">
                    <a:alpha val="30764"/>
                  </a:srgbClr>
                </a:gs>
                <a:gs pos="28571">
                  <a:srgbClr val="49464C">
                    <a:alpha val="24833"/>
                  </a:srgbClr>
                </a:gs>
                <a:gs pos="42857">
                  <a:srgbClr val="49464C">
                    <a:alpha val="17075"/>
                  </a:srgbClr>
                </a:gs>
                <a:gs pos="57143">
                  <a:srgbClr val="49464C">
                    <a:alpha val="9855"/>
                  </a:srgbClr>
                </a:gs>
                <a:gs pos="71429">
                  <a:srgbClr val="49464C">
                    <a:alpha val="4740"/>
                  </a:srgbClr>
                </a:gs>
                <a:gs pos="85714">
                  <a:srgbClr val="49464C">
                    <a:alpha val="1902"/>
                  </a:srgbClr>
                </a:gs>
                <a:gs pos="100000">
                  <a:srgbClr val="4946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Splat 667"/>
            <p:cNvSpPr>
              <a:spLocks noGrp="1"/>
            </p:cNvSpPr>
            <p:nvPr/>
          </p:nvSpPr>
          <p:spPr>
            <a:xfrm rot="10799091">
              <a:off x="3463052" y="1901162"/>
              <a:ext cx="63852" cy="63800"/>
            </a:xfrm>
            <a:prstGeom prst="ellipse">
              <a:avLst/>
            </a:prstGeom>
            <a:gradFill>
              <a:gsLst>
                <a:gs pos="0">
                  <a:srgbClr val="000000">
                    <a:alpha val="16120"/>
                  </a:srgbClr>
                </a:gs>
                <a:gs pos="14286">
                  <a:srgbClr val="000000">
                    <a:alpha val="14919"/>
                  </a:srgbClr>
                </a:gs>
                <a:gs pos="28571">
                  <a:srgbClr val="000000">
                    <a:alpha val="11790"/>
                  </a:srgbClr>
                </a:gs>
                <a:gs pos="42857">
                  <a:srgbClr val="000000">
                    <a:alpha val="7899"/>
                  </a:srgbClr>
                </a:gs>
                <a:gs pos="57143">
                  <a:srgbClr val="000000">
                    <a:alpha val="4457"/>
                  </a:srgbClr>
                </a:gs>
                <a:gs pos="71429">
                  <a:srgbClr val="000000">
                    <a:alpha val="2112"/>
                  </a:srgbClr>
                </a:gs>
                <a:gs pos="85714">
                  <a:srgbClr val="000000">
                    <a:alpha val="840"/>
                  </a:srgbClr>
                </a:gs>
                <a:gs pos="100000">
                  <a:srgbClr val="000000">
                    <a:alpha val="28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Splat 668"/>
            <p:cNvSpPr>
              <a:spLocks noGrp="1"/>
            </p:cNvSpPr>
            <p:nvPr/>
          </p:nvSpPr>
          <p:spPr>
            <a:xfrm rot="6138089">
              <a:off x="631791" y="248463"/>
              <a:ext cx="842243" cy="270833"/>
            </a:xfrm>
            <a:prstGeom prst="ellipse">
              <a:avLst/>
            </a:prstGeom>
            <a:gradFill>
              <a:gsLst>
                <a:gs pos="0">
                  <a:srgbClr val="000C01">
                    <a:alpha val="32968"/>
                  </a:srgbClr>
                </a:gs>
                <a:gs pos="14286">
                  <a:srgbClr val="000C01">
                    <a:alpha val="30764"/>
                  </a:srgbClr>
                </a:gs>
                <a:gs pos="28571">
                  <a:srgbClr val="000C01">
                    <a:alpha val="24833"/>
                  </a:srgbClr>
                </a:gs>
                <a:gs pos="42857">
                  <a:srgbClr val="000C01">
                    <a:alpha val="17075"/>
                  </a:srgbClr>
                </a:gs>
                <a:gs pos="57143">
                  <a:srgbClr val="000C01">
                    <a:alpha val="9855"/>
                  </a:srgbClr>
                </a:gs>
                <a:gs pos="71429">
                  <a:srgbClr val="000C01">
                    <a:alpha val="4740"/>
                  </a:srgbClr>
                </a:gs>
                <a:gs pos="85714">
                  <a:srgbClr val="000C01">
                    <a:alpha val="1902"/>
                  </a:srgbClr>
                </a:gs>
                <a:gs pos="100000">
                  <a:srgbClr val="000C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Splat 669"/>
            <p:cNvSpPr>
              <a:spLocks noGrp="1"/>
            </p:cNvSpPr>
            <p:nvPr/>
          </p:nvSpPr>
          <p:spPr>
            <a:xfrm rot="6075591">
              <a:off x="1627863" y="1388604"/>
              <a:ext cx="475890" cy="206388"/>
            </a:xfrm>
            <a:prstGeom prst="ellipse">
              <a:avLst/>
            </a:prstGeom>
            <a:gradFill>
              <a:gsLst>
                <a:gs pos="0">
                  <a:srgbClr val="E1E0E1">
                    <a:alpha val="16178"/>
                  </a:srgbClr>
                </a:gs>
                <a:gs pos="14286">
                  <a:srgbClr val="E1E0E1">
                    <a:alpha val="14973"/>
                  </a:srgbClr>
                </a:gs>
                <a:gs pos="28571">
                  <a:srgbClr val="E1E0E1">
                    <a:alpha val="11833"/>
                  </a:srgbClr>
                </a:gs>
                <a:gs pos="42857">
                  <a:srgbClr val="E1E0E1">
                    <a:alpha val="7929"/>
                  </a:srgbClr>
                </a:gs>
                <a:gs pos="57143">
                  <a:srgbClr val="E1E0E1">
                    <a:alpha val="4474"/>
                  </a:srgbClr>
                </a:gs>
                <a:gs pos="71429">
                  <a:srgbClr val="E1E0E1">
                    <a:alpha val="2120"/>
                  </a:srgbClr>
                </a:gs>
                <a:gs pos="85714">
                  <a:srgbClr val="E1E0E1">
                    <a:alpha val="844"/>
                  </a:srgbClr>
                </a:gs>
                <a:gs pos="100000">
                  <a:srgbClr val="E1E0E1">
                    <a:alpha val="2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Splat 670"/>
            <p:cNvSpPr>
              <a:spLocks noGrp="1"/>
            </p:cNvSpPr>
            <p:nvPr/>
          </p:nvSpPr>
          <p:spPr>
            <a:xfrm rot="5393399">
              <a:off x="1617264" y="467842"/>
              <a:ext cx="625353" cy="777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Splat 671"/>
            <p:cNvSpPr>
              <a:spLocks noGrp="1"/>
            </p:cNvSpPr>
            <p:nvPr/>
          </p:nvSpPr>
          <p:spPr>
            <a:xfrm rot="5140890">
              <a:off x="2900455" y="1453210"/>
              <a:ext cx="496296" cy="251890"/>
            </a:xfrm>
            <a:prstGeom prst="ellipse">
              <a:avLst/>
            </a:prstGeom>
            <a:gradFill>
              <a:gsLst>
                <a:gs pos="0">
                  <a:srgbClr val="848684">
                    <a:alpha val="32968"/>
                  </a:srgbClr>
                </a:gs>
                <a:gs pos="14286">
                  <a:srgbClr val="848684">
                    <a:alpha val="30764"/>
                  </a:srgbClr>
                </a:gs>
                <a:gs pos="28571">
                  <a:srgbClr val="848684">
                    <a:alpha val="24833"/>
                  </a:srgbClr>
                </a:gs>
                <a:gs pos="42857">
                  <a:srgbClr val="848684">
                    <a:alpha val="17075"/>
                  </a:srgbClr>
                </a:gs>
                <a:gs pos="57143">
                  <a:srgbClr val="848684">
                    <a:alpha val="9855"/>
                  </a:srgbClr>
                </a:gs>
                <a:gs pos="71429">
                  <a:srgbClr val="848684">
                    <a:alpha val="4740"/>
                  </a:srgbClr>
                </a:gs>
                <a:gs pos="85714">
                  <a:srgbClr val="848684">
                    <a:alpha val="1902"/>
                  </a:srgbClr>
                </a:gs>
                <a:gs pos="100000">
                  <a:srgbClr val="84868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Splat 672"/>
            <p:cNvSpPr>
              <a:spLocks noGrp="1"/>
            </p:cNvSpPr>
            <p:nvPr/>
          </p:nvSpPr>
          <p:spPr>
            <a:xfrm rot="5436074">
              <a:off x="453138" y="2814638"/>
              <a:ext cx="64362" cy="63880"/>
            </a:xfrm>
            <a:prstGeom prst="ellipse">
              <a:avLst/>
            </a:prstGeom>
            <a:gradFill>
              <a:gsLst>
                <a:gs pos="0">
                  <a:srgbClr val="B7B6AC">
                    <a:alpha val="15966"/>
                  </a:srgbClr>
                </a:gs>
                <a:gs pos="14286">
                  <a:srgbClr val="B7B6AC">
                    <a:alpha val="14776"/>
                  </a:srgbClr>
                </a:gs>
                <a:gs pos="28571">
                  <a:srgbClr val="B7B6AC">
                    <a:alpha val="11674"/>
                  </a:srgbClr>
                </a:gs>
                <a:gs pos="42857">
                  <a:srgbClr val="B7B6AC">
                    <a:alpha val="7820"/>
                  </a:srgbClr>
                </a:gs>
                <a:gs pos="57143">
                  <a:srgbClr val="B7B6AC">
                    <a:alpha val="4412"/>
                  </a:srgbClr>
                </a:gs>
                <a:gs pos="71429">
                  <a:srgbClr val="B7B6AC">
                    <a:alpha val="2090"/>
                  </a:srgbClr>
                </a:gs>
                <a:gs pos="85714">
                  <a:srgbClr val="B7B6AC">
                    <a:alpha val="832"/>
                  </a:srgbClr>
                </a:gs>
                <a:gs pos="100000">
                  <a:srgbClr val="B7B6AC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Splat 673"/>
            <p:cNvSpPr>
              <a:spLocks noGrp="1"/>
            </p:cNvSpPr>
            <p:nvPr/>
          </p:nvSpPr>
          <p:spPr>
            <a:xfrm rot="5310355">
              <a:off x="8576" y="3027783"/>
              <a:ext cx="62874" cy="60103"/>
            </a:xfrm>
            <a:prstGeom prst="ellipse">
              <a:avLst/>
            </a:prstGeom>
            <a:gradFill>
              <a:gsLst>
                <a:gs pos="0">
                  <a:srgbClr val="B6B5AD">
                    <a:alpha val="15925"/>
                  </a:srgbClr>
                </a:gs>
                <a:gs pos="14286">
                  <a:srgbClr val="B6B5AD">
                    <a:alpha val="14737"/>
                  </a:srgbClr>
                </a:gs>
                <a:gs pos="28571">
                  <a:srgbClr val="B6B5AD">
                    <a:alpha val="11643"/>
                  </a:srgbClr>
                </a:gs>
                <a:gs pos="42857">
                  <a:srgbClr val="B6B5AD">
                    <a:alpha val="7799"/>
                  </a:srgbClr>
                </a:gs>
                <a:gs pos="57143">
                  <a:srgbClr val="B6B5AD">
                    <a:alpha val="4399"/>
                  </a:srgbClr>
                </a:gs>
                <a:gs pos="71429">
                  <a:srgbClr val="B6B5AD">
                    <a:alpha val="2084"/>
                  </a:srgbClr>
                </a:gs>
                <a:gs pos="85714">
                  <a:srgbClr val="B6B5AD">
                    <a:alpha val="829"/>
                  </a:srgbClr>
                </a:gs>
                <a:gs pos="100000">
                  <a:srgbClr val="B6B5AD">
                    <a:alpha val="2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Splat 674"/>
            <p:cNvSpPr>
              <a:spLocks noGrp="1"/>
            </p:cNvSpPr>
            <p:nvPr/>
          </p:nvSpPr>
          <p:spPr>
            <a:xfrm rot="-10797917">
              <a:off x="83886" y="2156649"/>
              <a:ext cx="65251" cy="65179"/>
            </a:xfrm>
            <a:prstGeom prst="ellipse">
              <a:avLst/>
            </a:prstGeom>
            <a:gradFill>
              <a:gsLst>
                <a:gs pos="0">
                  <a:srgbClr val="C7C7C2">
                    <a:alpha val="15825"/>
                  </a:srgbClr>
                </a:gs>
                <a:gs pos="14286">
                  <a:srgbClr val="C7C7C2">
                    <a:alpha val="14644"/>
                  </a:srgbClr>
                </a:gs>
                <a:gs pos="28571">
                  <a:srgbClr val="C7C7C2">
                    <a:alpha val="11568"/>
                  </a:srgbClr>
                </a:gs>
                <a:gs pos="42857">
                  <a:srgbClr val="C7C7C2">
                    <a:alpha val="7747"/>
                  </a:srgbClr>
                </a:gs>
                <a:gs pos="57143">
                  <a:srgbClr val="C7C7C2">
                    <a:alpha val="4370"/>
                  </a:srgbClr>
                </a:gs>
                <a:gs pos="71429">
                  <a:srgbClr val="C7C7C2">
                    <a:alpha val="2070"/>
                  </a:srgbClr>
                </a:gs>
                <a:gs pos="85714">
                  <a:srgbClr val="C7C7C2">
                    <a:alpha val="824"/>
                  </a:srgbClr>
                </a:gs>
                <a:gs pos="100000">
                  <a:srgbClr val="C7C7C2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Splat 675"/>
            <p:cNvSpPr>
              <a:spLocks noGrp="1"/>
            </p:cNvSpPr>
            <p:nvPr/>
          </p:nvSpPr>
          <p:spPr>
            <a:xfrm rot="-8608775">
              <a:off x="672407" y="1362731"/>
              <a:ext cx="660607" cy="359536"/>
            </a:xfrm>
            <a:prstGeom prst="ellipse">
              <a:avLst/>
            </a:prstGeom>
            <a:gradFill>
              <a:gsLst>
                <a:gs pos="0">
                  <a:srgbClr val="000000">
                    <a:alpha val="5400"/>
                  </a:srgbClr>
                </a:gs>
                <a:gs pos="14286">
                  <a:srgbClr val="000000">
                    <a:alpha val="4974"/>
                  </a:srgbClr>
                </a:gs>
                <a:gs pos="28571">
                  <a:srgbClr val="000000">
                    <a:alpha val="3884"/>
                  </a:srgbClr>
                </a:gs>
                <a:gs pos="42857">
                  <a:srgbClr val="000000">
                    <a:alpha val="2565"/>
                  </a:srgbClr>
                </a:gs>
                <a:gs pos="57143">
                  <a:srgbClr val="000000">
                    <a:alpha val="1430"/>
                  </a:srgbClr>
                </a:gs>
                <a:gs pos="71429">
                  <a:srgbClr val="000000">
                    <a:alpha val="672"/>
                  </a:srgbClr>
                </a:gs>
                <a:gs pos="85714">
                  <a:srgbClr val="000000">
                    <a:alpha val="266"/>
                  </a:srgbClr>
                </a:gs>
                <a:gs pos="100000">
                  <a:srgbClr val="000000">
                    <a:alpha val="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Splat 676"/>
            <p:cNvSpPr>
              <a:spLocks noGrp="1"/>
            </p:cNvSpPr>
            <p:nvPr/>
          </p:nvSpPr>
          <p:spPr>
            <a:xfrm rot="5201481">
              <a:off x="3225053" y="3346068"/>
              <a:ext cx="728904" cy="51395"/>
            </a:xfrm>
            <a:prstGeom prst="ellipse">
              <a:avLst/>
            </a:prstGeom>
            <a:gradFill>
              <a:gsLst>
                <a:gs pos="0">
                  <a:srgbClr val="FCFEFD">
                    <a:alpha val="32968"/>
                  </a:srgbClr>
                </a:gs>
                <a:gs pos="14286">
                  <a:srgbClr val="FCFEFD">
                    <a:alpha val="30764"/>
                  </a:srgbClr>
                </a:gs>
                <a:gs pos="28571">
                  <a:srgbClr val="FCFEFD">
                    <a:alpha val="24833"/>
                  </a:srgbClr>
                </a:gs>
                <a:gs pos="42857">
                  <a:srgbClr val="FCFEFD">
                    <a:alpha val="17075"/>
                  </a:srgbClr>
                </a:gs>
                <a:gs pos="57143">
                  <a:srgbClr val="FCFEFD">
                    <a:alpha val="9855"/>
                  </a:srgbClr>
                </a:gs>
                <a:gs pos="71429">
                  <a:srgbClr val="FCFEFD">
                    <a:alpha val="4740"/>
                  </a:srgbClr>
                </a:gs>
                <a:gs pos="85714">
                  <a:srgbClr val="FCFEFD">
                    <a:alpha val="1902"/>
                  </a:srgbClr>
                </a:gs>
                <a:gs pos="100000">
                  <a:srgbClr val="FC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Splat 677"/>
            <p:cNvSpPr>
              <a:spLocks noGrp="1"/>
            </p:cNvSpPr>
            <p:nvPr/>
          </p:nvSpPr>
          <p:spPr>
            <a:xfrm rot="-10758559">
              <a:off x="2776295" y="2343104"/>
              <a:ext cx="392224" cy="76777"/>
            </a:xfrm>
            <a:prstGeom prst="ellipse">
              <a:avLst/>
            </a:prstGeom>
            <a:gradFill>
              <a:gsLst>
                <a:gs pos="0">
                  <a:srgbClr val="F8FAF9">
                    <a:alpha val="20248"/>
                  </a:srgbClr>
                </a:gs>
                <a:gs pos="14286">
                  <a:srgbClr val="F8FAF9">
                    <a:alpha val="18775"/>
                  </a:srgbClr>
                </a:gs>
                <a:gs pos="28571">
                  <a:srgbClr val="F8FAF9">
                    <a:alpha val="14910"/>
                  </a:srgbClr>
                </a:gs>
                <a:gs pos="42857">
                  <a:srgbClr val="F8FAF9">
                    <a:alpha val="10049"/>
                  </a:srgbClr>
                </a:gs>
                <a:gs pos="57143">
                  <a:srgbClr val="F8FAF9">
                    <a:alpha val="5699"/>
                  </a:srgbClr>
                </a:gs>
                <a:gs pos="71429">
                  <a:srgbClr val="F8FAF9">
                    <a:alpha val="2710"/>
                  </a:srgbClr>
                </a:gs>
                <a:gs pos="85714">
                  <a:srgbClr val="F8FAF9">
                    <a:alpha val="1080"/>
                  </a:srgbClr>
                </a:gs>
                <a:gs pos="100000">
                  <a:srgbClr val="F8FAF9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Splat 678"/>
            <p:cNvSpPr>
              <a:spLocks noGrp="1"/>
            </p:cNvSpPr>
            <p:nvPr/>
          </p:nvSpPr>
          <p:spPr>
            <a:xfrm rot="-9708315">
              <a:off x="1186648" y="122551"/>
              <a:ext cx="635147" cy="1202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Splat 679"/>
            <p:cNvSpPr>
              <a:spLocks noGrp="1"/>
            </p:cNvSpPr>
            <p:nvPr/>
          </p:nvSpPr>
          <p:spPr>
            <a:xfrm rot="5322202">
              <a:off x="1138915" y="1620209"/>
              <a:ext cx="64574" cy="59726"/>
            </a:xfrm>
            <a:prstGeom prst="ellipse">
              <a:avLst/>
            </a:prstGeom>
            <a:gradFill>
              <a:gsLst>
                <a:gs pos="0">
                  <a:srgbClr val="A9A89D">
                    <a:alpha val="16001"/>
                  </a:srgbClr>
                </a:gs>
                <a:gs pos="14286">
                  <a:srgbClr val="A9A89D">
                    <a:alpha val="14808"/>
                  </a:srgbClr>
                </a:gs>
                <a:gs pos="28571">
                  <a:srgbClr val="A9A89D">
                    <a:alpha val="11700"/>
                  </a:srgbClr>
                </a:gs>
                <a:gs pos="42857">
                  <a:srgbClr val="A9A89D">
                    <a:alpha val="7838"/>
                  </a:srgbClr>
                </a:gs>
                <a:gs pos="57143">
                  <a:srgbClr val="A9A89D">
                    <a:alpha val="4422"/>
                  </a:srgbClr>
                </a:gs>
                <a:gs pos="71429">
                  <a:srgbClr val="A9A89D">
                    <a:alpha val="2095"/>
                  </a:srgbClr>
                </a:gs>
                <a:gs pos="85714">
                  <a:srgbClr val="A9A89D">
                    <a:alpha val="834"/>
                  </a:srgbClr>
                </a:gs>
                <a:gs pos="100000">
                  <a:srgbClr val="A9A89D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Splat 680"/>
            <p:cNvSpPr>
              <a:spLocks noGrp="1"/>
            </p:cNvSpPr>
            <p:nvPr/>
          </p:nvSpPr>
          <p:spPr>
            <a:xfrm rot="10294395">
              <a:off x="2444243" y="181666"/>
              <a:ext cx="703733" cy="80613"/>
            </a:xfrm>
            <a:prstGeom prst="ellipse">
              <a:avLst/>
            </a:prstGeom>
            <a:gradFill>
              <a:gsLst>
                <a:gs pos="0">
                  <a:srgbClr val="000001">
                    <a:alpha val="28253"/>
                  </a:srgbClr>
                </a:gs>
                <a:gs pos="14286">
                  <a:srgbClr val="000001">
                    <a:alpha val="26300"/>
                  </a:srgbClr>
                </a:gs>
                <a:gs pos="28571">
                  <a:srgbClr val="000001">
                    <a:alpha val="21096"/>
                  </a:srgbClr>
                </a:gs>
                <a:gs pos="42857">
                  <a:srgbClr val="000001">
                    <a:alpha val="14394"/>
                  </a:srgbClr>
                </a:gs>
                <a:gs pos="57143">
                  <a:srgbClr val="000001">
                    <a:alpha val="8251"/>
                  </a:srgbClr>
                </a:gs>
                <a:gs pos="71429">
                  <a:srgbClr val="000001">
                    <a:alpha val="3951"/>
                  </a:srgbClr>
                </a:gs>
                <a:gs pos="85714">
                  <a:srgbClr val="000001">
                    <a:alpha val="1581"/>
                  </a:srgbClr>
                </a:gs>
                <a:gs pos="100000">
                  <a:srgbClr val="000001">
                    <a:alpha val="5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Splat 681"/>
            <p:cNvSpPr>
              <a:spLocks noGrp="1"/>
            </p:cNvSpPr>
            <p:nvPr/>
          </p:nvSpPr>
          <p:spPr>
            <a:xfrm rot="5940510">
              <a:off x="2511320" y="2602649"/>
              <a:ext cx="724949" cy="944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Splat 682"/>
            <p:cNvSpPr>
              <a:spLocks noGrp="1"/>
            </p:cNvSpPr>
            <p:nvPr/>
          </p:nvSpPr>
          <p:spPr>
            <a:xfrm rot="8360973">
              <a:off x="985708" y="2414583"/>
              <a:ext cx="892720" cy="108061"/>
            </a:xfrm>
            <a:prstGeom prst="ellipse">
              <a:avLst/>
            </a:prstGeom>
            <a:gradFill>
              <a:gsLst>
                <a:gs pos="0">
                  <a:srgbClr val="BDC0BF">
                    <a:alpha val="32968"/>
                  </a:srgbClr>
                </a:gs>
                <a:gs pos="14286">
                  <a:srgbClr val="BDC0BF">
                    <a:alpha val="30764"/>
                  </a:srgbClr>
                </a:gs>
                <a:gs pos="28571">
                  <a:srgbClr val="BDC0BF">
                    <a:alpha val="24833"/>
                  </a:srgbClr>
                </a:gs>
                <a:gs pos="42857">
                  <a:srgbClr val="BDC0BF">
                    <a:alpha val="17075"/>
                  </a:srgbClr>
                </a:gs>
                <a:gs pos="57143">
                  <a:srgbClr val="BDC0BF">
                    <a:alpha val="9855"/>
                  </a:srgbClr>
                </a:gs>
                <a:gs pos="71429">
                  <a:srgbClr val="BDC0BF">
                    <a:alpha val="4740"/>
                  </a:srgbClr>
                </a:gs>
                <a:gs pos="85714">
                  <a:srgbClr val="BDC0BF">
                    <a:alpha val="1902"/>
                  </a:srgbClr>
                </a:gs>
                <a:gs pos="100000">
                  <a:srgbClr val="BDC0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Splat 683"/>
            <p:cNvSpPr>
              <a:spLocks noGrp="1"/>
            </p:cNvSpPr>
            <p:nvPr/>
          </p:nvSpPr>
          <p:spPr>
            <a:xfrm rot="10798885">
              <a:off x="2100462" y="1597029"/>
              <a:ext cx="65294" cy="65293"/>
            </a:xfrm>
            <a:prstGeom prst="ellipse">
              <a:avLst/>
            </a:prstGeom>
            <a:gradFill>
              <a:gsLst>
                <a:gs pos="0">
                  <a:srgbClr val="C3C3BD">
                    <a:alpha val="15804"/>
                  </a:srgbClr>
                </a:gs>
                <a:gs pos="14286">
                  <a:srgbClr val="C3C3BD">
                    <a:alpha val="14625"/>
                  </a:srgbClr>
                </a:gs>
                <a:gs pos="28571">
                  <a:srgbClr val="C3C3BD">
                    <a:alpha val="11553"/>
                  </a:srgbClr>
                </a:gs>
                <a:gs pos="42857">
                  <a:srgbClr val="C3C3BD">
                    <a:alpha val="7737"/>
                  </a:srgbClr>
                </a:gs>
                <a:gs pos="57143">
                  <a:srgbClr val="C3C3BD">
                    <a:alpha val="4364"/>
                  </a:srgbClr>
                </a:gs>
                <a:gs pos="71429">
                  <a:srgbClr val="C3C3BD">
                    <a:alpha val="2067"/>
                  </a:srgbClr>
                </a:gs>
                <a:gs pos="85714">
                  <a:srgbClr val="C3C3BD">
                    <a:alpha val="823"/>
                  </a:srgbClr>
                </a:gs>
                <a:gs pos="100000">
                  <a:srgbClr val="C3C3BD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Splat 684"/>
            <p:cNvSpPr>
              <a:spLocks noGrp="1"/>
            </p:cNvSpPr>
            <p:nvPr/>
          </p:nvSpPr>
          <p:spPr>
            <a:xfrm rot="7538774">
              <a:off x="2043683" y="181939"/>
              <a:ext cx="722097" cy="159984"/>
            </a:xfrm>
            <a:prstGeom prst="ellipse">
              <a:avLst/>
            </a:prstGeom>
            <a:gradFill>
              <a:gsLst>
                <a:gs pos="0">
                  <a:srgbClr val="A6A5A4">
                    <a:alpha val="32955"/>
                  </a:srgbClr>
                </a:gs>
                <a:gs pos="14286">
                  <a:srgbClr val="A6A5A4">
                    <a:alpha val="30751"/>
                  </a:srgbClr>
                </a:gs>
                <a:gs pos="28571">
                  <a:srgbClr val="A6A5A4">
                    <a:alpha val="24822"/>
                  </a:srgbClr>
                </a:gs>
                <a:gs pos="42857">
                  <a:srgbClr val="A6A5A4">
                    <a:alpha val="17068"/>
                  </a:srgbClr>
                </a:gs>
                <a:gs pos="57143">
                  <a:srgbClr val="A6A5A4">
                    <a:alpha val="9850"/>
                  </a:srgbClr>
                </a:gs>
                <a:gs pos="71429">
                  <a:srgbClr val="A6A5A4">
                    <a:alpha val="4738"/>
                  </a:srgbClr>
                </a:gs>
                <a:gs pos="85714">
                  <a:srgbClr val="A6A5A4">
                    <a:alpha val="1901"/>
                  </a:srgbClr>
                </a:gs>
                <a:gs pos="100000">
                  <a:srgbClr val="A6A5A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Splat 685"/>
            <p:cNvSpPr>
              <a:spLocks noGrp="1"/>
            </p:cNvSpPr>
            <p:nvPr/>
          </p:nvSpPr>
          <p:spPr>
            <a:xfrm rot="10637995">
              <a:off x="797502" y="2653075"/>
              <a:ext cx="597616" cy="137437"/>
            </a:xfrm>
            <a:prstGeom prst="ellipse">
              <a:avLst/>
            </a:prstGeom>
            <a:gradFill>
              <a:gsLst>
                <a:gs pos="0">
                  <a:srgbClr val="474A4C">
                    <a:alpha val="15034"/>
                  </a:srgbClr>
                </a:gs>
                <a:gs pos="14286">
                  <a:srgbClr val="474A4C">
                    <a:alpha val="13907"/>
                  </a:srgbClr>
                </a:gs>
                <a:gs pos="28571">
                  <a:srgbClr val="474A4C">
                    <a:alpha val="10976"/>
                  </a:srgbClr>
                </a:gs>
                <a:gs pos="42857">
                  <a:srgbClr val="474A4C">
                    <a:alpha val="7343"/>
                  </a:srgbClr>
                </a:gs>
                <a:gs pos="57143">
                  <a:srgbClr val="474A4C">
                    <a:alpha val="4138"/>
                  </a:srgbClr>
                </a:gs>
                <a:gs pos="71429">
                  <a:srgbClr val="474A4C">
                    <a:alpha val="1959"/>
                  </a:srgbClr>
                </a:gs>
                <a:gs pos="85714">
                  <a:srgbClr val="474A4C">
                    <a:alpha val="779"/>
                  </a:srgbClr>
                </a:gs>
                <a:gs pos="100000">
                  <a:srgbClr val="474A4C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Splat 686"/>
            <p:cNvSpPr>
              <a:spLocks noGrp="1"/>
            </p:cNvSpPr>
            <p:nvPr/>
          </p:nvSpPr>
          <p:spPr>
            <a:xfrm rot="-10782740">
              <a:off x="1484115" y="1608910"/>
              <a:ext cx="60541" cy="60423"/>
            </a:xfrm>
            <a:prstGeom prst="ellipse">
              <a:avLst/>
            </a:prstGeom>
            <a:gradFill>
              <a:gsLst>
                <a:gs pos="0">
                  <a:srgbClr val="ACA9A7">
                    <a:alpha val="15730"/>
                  </a:srgbClr>
                </a:gs>
                <a:gs pos="14286">
                  <a:srgbClr val="ACA9A7">
                    <a:alpha val="14555"/>
                  </a:srgbClr>
                </a:gs>
                <a:gs pos="28571">
                  <a:srgbClr val="ACA9A7">
                    <a:alpha val="11497"/>
                  </a:srgbClr>
                </a:gs>
                <a:gs pos="42857">
                  <a:srgbClr val="ACA9A7">
                    <a:alpha val="7698"/>
                  </a:srgbClr>
                </a:gs>
                <a:gs pos="57143">
                  <a:srgbClr val="ACA9A7">
                    <a:alpha val="4342"/>
                  </a:srgbClr>
                </a:gs>
                <a:gs pos="71429">
                  <a:srgbClr val="ACA9A7">
                    <a:alpha val="2056"/>
                  </a:srgbClr>
                </a:gs>
                <a:gs pos="85714">
                  <a:srgbClr val="ACA9A7">
                    <a:alpha val="818"/>
                  </a:srgbClr>
                </a:gs>
                <a:gs pos="100000">
                  <a:srgbClr val="ACA9A7">
                    <a:alpha val="27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Splat 687"/>
            <p:cNvSpPr>
              <a:spLocks noGrp="1"/>
            </p:cNvSpPr>
            <p:nvPr/>
          </p:nvSpPr>
          <p:spPr>
            <a:xfrm rot="-8907460">
              <a:off x="3285952" y="656855"/>
              <a:ext cx="624159" cy="76121"/>
            </a:xfrm>
            <a:prstGeom prst="ellipse">
              <a:avLst/>
            </a:prstGeom>
            <a:gradFill>
              <a:gsLst>
                <a:gs pos="0">
                  <a:srgbClr val="C8C8C8">
                    <a:alpha val="27799"/>
                  </a:srgbClr>
                </a:gs>
                <a:gs pos="14286">
                  <a:srgbClr val="C8C8C8">
                    <a:alpha val="25871"/>
                  </a:srgbClr>
                </a:gs>
                <a:gs pos="28571">
                  <a:srgbClr val="C8C8C8">
                    <a:alpha val="20740"/>
                  </a:srgbClr>
                </a:gs>
                <a:gs pos="42857">
                  <a:srgbClr val="C8C8C8">
                    <a:alpha val="14141"/>
                  </a:srgbClr>
                </a:gs>
                <a:gs pos="57143">
                  <a:srgbClr val="C8C8C8">
                    <a:alpha val="8101"/>
                  </a:srgbClr>
                </a:gs>
                <a:gs pos="71429">
                  <a:srgbClr val="C8C8C8">
                    <a:alpha val="3877"/>
                  </a:srgbClr>
                </a:gs>
                <a:gs pos="85714">
                  <a:srgbClr val="C8C8C8">
                    <a:alpha val="1552"/>
                  </a:srgbClr>
                </a:gs>
                <a:gs pos="100000">
                  <a:srgbClr val="C8C8C8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Splat 688"/>
            <p:cNvSpPr>
              <a:spLocks noGrp="1"/>
            </p:cNvSpPr>
            <p:nvPr/>
          </p:nvSpPr>
          <p:spPr>
            <a:xfrm rot="10699482">
              <a:off x="569381" y="538759"/>
              <a:ext cx="65360" cy="60580"/>
            </a:xfrm>
            <a:prstGeom prst="ellipse">
              <a:avLst/>
            </a:prstGeom>
            <a:gradFill>
              <a:gsLst>
                <a:gs pos="0">
                  <a:srgbClr val="000018">
                    <a:alpha val="15770"/>
                  </a:srgbClr>
                </a:gs>
                <a:gs pos="14286">
                  <a:srgbClr val="000018">
                    <a:alpha val="14592"/>
                  </a:srgbClr>
                </a:gs>
                <a:gs pos="28571">
                  <a:srgbClr val="000018">
                    <a:alpha val="11527"/>
                  </a:srgbClr>
                </a:gs>
                <a:gs pos="42857">
                  <a:srgbClr val="000018">
                    <a:alpha val="7719"/>
                  </a:srgbClr>
                </a:gs>
                <a:gs pos="57143">
                  <a:srgbClr val="000018">
                    <a:alpha val="4354"/>
                  </a:srgbClr>
                </a:gs>
                <a:gs pos="71429">
                  <a:srgbClr val="000018">
                    <a:alpha val="2062"/>
                  </a:srgbClr>
                </a:gs>
                <a:gs pos="85714">
                  <a:srgbClr val="000018">
                    <a:alpha val="821"/>
                  </a:srgbClr>
                </a:gs>
                <a:gs pos="100000">
                  <a:srgbClr val="000018">
                    <a:alpha val="2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Splat 689"/>
            <p:cNvSpPr>
              <a:spLocks noGrp="1"/>
            </p:cNvSpPr>
            <p:nvPr/>
          </p:nvSpPr>
          <p:spPr>
            <a:xfrm rot="5398201">
              <a:off x="3276190" y="2180728"/>
              <a:ext cx="60271" cy="60249"/>
            </a:xfrm>
            <a:prstGeom prst="ellipse">
              <a:avLst/>
            </a:prstGeom>
            <a:gradFill>
              <a:gsLst>
                <a:gs pos="0">
                  <a:srgbClr val="9A9798">
                    <a:alpha val="10438"/>
                  </a:srgbClr>
                </a:gs>
                <a:gs pos="14286">
                  <a:srgbClr val="9A9798">
                    <a:alpha val="9636"/>
                  </a:srgbClr>
                </a:gs>
                <a:gs pos="28571">
                  <a:srgbClr val="9A9798">
                    <a:alpha val="7566"/>
                  </a:srgbClr>
                </a:gs>
                <a:gs pos="42857">
                  <a:srgbClr val="9A9798">
                    <a:alpha val="5030"/>
                  </a:srgbClr>
                </a:gs>
                <a:gs pos="57143">
                  <a:srgbClr val="9A9798">
                    <a:alpha val="2819"/>
                  </a:srgbClr>
                </a:gs>
                <a:gs pos="71429">
                  <a:srgbClr val="9A9798">
                    <a:alpha val="1330"/>
                  </a:srgbClr>
                </a:gs>
                <a:gs pos="85714">
                  <a:srgbClr val="9A9798">
                    <a:alpha val="528"/>
                  </a:srgbClr>
                </a:gs>
                <a:gs pos="100000">
                  <a:srgbClr val="9A9798">
                    <a:alpha val="1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Splat 690"/>
            <p:cNvSpPr>
              <a:spLocks noGrp="1"/>
            </p:cNvSpPr>
            <p:nvPr/>
          </p:nvSpPr>
          <p:spPr>
            <a:xfrm rot="9243448">
              <a:off x="2006765" y="667669"/>
              <a:ext cx="880982" cy="104570"/>
            </a:xfrm>
            <a:prstGeom prst="ellipse">
              <a:avLst/>
            </a:prstGeom>
            <a:gradFill>
              <a:gsLst>
                <a:gs pos="0">
                  <a:srgbClr val="000001">
                    <a:alpha val="28741"/>
                  </a:srgbClr>
                </a:gs>
                <a:gs pos="14286">
                  <a:srgbClr val="000001">
                    <a:alpha val="26761"/>
                  </a:srgbClr>
                </a:gs>
                <a:gs pos="28571">
                  <a:srgbClr val="000001">
                    <a:alpha val="21480"/>
                  </a:srgbClr>
                </a:gs>
                <a:gs pos="42857">
                  <a:srgbClr val="000001">
                    <a:alpha val="14668"/>
                  </a:srgbClr>
                </a:gs>
                <a:gs pos="57143">
                  <a:srgbClr val="000001">
                    <a:alpha val="8414"/>
                  </a:srgbClr>
                </a:gs>
                <a:gs pos="71429">
                  <a:srgbClr val="000001">
                    <a:alpha val="4031"/>
                  </a:srgbClr>
                </a:gs>
                <a:gs pos="85714">
                  <a:srgbClr val="000001">
                    <a:alpha val="1614"/>
                  </a:srgbClr>
                </a:gs>
                <a:gs pos="100000">
                  <a:srgbClr val="000001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Splat 691"/>
            <p:cNvSpPr>
              <a:spLocks noGrp="1"/>
            </p:cNvSpPr>
            <p:nvPr/>
          </p:nvSpPr>
          <p:spPr>
            <a:xfrm rot="5304140">
              <a:off x="1510286" y="2600709"/>
              <a:ext cx="653862" cy="76411"/>
            </a:xfrm>
            <a:prstGeom prst="ellipse">
              <a:avLst/>
            </a:prstGeom>
            <a:gradFill>
              <a:gsLst>
                <a:gs pos="0">
                  <a:srgbClr val="EAE9E9">
                    <a:alpha val="20981"/>
                  </a:srgbClr>
                </a:gs>
                <a:gs pos="14286">
                  <a:srgbClr val="EAE9E9">
                    <a:alpha val="19462"/>
                  </a:srgbClr>
                </a:gs>
                <a:gs pos="28571">
                  <a:srgbClr val="EAE9E9">
                    <a:alpha val="15469"/>
                  </a:srgbClr>
                </a:gs>
                <a:gs pos="42857">
                  <a:srgbClr val="EAE9E9">
                    <a:alpha val="10437"/>
                  </a:srgbClr>
                </a:gs>
                <a:gs pos="57143">
                  <a:srgbClr val="EAE9E9">
                    <a:alpha val="5925"/>
                  </a:srgbClr>
                </a:gs>
                <a:gs pos="71429">
                  <a:srgbClr val="EAE9E9">
                    <a:alpha val="2819"/>
                  </a:srgbClr>
                </a:gs>
                <a:gs pos="85714">
                  <a:srgbClr val="EAE9E9">
                    <a:alpha val="1124"/>
                  </a:srgbClr>
                </a:gs>
                <a:gs pos="100000">
                  <a:srgbClr val="EAE9E9">
                    <a:alpha val="37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Splat 692"/>
            <p:cNvSpPr>
              <a:spLocks noGrp="1"/>
            </p:cNvSpPr>
            <p:nvPr/>
          </p:nvSpPr>
          <p:spPr>
            <a:xfrm rot="-10709019">
              <a:off x="2566310" y="3103325"/>
              <a:ext cx="65161" cy="60321"/>
            </a:xfrm>
            <a:prstGeom prst="ellipse">
              <a:avLst/>
            </a:prstGeom>
            <a:gradFill>
              <a:gsLst>
                <a:gs pos="0">
                  <a:srgbClr val="B3B2AB">
                    <a:alpha val="15855"/>
                  </a:srgbClr>
                </a:gs>
                <a:gs pos="14286">
                  <a:srgbClr val="B3B2AB">
                    <a:alpha val="14672"/>
                  </a:srgbClr>
                </a:gs>
                <a:gs pos="28571">
                  <a:srgbClr val="B3B2AB">
                    <a:alpha val="11591"/>
                  </a:srgbClr>
                </a:gs>
                <a:gs pos="42857">
                  <a:srgbClr val="B3B2AB">
                    <a:alpha val="7763"/>
                  </a:srgbClr>
                </a:gs>
                <a:gs pos="57143">
                  <a:srgbClr val="B3B2AB">
                    <a:alpha val="4379"/>
                  </a:srgbClr>
                </a:gs>
                <a:gs pos="71429">
                  <a:srgbClr val="B3B2AB">
                    <a:alpha val="2074"/>
                  </a:srgbClr>
                </a:gs>
                <a:gs pos="85714">
                  <a:srgbClr val="B3B2AB">
                    <a:alpha val="825"/>
                  </a:srgbClr>
                </a:gs>
                <a:gs pos="100000">
                  <a:srgbClr val="B3B2AB">
                    <a:alpha val="2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Splat 693"/>
            <p:cNvSpPr>
              <a:spLocks noGrp="1"/>
            </p:cNvSpPr>
            <p:nvPr/>
          </p:nvSpPr>
          <p:spPr>
            <a:xfrm rot="7617440">
              <a:off x="3120519" y="615581"/>
              <a:ext cx="487215" cy="430539"/>
            </a:xfrm>
            <a:prstGeom prst="ellipse">
              <a:avLst/>
            </a:prstGeom>
            <a:gradFill>
              <a:gsLst>
                <a:gs pos="0">
                  <a:srgbClr val="423F41">
                    <a:alpha val="14554"/>
                  </a:srgbClr>
                </a:gs>
                <a:gs pos="14286">
                  <a:srgbClr val="423F41">
                    <a:alpha val="13460"/>
                  </a:srgbClr>
                </a:gs>
                <a:gs pos="28571">
                  <a:srgbClr val="423F41">
                    <a:alpha val="10617"/>
                  </a:srgbClr>
                </a:gs>
                <a:gs pos="42857">
                  <a:srgbClr val="423F41">
                    <a:alpha val="7098"/>
                  </a:srgbClr>
                </a:gs>
                <a:gs pos="57143">
                  <a:srgbClr val="423F41">
                    <a:alpha val="3997"/>
                  </a:srgbClr>
                </a:gs>
                <a:gs pos="71429">
                  <a:srgbClr val="423F41">
                    <a:alpha val="1891"/>
                  </a:srgbClr>
                </a:gs>
                <a:gs pos="85714">
                  <a:srgbClr val="423F41">
                    <a:alpha val="752"/>
                  </a:srgbClr>
                </a:gs>
                <a:gs pos="100000">
                  <a:srgbClr val="423F41">
                    <a:alpha val="2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Splat 694"/>
            <p:cNvSpPr>
              <a:spLocks noGrp="1"/>
            </p:cNvSpPr>
            <p:nvPr/>
          </p:nvSpPr>
          <p:spPr>
            <a:xfrm rot="-9971900">
              <a:off x="707411" y="1738209"/>
              <a:ext cx="660237" cy="15800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Splat 695"/>
            <p:cNvSpPr>
              <a:spLocks noGrp="1"/>
            </p:cNvSpPr>
            <p:nvPr/>
          </p:nvSpPr>
          <p:spPr>
            <a:xfrm rot="7430119">
              <a:off x="853125" y="2861005"/>
              <a:ext cx="495783" cy="464405"/>
            </a:xfrm>
            <a:prstGeom prst="ellipse">
              <a:avLst/>
            </a:prstGeom>
            <a:gradFill>
              <a:gsLst>
                <a:gs pos="0">
                  <a:srgbClr val="BCBABC">
                    <a:alpha val="2242"/>
                  </a:srgbClr>
                </a:gs>
                <a:gs pos="14286">
                  <a:srgbClr val="BCBABC">
                    <a:alpha val="2063"/>
                  </a:srgbClr>
                </a:gs>
                <a:gs pos="28571">
                  <a:srgbClr val="BCBABC">
                    <a:alpha val="1605"/>
                  </a:srgbClr>
                </a:gs>
                <a:gs pos="42857">
                  <a:srgbClr val="BCBABC">
                    <a:alpha val="1056"/>
                  </a:srgbClr>
                </a:gs>
                <a:gs pos="57143">
                  <a:srgbClr val="BCBABC">
                    <a:alpha val="586"/>
                  </a:srgbClr>
                </a:gs>
                <a:gs pos="71429">
                  <a:srgbClr val="BCBABC">
                    <a:alpha val="275"/>
                  </a:srgbClr>
                </a:gs>
                <a:gs pos="85714">
                  <a:srgbClr val="BCBABC">
                    <a:alpha val="109"/>
                  </a:srgbClr>
                </a:gs>
                <a:gs pos="100000">
                  <a:srgbClr val="BCBABC">
                    <a:alpha val="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Splat 696"/>
            <p:cNvSpPr>
              <a:spLocks noGrp="1"/>
            </p:cNvSpPr>
            <p:nvPr/>
          </p:nvSpPr>
          <p:spPr>
            <a:xfrm rot="4768462">
              <a:off x="1481323" y="384339"/>
              <a:ext cx="605280" cy="976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Splat 697"/>
            <p:cNvSpPr>
              <a:spLocks noGrp="1"/>
            </p:cNvSpPr>
            <p:nvPr/>
          </p:nvSpPr>
          <p:spPr>
            <a:xfrm rot="-9290773">
              <a:off x="2473506" y="2129133"/>
              <a:ext cx="612414" cy="1338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Splat 698"/>
            <p:cNvSpPr>
              <a:spLocks noGrp="1"/>
            </p:cNvSpPr>
            <p:nvPr/>
          </p:nvSpPr>
          <p:spPr>
            <a:xfrm rot="10369346">
              <a:off x="2891855" y="1747089"/>
              <a:ext cx="527388" cy="438240"/>
            </a:xfrm>
            <a:prstGeom prst="ellipse">
              <a:avLst/>
            </a:prstGeom>
            <a:gradFill>
              <a:gsLst>
                <a:gs pos="0">
                  <a:srgbClr val="000000">
                    <a:alpha val="5959"/>
                  </a:srgbClr>
                </a:gs>
                <a:gs pos="14286">
                  <a:srgbClr val="000000">
                    <a:alpha val="5491"/>
                  </a:srgbClr>
                </a:gs>
                <a:gs pos="28571">
                  <a:srgbClr val="000000">
                    <a:alpha val="4290"/>
                  </a:srgbClr>
                </a:gs>
                <a:gs pos="42857">
                  <a:srgbClr val="000000">
                    <a:alpha val="2835"/>
                  </a:srgbClr>
                </a:gs>
                <a:gs pos="57143">
                  <a:srgbClr val="000000">
                    <a:alpha val="1581"/>
                  </a:srgbClr>
                </a:gs>
                <a:gs pos="71429">
                  <a:srgbClr val="000000">
                    <a:alpha val="743"/>
                  </a:srgbClr>
                </a:gs>
                <a:gs pos="85714">
                  <a:srgbClr val="000000">
                    <a:alpha val="295"/>
                  </a:srgbClr>
                </a:gs>
                <a:gs pos="100000">
                  <a:srgbClr val="000000">
                    <a:alpha val="9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Splat 699"/>
            <p:cNvSpPr>
              <a:spLocks noGrp="1"/>
            </p:cNvSpPr>
            <p:nvPr/>
          </p:nvSpPr>
          <p:spPr>
            <a:xfrm rot="10148039">
              <a:off x="1963759" y="1730919"/>
              <a:ext cx="440974" cy="92088"/>
            </a:xfrm>
            <a:prstGeom prst="ellipse">
              <a:avLst/>
            </a:prstGeom>
            <a:gradFill>
              <a:gsLst>
                <a:gs pos="0">
                  <a:srgbClr val="FFFDFE">
                    <a:alpha val="20569"/>
                  </a:srgbClr>
                </a:gs>
                <a:gs pos="14286">
                  <a:srgbClr val="FFFDFE">
                    <a:alpha val="19075"/>
                  </a:srgbClr>
                </a:gs>
                <a:gs pos="28571">
                  <a:srgbClr val="FFFDFE">
                    <a:alpha val="15154"/>
                  </a:srgbClr>
                </a:gs>
                <a:gs pos="42857">
                  <a:srgbClr val="FFFDFE">
                    <a:alpha val="10219"/>
                  </a:srgbClr>
                </a:gs>
                <a:gs pos="57143">
                  <a:srgbClr val="FFFDFE">
                    <a:alpha val="5798"/>
                  </a:srgbClr>
                </a:gs>
                <a:gs pos="71429">
                  <a:srgbClr val="FFFDFE">
                    <a:alpha val="2757"/>
                  </a:srgbClr>
                </a:gs>
                <a:gs pos="85714">
                  <a:srgbClr val="FFFDFE">
                    <a:alpha val="1099"/>
                  </a:srgbClr>
                </a:gs>
                <a:gs pos="100000">
                  <a:srgbClr val="FFFDFE">
                    <a:alpha val="3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Splat 700"/>
            <p:cNvSpPr>
              <a:spLocks noGrp="1"/>
            </p:cNvSpPr>
            <p:nvPr/>
          </p:nvSpPr>
          <p:spPr>
            <a:xfrm rot="4974538">
              <a:off x="987716" y="2283153"/>
              <a:ext cx="671835" cy="301314"/>
            </a:xfrm>
            <a:prstGeom prst="ellipse">
              <a:avLst/>
            </a:prstGeom>
            <a:gradFill>
              <a:gsLst>
                <a:gs pos="0">
                  <a:srgbClr val="76787A">
                    <a:alpha val="32968"/>
                  </a:srgbClr>
                </a:gs>
                <a:gs pos="14286">
                  <a:srgbClr val="76787A">
                    <a:alpha val="30764"/>
                  </a:srgbClr>
                </a:gs>
                <a:gs pos="28571">
                  <a:srgbClr val="76787A">
                    <a:alpha val="24833"/>
                  </a:srgbClr>
                </a:gs>
                <a:gs pos="42857">
                  <a:srgbClr val="76787A">
                    <a:alpha val="17075"/>
                  </a:srgbClr>
                </a:gs>
                <a:gs pos="57143">
                  <a:srgbClr val="76787A">
                    <a:alpha val="9855"/>
                  </a:srgbClr>
                </a:gs>
                <a:gs pos="71429">
                  <a:srgbClr val="76787A">
                    <a:alpha val="4740"/>
                  </a:srgbClr>
                </a:gs>
                <a:gs pos="85714">
                  <a:srgbClr val="76787A">
                    <a:alpha val="1902"/>
                  </a:srgbClr>
                </a:gs>
                <a:gs pos="100000">
                  <a:srgbClr val="76787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Splat 701"/>
            <p:cNvSpPr>
              <a:spLocks noGrp="1"/>
            </p:cNvSpPr>
            <p:nvPr/>
          </p:nvSpPr>
          <p:spPr>
            <a:xfrm rot="7967293">
              <a:off x="1629922" y="1413096"/>
              <a:ext cx="673830" cy="1212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Splat 702"/>
            <p:cNvSpPr>
              <a:spLocks noGrp="1"/>
            </p:cNvSpPr>
            <p:nvPr/>
          </p:nvSpPr>
          <p:spPr>
            <a:xfrm rot="9597920">
              <a:off x="821050" y="1002829"/>
              <a:ext cx="558374" cy="475042"/>
            </a:xfrm>
            <a:prstGeom prst="ellipse">
              <a:avLst/>
            </a:prstGeom>
            <a:gradFill>
              <a:gsLst>
                <a:gs pos="0">
                  <a:srgbClr val="29060D">
                    <a:alpha val="22491"/>
                  </a:srgbClr>
                </a:gs>
                <a:gs pos="14286">
                  <a:srgbClr val="29060D">
                    <a:alpha val="20877"/>
                  </a:srgbClr>
                </a:gs>
                <a:gs pos="28571">
                  <a:srgbClr val="29060D">
                    <a:alpha val="16625"/>
                  </a:srgbClr>
                </a:gs>
                <a:gs pos="42857">
                  <a:srgbClr val="29060D">
                    <a:alpha val="11242"/>
                  </a:srgbClr>
                </a:gs>
                <a:gs pos="57143">
                  <a:srgbClr val="29060D">
                    <a:alpha val="6395"/>
                  </a:srgbClr>
                </a:gs>
                <a:gs pos="71429">
                  <a:srgbClr val="29060D">
                    <a:alpha val="3046"/>
                  </a:srgbClr>
                </a:gs>
                <a:gs pos="85714">
                  <a:srgbClr val="29060D">
                    <a:alpha val="1216"/>
                  </a:srgbClr>
                </a:gs>
                <a:gs pos="100000">
                  <a:srgbClr val="29060D">
                    <a:alpha val="4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Splat 703"/>
            <p:cNvSpPr>
              <a:spLocks noGrp="1"/>
            </p:cNvSpPr>
            <p:nvPr/>
          </p:nvSpPr>
          <p:spPr>
            <a:xfrm rot="8363442">
              <a:off x="978232" y="2604015"/>
              <a:ext cx="965719" cy="152338"/>
            </a:xfrm>
            <a:prstGeom prst="ellipse">
              <a:avLst/>
            </a:prstGeom>
            <a:gradFill>
              <a:gsLst>
                <a:gs pos="0">
                  <a:srgbClr val="D2D2D1">
                    <a:alpha val="17280"/>
                  </a:srgbClr>
                </a:gs>
                <a:gs pos="14286">
                  <a:srgbClr val="D2D2D1">
                    <a:alpha val="16001"/>
                  </a:srgbClr>
                </a:gs>
                <a:gs pos="28571">
                  <a:srgbClr val="D2D2D1">
                    <a:alpha val="12662"/>
                  </a:srgbClr>
                </a:gs>
                <a:gs pos="42857">
                  <a:srgbClr val="D2D2D1">
                    <a:alpha val="8497"/>
                  </a:srgbClr>
                </a:gs>
                <a:gs pos="57143">
                  <a:srgbClr val="D2D2D1">
                    <a:alpha val="4802"/>
                  </a:srgbClr>
                </a:gs>
                <a:gs pos="71429">
                  <a:srgbClr val="D2D2D1">
                    <a:alpha val="2277"/>
                  </a:srgbClr>
                </a:gs>
                <a:gs pos="85714">
                  <a:srgbClr val="D2D2D1">
                    <a:alpha val="907"/>
                  </a:srgbClr>
                </a:gs>
                <a:gs pos="100000">
                  <a:srgbClr val="D2D2D1">
                    <a:alpha val="3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Splat 704"/>
            <p:cNvSpPr>
              <a:spLocks noGrp="1"/>
            </p:cNvSpPr>
            <p:nvPr/>
          </p:nvSpPr>
          <p:spPr>
            <a:xfrm rot="6400789">
              <a:off x="2812473" y="1310318"/>
              <a:ext cx="269362" cy="792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Splat 705"/>
            <p:cNvSpPr>
              <a:spLocks noGrp="1"/>
            </p:cNvSpPr>
            <p:nvPr/>
          </p:nvSpPr>
          <p:spPr>
            <a:xfrm rot="3267507">
              <a:off x="2770874" y="1240097"/>
              <a:ext cx="484823" cy="472340"/>
            </a:xfrm>
            <a:prstGeom prst="ellipse">
              <a:avLst/>
            </a:prstGeom>
            <a:gradFill>
              <a:gsLst>
                <a:gs pos="0">
                  <a:srgbClr val="000000">
                    <a:alpha val="1569"/>
                  </a:srgbClr>
                </a:gs>
                <a:gs pos="14286">
                  <a:srgbClr val="000000">
                    <a:alpha val="1443"/>
                  </a:srgbClr>
                </a:gs>
                <a:gs pos="28571">
                  <a:srgbClr val="000000">
                    <a:alpha val="1122"/>
                  </a:srgbClr>
                </a:gs>
                <a:gs pos="42857">
                  <a:srgbClr val="000000">
                    <a:alpha val="738"/>
                  </a:srgbClr>
                </a:gs>
                <a:gs pos="57143">
                  <a:srgbClr val="000000">
                    <a:alpha val="409"/>
                  </a:srgbClr>
                </a:gs>
                <a:gs pos="71429">
                  <a:srgbClr val="000000">
                    <a:alpha val="192"/>
                  </a:srgbClr>
                </a:gs>
                <a:gs pos="85714">
                  <a:srgbClr val="000000">
                    <a:alpha val="76"/>
                  </a:srgbClr>
                </a:gs>
                <a:gs pos="100000">
                  <a:srgbClr val="000000">
                    <a:alpha val="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Splat 706"/>
            <p:cNvSpPr>
              <a:spLocks noGrp="1"/>
            </p:cNvSpPr>
            <p:nvPr/>
          </p:nvSpPr>
          <p:spPr>
            <a:xfrm rot="6971274">
              <a:off x="2619432" y="2775121"/>
              <a:ext cx="498345" cy="249761"/>
            </a:xfrm>
            <a:prstGeom prst="ellipse">
              <a:avLst/>
            </a:prstGeom>
            <a:gradFill>
              <a:gsLst>
                <a:gs pos="0">
                  <a:srgbClr val="000000">
                    <a:alpha val="22472"/>
                  </a:srgbClr>
                </a:gs>
                <a:gs pos="14286">
                  <a:srgbClr val="000000">
                    <a:alpha val="20860"/>
                  </a:srgbClr>
                </a:gs>
                <a:gs pos="28571">
                  <a:srgbClr val="000000">
                    <a:alpha val="16611"/>
                  </a:srgbClr>
                </a:gs>
                <a:gs pos="42857">
                  <a:srgbClr val="000000">
                    <a:alpha val="11232"/>
                  </a:srgbClr>
                </a:gs>
                <a:gs pos="57143">
                  <a:srgbClr val="000000">
                    <a:alpha val="6389"/>
                  </a:srgbClr>
                </a:gs>
                <a:gs pos="71429">
                  <a:srgbClr val="000000">
                    <a:alpha val="3043"/>
                  </a:srgbClr>
                </a:gs>
                <a:gs pos="85714">
                  <a:srgbClr val="000000">
                    <a:alpha val="1215"/>
                  </a:srgbClr>
                </a:gs>
                <a:gs pos="100000">
                  <a:srgbClr val="000000">
                    <a:alpha val="4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Splat 707"/>
            <p:cNvSpPr>
              <a:spLocks noGrp="1"/>
            </p:cNvSpPr>
            <p:nvPr/>
          </p:nvSpPr>
          <p:spPr>
            <a:xfrm rot="-10668382">
              <a:off x="3204167" y="2139541"/>
              <a:ext cx="709377" cy="44406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Splat 708"/>
            <p:cNvSpPr>
              <a:spLocks noGrp="1"/>
            </p:cNvSpPr>
            <p:nvPr/>
          </p:nvSpPr>
          <p:spPr>
            <a:xfrm rot="3570878">
              <a:off x="1980549" y="2950583"/>
              <a:ext cx="688968" cy="80631"/>
            </a:xfrm>
            <a:prstGeom prst="ellipse">
              <a:avLst/>
            </a:prstGeom>
            <a:gradFill>
              <a:gsLst>
                <a:gs pos="0">
                  <a:srgbClr val="E6E3E5">
                    <a:alpha val="28549"/>
                  </a:srgbClr>
                </a:gs>
                <a:gs pos="14286">
                  <a:srgbClr val="E6E3E5">
                    <a:alpha val="26580"/>
                  </a:srgbClr>
                </a:gs>
                <a:gs pos="28571">
                  <a:srgbClr val="E6E3E5">
                    <a:alpha val="21329"/>
                  </a:srgbClr>
                </a:gs>
                <a:gs pos="42857">
                  <a:srgbClr val="E6E3E5">
                    <a:alpha val="14560"/>
                  </a:srgbClr>
                </a:gs>
                <a:gs pos="57143">
                  <a:srgbClr val="E6E3E5">
                    <a:alpha val="8350"/>
                  </a:srgbClr>
                </a:gs>
                <a:gs pos="71429">
                  <a:srgbClr val="E6E3E5">
                    <a:alpha val="3999"/>
                  </a:srgbClr>
                </a:gs>
                <a:gs pos="85714">
                  <a:srgbClr val="E6E3E5">
                    <a:alpha val="1601"/>
                  </a:srgbClr>
                </a:gs>
                <a:gs pos="100000">
                  <a:srgbClr val="E6E3E5">
                    <a:alpha val="5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Splat 709"/>
            <p:cNvSpPr>
              <a:spLocks noGrp="1"/>
            </p:cNvSpPr>
            <p:nvPr/>
          </p:nvSpPr>
          <p:spPr>
            <a:xfrm rot="5637147">
              <a:off x="1208758" y="3223127"/>
              <a:ext cx="795970" cy="1234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Splat 710"/>
            <p:cNvSpPr>
              <a:spLocks noGrp="1"/>
            </p:cNvSpPr>
            <p:nvPr/>
          </p:nvSpPr>
          <p:spPr>
            <a:xfrm rot="6397715">
              <a:off x="3040110" y="2240692"/>
              <a:ext cx="752590" cy="3418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Splat 711"/>
            <p:cNvSpPr>
              <a:spLocks noGrp="1"/>
            </p:cNvSpPr>
            <p:nvPr/>
          </p:nvSpPr>
          <p:spPr>
            <a:xfrm rot="9100918">
              <a:off x="1147184" y="2726573"/>
              <a:ext cx="757696" cy="482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Splat 712"/>
            <p:cNvSpPr>
              <a:spLocks noGrp="1"/>
            </p:cNvSpPr>
            <p:nvPr/>
          </p:nvSpPr>
          <p:spPr>
            <a:xfrm rot="6862602">
              <a:off x="-210304" y="2337174"/>
              <a:ext cx="563864" cy="28477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Splat 713"/>
            <p:cNvSpPr>
              <a:spLocks noGrp="1"/>
            </p:cNvSpPr>
            <p:nvPr/>
          </p:nvSpPr>
          <p:spPr>
            <a:xfrm rot="5349275">
              <a:off x="3288919" y="2275657"/>
              <a:ext cx="580281" cy="8767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Splat 714"/>
            <p:cNvSpPr>
              <a:spLocks noGrp="1"/>
            </p:cNvSpPr>
            <p:nvPr/>
          </p:nvSpPr>
          <p:spPr>
            <a:xfrm rot="5164800">
              <a:off x="1058599" y="309806"/>
              <a:ext cx="898011" cy="46960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Splat 715"/>
            <p:cNvSpPr>
              <a:spLocks noGrp="1"/>
            </p:cNvSpPr>
            <p:nvPr/>
          </p:nvSpPr>
          <p:spPr>
            <a:xfrm rot="-10579420">
              <a:off x="3180307" y="1937506"/>
              <a:ext cx="864722" cy="240655"/>
            </a:xfrm>
            <a:prstGeom prst="ellipse">
              <a:avLst/>
            </a:prstGeom>
            <a:gradFill>
              <a:gsLst>
                <a:gs pos="0">
                  <a:srgbClr val="B7B3B5">
                    <a:alpha val="10653"/>
                  </a:srgbClr>
                </a:gs>
                <a:gs pos="14286">
                  <a:srgbClr val="B7B3B5">
                    <a:alpha val="9835"/>
                  </a:srgbClr>
                </a:gs>
                <a:gs pos="28571">
                  <a:srgbClr val="B7B3B5">
                    <a:alpha val="7724"/>
                  </a:srgbClr>
                </a:gs>
                <a:gs pos="42857">
                  <a:srgbClr val="B7B3B5">
                    <a:alpha val="5136"/>
                  </a:srgbClr>
                </a:gs>
                <a:gs pos="57143">
                  <a:srgbClr val="B7B3B5">
                    <a:alpha val="2879"/>
                  </a:srgbClr>
                </a:gs>
                <a:gs pos="71429">
                  <a:srgbClr val="B7B3B5">
                    <a:alpha val="1358"/>
                  </a:srgbClr>
                </a:gs>
                <a:gs pos="85714">
                  <a:srgbClr val="B7B3B5">
                    <a:alpha val="539"/>
                  </a:srgbClr>
                </a:gs>
                <a:gs pos="100000">
                  <a:srgbClr val="B7B3B5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Splat 716"/>
            <p:cNvSpPr>
              <a:spLocks noGrp="1"/>
            </p:cNvSpPr>
            <p:nvPr/>
          </p:nvSpPr>
          <p:spPr>
            <a:xfrm rot="6743988">
              <a:off x="1178421" y="3201822"/>
              <a:ext cx="873056" cy="202655"/>
            </a:xfrm>
            <a:prstGeom prst="ellipse">
              <a:avLst/>
            </a:prstGeom>
            <a:gradFill>
              <a:gsLst>
                <a:gs pos="0">
                  <a:srgbClr val="BFBFBF">
                    <a:alpha val="10408"/>
                  </a:srgbClr>
                </a:gs>
                <a:gs pos="14286">
                  <a:srgbClr val="BFBFBF">
                    <a:alpha val="9608"/>
                  </a:srgbClr>
                </a:gs>
                <a:gs pos="28571">
                  <a:srgbClr val="BFBFBF">
                    <a:alpha val="7543"/>
                  </a:srgbClr>
                </a:gs>
                <a:gs pos="42857">
                  <a:srgbClr val="BFBFBF">
                    <a:alpha val="5014"/>
                  </a:srgbClr>
                </a:gs>
                <a:gs pos="57143">
                  <a:srgbClr val="BFBFBF">
                    <a:alpha val="2810"/>
                  </a:srgbClr>
                </a:gs>
                <a:gs pos="71429">
                  <a:srgbClr val="BFBFBF">
                    <a:alpha val="1325"/>
                  </a:srgbClr>
                </a:gs>
                <a:gs pos="85714">
                  <a:srgbClr val="BFBFBF">
                    <a:alpha val="526"/>
                  </a:srgbClr>
                </a:gs>
                <a:gs pos="100000">
                  <a:srgbClr val="BFBFBF">
                    <a:alpha val="1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Splat 717"/>
            <p:cNvSpPr>
              <a:spLocks noGrp="1"/>
            </p:cNvSpPr>
            <p:nvPr/>
          </p:nvSpPr>
          <p:spPr>
            <a:xfrm rot="4798435">
              <a:off x="3348213" y="885201"/>
              <a:ext cx="599724" cy="366675"/>
            </a:xfrm>
            <a:prstGeom prst="ellipse">
              <a:avLst/>
            </a:prstGeom>
            <a:gradFill>
              <a:gsLst>
                <a:gs pos="0">
                  <a:srgbClr val="DBDADA">
                    <a:alpha val="15402"/>
                  </a:srgbClr>
                </a:gs>
                <a:gs pos="14286">
                  <a:srgbClr val="DBDADA">
                    <a:alpha val="14250"/>
                  </a:srgbClr>
                </a:gs>
                <a:gs pos="28571">
                  <a:srgbClr val="DBDADA">
                    <a:alpha val="11251"/>
                  </a:srgbClr>
                </a:gs>
                <a:gs pos="42857">
                  <a:srgbClr val="DBDADA">
                    <a:alpha val="7531"/>
                  </a:srgbClr>
                </a:gs>
                <a:gs pos="57143">
                  <a:srgbClr val="DBDADA">
                    <a:alpha val="4245"/>
                  </a:srgbClr>
                </a:gs>
                <a:gs pos="71429">
                  <a:srgbClr val="DBDADA">
                    <a:alpha val="2010"/>
                  </a:srgbClr>
                </a:gs>
                <a:gs pos="85714">
                  <a:srgbClr val="DBDADA">
                    <a:alpha val="800"/>
                  </a:srgbClr>
                </a:gs>
                <a:gs pos="100000">
                  <a:srgbClr val="DBDADA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Splat 718"/>
            <p:cNvSpPr>
              <a:spLocks noGrp="1"/>
            </p:cNvSpPr>
            <p:nvPr/>
          </p:nvSpPr>
          <p:spPr>
            <a:xfrm rot="2800277">
              <a:off x="2748898" y="-52739"/>
              <a:ext cx="823830" cy="1532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Splat 719"/>
            <p:cNvSpPr>
              <a:spLocks noGrp="1"/>
            </p:cNvSpPr>
            <p:nvPr/>
          </p:nvSpPr>
          <p:spPr>
            <a:xfrm rot="6113621">
              <a:off x="408346" y="2569047"/>
              <a:ext cx="411059" cy="54589"/>
            </a:xfrm>
            <a:prstGeom prst="ellipse">
              <a:avLst/>
            </a:prstGeom>
            <a:gradFill>
              <a:gsLst>
                <a:gs pos="0">
                  <a:srgbClr val="F8F4F6">
                    <a:alpha val="29933"/>
                  </a:srgbClr>
                </a:gs>
                <a:gs pos="14286">
                  <a:srgbClr val="F8F4F6">
                    <a:alpha val="27888"/>
                  </a:srgbClr>
                </a:gs>
                <a:gs pos="28571">
                  <a:srgbClr val="F8F4F6">
                    <a:alpha val="22420"/>
                  </a:srgbClr>
                </a:gs>
                <a:gs pos="42857">
                  <a:srgbClr val="F8F4F6">
                    <a:alpha val="15338"/>
                  </a:srgbClr>
                </a:gs>
                <a:gs pos="57143">
                  <a:srgbClr val="F8F4F6">
                    <a:alpha val="8813"/>
                  </a:srgbClr>
                </a:gs>
                <a:gs pos="71429">
                  <a:srgbClr val="F8F4F6">
                    <a:alpha val="4227"/>
                  </a:srgbClr>
                </a:gs>
                <a:gs pos="85714">
                  <a:srgbClr val="F8F4F6">
                    <a:alpha val="1693"/>
                  </a:srgbClr>
                </a:gs>
                <a:gs pos="100000">
                  <a:srgbClr val="F8F4F6">
                    <a:alpha val="5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Splat 720"/>
            <p:cNvSpPr>
              <a:spLocks noGrp="1"/>
            </p:cNvSpPr>
            <p:nvPr/>
          </p:nvSpPr>
          <p:spPr>
            <a:xfrm rot="2890603">
              <a:off x="694666" y="-145180"/>
              <a:ext cx="401164" cy="341561"/>
            </a:xfrm>
            <a:prstGeom prst="ellipse">
              <a:avLst/>
            </a:prstGeom>
            <a:gradFill>
              <a:gsLst>
                <a:gs pos="0">
                  <a:srgbClr val="000100">
                    <a:alpha val="32968"/>
                  </a:srgbClr>
                </a:gs>
                <a:gs pos="14286">
                  <a:srgbClr val="000100">
                    <a:alpha val="30764"/>
                  </a:srgbClr>
                </a:gs>
                <a:gs pos="28571">
                  <a:srgbClr val="000100">
                    <a:alpha val="24833"/>
                  </a:srgbClr>
                </a:gs>
                <a:gs pos="42857">
                  <a:srgbClr val="000100">
                    <a:alpha val="17075"/>
                  </a:srgbClr>
                </a:gs>
                <a:gs pos="57143">
                  <a:srgbClr val="000100">
                    <a:alpha val="9855"/>
                  </a:srgbClr>
                </a:gs>
                <a:gs pos="71429">
                  <a:srgbClr val="000100">
                    <a:alpha val="4740"/>
                  </a:srgbClr>
                </a:gs>
                <a:gs pos="85714">
                  <a:srgbClr val="000100">
                    <a:alpha val="1902"/>
                  </a:srgbClr>
                </a:gs>
                <a:gs pos="100000">
                  <a:srgbClr val="000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Splat 721"/>
            <p:cNvSpPr>
              <a:spLocks noGrp="1"/>
            </p:cNvSpPr>
            <p:nvPr/>
          </p:nvSpPr>
          <p:spPr>
            <a:xfrm rot="-9177614">
              <a:off x="2676261" y="3410782"/>
              <a:ext cx="644433" cy="25354"/>
            </a:xfrm>
            <a:prstGeom prst="ellipse">
              <a:avLst/>
            </a:prstGeom>
            <a:gradFill>
              <a:gsLst>
                <a:gs pos="0">
                  <a:srgbClr val="FEFDFE">
                    <a:alpha val="24963"/>
                  </a:srgbClr>
                </a:gs>
                <a:gs pos="14286">
                  <a:srgbClr val="FEFDFE">
                    <a:alpha val="23200"/>
                  </a:srgbClr>
                </a:gs>
                <a:gs pos="28571">
                  <a:srgbClr val="FEFDFE">
                    <a:alpha val="18532"/>
                  </a:srgbClr>
                </a:gs>
                <a:gs pos="42857">
                  <a:srgbClr val="FEFDFE">
                    <a:alpha val="12579"/>
                  </a:srgbClr>
                </a:gs>
                <a:gs pos="57143">
                  <a:srgbClr val="FEFDFE">
                    <a:alpha val="7178"/>
                  </a:srgbClr>
                </a:gs>
                <a:gs pos="71429">
                  <a:srgbClr val="FEFDFE">
                    <a:alpha val="3427"/>
                  </a:srgbClr>
                </a:gs>
                <a:gs pos="85714">
                  <a:srgbClr val="FEFDFE">
                    <a:alpha val="1369"/>
                  </a:srgbClr>
                </a:gs>
                <a:gs pos="100000">
                  <a:srgbClr val="FEFDFE">
                    <a:alpha val="4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Splat 722"/>
            <p:cNvSpPr>
              <a:spLocks noGrp="1"/>
            </p:cNvSpPr>
            <p:nvPr/>
          </p:nvSpPr>
          <p:spPr>
            <a:xfrm rot="3673250">
              <a:off x="3195120" y="1795196"/>
              <a:ext cx="296596" cy="30113"/>
            </a:xfrm>
            <a:prstGeom prst="ellipse">
              <a:avLst/>
            </a:prstGeom>
            <a:gradFill>
              <a:gsLst>
                <a:gs pos="0">
                  <a:srgbClr val="E7E6E3">
                    <a:alpha val="32968"/>
                  </a:srgbClr>
                </a:gs>
                <a:gs pos="14286">
                  <a:srgbClr val="E7E6E3">
                    <a:alpha val="30764"/>
                  </a:srgbClr>
                </a:gs>
                <a:gs pos="28571">
                  <a:srgbClr val="E7E6E3">
                    <a:alpha val="24833"/>
                  </a:srgbClr>
                </a:gs>
                <a:gs pos="42857">
                  <a:srgbClr val="E7E6E3">
                    <a:alpha val="17075"/>
                  </a:srgbClr>
                </a:gs>
                <a:gs pos="57143">
                  <a:srgbClr val="E7E6E3">
                    <a:alpha val="9855"/>
                  </a:srgbClr>
                </a:gs>
                <a:gs pos="71429">
                  <a:srgbClr val="E7E6E3">
                    <a:alpha val="4740"/>
                  </a:srgbClr>
                </a:gs>
                <a:gs pos="85714">
                  <a:srgbClr val="E7E6E3">
                    <a:alpha val="1902"/>
                  </a:srgbClr>
                </a:gs>
                <a:gs pos="100000">
                  <a:srgbClr val="E7E6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Splat 723"/>
            <p:cNvSpPr>
              <a:spLocks noGrp="1"/>
            </p:cNvSpPr>
            <p:nvPr/>
          </p:nvSpPr>
          <p:spPr>
            <a:xfrm rot="8183728">
              <a:off x="-255787" y="1757070"/>
              <a:ext cx="743316" cy="460785"/>
            </a:xfrm>
            <a:prstGeom prst="ellipse">
              <a:avLst/>
            </a:prstGeom>
            <a:gradFill>
              <a:gsLst>
                <a:gs pos="0">
                  <a:srgbClr val="000007">
                    <a:alpha val="7934"/>
                  </a:srgbClr>
                </a:gs>
                <a:gs pos="14286">
                  <a:srgbClr val="000007">
                    <a:alpha val="7316"/>
                  </a:srgbClr>
                </a:gs>
                <a:gs pos="28571">
                  <a:srgbClr val="000007">
                    <a:alpha val="5728"/>
                  </a:srgbClr>
                </a:gs>
                <a:gs pos="42857">
                  <a:srgbClr val="000007">
                    <a:alpha val="3795"/>
                  </a:srgbClr>
                </a:gs>
                <a:gs pos="57143">
                  <a:srgbClr val="000007">
                    <a:alpha val="2121"/>
                  </a:srgbClr>
                </a:gs>
                <a:gs pos="71429">
                  <a:srgbClr val="000007">
                    <a:alpha val="999"/>
                  </a:srgbClr>
                </a:gs>
                <a:gs pos="85714">
                  <a:srgbClr val="000007">
                    <a:alpha val="396"/>
                  </a:srgbClr>
                </a:gs>
                <a:gs pos="100000">
                  <a:srgbClr val="000007">
                    <a:alpha val="1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Splat 724"/>
            <p:cNvSpPr>
              <a:spLocks noGrp="1"/>
            </p:cNvSpPr>
            <p:nvPr/>
          </p:nvSpPr>
          <p:spPr>
            <a:xfrm rot="10168432">
              <a:off x="605343" y="1170439"/>
              <a:ext cx="561706" cy="131062"/>
            </a:xfrm>
            <a:prstGeom prst="ellipse">
              <a:avLst/>
            </a:prstGeom>
            <a:gradFill>
              <a:gsLst>
                <a:gs pos="0">
                  <a:srgbClr val="4C4545">
                    <a:alpha val="32968"/>
                  </a:srgbClr>
                </a:gs>
                <a:gs pos="14286">
                  <a:srgbClr val="4C4545">
                    <a:alpha val="30764"/>
                  </a:srgbClr>
                </a:gs>
                <a:gs pos="28571">
                  <a:srgbClr val="4C4545">
                    <a:alpha val="24833"/>
                  </a:srgbClr>
                </a:gs>
                <a:gs pos="42857">
                  <a:srgbClr val="4C4545">
                    <a:alpha val="17075"/>
                  </a:srgbClr>
                </a:gs>
                <a:gs pos="57143">
                  <a:srgbClr val="4C4545">
                    <a:alpha val="9855"/>
                  </a:srgbClr>
                </a:gs>
                <a:gs pos="71429">
                  <a:srgbClr val="4C4545">
                    <a:alpha val="4740"/>
                  </a:srgbClr>
                </a:gs>
                <a:gs pos="85714">
                  <a:srgbClr val="4C4545">
                    <a:alpha val="1902"/>
                  </a:srgbClr>
                </a:gs>
                <a:gs pos="100000">
                  <a:srgbClr val="4C454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Splat 725"/>
            <p:cNvSpPr>
              <a:spLocks noGrp="1"/>
            </p:cNvSpPr>
            <p:nvPr/>
          </p:nvSpPr>
          <p:spPr>
            <a:xfrm rot="3339408">
              <a:off x="3341562" y="961080"/>
              <a:ext cx="539728" cy="411763"/>
            </a:xfrm>
            <a:prstGeom prst="ellipse">
              <a:avLst/>
            </a:prstGeom>
            <a:gradFill>
              <a:gsLst>
                <a:gs pos="0">
                  <a:srgbClr val="180F15">
                    <a:alpha val="17219"/>
                  </a:srgbClr>
                </a:gs>
                <a:gs pos="14286">
                  <a:srgbClr val="180F15">
                    <a:alpha val="15944"/>
                  </a:srgbClr>
                </a:gs>
                <a:gs pos="28571">
                  <a:srgbClr val="180F15">
                    <a:alpha val="12616"/>
                  </a:srgbClr>
                </a:gs>
                <a:gs pos="42857">
                  <a:srgbClr val="180F15">
                    <a:alpha val="8465"/>
                  </a:srgbClr>
                </a:gs>
                <a:gs pos="57143">
                  <a:srgbClr val="180F15">
                    <a:alpha val="4783"/>
                  </a:srgbClr>
                </a:gs>
                <a:gs pos="71429">
                  <a:srgbClr val="180F15">
                    <a:alpha val="2268"/>
                  </a:srgbClr>
                </a:gs>
                <a:gs pos="85714">
                  <a:srgbClr val="180F15">
                    <a:alpha val="903"/>
                  </a:srgbClr>
                </a:gs>
                <a:gs pos="100000">
                  <a:srgbClr val="180F15">
                    <a:alpha val="30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Splat 726"/>
            <p:cNvSpPr>
              <a:spLocks noGrp="1"/>
            </p:cNvSpPr>
            <p:nvPr/>
          </p:nvSpPr>
          <p:spPr>
            <a:xfrm rot="4042603">
              <a:off x="-252284" y="1541473"/>
              <a:ext cx="536555" cy="407005"/>
            </a:xfrm>
            <a:prstGeom prst="ellipse">
              <a:avLst/>
            </a:prstGeom>
            <a:gradFill>
              <a:gsLst>
                <a:gs pos="0">
                  <a:srgbClr val="000000">
                    <a:alpha val="11242"/>
                  </a:srgbClr>
                </a:gs>
                <a:gs pos="14286">
                  <a:srgbClr val="000000">
                    <a:alpha val="10382"/>
                  </a:srgbClr>
                </a:gs>
                <a:gs pos="28571">
                  <a:srgbClr val="000000">
                    <a:alpha val="8159"/>
                  </a:srgbClr>
                </a:gs>
                <a:gs pos="42857">
                  <a:srgbClr val="000000">
                    <a:alpha val="5430"/>
                  </a:srgbClr>
                </a:gs>
                <a:gs pos="57143">
                  <a:srgbClr val="000000">
                    <a:alpha val="3046"/>
                  </a:srgbClr>
                </a:gs>
                <a:gs pos="71429">
                  <a:srgbClr val="000000">
                    <a:alpha val="1438"/>
                  </a:srgbClr>
                </a:gs>
                <a:gs pos="85714">
                  <a:srgbClr val="000000">
                    <a:alpha val="571"/>
                  </a:srgbClr>
                </a:gs>
                <a:gs pos="100000">
                  <a:srgbClr val="000000">
                    <a:alpha val="19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Splat 727"/>
            <p:cNvSpPr>
              <a:spLocks noGrp="1"/>
            </p:cNvSpPr>
            <p:nvPr/>
          </p:nvSpPr>
          <p:spPr>
            <a:xfrm rot="9526106">
              <a:off x="2586339" y="685512"/>
              <a:ext cx="919416" cy="1400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Splat 728"/>
            <p:cNvSpPr>
              <a:spLocks noGrp="1"/>
            </p:cNvSpPr>
            <p:nvPr/>
          </p:nvSpPr>
          <p:spPr>
            <a:xfrm rot="8902970">
              <a:off x="2107104" y="1717383"/>
              <a:ext cx="643162" cy="180618"/>
            </a:xfrm>
            <a:prstGeom prst="ellipse">
              <a:avLst/>
            </a:prstGeom>
            <a:gradFill>
              <a:gsLst>
                <a:gs pos="0">
                  <a:srgbClr val="000007">
                    <a:alpha val="14113"/>
                  </a:srgbClr>
                </a:gs>
                <a:gs pos="14286">
                  <a:srgbClr val="000007">
                    <a:alpha val="13050"/>
                  </a:srgbClr>
                </a:gs>
                <a:gs pos="28571">
                  <a:srgbClr val="000007">
                    <a:alpha val="10289"/>
                  </a:srgbClr>
                </a:gs>
                <a:gs pos="42857">
                  <a:srgbClr val="000007">
                    <a:alpha val="6874"/>
                  </a:srgbClr>
                </a:gs>
                <a:gs pos="57143">
                  <a:srgbClr val="000007">
                    <a:alpha val="3869"/>
                  </a:srgbClr>
                </a:gs>
                <a:gs pos="71429">
                  <a:srgbClr val="000007">
                    <a:alpha val="1830"/>
                  </a:srgbClr>
                </a:gs>
                <a:gs pos="85714">
                  <a:srgbClr val="000007">
                    <a:alpha val="728"/>
                  </a:srgbClr>
                </a:gs>
                <a:gs pos="100000">
                  <a:srgbClr val="000007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Splat 729"/>
            <p:cNvSpPr>
              <a:spLocks noGrp="1"/>
            </p:cNvSpPr>
            <p:nvPr/>
          </p:nvSpPr>
          <p:spPr>
            <a:xfrm rot="6450172">
              <a:off x="2568720" y="154561"/>
              <a:ext cx="753552" cy="384503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Splat 730"/>
            <p:cNvSpPr>
              <a:spLocks noGrp="1"/>
            </p:cNvSpPr>
            <p:nvPr/>
          </p:nvSpPr>
          <p:spPr>
            <a:xfrm rot="-8465148">
              <a:off x="740144" y="467239"/>
              <a:ext cx="474262" cy="365291"/>
            </a:xfrm>
            <a:prstGeom prst="ellipse">
              <a:avLst/>
            </a:prstGeom>
            <a:gradFill>
              <a:gsLst>
                <a:gs pos="0">
                  <a:srgbClr val="9E9C9A">
                    <a:alpha val="32968"/>
                  </a:srgbClr>
                </a:gs>
                <a:gs pos="14286">
                  <a:srgbClr val="9E9C9A">
                    <a:alpha val="30764"/>
                  </a:srgbClr>
                </a:gs>
                <a:gs pos="28571">
                  <a:srgbClr val="9E9C9A">
                    <a:alpha val="24833"/>
                  </a:srgbClr>
                </a:gs>
                <a:gs pos="42857">
                  <a:srgbClr val="9E9C9A">
                    <a:alpha val="17075"/>
                  </a:srgbClr>
                </a:gs>
                <a:gs pos="57143">
                  <a:srgbClr val="9E9C9A">
                    <a:alpha val="9855"/>
                  </a:srgbClr>
                </a:gs>
                <a:gs pos="71429">
                  <a:srgbClr val="9E9C9A">
                    <a:alpha val="4740"/>
                  </a:srgbClr>
                </a:gs>
                <a:gs pos="85714">
                  <a:srgbClr val="9E9C9A">
                    <a:alpha val="1902"/>
                  </a:srgbClr>
                </a:gs>
                <a:gs pos="100000">
                  <a:srgbClr val="9E9C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Splat 731"/>
            <p:cNvSpPr>
              <a:spLocks noGrp="1"/>
            </p:cNvSpPr>
            <p:nvPr/>
          </p:nvSpPr>
          <p:spPr>
            <a:xfrm rot="8972388">
              <a:off x="2362769" y="200567"/>
              <a:ext cx="659331" cy="89276"/>
            </a:xfrm>
            <a:prstGeom prst="ellipse">
              <a:avLst/>
            </a:prstGeom>
            <a:gradFill>
              <a:gsLst>
                <a:gs pos="0">
                  <a:srgbClr val="C5C3C5">
                    <a:alpha val="16780"/>
                  </a:srgbClr>
                </a:gs>
                <a:gs pos="14286">
                  <a:srgbClr val="C5C3C5">
                    <a:alpha val="15534"/>
                  </a:srgbClr>
                </a:gs>
                <a:gs pos="28571">
                  <a:srgbClr val="C5C3C5">
                    <a:alpha val="12285"/>
                  </a:srgbClr>
                </a:gs>
                <a:gs pos="42857">
                  <a:srgbClr val="C5C3C5">
                    <a:alpha val="8239"/>
                  </a:srgbClr>
                </a:gs>
                <a:gs pos="57143">
                  <a:srgbClr val="C5C3C5">
                    <a:alpha val="4652"/>
                  </a:srgbClr>
                </a:gs>
                <a:gs pos="71429">
                  <a:srgbClr val="C5C3C5">
                    <a:alpha val="2205"/>
                  </a:srgbClr>
                </a:gs>
                <a:gs pos="85714">
                  <a:srgbClr val="C5C3C5">
                    <a:alpha val="878"/>
                  </a:srgbClr>
                </a:gs>
                <a:gs pos="100000">
                  <a:srgbClr val="C5C3C5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Splat 732"/>
            <p:cNvSpPr>
              <a:spLocks noGrp="1"/>
            </p:cNvSpPr>
            <p:nvPr/>
          </p:nvSpPr>
          <p:spPr>
            <a:xfrm rot="3875499">
              <a:off x="128161" y="1667940"/>
              <a:ext cx="611591" cy="76489"/>
            </a:xfrm>
            <a:prstGeom prst="ellipse">
              <a:avLst/>
            </a:prstGeom>
            <a:gradFill>
              <a:gsLst>
                <a:gs pos="0">
                  <a:srgbClr val="DCDDDB">
                    <a:alpha val="18707"/>
                  </a:srgbClr>
                </a:gs>
                <a:gs pos="14286">
                  <a:srgbClr val="DCDDDB">
                    <a:alpha val="17334"/>
                  </a:srgbClr>
                </a:gs>
                <a:gs pos="28571">
                  <a:srgbClr val="DCDDDB">
                    <a:alpha val="13740"/>
                  </a:srgbClr>
                </a:gs>
                <a:gs pos="42857">
                  <a:srgbClr val="DCDDDB">
                    <a:alpha val="9240"/>
                  </a:srgbClr>
                </a:gs>
                <a:gs pos="57143">
                  <a:srgbClr val="DCDDDB">
                    <a:alpha val="5230"/>
                  </a:srgbClr>
                </a:gs>
                <a:gs pos="71429">
                  <a:srgbClr val="DCDDDB">
                    <a:alpha val="2483"/>
                  </a:srgbClr>
                </a:gs>
                <a:gs pos="85714">
                  <a:srgbClr val="DCDDDB">
                    <a:alpha val="989"/>
                  </a:srgbClr>
                </a:gs>
                <a:gs pos="100000">
                  <a:srgbClr val="DCDDDB">
                    <a:alpha val="3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Splat 733"/>
            <p:cNvSpPr>
              <a:spLocks noGrp="1"/>
            </p:cNvSpPr>
            <p:nvPr/>
          </p:nvSpPr>
          <p:spPr>
            <a:xfrm rot="10099634">
              <a:off x="2596751" y="2832100"/>
              <a:ext cx="422031" cy="369718"/>
            </a:xfrm>
            <a:prstGeom prst="ellipse">
              <a:avLst/>
            </a:prstGeom>
            <a:gradFill>
              <a:gsLst>
                <a:gs pos="0">
                  <a:srgbClr val="D0CFCF">
                    <a:alpha val="6569"/>
                  </a:srgbClr>
                </a:gs>
                <a:gs pos="14286">
                  <a:srgbClr val="D0CFCF">
                    <a:alpha val="6054"/>
                  </a:srgbClr>
                </a:gs>
                <a:gs pos="28571">
                  <a:srgbClr val="D0CFCF">
                    <a:alpha val="4733"/>
                  </a:srgbClr>
                </a:gs>
                <a:gs pos="42857">
                  <a:srgbClr val="D0CFCF">
                    <a:alpha val="3130"/>
                  </a:srgbClr>
                </a:gs>
                <a:gs pos="57143">
                  <a:srgbClr val="D0CFCF">
                    <a:alpha val="1747"/>
                  </a:srgbClr>
                </a:gs>
                <a:gs pos="71429">
                  <a:srgbClr val="D0CFCF">
                    <a:alpha val="822"/>
                  </a:srgbClr>
                </a:gs>
                <a:gs pos="85714">
                  <a:srgbClr val="D0CFCF">
                    <a:alpha val="326"/>
                  </a:srgbClr>
                </a:gs>
                <a:gs pos="100000">
                  <a:srgbClr val="D0CFCF">
                    <a:alpha val="10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Splat 734"/>
            <p:cNvSpPr>
              <a:spLocks noGrp="1"/>
            </p:cNvSpPr>
            <p:nvPr/>
          </p:nvSpPr>
          <p:spPr>
            <a:xfrm rot="3086797">
              <a:off x="847778" y="1219983"/>
              <a:ext cx="473384" cy="460890"/>
            </a:xfrm>
            <a:prstGeom prst="ellipse">
              <a:avLst/>
            </a:prstGeom>
            <a:gradFill>
              <a:gsLst>
                <a:gs pos="0">
                  <a:srgbClr val="717673">
                    <a:alpha val="3094"/>
                  </a:srgbClr>
                </a:gs>
                <a:gs pos="14286">
                  <a:srgbClr val="717673">
                    <a:alpha val="2847"/>
                  </a:srgbClr>
                </a:gs>
                <a:gs pos="28571">
                  <a:srgbClr val="717673">
                    <a:alpha val="2218"/>
                  </a:srgbClr>
                </a:gs>
                <a:gs pos="42857">
                  <a:srgbClr val="717673">
                    <a:alpha val="1460"/>
                  </a:srgbClr>
                </a:gs>
                <a:gs pos="57143">
                  <a:srgbClr val="717673">
                    <a:alpha val="812"/>
                  </a:srgbClr>
                </a:gs>
                <a:gs pos="71429">
                  <a:srgbClr val="717673">
                    <a:alpha val="381"/>
                  </a:srgbClr>
                </a:gs>
                <a:gs pos="85714">
                  <a:srgbClr val="717673">
                    <a:alpha val="151"/>
                  </a:srgbClr>
                </a:gs>
                <a:gs pos="100000">
                  <a:srgbClr val="717673">
                    <a:alpha val="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Splat 735"/>
            <p:cNvSpPr>
              <a:spLocks noGrp="1"/>
            </p:cNvSpPr>
            <p:nvPr/>
          </p:nvSpPr>
          <p:spPr>
            <a:xfrm rot="3887886">
              <a:off x="53548" y="280894"/>
              <a:ext cx="512140" cy="474302"/>
            </a:xfrm>
            <a:prstGeom prst="ellipse">
              <a:avLst/>
            </a:prstGeom>
            <a:gradFill>
              <a:gsLst>
                <a:gs pos="0">
                  <a:srgbClr val="000012">
                    <a:alpha val="8252"/>
                  </a:srgbClr>
                </a:gs>
                <a:gs pos="14286">
                  <a:srgbClr val="000012">
                    <a:alpha val="7611"/>
                  </a:srgbClr>
                </a:gs>
                <a:gs pos="28571">
                  <a:srgbClr val="000012">
                    <a:alpha val="5961"/>
                  </a:srgbClr>
                </a:gs>
                <a:gs pos="42857">
                  <a:srgbClr val="000012">
                    <a:alpha val="3951"/>
                  </a:srgbClr>
                </a:gs>
                <a:gs pos="57143">
                  <a:srgbClr val="000012">
                    <a:alpha val="2209"/>
                  </a:srgbClr>
                </a:gs>
                <a:gs pos="71429">
                  <a:srgbClr val="000012">
                    <a:alpha val="1040"/>
                  </a:srgbClr>
                </a:gs>
                <a:gs pos="85714">
                  <a:srgbClr val="000012">
                    <a:alpha val="413"/>
                  </a:srgbClr>
                </a:gs>
                <a:gs pos="100000">
                  <a:srgbClr val="000012">
                    <a:alpha val="13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Splat 736"/>
            <p:cNvSpPr>
              <a:spLocks noGrp="1"/>
            </p:cNvSpPr>
            <p:nvPr/>
          </p:nvSpPr>
          <p:spPr>
            <a:xfrm rot="4720517">
              <a:off x="3383307" y="2402164"/>
              <a:ext cx="529537" cy="379577"/>
            </a:xfrm>
            <a:prstGeom prst="ellipse">
              <a:avLst/>
            </a:prstGeom>
            <a:gradFill>
              <a:gsLst>
                <a:gs pos="0">
                  <a:srgbClr val="606566">
                    <a:alpha val="32968"/>
                  </a:srgbClr>
                </a:gs>
                <a:gs pos="14286">
                  <a:srgbClr val="606566">
                    <a:alpha val="30764"/>
                  </a:srgbClr>
                </a:gs>
                <a:gs pos="28571">
                  <a:srgbClr val="606566">
                    <a:alpha val="24833"/>
                  </a:srgbClr>
                </a:gs>
                <a:gs pos="42857">
                  <a:srgbClr val="606566">
                    <a:alpha val="17075"/>
                  </a:srgbClr>
                </a:gs>
                <a:gs pos="57143">
                  <a:srgbClr val="606566">
                    <a:alpha val="9855"/>
                  </a:srgbClr>
                </a:gs>
                <a:gs pos="71429">
                  <a:srgbClr val="606566">
                    <a:alpha val="4740"/>
                  </a:srgbClr>
                </a:gs>
                <a:gs pos="85714">
                  <a:srgbClr val="606566">
                    <a:alpha val="1902"/>
                  </a:srgbClr>
                </a:gs>
                <a:gs pos="100000">
                  <a:srgbClr val="60656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Splat 737"/>
            <p:cNvSpPr>
              <a:spLocks noGrp="1"/>
            </p:cNvSpPr>
            <p:nvPr/>
          </p:nvSpPr>
          <p:spPr>
            <a:xfrm rot="5371505">
              <a:off x="1123357" y="-7009"/>
              <a:ext cx="655910" cy="12295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Splat 738"/>
            <p:cNvSpPr>
              <a:spLocks noGrp="1"/>
            </p:cNvSpPr>
            <p:nvPr/>
          </p:nvSpPr>
          <p:spPr>
            <a:xfrm rot="-10623288">
              <a:off x="2734461" y="3468477"/>
              <a:ext cx="636938" cy="76084"/>
            </a:xfrm>
            <a:prstGeom prst="ellipse">
              <a:avLst/>
            </a:prstGeom>
            <a:gradFill>
              <a:gsLst>
                <a:gs pos="0">
                  <a:srgbClr val="6C6C72">
                    <a:alpha val="32968"/>
                  </a:srgbClr>
                </a:gs>
                <a:gs pos="14286">
                  <a:srgbClr val="6C6C72">
                    <a:alpha val="30764"/>
                  </a:srgbClr>
                </a:gs>
                <a:gs pos="28571">
                  <a:srgbClr val="6C6C72">
                    <a:alpha val="24833"/>
                  </a:srgbClr>
                </a:gs>
                <a:gs pos="42857">
                  <a:srgbClr val="6C6C72">
                    <a:alpha val="17075"/>
                  </a:srgbClr>
                </a:gs>
                <a:gs pos="57143">
                  <a:srgbClr val="6C6C72">
                    <a:alpha val="9855"/>
                  </a:srgbClr>
                </a:gs>
                <a:gs pos="71429">
                  <a:srgbClr val="6C6C72">
                    <a:alpha val="4740"/>
                  </a:srgbClr>
                </a:gs>
                <a:gs pos="85714">
                  <a:srgbClr val="6C6C72">
                    <a:alpha val="1902"/>
                  </a:srgbClr>
                </a:gs>
                <a:gs pos="100000">
                  <a:srgbClr val="6C6C7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Splat 739"/>
            <p:cNvSpPr>
              <a:spLocks noGrp="1"/>
            </p:cNvSpPr>
            <p:nvPr/>
          </p:nvSpPr>
          <p:spPr>
            <a:xfrm rot="6420138">
              <a:off x="2691187" y="1299179"/>
              <a:ext cx="623693" cy="91454"/>
            </a:xfrm>
            <a:prstGeom prst="ellipse">
              <a:avLst/>
            </a:prstGeom>
            <a:gradFill>
              <a:gsLst>
                <a:gs pos="0">
                  <a:srgbClr val="AFABAE">
                    <a:alpha val="18611"/>
                  </a:srgbClr>
                </a:gs>
                <a:gs pos="14286">
                  <a:srgbClr val="AFABAE">
                    <a:alpha val="17244"/>
                  </a:srgbClr>
                </a:gs>
                <a:gs pos="28571">
                  <a:srgbClr val="AFABAE">
                    <a:alpha val="13667"/>
                  </a:srgbClr>
                </a:gs>
                <a:gs pos="42857">
                  <a:srgbClr val="AFABAE">
                    <a:alpha val="9189"/>
                  </a:srgbClr>
                </a:gs>
                <a:gs pos="57143">
                  <a:srgbClr val="AFABAE">
                    <a:alpha val="5201"/>
                  </a:srgbClr>
                </a:gs>
                <a:gs pos="71429">
                  <a:srgbClr val="AFABAE">
                    <a:alpha val="2469"/>
                  </a:srgbClr>
                </a:gs>
                <a:gs pos="85714">
                  <a:srgbClr val="AFABAE">
                    <a:alpha val="984"/>
                  </a:srgbClr>
                </a:gs>
                <a:gs pos="100000">
                  <a:srgbClr val="AFABAE">
                    <a:alpha val="3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Splat 740"/>
            <p:cNvSpPr>
              <a:spLocks noGrp="1"/>
            </p:cNvSpPr>
            <p:nvPr/>
          </p:nvSpPr>
          <p:spPr>
            <a:xfrm rot="2767687">
              <a:off x="3082609" y="2055152"/>
              <a:ext cx="619296" cy="58360"/>
            </a:xfrm>
            <a:prstGeom prst="ellipse">
              <a:avLst/>
            </a:prstGeom>
            <a:gradFill>
              <a:gsLst>
                <a:gs pos="0">
                  <a:srgbClr val="D0D1D1">
                    <a:alpha val="32968"/>
                  </a:srgbClr>
                </a:gs>
                <a:gs pos="14286">
                  <a:srgbClr val="D0D1D1">
                    <a:alpha val="30764"/>
                  </a:srgbClr>
                </a:gs>
                <a:gs pos="28571">
                  <a:srgbClr val="D0D1D1">
                    <a:alpha val="24833"/>
                  </a:srgbClr>
                </a:gs>
                <a:gs pos="42857">
                  <a:srgbClr val="D0D1D1">
                    <a:alpha val="17075"/>
                  </a:srgbClr>
                </a:gs>
                <a:gs pos="57143">
                  <a:srgbClr val="D0D1D1">
                    <a:alpha val="9855"/>
                  </a:srgbClr>
                </a:gs>
                <a:gs pos="71429">
                  <a:srgbClr val="D0D1D1">
                    <a:alpha val="4740"/>
                  </a:srgbClr>
                </a:gs>
                <a:gs pos="85714">
                  <a:srgbClr val="D0D1D1">
                    <a:alpha val="1902"/>
                  </a:srgbClr>
                </a:gs>
                <a:gs pos="100000">
                  <a:srgbClr val="D0D1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Splat 741"/>
            <p:cNvSpPr>
              <a:spLocks noGrp="1"/>
            </p:cNvSpPr>
            <p:nvPr/>
          </p:nvSpPr>
          <p:spPr>
            <a:xfrm rot="6380269">
              <a:off x="1683413" y="2504534"/>
              <a:ext cx="513937" cy="117797"/>
            </a:xfrm>
            <a:prstGeom prst="ellipse">
              <a:avLst/>
            </a:prstGeom>
            <a:gradFill>
              <a:gsLst>
                <a:gs pos="0">
                  <a:srgbClr val="A7AAA8">
                    <a:alpha val="22211"/>
                  </a:srgbClr>
                </a:gs>
                <a:gs pos="14286">
                  <a:srgbClr val="A7AAA8">
                    <a:alpha val="20614"/>
                  </a:srgbClr>
                </a:gs>
                <a:gs pos="28571">
                  <a:srgbClr val="A7AAA8">
                    <a:alpha val="16410"/>
                  </a:srgbClr>
                </a:gs>
                <a:gs pos="42857">
                  <a:srgbClr val="A7AAA8">
                    <a:alpha val="11092"/>
                  </a:srgbClr>
                </a:gs>
                <a:gs pos="57143">
                  <a:srgbClr val="A7AAA8">
                    <a:alpha val="6307"/>
                  </a:srgbClr>
                </a:gs>
                <a:gs pos="71429">
                  <a:srgbClr val="A7AAA8">
                    <a:alpha val="3003"/>
                  </a:srgbClr>
                </a:gs>
                <a:gs pos="85714">
                  <a:srgbClr val="A7AAA8">
                    <a:alpha val="1199"/>
                  </a:srgbClr>
                </a:gs>
                <a:gs pos="100000">
                  <a:srgbClr val="A7AAA8">
                    <a:alpha val="4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Splat 742"/>
            <p:cNvSpPr>
              <a:spLocks noGrp="1"/>
            </p:cNvSpPr>
            <p:nvPr/>
          </p:nvSpPr>
          <p:spPr>
            <a:xfrm rot="5287413">
              <a:off x="2293475" y="1635073"/>
              <a:ext cx="597907" cy="309357"/>
            </a:xfrm>
            <a:prstGeom prst="ellipse">
              <a:avLst/>
            </a:prstGeom>
            <a:gradFill>
              <a:gsLst>
                <a:gs pos="0">
                  <a:srgbClr val="0F1215">
                    <a:alpha val="10607"/>
                  </a:srgbClr>
                </a:gs>
                <a:gs pos="14286">
                  <a:srgbClr val="0F1215">
                    <a:alpha val="9792"/>
                  </a:srgbClr>
                </a:gs>
                <a:gs pos="28571">
                  <a:srgbClr val="0F1215">
                    <a:alpha val="7690"/>
                  </a:srgbClr>
                </a:gs>
                <a:gs pos="42857">
                  <a:srgbClr val="0F1215">
                    <a:alpha val="5113"/>
                  </a:srgbClr>
                </a:gs>
                <a:gs pos="57143">
                  <a:srgbClr val="0F1215">
                    <a:alpha val="2866"/>
                  </a:srgbClr>
                </a:gs>
                <a:gs pos="71429">
                  <a:srgbClr val="0F1215">
                    <a:alpha val="1352"/>
                  </a:srgbClr>
                </a:gs>
                <a:gs pos="85714">
                  <a:srgbClr val="0F1215">
                    <a:alpha val="537"/>
                  </a:srgbClr>
                </a:gs>
                <a:gs pos="100000">
                  <a:srgbClr val="0F1215">
                    <a:alpha val="1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Splat 743"/>
            <p:cNvSpPr>
              <a:spLocks noGrp="1"/>
            </p:cNvSpPr>
            <p:nvPr/>
          </p:nvSpPr>
          <p:spPr>
            <a:xfrm rot="-9080537">
              <a:off x="3061959" y="591890"/>
              <a:ext cx="456225" cy="433953"/>
            </a:xfrm>
            <a:prstGeom prst="ellipse">
              <a:avLst/>
            </a:prstGeom>
            <a:gradFill>
              <a:gsLst>
                <a:gs pos="0">
                  <a:srgbClr val="A2A7A1">
                    <a:alpha val="7750"/>
                  </a:srgbClr>
                </a:gs>
                <a:gs pos="14286">
                  <a:srgbClr val="A2A7A1">
                    <a:alpha val="7146"/>
                  </a:srgbClr>
                </a:gs>
                <a:gs pos="28571">
                  <a:srgbClr val="A2A7A1">
                    <a:alpha val="5594"/>
                  </a:srgbClr>
                </a:gs>
                <a:gs pos="42857">
                  <a:srgbClr val="A2A7A1">
                    <a:alpha val="3705"/>
                  </a:srgbClr>
                </a:gs>
                <a:gs pos="57143">
                  <a:srgbClr val="A2A7A1">
                    <a:alpha val="2070"/>
                  </a:srgbClr>
                </a:gs>
                <a:gs pos="71429">
                  <a:srgbClr val="A2A7A1">
                    <a:alpha val="975"/>
                  </a:srgbClr>
                </a:gs>
                <a:gs pos="85714">
                  <a:srgbClr val="A2A7A1">
                    <a:alpha val="387"/>
                  </a:srgbClr>
                </a:gs>
                <a:gs pos="100000">
                  <a:srgbClr val="A2A7A1">
                    <a:alpha val="1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Splat 744"/>
            <p:cNvSpPr>
              <a:spLocks noGrp="1"/>
            </p:cNvSpPr>
            <p:nvPr/>
          </p:nvSpPr>
          <p:spPr>
            <a:xfrm rot="6219389">
              <a:off x="2247463" y="2560320"/>
              <a:ext cx="715334" cy="83356"/>
            </a:xfrm>
            <a:prstGeom prst="ellipse">
              <a:avLst/>
            </a:prstGeom>
            <a:gradFill>
              <a:gsLst>
                <a:gs pos="0">
                  <a:srgbClr val="000B00">
                    <a:alpha val="23491"/>
                  </a:srgbClr>
                </a:gs>
                <a:gs pos="14286">
                  <a:srgbClr val="000B00">
                    <a:alpha val="21816"/>
                  </a:srgbClr>
                </a:gs>
                <a:gs pos="28571">
                  <a:srgbClr val="000B00">
                    <a:alpha val="17394"/>
                  </a:srgbClr>
                </a:gs>
                <a:gs pos="42857">
                  <a:srgbClr val="000B00">
                    <a:alpha val="11780"/>
                  </a:srgbClr>
                </a:gs>
                <a:gs pos="57143">
                  <a:srgbClr val="000B00">
                    <a:alpha val="6709"/>
                  </a:srgbClr>
                </a:gs>
                <a:gs pos="71429">
                  <a:srgbClr val="000B00">
                    <a:alpha val="3199"/>
                  </a:srgbClr>
                </a:gs>
                <a:gs pos="85714">
                  <a:srgbClr val="000B00">
                    <a:alpha val="1277"/>
                  </a:srgbClr>
                </a:gs>
                <a:gs pos="100000">
                  <a:srgbClr val="000B00">
                    <a:alpha val="4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Splat 745"/>
            <p:cNvSpPr>
              <a:spLocks noGrp="1"/>
            </p:cNvSpPr>
            <p:nvPr/>
          </p:nvSpPr>
          <p:spPr>
            <a:xfrm rot="-9819841">
              <a:off x="1960303" y="-141047"/>
              <a:ext cx="577251" cy="451946"/>
            </a:xfrm>
            <a:prstGeom prst="ellipse">
              <a:avLst/>
            </a:prstGeom>
            <a:gradFill>
              <a:gsLst>
                <a:gs pos="0">
                  <a:srgbClr val="575154">
                    <a:alpha val="21191"/>
                  </a:srgbClr>
                </a:gs>
                <a:gs pos="14286">
                  <a:srgbClr val="575154">
                    <a:alpha val="19659"/>
                  </a:srgbClr>
                </a:gs>
                <a:gs pos="28571">
                  <a:srgbClr val="575154">
                    <a:alpha val="15629"/>
                  </a:srgbClr>
                </a:gs>
                <a:gs pos="42857">
                  <a:srgbClr val="575154">
                    <a:alpha val="10549"/>
                  </a:srgbClr>
                </a:gs>
                <a:gs pos="57143">
                  <a:srgbClr val="575154">
                    <a:alpha val="5990"/>
                  </a:srgbClr>
                </a:gs>
                <a:gs pos="71429">
                  <a:srgbClr val="575154">
                    <a:alpha val="2850"/>
                  </a:srgbClr>
                </a:gs>
                <a:gs pos="85714">
                  <a:srgbClr val="575154">
                    <a:alpha val="1137"/>
                  </a:srgbClr>
                </a:gs>
                <a:gs pos="100000">
                  <a:srgbClr val="575154">
                    <a:alpha val="3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Splat 746"/>
            <p:cNvSpPr>
              <a:spLocks noGrp="1"/>
            </p:cNvSpPr>
            <p:nvPr/>
          </p:nvSpPr>
          <p:spPr>
            <a:xfrm rot="3289925">
              <a:off x="1257597" y="3513013"/>
              <a:ext cx="689977" cy="72339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Splat 747"/>
            <p:cNvSpPr>
              <a:spLocks noGrp="1"/>
            </p:cNvSpPr>
            <p:nvPr/>
          </p:nvSpPr>
          <p:spPr>
            <a:xfrm rot="3745588">
              <a:off x="3305866" y="2844699"/>
              <a:ext cx="596817" cy="132669"/>
            </a:xfrm>
            <a:prstGeom prst="ellipse">
              <a:avLst/>
            </a:prstGeom>
            <a:gradFill>
              <a:gsLst>
                <a:gs pos="0">
                  <a:srgbClr val="CDCDCE">
                    <a:alpha val="23377"/>
                  </a:srgbClr>
                </a:gs>
                <a:gs pos="14286">
                  <a:srgbClr val="CDCDCE">
                    <a:alpha val="21709"/>
                  </a:srgbClr>
                </a:gs>
                <a:gs pos="28571">
                  <a:srgbClr val="CDCDCE">
                    <a:alpha val="17306"/>
                  </a:srgbClr>
                </a:gs>
                <a:gs pos="42857">
                  <a:srgbClr val="CDCDCE">
                    <a:alpha val="11718"/>
                  </a:srgbClr>
                </a:gs>
                <a:gs pos="57143">
                  <a:srgbClr val="CDCDCE">
                    <a:alpha val="6673"/>
                  </a:srgbClr>
                </a:gs>
                <a:gs pos="71429">
                  <a:srgbClr val="CDCDCE">
                    <a:alpha val="3181"/>
                  </a:srgbClr>
                </a:gs>
                <a:gs pos="85714">
                  <a:srgbClr val="CDCDCE">
                    <a:alpha val="1270"/>
                  </a:srgbClr>
                </a:gs>
                <a:gs pos="100000">
                  <a:srgbClr val="CDCDCE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Splat 748"/>
            <p:cNvSpPr>
              <a:spLocks noGrp="1"/>
            </p:cNvSpPr>
            <p:nvPr/>
          </p:nvSpPr>
          <p:spPr>
            <a:xfrm rot="10720300">
              <a:off x="1679483" y="57185"/>
              <a:ext cx="533011" cy="250822"/>
            </a:xfrm>
            <a:prstGeom prst="ellipse">
              <a:avLst/>
            </a:prstGeom>
            <a:gradFill>
              <a:gsLst>
                <a:gs pos="0">
                  <a:srgbClr val="B6B3B4">
                    <a:alpha val="29178"/>
                  </a:srgbClr>
                </a:gs>
                <a:gs pos="14286">
                  <a:srgbClr val="B6B3B4">
                    <a:alpha val="27174"/>
                  </a:srgbClr>
                </a:gs>
                <a:gs pos="28571">
                  <a:srgbClr val="B6B3B4">
                    <a:alpha val="21824"/>
                  </a:srgbClr>
                </a:gs>
                <a:gs pos="42857">
                  <a:srgbClr val="B6B3B4">
                    <a:alpha val="14913"/>
                  </a:srgbClr>
                </a:gs>
                <a:gs pos="57143">
                  <a:srgbClr val="B6B3B4">
                    <a:alpha val="8560"/>
                  </a:srgbClr>
                </a:gs>
                <a:gs pos="71429">
                  <a:srgbClr val="B6B3B4">
                    <a:alpha val="4102"/>
                  </a:srgbClr>
                </a:gs>
                <a:gs pos="85714">
                  <a:srgbClr val="B6B3B4">
                    <a:alpha val="1643"/>
                  </a:srgbClr>
                </a:gs>
                <a:gs pos="100000">
                  <a:srgbClr val="B6B3B4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Splat 749"/>
            <p:cNvSpPr>
              <a:spLocks noGrp="1"/>
            </p:cNvSpPr>
            <p:nvPr/>
          </p:nvSpPr>
          <p:spPr>
            <a:xfrm rot="-8750136">
              <a:off x="2557957" y="1068530"/>
              <a:ext cx="459122" cy="154725"/>
            </a:xfrm>
            <a:prstGeom prst="ellipse">
              <a:avLst/>
            </a:prstGeom>
            <a:gradFill>
              <a:gsLst>
                <a:gs pos="0">
                  <a:srgbClr val="CECFCE">
                    <a:alpha val="22815"/>
                  </a:srgbClr>
                </a:gs>
                <a:gs pos="14286">
                  <a:srgbClr val="CECFCE">
                    <a:alpha val="21182"/>
                  </a:srgbClr>
                </a:gs>
                <a:gs pos="28571">
                  <a:srgbClr val="CECFCE">
                    <a:alpha val="16874"/>
                  </a:srgbClr>
                </a:gs>
                <a:gs pos="42857">
                  <a:srgbClr val="CECFCE">
                    <a:alpha val="11416"/>
                  </a:srgbClr>
                </a:gs>
                <a:gs pos="57143">
                  <a:srgbClr val="CECFCE">
                    <a:alpha val="6496"/>
                  </a:srgbClr>
                </a:gs>
                <a:gs pos="71429">
                  <a:srgbClr val="CECFCE">
                    <a:alpha val="3095"/>
                  </a:srgbClr>
                </a:gs>
                <a:gs pos="85714">
                  <a:srgbClr val="CECFCE">
                    <a:alpha val="1236"/>
                  </a:srgbClr>
                </a:gs>
                <a:gs pos="100000">
                  <a:srgbClr val="CECFCE">
                    <a:alpha val="4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Splat 750"/>
            <p:cNvSpPr>
              <a:spLocks noGrp="1"/>
            </p:cNvSpPr>
            <p:nvPr/>
          </p:nvSpPr>
          <p:spPr>
            <a:xfrm rot="-8311019">
              <a:off x="2133402" y="560240"/>
              <a:ext cx="680776" cy="608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Splat 751"/>
            <p:cNvSpPr>
              <a:spLocks noGrp="1"/>
            </p:cNvSpPr>
            <p:nvPr/>
          </p:nvSpPr>
          <p:spPr>
            <a:xfrm rot="5704201">
              <a:off x="-159282" y="3054550"/>
              <a:ext cx="572229" cy="484194"/>
            </a:xfrm>
            <a:prstGeom prst="ellipse">
              <a:avLst/>
            </a:prstGeom>
            <a:gradFill>
              <a:gsLst>
                <a:gs pos="0">
                  <a:srgbClr val="000400">
                    <a:alpha val="12644"/>
                  </a:srgbClr>
                </a:gs>
                <a:gs pos="14286">
                  <a:srgbClr val="000400">
                    <a:alpha val="11683"/>
                  </a:srgbClr>
                </a:gs>
                <a:gs pos="28571">
                  <a:srgbClr val="000400">
                    <a:alpha val="9196"/>
                  </a:srgbClr>
                </a:gs>
                <a:gs pos="42857">
                  <a:srgbClr val="000400">
                    <a:alpha val="6131"/>
                  </a:srgbClr>
                </a:gs>
                <a:gs pos="57143">
                  <a:srgbClr val="000400">
                    <a:alpha val="3445"/>
                  </a:srgbClr>
                </a:gs>
                <a:gs pos="71429">
                  <a:srgbClr val="000400">
                    <a:alpha val="1628"/>
                  </a:srgbClr>
                </a:gs>
                <a:gs pos="85714">
                  <a:srgbClr val="000400">
                    <a:alpha val="647"/>
                  </a:srgbClr>
                </a:gs>
                <a:gs pos="100000">
                  <a:srgbClr val="000400">
                    <a:alpha val="2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Splat 752"/>
            <p:cNvSpPr>
              <a:spLocks noGrp="1"/>
            </p:cNvSpPr>
            <p:nvPr/>
          </p:nvSpPr>
          <p:spPr>
            <a:xfrm rot="3015098">
              <a:off x="773914" y="2564588"/>
              <a:ext cx="707007" cy="419535"/>
            </a:xfrm>
            <a:prstGeom prst="ellipse">
              <a:avLst/>
            </a:prstGeom>
            <a:gradFill>
              <a:gsLst>
                <a:gs pos="0">
                  <a:srgbClr val="201404">
                    <a:alpha val="10224"/>
                  </a:srgbClr>
                </a:gs>
                <a:gs pos="14286">
                  <a:srgbClr val="201404">
                    <a:alpha val="9437"/>
                  </a:srgbClr>
                </a:gs>
                <a:gs pos="28571">
                  <a:srgbClr val="201404">
                    <a:alpha val="7408"/>
                  </a:srgbClr>
                </a:gs>
                <a:gs pos="42857">
                  <a:srgbClr val="201404">
                    <a:alpha val="4923"/>
                  </a:srgbClr>
                </a:gs>
                <a:gs pos="57143">
                  <a:srgbClr val="201404">
                    <a:alpha val="2759"/>
                  </a:srgbClr>
                </a:gs>
                <a:gs pos="71429">
                  <a:srgbClr val="201404">
                    <a:alpha val="1301"/>
                  </a:srgbClr>
                </a:gs>
                <a:gs pos="85714">
                  <a:srgbClr val="201404">
                    <a:alpha val="516"/>
                  </a:srgbClr>
                </a:gs>
                <a:gs pos="100000">
                  <a:srgbClr val="201404">
                    <a:alpha val="1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Splat 753"/>
            <p:cNvSpPr>
              <a:spLocks noGrp="1"/>
            </p:cNvSpPr>
            <p:nvPr/>
          </p:nvSpPr>
          <p:spPr>
            <a:xfrm rot="-9930759">
              <a:off x="1988324" y="1595536"/>
              <a:ext cx="715773" cy="103904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Splat 754"/>
            <p:cNvSpPr>
              <a:spLocks noGrp="1"/>
            </p:cNvSpPr>
            <p:nvPr/>
          </p:nvSpPr>
          <p:spPr>
            <a:xfrm rot="-8257273">
              <a:off x="2455350" y="650703"/>
              <a:ext cx="636898" cy="83714"/>
            </a:xfrm>
            <a:prstGeom prst="ellipse">
              <a:avLst/>
            </a:prstGeom>
            <a:gradFill>
              <a:gsLst>
                <a:gs pos="0">
                  <a:srgbClr val="000000">
                    <a:alpha val="26821"/>
                  </a:srgbClr>
                </a:gs>
                <a:gs pos="14286">
                  <a:srgbClr val="000000">
                    <a:alpha val="24949"/>
                  </a:srgbClr>
                </a:gs>
                <a:gs pos="28571">
                  <a:srgbClr val="000000">
                    <a:alpha val="19976"/>
                  </a:srgbClr>
                </a:gs>
                <a:gs pos="42857">
                  <a:srgbClr val="000000">
                    <a:alpha val="13599"/>
                  </a:srgbClr>
                </a:gs>
                <a:gs pos="57143">
                  <a:srgbClr val="000000">
                    <a:alpha val="7780"/>
                  </a:srgbClr>
                </a:gs>
                <a:gs pos="71429">
                  <a:srgbClr val="000000">
                    <a:alpha val="3720"/>
                  </a:srgbClr>
                </a:gs>
                <a:gs pos="85714">
                  <a:srgbClr val="000000">
                    <a:alpha val="1488"/>
                  </a:srgbClr>
                </a:gs>
                <a:gs pos="100000">
                  <a:srgbClr val="000000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Splat 755"/>
            <p:cNvSpPr>
              <a:spLocks noGrp="1"/>
            </p:cNvSpPr>
            <p:nvPr/>
          </p:nvSpPr>
          <p:spPr>
            <a:xfrm rot="5748862">
              <a:off x="1726140" y="2105177"/>
              <a:ext cx="123435" cy="1181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Splat 756"/>
            <p:cNvSpPr>
              <a:spLocks noGrp="1"/>
            </p:cNvSpPr>
            <p:nvPr/>
          </p:nvSpPr>
          <p:spPr>
            <a:xfrm rot="3777576">
              <a:off x="2076703" y="2462956"/>
              <a:ext cx="520517" cy="441427"/>
            </a:xfrm>
            <a:prstGeom prst="ellipse">
              <a:avLst/>
            </a:prstGeom>
            <a:gradFill>
              <a:gsLst>
                <a:gs pos="0">
                  <a:srgbClr val="000014">
                    <a:alpha val="9005"/>
                  </a:srgbClr>
                </a:gs>
                <a:gs pos="14286">
                  <a:srgbClr val="000014">
                    <a:alpha val="8308"/>
                  </a:srgbClr>
                </a:gs>
                <a:gs pos="28571">
                  <a:srgbClr val="000014">
                    <a:alpha val="6512"/>
                  </a:srgbClr>
                </a:gs>
                <a:gs pos="42857">
                  <a:srgbClr val="000014">
                    <a:alpha val="4321"/>
                  </a:srgbClr>
                </a:gs>
                <a:gs pos="57143">
                  <a:srgbClr val="000014">
                    <a:alpha val="2418"/>
                  </a:srgbClr>
                </a:gs>
                <a:gs pos="71429">
                  <a:srgbClr val="000014">
                    <a:alpha val="1139"/>
                  </a:srgbClr>
                </a:gs>
                <a:gs pos="85714">
                  <a:srgbClr val="000014">
                    <a:alpha val="452"/>
                  </a:srgbClr>
                </a:gs>
                <a:gs pos="100000">
                  <a:srgbClr val="000014">
                    <a:alpha val="15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Splat 757"/>
            <p:cNvSpPr>
              <a:spLocks noGrp="1"/>
            </p:cNvSpPr>
            <p:nvPr/>
          </p:nvSpPr>
          <p:spPr>
            <a:xfrm rot="4811377">
              <a:off x="1497663" y="1982709"/>
              <a:ext cx="476664" cy="1093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Splat 758"/>
            <p:cNvSpPr>
              <a:spLocks noGrp="1"/>
            </p:cNvSpPr>
            <p:nvPr/>
          </p:nvSpPr>
          <p:spPr>
            <a:xfrm rot="3824235">
              <a:off x="3266980" y="106647"/>
              <a:ext cx="725068" cy="194876"/>
            </a:xfrm>
            <a:prstGeom prst="ellipse">
              <a:avLst/>
            </a:prstGeom>
            <a:gradFill>
              <a:gsLst>
                <a:gs pos="0">
                  <a:srgbClr val="D8DAD8">
                    <a:alpha val="11359"/>
                  </a:srgbClr>
                </a:gs>
                <a:gs pos="14286">
                  <a:srgbClr val="D8DAD8">
                    <a:alpha val="10491"/>
                  </a:srgbClr>
                </a:gs>
                <a:gs pos="28571">
                  <a:srgbClr val="D8DAD8">
                    <a:alpha val="8245"/>
                  </a:srgbClr>
                </a:gs>
                <a:gs pos="42857">
                  <a:srgbClr val="D8DAD8">
                    <a:alpha val="5488"/>
                  </a:srgbClr>
                </a:gs>
                <a:gs pos="57143">
                  <a:srgbClr val="D8DAD8">
                    <a:alpha val="3079"/>
                  </a:srgbClr>
                </a:gs>
                <a:gs pos="71429">
                  <a:srgbClr val="D8DAD8">
                    <a:alpha val="1453"/>
                  </a:srgbClr>
                </a:gs>
                <a:gs pos="85714">
                  <a:srgbClr val="D8DAD8">
                    <a:alpha val="577"/>
                  </a:srgbClr>
                </a:gs>
                <a:gs pos="100000">
                  <a:srgbClr val="D8DAD8">
                    <a:alpha val="1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Splat 759"/>
            <p:cNvSpPr>
              <a:spLocks noGrp="1"/>
            </p:cNvSpPr>
            <p:nvPr/>
          </p:nvSpPr>
          <p:spPr>
            <a:xfrm rot="-8533644">
              <a:off x="453957" y="1979194"/>
              <a:ext cx="399278" cy="347560"/>
            </a:xfrm>
            <a:prstGeom prst="ellipse">
              <a:avLst/>
            </a:prstGeom>
            <a:gradFill>
              <a:gsLst>
                <a:gs pos="0">
                  <a:srgbClr val="D8D5D5">
                    <a:alpha val="2818"/>
                  </a:srgbClr>
                </a:gs>
                <a:gs pos="14286">
                  <a:srgbClr val="D8D5D5">
                    <a:alpha val="2593"/>
                  </a:srgbClr>
                </a:gs>
                <a:gs pos="28571">
                  <a:srgbClr val="D8D5D5">
                    <a:alpha val="2019"/>
                  </a:srgbClr>
                </a:gs>
                <a:gs pos="42857">
                  <a:srgbClr val="D8D5D5">
                    <a:alpha val="1329"/>
                  </a:srgbClr>
                </a:gs>
                <a:gs pos="57143">
                  <a:srgbClr val="D8D5D5">
                    <a:alpha val="739"/>
                  </a:srgbClr>
                </a:gs>
                <a:gs pos="71429">
                  <a:srgbClr val="D8D5D5">
                    <a:alpha val="346"/>
                  </a:srgbClr>
                </a:gs>
                <a:gs pos="85714">
                  <a:srgbClr val="D8D5D5">
                    <a:alpha val="137"/>
                  </a:srgbClr>
                </a:gs>
                <a:gs pos="100000">
                  <a:srgbClr val="D8D5D5">
                    <a:alpha val="4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Splat 760"/>
            <p:cNvSpPr>
              <a:spLocks noGrp="1"/>
            </p:cNvSpPr>
            <p:nvPr/>
          </p:nvSpPr>
          <p:spPr>
            <a:xfrm rot="10546775">
              <a:off x="154712" y="3156353"/>
              <a:ext cx="575284" cy="836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Splat 761"/>
            <p:cNvSpPr>
              <a:spLocks noGrp="1"/>
            </p:cNvSpPr>
            <p:nvPr/>
          </p:nvSpPr>
          <p:spPr>
            <a:xfrm rot="8011548">
              <a:off x="3041946" y="1474773"/>
              <a:ext cx="631315" cy="1061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Splat 762"/>
            <p:cNvSpPr>
              <a:spLocks noGrp="1"/>
            </p:cNvSpPr>
            <p:nvPr/>
          </p:nvSpPr>
          <p:spPr>
            <a:xfrm rot="4437057">
              <a:off x="3090907" y="2011104"/>
              <a:ext cx="540836" cy="571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Splat 763"/>
            <p:cNvSpPr>
              <a:spLocks noGrp="1"/>
            </p:cNvSpPr>
            <p:nvPr/>
          </p:nvSpPr>
          <p:spPr>
            <a:xfrm rot="-9752426">
              <a:off x="854509" y="746626"/>
              <a:ext cx="774306" cy="718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Splat 764"/>
            <p:cNvSpPr>
              <a:spLocks noGrp="1"/>
            </p:cNvSpPr>
            <p:nvPr/>
          </p:nvSpPr>
          <p:spPr>
            <a:xfrm rot="-8351718">
              <a:off x="2394660" y="1035814"/>
              <a:ext cx="350864" cy="101705"/>
            </a:xfrm>
            <a:prstGeom prst="ellipse">
              <a:avLst/>
            </a:prstGeom>
            <a:gradFill>
              <a:gsLst>
                <a:gs pos="0">
                  <a:srgbClr val="E6E5E6">
                    <a:alpha val="32968"/>
                  </a:srgbClr>
                </a:gs>
                <a:gs pos="14286">
                  <a:srgbClr val="E6E5E6">
                    <a:alpha val="30764"/>
                  </a:srgbClr>
                </a:gs>
                <a:gs pos="28571">
                  <a:srgbClr val="E6E5E6">
                    <a:alpha val="24833"/>
                  </a:srgbClr>
                </a:gs>
                <a:gs pos="42857">
                  <a:srgbClr val="E6E5E6">
                    <a:alpha val="17075"/>
                  </a:srgbClr>
                </a:gs>
                <a:gs pos="57143">
                  <a:srgbClr val="E6E5E6">
                    <a:alpha val="9855"/>
                  </a:srgbClr>
                </a:gs>
                <a:gs pos="71429">
                  <a:srgbClr val="E6E5E6">
                    <a:alpha val="4740"/>
                  </a:srgbClr>
                </a:gs>
                <a:gs pos="85714">
                  <a:srgbClr val="E6E5E6">
                    <a:alpha val="1902"/>
                  </a:srgbClr>
                </a:gs>
                <a:gs pos="100000">
                  <a:srgbClr val="E6E5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Splat 765"/>
            <p:cNvSpPr>
              <a:spLocks noGrp="1"/>
            </p:cNvSpPr>
            <p:nvPr/>
          </p:nvSpPr>
          <p:spPr>
            <a:xfrm rot="3400708">
              <a:off x="1333291" y="2468952"/>
              <a:ext cx="495617" cy="6756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Splat 766"/>
            <p:cNvSpPr>
              <a:spLocks noGrp="1"/>
            </p:cNvSpPr>
            <p:nvPr/>
          </p:nvSpPr>
          <p:spPr>
            <a:xfrm rot="4218503">
              <a:off x="2193764" y="3490821"/>
              <a:ext cx="801526" cy="38378"/>
            </a:xfrm>
            <a:prstGeom prst="ellipse">
              <a:avLst/>
            </a:prstGeom>
            <a:gradFill>
              <a:gsLst>
                <a:gs pos="0">
                  <a:srgbClr val="FEFDFD">
                    <a:alpha val="21474"/>
                  </a:srgbClr>
                </a:gs>
                <a:gs pos="14286">
                  <a:srgbClr val="FEFDFD">
                    <a:alpha val="19924"/>
                  </a:srgbClr>
                </a:gs>
                <a:gs pos="28571">
                  <a:srgbClr val="FEFDFD">
                    <a:alpha val="15846"/>
                  </a:srgbClr>
                </a:gs>
                <a:gs pos="42857">
                  <a:srgbClr val="FEFDFD">
                    <a:alpha val="10699"/>
                  </a:srgbClr>
                </a:gs>
                <a:gs pos="57143">
                  <a:srgbClr val="FEFDFD">
                    <a:alpha val="6078"/>
                  </a:srgbClr>
                </a:gs>
                <a:gs pos="71429">
                  <a:srgbClr val="FEFDFD">
                    <a:alpha val="2892"/>
                  </a:srgbClr>
                </a:gs>
                <a:gs pos="85714">
                  <a:srgbClr val="FEFDFD">
                    <a:alpha val="1154"/>
                  </a:srgbClr>
                </a:gs>
                <a:gs pos="100000">
                  <a:srgbClr val="FEFDFD">
                    <a:alpha val="3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Splat 767"/>
            <p:cNvSpPr>
              <a:spLocks noGrp="1"/>
            </p:cNvSpPr>
            <p:nvPr/>
          </p:nvSpPr>
          <p:spPr>
            <a:xfrm rot="9570789">
              <a:off x="1600612" y="249414"/>
              <a:ext cx="638539" cy="691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Splat 768"/>
            <p:cNvSpPr>
              <a:spLocks noGrp="1"/>
            </p:cNvSpPr>
            <p:nvPr/>
          </p:nvSpPr>
          <p:spPr>
            <a:xfrm rot="4760671">
              <a:off x="284399" y="3562163"/>
              <a:ext cx="540898" cy="380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Splat 769"/>
            <p:cNvSpPr>
              <a:spLocks noGrp="1"/>
            </p:cNvSpPr>
            <p:nvPr/>
          </p:nvSpPr>
          <p:spPr>
            <a:xfrm rot="3504857">
              <a:off x="1922968" y="2954216"/>
              <a:ext cx="730356" cy="601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Splat 770"/>
            <p:cNvSpPr>
              <a:spLocks noGrp="1"/>
            </p:cNvSpPr>
            <p:nvPr/>
          </p:nvSpPr>
          <p:spPr>
            <a:xfrm rot="3771245">
              <a:off x="3144682" y="2363831"/>
              <a:ext cx="685896" cy="63072"/>
            </a:xfrm>
            <a:prstGeom prst="ellipse">
              <a:avLst/>
            </a:prstGeom>
            <a:gradFill>
              <a:gsLst>
                <a:gs pos="0">
                  <a:srgbClr val="FEFEFF">
                    <a:alpha val="32968"/>
                  </a:srgbClr>
                </a:gs>
                <a:gs pos="14286">
                  <a:srgbClr val="FEFEFF">
                    <a:alpha val="30764"/>
                  </a:srgbClr>
                </a:gs>
                <a:gs pos="28571">
                  <a:srgbClr val="FEFEFF">
                    <a:alpha val="24833"/>
                  </a:srgbClr>
                </a:gs>
                <a:gs pos="42857">
                  <a:srgbClr val="FEFEFF">
                    <a:alpha val="17075"/>
                  </a:srgbClr>
                </a:gs>
                <a:gs pos="57143">
                  <a:srgbClr val="FEFEFF">
                    <a:alpha val="9855"/>
                  </a:srgbClr>
                </a:gs>
                <a:gs pos="71429">
                  <a:srgbClr val="FEFEFF">
                    <a:alpha val="4740"/>
                  </a:srgbClr>
                </a:gs>
                <a:gs pos="85714">
                  <a:srgbClr val="FEFEFF">
                    <a:alpha val="1902"/>
                  </a:srgbClr>
                </a:gs>
                <a:gs pos="100000">
                  <a:srgbClr val="F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Splat 771"/>
            <p:cNvSpPr>
              <a:spLocks noGrp="1"/>
            </p:cNvSpPr>
            <p:nvPr/>
          </p:nvSpPr>
          <p:spPr>
            <a:xfrm rot="3565651">
              <a:off x="2800767" y="1281704"/>
              <a:ext cx="733860" cy="812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Splat 772"/>
            <p:cNvSpPr>
              <a:spLocks noGrp="1"/>
            </p:cNvSpPr>
            <p:nvPr/>
          </p:nvSpPr>
          <p:spPr>
            <a:xfrm rot="5692171">
              <a:off x="2955340" y="3070766"/>
              <a:ext cx="884239" cy="498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Splat 773"/>
            <p:cNvSpPr>
              <a:spLocks noGrp="1"/>
            </p:cNvSpPr>
            <p:nvPr/>
          </p:nvSpPr>
          <p:spPr>
            <a:xfrm rot="3874164">
              <a:off x="1755069" y="456335"/>
              <a:ext cx="730185" cy="790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Splat 774"/>
            <p:cNvSpPr>
              <a:spLocks noGrp="1"/>
            </p:cNvSpPr>
            <p:nvPr/>
          </p:nvSpPr>
          <p:spPr>
            <a:xfrm rot="3987690">
              <a:off x="3292169" y="2498737"/>
              <a:ext cx="541033" cy="411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Splat 775"/>
            <p:cNvSpPr>
              <a:spLocks noGrp="1"/>
            </p:cNvSpPr>
            <p:nvPr/>
          </p:nvSpPr>
          <p:spPr>
            <a:xfrm rot="8548389">
              <a:off x="2840504" y="861851"/>
              <a:ext cx="617316" cy="1067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Splat 776"/>
            <p:cNvSpPr>
              <a:spLocks noGrp="1"/>
            </p:cNvSpPr>
            <p:nvPr/>
          </p:nvSpPr>
          <p:spPr>
            <a:xfrm rot="-8798867">
              <a:off x="2000042" y="928011"/>
              <a:ext cx="396912" cy="160215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Splat 777"/>
            <p:cNvSpPr>
              <a:spLocks noGrp="1"/>
            </p:cNvSpPr>
            <p:nvPr/>
          </p:nvSpPr>
          <p:spPr>
            <a:xfrm rot="6387181">
              <a:off x="2348007" y="945370"/>
              <a:ext cx="790238" cy="897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Splat 778"/>
            <p:cNvSpPr>
              <a:spLocks noGrp="1"/>
            </p:cNvSpPr>
            <p:nvPr/>
          </p:nvSpPr>
          <p:spPr>
            <a:xfrm rot="3193748">
              <a:off x="1119187" y="1241612"/>
              <a:ext cx="620383" cy="14134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Splat 779"/>
            <p:cNvSpPr>
              <a:spLocks noGrp="1"/>
            </p:cNvSpPr>
            <p:nvPr/>
          </p:nvSpPr>
          <p:spPr>
            <a:xfrm rot="3374978">
              <a:off x="2866231" y="840198"/>
              <a:ext cx="693036" cy="5487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Splat 780"/>
            <p:cNvSpPr>
              <a:spLocks noGrp="1"/>
            </p:cNvSpPr>
            <p:nvPr/>
          </p:nvSpPr>
          <p:spPr>
            <a:xfrm rot="7758381">
              <a:off x="676579" y="3062003"/>
              <a:ext cx="406499" cy="182691"/>
            </a:xfrm>
            <a:prstGeom prst="ellipse">
              <a:avLst/>
            </a:prstGeom>
            <a:gradFill>
              <a:gsLst>
                <a:gs pos="0">
                  <a:srgbClr val="EAEBE8">
                    <a:alpha val="32968"/>
                  </a:srgbClr>
                </a:gs>
                <a:gs pos="14286">
                  <a:srgbClr val="EAEBE8">
                    <a:alpha val="30764"/>
                  </a:srgbClr>
                </a:gs>
                <a:gs pos="28571">
                  <a:srgbClr val="EAEBE8">
                    <a:alpha val="24833"/>
                  </a:srgbClr>
                </a:gs>
                <a:gs pos="42857">
                  <a:srgbClr val="EAEBE8">
                    <a:alpha val="17075"/>
                  </a:srgbClr>
                </a:gs>
                <a:gs pos="57143">
                  <a:srgbClr val="EAEBE8">
                    <a:alpha val="9855"/>
                  </a:srgbClr>
                </a:gs>
                <a:gs pos="71429">
                  <a:srgbClr val="EAEBE8">
                    <a:alpha val="4740"/>
                  </a:srgbClr>
                </a:gs>
                <a:gs pos="85714">
                  <a:srgbClr val="EAEBE8">
                    <a:alpha val="1902"/>
                  </a:srgbClr>
                </a:gs>
                <a:gs pos="100000">
                  <a:srgbClr val="EAEB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Splat 781"/>
            <p:cNvSpPr>
              <a:spLocks noGrp="1"/>
            </p:cNvSpPr>
            <p:nvPr/>
          </p:nvSpPr>
          <p:spPr>
            <a:xfrm rot="9042049">
              <a:off x="17135" y="2766656"/>
              <a:ext cx="809260" cy="1196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Splat 782"/>
            <p:cNvSpPr>
              <a:spLocks noGrp="1"/>
            </p:cNvSpPr>
            <p:nvPr/>
          </p:nvSpPr>
          <p:spPr>
            <a:xfrm rot="4097203">
              <a:off x="-264682" y="564114"/>
              <a:ext cx="752059" cy="1882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Splat 783"/>
            <p:cNvSpPr>
              <a:spLocks noGrp="1"/>
            </p:cNvSpPr>
            <p:nvPr/>
          </p:nvSpPr>
          <p:spPr>
            <a:xfrm rot="6707692">
              <a:off x="1126961" y="1452737"/>
              <a:ext cx="718329" cy="770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Splat 784"/>
            <p:cNvSpPr>
              <a:spLocks noGrp="1"/>
            </p:cNvSpPr>
            <p:nvPr/>
          </p:nvSpPr>
          <p:spPr>
            <a:xfrm rot="-9672140">
              <a:off x="106308" y="1223922"/>
              <a:ext cx="119651" cy="482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Splat 785"/>
            <p:cNvSpPr>
              <a:spLocks noGrp="1"/>
            </p:cNvSpPr>
            <p:nvPr/>
          </p:nvSpPr>
          <p:spPr>
            <a:xfrm rot="3963878">
              <a:off x="2663894" y="3224835"/>
              <a:ext cx="821992" cy="1505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Splat 786"/>
            <p:cNvSpPr>
              <a:spLocks noGrp="1"/>
            </p:cNvSpPr>
            <p:nvPr/>
          </p:nvSpPr>
          <p:spPr>
            <a:xfrm rot="7369647">
              <a:off x="833329" y="3442792"/>
              <a:ext cx="696751" cy="192295"/>
            </a:xfrm>
            <a:prstGeom prst="ellipse">
              <a:avLst/>
            </a:prstGeom>
            <a:gradFill>
              <a:gsLst>
                <a:gs pos="0">
                  <a:srgbClr val="140013">
                    <a:alpha val="32968"/>
                  </a:srgbClr>
                </a:gs>
                <a:gs pos="14286">
                  <a:srgbClr val="140013">
                    <a:alpha val="30764"/>
                  </a:srgbClr>
                </a:gs>
                <a:gs pos="28571">
                  <a:srgbClr val="140013">
                    <a:alpha val="24833"/>
                  </a:srgbClr>
                </a:gs>
                <a:gs pos="42857">
                  <a:srgbClr val="140013">
                    <a:alpha val="17075"/>
                  </a:srgbClr>
                </a:gs>
                <a:gs pos="57143">
                  <a:srgbClr val="140013">
                    <a:alpha val="9855"/>
                  </a:srgbClr>
                </a:gs>
                <a:gs pos="71429">
                  <a:srgbClr val="140013">
                    <a:alpha val="4740"/>
                  </a:srgbClr>
                </a:gs>
                <a:gs pos="85714">
                  <a:srgbClr val="140013">
                    <a:alpha val="1902"/>
                  </a:srgbClr>
                </a:gs>
                <a:gs pos="100000">
                  <a:srgbClr val="14001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Splat 787"/>
            <p:cNvSpPr>
              <a:spLocks noGrp="1"/>
            </p:cNvSpPr>
            <p:nvPr/>
          </p:nvSpPr>
          <p:spPr>
            <a:xfrm rot="5391038">
              <a:off x="1311943" y="869994"/>
              <a:ext cx="554385" cy="6152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Splat 788"/>
            <p:cNvSpPr>
              <a:spLocks noGrp="1"/>
            </p:cNvSpPr>
            <p:nvPr/>
          </p:nvSpPr>
          <p:spPr>
            <a:xfrm rot="8676079">
              <a:off x="1726467" y="916092"/>
              <a:ext cx="615194" cy="66169"/>
            </a:xfrm>
            <a:prstGeom prst="ellipse">
              <a:avLst/>
            </a:prstGeom>
            <a:gradFill>
              <a:gsLst>
                <a:gs pos="0">
                  <a:srgbClr val="FEFEFD">
                    <a:alpha val="31051"/>
                  </a:srgbClr>
                </a:gs>
                <a:gs pos="14286">
                  <a:srgbClr val="FEFEFD">
                    <a:alpha val="28946"/>
                  </a:srgbClr>
                </a:gs>
                <a:gs pos="28571">
                  <a:srgbClr val="FEFEFD">
                    <a:alpha val="23305"/>
                  </a:srgbClr>
                </a:gs>
                <a:gs pos="42857">
                  <a:srgbClr val="FEFEFD">
                    <a:alpha val="15974"/>
                  </a:srgbClr>
                </a:gs>
                <a:gs pos="57143">
                  <a:srgbClr val="FEFEFD">
                    <a:alpha val="9193"/>
                  </a:srgbClr>
                </a:gs>
                <a:gs pos="71429">
                  <a:srgbClr val="FEFEFD">
                    <a:alpha val="4414"/>
                  </a:srgbClr>
                </a:gs>
                <a:gs pos="85714">
                  <a:srgbClr val="FEFEFD">
                    <a:alpha val="1769"/>
                  </a:srgbClr>
                </a:gs>
                <a:gs pos="100000">
                  <a:srgbClr val="FEFEFD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Splat 789"/>
            <p:cNvSpPr>
              <a:spLocks noGrp="1"/>
            </p:cNvSpPr>
            <p:nvPr/>
          </p:nvSpPr>
          <p:spPr>
            <a:xfrm rot="6295577">
              <a:off x="485399" y="1039695"/>
              <a:ext cx="577454" cy="139469"/>
            </a:xfrm>
            <a:prstGeom prst="ellipse">
              <a:avLst/>
            </a:prstGeom>
            <a:gradFill>
              <a:gsLst>
                <a:gs pos="0">
                  <a:srgbClr val="050000">
                    <a:alpha val="32968"/>
                  </a:srgbClr>
                </a:gs>
                <a:gs pos="14286">
                  <a:srgbClr val="050000">
                    <a:alpha val="30764"/>
                  </a:srgbClr>
                </a:gs>
                <a:gs pos="28571">
                  <a:srgbClr val="050000">
                    <a:alpha val="24833"/>
                  </a:srgbClr>
                </a:gs>
                <a:gs pos="42857">
                  <a:srgbClr val="050000">
                    <a:alpha val="17075"/>
                  </a:srgbClr>
                </a:gs>
                <a:gs pos="57143">
                  <a:srgbClr val="050000">
                    <a:alpha val="9855"/>
                  </a:srgbClr>
                </a:gs>
                <a:gs pos="71429">
                  <a:srgbClr val="050000">
                    <a:alpha val="4740"/>
                  </a:srgbClr>
                </a:gs>
                <a:gs pos="85714">
                  <a:srgbClr val="050000">
                    <a:alpha val="1902"/>
                  </a:srgbClr>
                </a:gs>
                <a:gs pos="100000">
                  <a:srgbClr val="05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Splat 790"/>
            <p:cNvSpPr>
              <a:spLocks noGrp="1"/>
            </p:cNvSpPr>
            <p:nvPr/>
          </p:nvSpPr>
          <p:spPr>
            <a:xfrm rot="-8763542">
              <a:off x="76056" y="293995"/>
              <a:ext cx="755697" cy="1333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Splat 791"/>
            <p:cNvSpPr>
              <a:spLocks noGrp="1"/>
            </p:cNvSpPr>
            <p:nvPr/>
          </p:nvSpPr>
          <p:spPr>
            <a:xfrm rot="-9446374">
              <a:off x="1162178" y="2503262"/>
              <a:ext cx="495618" cy="959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Splat 792"/>
            <p:cNvSpPr>
              <a:spLocks noGrp="1"/>
            </p:cNvSpPr>
            <p:nvPr/>
          </p:nvSpPr>
          <p:spPr>
            <a:xfrm rot="9933769">
              <a:off x="717739" y="3523382"/>
              <a:ext cx="307248" cy="6183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Splat 793"/>
            <p:cNvSpPr>
              <a:spLocks noGrp="1"/>
            </p:cNvSpPr>
            <p:nvPr/>
          </p:nvSpPr>
          <p:spPr>
            <a:xfrm rot="8218253">
              <a:off x="2633132" y="2409851"/>
              <a:ext cx="627885" cy="940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Splat 794"/>
            <p:cNvSpPr>
              <a:spLocks noGrp="1"/>
            </p:cNvSpPr>
            <p:nvPr/>
          </p:nvSpPr>
          <p:spPr>
            <a:xfrm rot="2785461">
              <a:off x="3364566" y="3536001"/>
              <a:ext cx="212867" cy="9504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Splat 795"/>
            <p:cNvSpPr>
              <a:spLocks noGrp="1"/>
            </p:cNvSpPr>
            <p:nvPr/>
          </p:nvSpPr>
          <p:spPr>
            <a:xfrm rot="10741264">
              <a:off x="1049470" y="362183"/>
              <a:ext cx="601391" cy="642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Splat 796"/>
            <p:cNvSpPr>
              <a:spLocks noGrp="1"/>
            </p:cNvSpPr>
            <p:nvPr/>
          </p:nvSpPr>
          <p:spPr>
            <a:xfrm rot="-10409317">
              <a:off x="619778" y="1756315"/>
              <a:ext cx="789669" cy="163357"/>
            </a:xfrm>
            <a:prstGeom prst="ellipse">
              <a:avLst/>
            </a:prstGeom>
            <a:gradFill>
              <a:gsLst>
                <a:gs pos="0">
                  <a:srgbClr val="000400">
                    <a:alpha val="32968"/>
                  </a:srgbClr>
                </a:gs>
                <a:gs pos="14286">
                  <a:srgbClr val="000400">
                    <a:alpha val="30764"/>
                  </a:srgbClr>
                </a:gs>
                <a:gs pos="28571">
                  <a:srgbClr val="000400">
                    <a:alpha val="24833"/>
                  </a:srgbClr>
                </a:gs>
                <a:gs pos="42857">
                  <a:srgbClr val="000400">
                    <a:alpha val="17075"/>
                  </a:srgbClr>
                </a:gs>
                <a:gs pos="57143">
                  <a:srgbClr val="000400">
                    <a:alpha val="9855"/>
                  </a:srgbClr>
                </a:gs>
                <a:gs pos="71429">
                  <a:srgbClr val="000400">
                    <a:alpha val="4740"/>
                  </a:srgbClr>
                </a:gs>
                <a:gs pos="85714">
                  <a:srgbClr val="000400">
                    <a:alpha val="1902"/>
                  </a:srgbClr>
                </a:gs>
                <a:gs pos="100000">
                  <a:srgbClr val="000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Splat 797"/>
            <p:cNvSpPr>
              <a:spLocks noGrp="1"/>
            </p:cNvSpPr>
            <p:nvPr/>
          </p:nvSpPr>
          <p:spPr>
            <a:xfrm rot="10007173">
              <a:off x="2986768" y="3525426"/>
              <a:ext cx="177426" cy="56777"/>
            </a:xfrm>
            <a:prstGeom prst="ellipse">
              <a:avLst/>
            </a:prstGeom>
            <a:gradFill>
              <a:gsLst>
                <a:gs pos="0">
                  <a:srgbClr val="F1F1F2">
                    <a:alpha val="32968"/>
                  </a:srgbClr>
                </a:gs>
                <a:gs pos="14286">
                  <a:srgbClr val="F1F1F2">
                    <a:alpha val="30764"/>
                  </a:srgbClr>
                </a:gs>
                <a:gs pos="28571">
                  <a:srgbClr val="F1F1F2">
                    <a:alpha val="24833"/>
                  </a:srgbClr>
                </a:gs>
                <a:gs pos="42857">
                  <a:srgbClr val="F1F1F2">
                    <a:alpha val="17075"/>
                  </a:srgbClr>
                </a:gs>
                <a:gs pos="57143">
                  <a:srgbClr val="F1F1F2">
                    <a:alpha val="9855"/>
                  </a:srgbClr>
                </a:gs>
                <a:gs pos="71429">
                  <a:srgbClr val="F1F1F2">
                    <a:alpha val="4740"/>
                  </a:srgbClr>
                </a:gs>
                <a:gs pos="85714">
                  <a:srgbClr val="F1F1F2">
                    <a:alpha val="1902"/>
                  </a:srgbClr>
                </a:gs>
                <a:gs pos="100000">
                  <a:srgbClr val="F1F1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Splat 798"/>
            <p:cNvSpPr>
              <a:spLocks noGrp="1"/>
            </p:cNvSpPr>
            <p:nvPr/>
          </p:nvSpPr>
          <p:spPr>
            <a:xfrm rot="6391196">
              <a:off x="1308695" y="3527094"/>
              <a:ext cx="745947" cy="746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Splat 799"/>
            <p:cNvSpPr>
              <a:spLocks noGrp="1"/>
            </p:cNvSpPr>
            <p:nvPr/>
          </p:nvSpPr>
          <p:spPr>
            <a:xfrm rot="4957248">
              <a:off x="2062766" y="2047418"/>
              <a:ext cx="425876" cy="992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Splat 800"/>
            <p:cNvSpPr>
              <a:spLocks noGrp="1"/>
            </p:cNvSpPr>
            <p:nvPr/>
          </p:nvSpPr>
          <p:spPr>
            <a:xfrm rot="5481296">
              <a:off x="1789496" y="1383341"/>
              <a:ext cx="773886" cy="570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Splat 801"/>
            <p:cNvSpPr>
              <a:spLocks noGrp="1"/>
            </p:cNvSpPr>
            <p:nvPr/>
          </p:nvSpPr>
          <p:spPr>
            <a:xfrm rot="10378089">
              <a:off x="2440884" y="2550250"/>
              <a:ext cx="676799" cy="2024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Splat 802"/>
            <p:cNvSpPr>
              <a:spLocks noGrp="1"/>
            </p:cNvSpPr>
            <p:nvPr/>
          </p:nvSpPr>
          <p:spPr>
            <a:xfrm rot="9031974">
              <a:off x="-274533" y="317806"/>
              <a:ext cx="728045" cy="6318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Splat 803"/>
            <p:cNvSpPr>
              <a:spLocks noGrp="1"/>
            </p:cNvSpPr>
            <p:nvPr/>
          </p:nvSpPr>
          <p:spPr>
            <a:xfrm rot="-9849863">
              <a:off x="-91216" y="3392479"/>
              <a:ext cx="530801" cy="735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Splat 804"/>
            <p:cNvSpPr>
              <a:spLocks noGrp="1"/>
            </p:cNvSpPr>
            <p:nvPr/>
          </p:nvSpPr>
          <p:spPr>
            <a:xfrm rot="10468099">
              <a:off x="2960105" y="254483"/>
              <a:ext cx="472360" cy="46285"/>
            </a:xfrm>
            <a:prstGeom prst="ellipse">
              <a:avLst/>
            </a:prstGeom>
            <a:gradFill>
              <a:gsLst>
                <a:gs pos="0">
                  <a:srgbClr val="FDFCFD">
                    <a:alpha val="32968"/>
                  </a:srgbClr>
                </a:gs>
                <a:gs pos="14286">
                  <a:srgbClr val="FDFCFD">
                    <a:alpha val="30764"/>
                  </a:srgbClr>
                </a:gs>
                <a:gs pos="28571">
                  <a:srgbClr val="FDFCFD">
                    <a:alpha val="24833"/>
                  </a:srgbClr>
                </a:gs>
                <a:gs pos="42857">
                  <a:srgbClr val="FDFCFD">
                    <a:alpha val="17075"/>
                  </a:srgbClr>
                </a:gs>
                <a:gs pos="57143">
                  <a:srgbClr val="FDFCFD">
                    <a:alpha val="9855"/>
                  </a:srgbClr>
                </a:gs>
                <a:gs pos="71429">
                  <a:srgbClr val="FDFCFD">
                    <a:alpha val="4740"/>
                  </a:srgbClr>
                </a:gs>
                <a:gs pos="85714">
                  <a:srgbClr val="FDFCFD">
                    <a:alpha val="1902"/>
                  </a:srgbClr>
                </a:gs>
                <a:gs pos="100000">
                  <a:srgbClr val="FDFC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Splat 805"/>
            <p:cNvSpPr>
              <a:spLocks noGrp="1"/>
            </p:cNvSpPr>
            <p:nvPr/>
          </p:nvSpPr>
          <p:spPr>
            <a:xfrm rot="9172597">
              <a:off x="-315888" y="287201"/>
              <a:ext cx="739924" cy="1340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Splat 806"/>
            <p:cNvSpPr>
              <a:spLocks noGrp="1"/>
            </p:cNvSpPr>
            <p:nvPr/>
          </p:nvSpPr>
          <p:spPr>
            <a:xfrm rot="6391183">
              <a:off x="-34625" y="2165418"/>
              <a:ext cx="680036" cy="654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Splat 807"/>
            <p:cNvSpPr>
              <a:spLocks noGrp="1"/>
            </p:cNvSpPr>
            <p:nvPr/>
          </p:nvSpPr>
          <p:spPr>
            <a:xfrm rot="10635299">
              <a:off x="1031514" y="602976"/>
              <a:ext cx="231514" cy="156053"/>
            </a:xfrm>
            <a:prstGeom prst="ellipse">
              <a:avLst/>
            </a:prstGeom>
            <a:gradFill>
              <a:gsLst>
                <a:gs pos="0">
                  <a:srgbClr val="E3E5E0">
                    <a:alpha val="32968"/>
                  </a:srgbClr>
                </a:gs>
                <a:gs pos="14286">
                  <a:srgbClr val="E3E5E0">
                    <a:alpha val="30764"/>
                  </a:srgbClr>
                </a:gs>
                <a:gs pos="28571">
                  <a:srgbClr val="E3E5E0">
                    <a:alpha val="24833"/>
                  </a:srgbClr>
                </a:gs>
                <a:gs pos="42857">
                  <a:srgbClr val="E3E5E0">
                    <a:alpha val="17075"/>
                  </a:srgbClr>
                </a:gs>
                <a:gs pos="57143">
                  <a:srgbClr val="E3E5E0">
                    <a:alpha val="9855"/>
                  </a:srgbClr>
                </a:gs>
                <a:gs pos="71429">
                  <a:srgbClr val="E3E5E0">
                    <a:alpha val="4740"/>
                  </a:srgbClr>
                </a:gs>
                <a:gs pos="85714">
                  <a:srgbClr val="E3E5E0">
                    <a:alpha val="1902"/>
                  </a:srgbClr>
                </a:gs>
                <a:gs pos="100000">
                  <a:srgbClr val="E3E5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Splat 808"/>
            <p:cNvSpPr>
              <a:spLocks noGrp="1"/>
            </p:cNvSpPr>
            <p:nvPr/>
          </p:nvSpPr>
          <p:spPr>
            <a:xfrm rot="10583249">
              <a:off x="1909699" y="569085"/>
              <a:ext cx="599437" cy="903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Splat 809"/>
            <p:cNvSpPr>
              <a:spLocks noGrp="1"/>
            </p:cNvSpPr>
            <p:nvPr/>
          </p:nvSpPr>
          <p:spPr>
            <a:xfrm rot="6894287">
              <a:off x="1337357" y="2509101"/>
              <a:ext cx="759118" cy="612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Splat 810"/>
            <p:cNvSpPr>
              <a:spLocks noGrp="1"/>
            </p:cNvSpPr>
            <p:nvPr/>
          </p:nvSpPr>
          <p:spPr>
            <a:xfrm rot="-10178749">
              <a:off x="1194580" y="1131806"/>
              <a:ext cx="427402" cy="41575"/>
            </a:xfrm>
            <a:prstGeom prst="ellipse">
              <a:avLst/>
            </a:prstGeom>
            <a:gradFill>
              <a:gsLst>
                <a:gs pos="0">
                  <a:srgbClr val="F8F9FB">
                    <a:alpha val="32968"/>
                  </a:srgbClr>
                </a:gs>
                <a:gs pos="14286">
                  <a:srgbClr val="F8F9FB">
                    <a:alpha val="30764"/>
                  </a:srgbClr>
                </a:gs>
                <a:gs pos="28571">
                  <a:srgbClr val="F8F9FB">
                    <a:alpha val="24833"/>
                  </a:srgbClr>
                </a:gs>
                <a:gs pos="42857">
                  <a:srgbClr val="F8F9FB">
                    <a:alpha val="17075"/>
                  </a:srgbClr>
                </a:gs>
                <a:gs pos="57143">
                  <a:srgbClr val="F8F9FB">
                    <a:alpha val="9855"/>
                  </a:srgbClr>
                </a:gs>
                <a:gs pos="71429">
                  <a:srgbClr val="F8F9FB">
                    <a:alpha val="4740"/>
                  </a:srgbClr>
                </a:gs>
                <a:gs pos="85714">
                  <a:srgbClr val="F8F9FB">
                    <a:alpha val="1902"/>
                  </a:srgbClr>
                </a:gs>
                <a:gs pos="100000">
                  <a:srgbClr val="F8F9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Splat 811"/>
            <p:cNvSpPr>
              <a:spLocks noGrp="1"/>
            </p:cNvSpPr>
            <p:nvPr/>
          </p:nvSpPr>
          <p:spPr>
            <a:xfrm rot="10033111">
              <a:off x="-51136" y="1642553"/>
              <a:ext cx="674636" cy="690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Splat 812"/>
            <p:cNvSpPr>
              <a:spLocks noGrp="1"/>
            </p:cNvSpPr>
            <p:nvPr/>
          </p:nvSpPr>
          <p:spPr>
            <a:xfrm rot="7962670">
              <a:off x="888023" y="1982757"/>
              <a:ext cx="467158" cy="114226"/>
            </a:xfrm>
            <a:prstGeom prst="ellipse">
              <a:avLst/>
            </a:prstGeom>
            <a:gradFill>
              <a:gsLst>
                <a:gs pos="0">
                  <a:srgbClr val="26262C">
                    <a:alpha val="32968"/>
                  </a:srgbClr>
                </a:gs>
                <a:gs pos="14286">
                  <a:srgbClr val="26262C">
                    <a:alpha val="30764"/>
                  </a:srgbClr>
                </a:gs>
                <a:gs pos="28571">
                  <a:srgbClr val="26262C">
                    <a:alpha val="24833"/>
                  </a:srgbClr>
                </a:gs>
                <a:gs pos="42857">
                  <a:srgbClr val="26262C">
                    <a:alpha val="17075"/>
                  </a:srgbClr>
                </a:gs>
                <a:gs pos="57143">
                  <a:srgbClr val="26262C">
                    <a:alpha val="9855"/>
                  </a:srgbClr>
                </a:gs>
                <a:gs pos="71429">
                  <a:srgbClr val="26262C">
                    <a:alpha val="4740"/>
                  </a:srgbClr>
                </a:gs>
                <a:gs pos="85714">
                  <a:srgbClr val="26262C">
                    <a:alpha val="1902"/>
                  </a:srgbClr>
                </a:gs>
                <a:gs pos="100000">
                  <a:srgbClr val="26262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Splat 813"/>
            <p:cNvSpPr>
              <a:spLocks noGrp="1"/>
            </p:cNvSpPr>
            <p:nvPr/>
          </p:nvSpPr>
          <p:spPr>
            <a:xfrm rot="-9092198">
              <a:off x="3007859" y="2622825"/>
              <a:ext cx="629132" cy="798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Splat 814"/>
            <p:cNvSpPr>
              <a:spLocks noGrp="1"/>
            </p:cNvSpPr>
            <p:nvPr/>
          </p:nvSpPr>
          <p:spPr>
            <a:xfrm rot="5843368">
              <a:off x="2728610" y="866392"/>
              <a:ext cx="665413" cy="131334"/>
            </a:xfrm>
            <a:prstGeom prst="ellipse">
              <a:avLst/>
            </a:prstGeom>
            <a:gradFill>
              <a:gsLst>
                <a:gs pos="0">
                  <a:srgbClr val="FEFDFE">
                    <a:alpha val="27405"/>
                  </a:srgbClr>
                </a:gs>
                <a:gs pos="14286">
                  <a:srgbClr val="FEFDFE">
                    <a:alpha val="25500"/>
                  </a:srgbClr>
                </a:gs>
                <a:gs pos="28571">
                  <a:srgbClr val="FEFDFE">
                    <a:alpha val="20433"/>
                  </a:srgbClr>
                </a:gs>
                <a:gs pos="42857">
                  <a:srgbClr val="FEFDFE">
                    <a:alpha val="13922"/>
                  </a:srgbClr>
                </a:gs>
                <a:gs pos="57143">
                  <a:srgbClr val="FEFDFE">
                    <a:alpha val="7972"/>
                  </a:srgbClr>
                </a:gs>
                <a:gs pos="71429">
                  <a:srgbClr val="FEFDFE">
                    <a:alpha val="3814"/>
                  </a:srgbClr>
                </a:gs>
                <a:gs pos="85714">
                  <a:srgbClr val="FEFDFE">
                    <a:alpha val="1526"/>
                  </a:srgbClr>
                </a:gs>
                <a:gs pos="100000">
                  <a:srgbClr val="FEFDFE">
                    <a:alpha val="51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Splat 815"/>
            <p:cNvSpPr>
              <a:spLocks noGrp="1"/>
            </p:cNvSpPr>
            <p:nvPr/>
          </p:nvSpPr>
          <p:spPr>
            <a:xfrm rot="5688717">
              <a:off x="3355228" y="3245539"/>
              <a:ext cx="395012" cy="36370"/>
            </a:xfrm>
            <a:prstGeom prst="ellipse">
              <a:avLst/>
            </a:prstGeom>
            <a:gradFill>
              <a:gsLst>
                <a:gs pos="0">
                  <a:srgbClr val="DEDCDC">
                    <a:alpha val="32968"/>
                  </a:srgbClr>
                </a:gs>
                <a:gs pos="14286">
                  <a:srgbClr val="DEDCDC">
                    <a:alpha val="30764"/>
                  </a:srgbClr>
                </a:gs>
                <a:gs pos="28571">
                  <a:srgbClr val="DEDCDC">
                    <a:alpha val="24833"/>
                  </a:srgbClr>
                </a:gs>
                <a:gs pos="42857">
                  <a:srgbClr val="DEDCDC">
                    <a:alpha val="17075"/>
                  </a:srgbClr>
                </a:gs>
                <a:gs pos="57143">
                  <a:srgbClr val="DEDCDC">
                    <a:alpha val="9855"/>
                  </a:srgbClr>
                </a:gs>
                <a:gs pos="71429">
                  <a:srgbClr val="DEDCDC">
                    <a:alpha val="4740"/>
                  </a:srgbClr>
                </a:gs>
                <a:gs pos="85714">
                  <a:srgbClr val="DEDCDC">
                    <a:alpha val="1902"/>
                  </a:srgbClr>
                </a:gs>
                <a:gs pos="100000">
                  <a:srgbClr val="DEDC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Splat 816"/>
            <p:cNvSpPr>
              <a:spLocks noGrp="1"/>
            </p:cNvSpPr>
            <p:nvPr/>
          </p:nvSpPr>
          <p:spPr>
            <a:xfrm rot="8812494">
              <a:off x="1816752" y="3455220"/>
              <a:ext cx="636043" cy="74618"/>
            </a:xfrm>
            <a:prstGeom prst="ellipse">
              <a:avLst/>
            </a:prstGeom>
            <a:gradFill>
              <a:gsLst>
                <a:gs pos="0">
                  <a:srgbClr val="FFFFFF">
                    <a:alpha val="22300"/>
                  </a:srgbClr>
                </a:gs>
                <a:gs pos="14286">
                  <a:srgbClr val="FFFFFF">
                    <a:alpha val="20698"/>
                  </a:srgbClr>
                </a:gs>
                <a:gs pos="28571">
                  <a:srgbClr val="FFFFFF">
                    <a:alpha val="16478"/>
                  </a:srgbClr>
                </a:gs>
                <a:gs pos="42857">
                  <a:srgbClr val="FFFFFF">
                    <a:alpha val="11140"/>
                  </a:srgbClr>
                </a:gs>
                <a:gs pos="57143">
                  <a:srgbClr val="FFFFFF">
                    <a:alpha val="6335"/>
                  </a:srgbClr>
                </a:gs>
                <a:gs pos="71429">
                  <a:srgbClr val="FFFFFF">
                    <a:alpha val="3017"/>
                  </a:srgbClr>
                </a:gs>
                <a:gs pos="85714">
                  <a:srgbClr val="FFFFFF">
                    <a:alpha val="1204"/>
                  </a:srgbClr>
                </a:gs>
                <a:gs pos="100000">
                  <a:srgbClr val="FFFFFF">
                    <a:alpha val="40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Splat 817"/>
            <p:cNvSpPr>
              <a:spLocks noGrp="1"/>
            </p:cNvSpPr>
            <p:nvPr/>
          </p:nvSpPr>
          <p:spPr>
            <a:xfrm rot="4028402">
              <a:off x="344966" y="1706427"/>
              <a:ext cx="614307" cy="4688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Splat 818"/>
            <p:cNvSpPr>
              <a:spLocks noGrp="1"/>
            </p:cNvSpPr>
            <p:nvPr/>
          </p:nvSpPr>
          <p:spPr>
            <a:xfrm rot="8046080">
              <a:off x="1635148" y="3223827"/>
              <a:ext cx="633415" cy="710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Splat 819"/>
            <p:cNvSpPr>
              <a:spLocks noGrp="1"/>
            </p:cNvSpPr>
            <p:nvPr/>
          </p:nvSpPr>
          <p:spPr>
            <a:xfrm rot="5401333">
              <a:off x="2583220" y="3119826"/>
              <a:ext cx="682056" cy="84602"/>
            </a:xfrm>
            <a:prstGeom prst="ellipse">
              <a:avLst/>
            </a:prstGeom>
            <a:gradFill>
              <a:gsLst>
                <a:gs pos="0">
                  <a:srgbClr val="D0CED0">
                    <a:alpha val="32968"/>
                  </a:srgbClr>
                </a:gs>
                <a:gs pos="14286">
                  <a:srgbClr val="D0CED0">
                    <a:alpha val="30764"/>
                  </a:srgbClr>
                </a:gs>
                <a:gs pos="28571">
                  <a:srgbClr val="D0CED0">
                    <a:alpha val="24833"/>
                  </a:srgbClr>
                </a:gs>
                <a:gs pos="42857">
                  <a:srgbClr val="D0CED0">
                    <a:alpha val="17075"/>
                  </a:srgbClr>
                </a:gs>
                <a:gs pos="57143">
                  <a:srgbClr val="D0CED0">
                    <a:alpha val="9855"/>
                  </a:srgbClr>
                </a:gs>
                <a:gs pos="71429">
                  <a:srgbClr val="D0CED0">
                    <a:alpha val="4740"/>
                  </a:srgbClr>
                </a:gs>
                <a:gs pos="85714">
                  <a:srgbClr val="D0CED0">
                    <a:alpha val="1902"/>
                  </a:srgbClr>
                </a:gs>
                <a:gs pos="100000">
                  <a:srgbClr val="D0CE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Splat 820"/>
            <p:cNvSpPr>
              <a:spLocks noGrp="1"/>
            </p:cNvSpPr>
            <p:nvPr/>
          </p:nvSpPr>
          <p:spPr>
            <a:xfrm rot="9609120">
              <a:off x="1843814" y="1413960"/>
              <a:ext cx="235381" cy="733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Splat 821"/>
            <p:cNvSpPr>
              <a:spLocks noGrp="1"/>
            </p:cNvSpPr>
            <p:nvPr/>
          </p:nvSpPr>
          <p:spPr>
            <a:xfrm rot="9489619">
              <a:off x="1332069" y="1180699"/>
              <a:ext cx="652819" cy="1498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Splat 822"/>
            <p:cNvSpPr>
              <a:spLocks noGrp="1"/>
            </p:cNvSpPr>
            <p:nvPr/>
          </p:nvSpPr>
          <p:spPr>
            <a:xfrm rot="-9602551">
              <a:off x="1278761" y="431600"/>
              <a:ext cx="784200" cy="297321"/>
            </a:xfrm>
            <a:prstGeom prst="ellipse">
              <a:avLst/>
            </a:prstGeom>
            <a:gradFill>
              <a:gsLst>
                <a:gs pos="0">
                  <a:srgbClr val="CECECE">
                    <a:alpha val="32968"/>
                  </a:srgbClr>
                </a:gs>
                <a:gs pos="14286">
                  <a:srgbClr val="CECECE">
                    <a:alpha val="30764"/>
                  </a:srgbClr>
                </a:gs>
                <a:gs pos="28571">
                  <a:srgbClr val="CECECE">
                    <a:alpha val="24833"/>
                  </a:srgbClr>
                </a:gs>
                <a:gs pos="42857">
                  <a:srgbClr val="CECECE">
                    <a:alpha val="17075"/>
                  </a:srgbClr>
                </a:gs>
                <a:gs pos="57143">
                  <a:srgbClr val="CECECE">
                    <a:alpha val="9855"/>
                  </a:srgbClr>
                </a:gs>
                <a:gs pos="71429">
                  <a:srgbClr val="CECECE">
                    <a:alpha val="4740"/>
                  </a:srgbClr>
                </a:gs>
                <a:gs pos="85714">
                  <a:srgbClr val="CECECE">
                    <a:alpha val="1902"/>
                  </a:srgbClr>
                </a:gs>
                <a:gs pos="100000">
                  <a:srgbClr val="CECEC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Splat 823"/>
            <p:cNvSpPr>
              <a:spLocks noGrp="1"/>
            </p:cNvSpPr>
            <p:nvPr/>
          </p:nvSpPr>
          <p:spPr>
            <a:xfrm rot="-8977064">
              <a:off x="1329996" y="1684042"/>
              <a:ext cx="540682" cy="1213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Splat 824"/>
            <p:cNvSpPr>
              <a:spLocks noGrp="1"/>
            </p:cNvSpPr>
            <p:nvPr/>
          </p:nvSpPr>
          <p:spPr>
            <a:xfrm rot="3064931">
              <a:off x="1836869" y="1919695"/>
              <a:ext cx="435794" cy="200265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Splat 825"/>
            <p:cNvSpPr>
              <a:spLocks noGrp="1"/>
            </p:cNvSpPr>
            <p:nvPr/>
          </p:nvSpPr>
          <p:spPr>
            <a:xfrm rot="7088809">
              <a:off x="2302208" y="2608960"/>
              <a:ext cx="716307" cy="89617"/>
            </a:xfrm>
            <a:prstGeom prst="ellipse">
              <a:avLst/>
            </a:prstGeom>
            <a:gradFill>
              <a:gsLst>
                <a:gs pos="0">
                  <a:srgbClr val="FDFEFE">
                    <a:alpha val="32968"/>
                  </a:srgbClr>
                </a:gs>
                <a:gs pos="14286">
                  <a:srgbClr val="FDFEFE">
                    <a:alpha val="30764"/>
                  </a:srgbClr>
                </a:gs>
                <a:gs pos="28571">
                  <a:srgbClr val="FDFEFE">
                    <a:alpha val="24833"/>
                  </a:srgbClr>
                </a:gs>
                <a:gs pos="42857">
                  <a:srgbClr val="FDFEFE">
                    <a:alpha val="17075"/>
                  </a:srgbClr>
                </a:gs>
                <a:gs pos="57143">
                  <a:srgbClr val="FDFEFE">
                    <a:alpha val="9855"/>
                  </a:srgbClr>
                </a:gs>
                <a:gs pos="71429">
                  <a:srgbClr val="FDFEFE">
                    <a:alpha val="4740"/>
                  </a:srgbClr>
                </a:gs>
                <a:gs pos="85714">
                  <a:srgbClr val="FDFEFE">
                    <a:alpha val="1902"/>
                  </a:srgbClr>
                </a:gs>
                <a:gs pos="100000">
                  <a:srgbClr val="FD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Splat 826"/>
            <p:cNvSpPr>
              <a:spLocks noGrp="1"/>
            </p:cNvSpPr>
            <p:nvPr/>
          </p:nvSpPr>
          <p:spPr>
            <a:xfrm rot="-8373250">
              <a:off x="2875270" y="3456446"/>
              <a:ext cx="626764" cy="70162"/>
            </a:xfrm>
            <a:prstGeom prst="ellipse">
              <a:avLst/>
            </a:prstGeom>
            <a:gradFill>
              <a:gsLst>
                <a:gs pos="0">
                  <a:srgbClr val="D0CFD2">
                    <a:alpha val="32968"/>
                  </a:srgbClr>
                </a:gs>
                <a:gs pos="14286">
                  <a:srgbClr val="D0CFD2">
                    <a:alpha val="30764"/>
                  </a:srgbClr>
                </a:gs>
                <a:gs pos="28571">
                  <a:srgbClr val="D0CFD2">
                    <a:alpha val="24833"/>
                  </a:srgbClr>
                </a:gs>
                <a:gs pos="42857">
                  <a:srgbClr val="D0CFD2">
                    <a:alpha val="17075"/>
                  </a:srgbClr>
                </a:gs>
                <a:gs pos="57143">
                  <a:srgbClr val="D0CFD2">
                    <a:alpha val="9855"/>
                  </a:srgbClr>
                </a:gs>
                <a:gs pos="71429">
                  <a:srgbClr val="D0CFD2">
                    <a:alpha val="4740"/>
                  </a:srgbClr>
                </a:gs>
                <a:gs pos="85714">
                  <a:srgbClr val="D0CFD2">
                    <a:alpha val="1902"/>
                  </a:srgbClr>
                </a:gs>
                <a:gs pos="100000">
                  <a:srgbClr val="D0CFD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Splat 827"/>
            <p:cNvSpPr>
              <a:spLocks noGrp="1"/>
            </p:cNvSpPr>
            <p:nvPr/>
          </p:nvSpPr>
          <p:spPr>
            <a:xfrm rot="7692723">
              <a:off x="-82674" y="3403727"/>
              <a:ext cx="817851" cy="1610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Splat 828"/>
            <p:cNvSpPr>
              <a:spLocks noGrp="1"/>
            </p:cNvSpPr>
            <p:nvPr/>
          </p:nvSpPr>
          <p:spPr>
            <a:xfrm rot="-9181432">
              <a:off x="916105" y="2631643"/>
              <a:ext cx="298043" cy="745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Splat 829"/>
            <p:cNvSpPr>
              <a:spLocks noGrp="1"/>
            </p:cNvSpPr>
            <p:nvPr/>
          </p:nvSpPr>
          <p:spPr>
            <a:xfrm rot="-8123242">
              <a:off x="3274527" y="2228087"/>
              <a:ext cx="716552" cy="1262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Splat 830"/>
            <p:cNvSpPr>
              <a:spLocks noGrp="1"/>
            </p:cNvSpPr>
            <p:nvPr/>
          </p:nvSpPr>
          <p:spPr>
            <a:xfrm rot="10624293">
              <a:off x="1195565" y="629020"/>
              <a:ext cx="675124" cy="610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Splat 831"/>
            <p:cNvSpPr>
              <a:spLocks noGrp="1"/>
            </p:cNvSpPr>
            <p:nvPr/>
          </p:nvSpPr>
          <p:spPr>
            <a:xfrm rot="9951638">
              <a:off x="1113001" y="1798209"/>
              <a:ext cx="748819" cy="42622"/>
            </a:xfrm>
            <a:prstGeom prst="ellipse">
              <a:avLst/>
            </a:prstGeom>
            <a:gradFill>
              <a:gsLst>
                <a:gs pos="0">
                  <a:srgbClr val="FCFFFD">
                    <a:alpha val="24530"/>
                  </a:srgbClr>
                </a:gs>
                <a:gs pos="14286">
                  <a:srgbClr val="FCFFFD">
                    <a:alpha val="22792"/>
                  </a:srgbClr>
                </a:gs>
                <a:gs pos="28571">
                  <a:srgbClr val="FCFFFD">
                    <a:alpha val="18196"/>
                  </a:srgbClr>
                </a:gs>
                <a:gs pos="42857">
                  <a:srgbClr val="FCFFFD">
                    <a:alpha val="12343"/>
                  </a:srgbClr>
                </a:gs>
                <a:gs pos="57143">
                  <a:srgbClr val="FCFFFD">
                    <a:alpha val="7039"/>
                  </a:srgbClr>
                </a:gs>
                <a:gs pos="71429">
                  <a:srgbClr val="FCFFFD">
                    <a:alpha val="3359"/>
                  </a:srgbClr>
                </a:gs>
                <a:gs pos="85714">
                  <a:srgbClr val="FCFFFD">
                    <a:alpha val="1342"/>
                  </a:srgbClr>
                </a:gs>
                <a:gs pos="100000">
                  <a:srgbClr val="FCFFFD">
                    <a:alpha val="4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Splat 832"/>
            <p:cNvSpPr>
              <a:spLocks noGrp="1"/>
            </p:cNvSpPr>
            <p:nvPr/>
          </p:nvSpPr>
          <p:spPr>
            <a:xfrm rot="9520005">
              <a:off x="2281818" y="1389016"/>
              <a:ext cx="248538" cy="54932"/>
            </a:xfrm>
            <a:prstGeom prst="ellipse">
              <a:avLst/>
            </a:prstGeom>
            <a:gradFill>
              <a:gsLst>
                <a:gs pos="0">
                  <a:srgbClr val="EAEAE9">
                    <a:alpha val="32968"/>
                  </a:srgbClr>
                </a:gs>
                <a:gs pos="14286">
                  <a:srgbClr val="EAEAE9">
                    <a:alpha val="30764"/>
                  </a:srgbClr>
                </a:gs>
                <a:gs pos="28571">
                  <a:srgbClr val="EAEAE9">
                    <a:alpha val="24833"/>
                  </a:srgbClr>
                </a:gs>
                <a:gs pos="42857">
                  <a:srgbClr val="EAEAE9">
                    <a:alpha val="17075"/>
                  </a:srgbClr>
                </a:gs>
                <a:gs pos="57143">
                  <a:srgbClr val="EAEAE9">
                    <a:alpha val="9855"/>
                  </a:srgbClr>
                </a:gs>
                <a:gs pos="71429">
                  <a:srgbClr val="EAEAE9">
                    <a:alpha val="4740"/>
                  </a:srgbClr>
                </a:gs>
                <a:gs pos="85714">
                  <a:srgbClr val="EAEAE9">
                    <a:alpha val="1902"/>
                  </a:srgbClr>
                </a:gs>
                <a:gs pos="100000">
                  <a:srgbClr val="EAEA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Splat 833"/>
            <p:cNvSpPr>
              <a:spLocks noGrp="1"/>
            </p:cNvSpPr>
            <p:nvPr/>
          </p:nvSpPr>
          <p:spPr>
            <a:xfrm rot="5525504">
              <a:off x="2893249" y="2283565"/>
              <a:ext cx="486308" cy="47686"/>
            </a:xfrm>
            <a:prstGeom prst="ellipse">
              <a:avLst/>
            </a:prstGeom>
            <a:gradFill>
              <a:gsLst>
                <a:gs pos="0">
                  <a:srgbClr val="FEFEFE">
                    <a:alpha val="22632"/>
                  </a:srgbClr>
                </a:gs>
                <a:gs pos="14286">
                  <a:srgbClr val="FEFEFE">
                    <a:alpha val="21009"/>
                  </a:srgbClr>
                </a:gs>
                <a:gs pos="28571">
                  <a:srgbClr val="FEFEFE">
                    <a:alpha val="16733"/>
                  </a:srgbClr>
                </a:gs>
                <a:gs pos="42857">
                  <a:srgbClr val="FEFEFE">
                    <a:alpha val="11318"/>
                  </a:srgbClr>
                </a:gs>
                <a:gs pos="57143">
                  <a:srgbClr val="FEFEFE">
                    <a:alpha val="6439"/>
                  </a:srgbClr>
                </a:gs>
                <a:gs pos="71429">
                  <a:srgbClr val="FEFEFE">
                    <a:alpha val="3067"/>
                  </a:srgbClr>
                </a:gs>
                <a:gs pos="85714">
                  <a:srgbClr val="FEFEFE">
                    <a:alpha val="1224"/>
                  </a:srgbClr>
                </a:gs>
                <a:gs pos="100000">
                  <a:srgbClr val="FEFEFE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Splat 834"/>
            <p:cNvSpPr>
              <a:spLocks noGrp="1"/>
            </p:cNvSpPr>
            <p:nvPr/>
          </p:nvSpPr>
          <p:spPr>
            <a:xfrm rot="-10096782">
              <a:off x="1021879" y="1483873"/>
              <a:ext cx="244756" cy="81712"/>
            </a:xfrm>
            <a:prstGeom prst="ellipse">
              <a:avLst/>
            </a:prstGeom>
            <a:gradFill>
              <a:gsLst>
                <a:gs pos="0">
                  <a:srgbClr val="FFFCFE">
                    <a:alpha val="30451"/>
                  </a:srgbClr>
                </a:gs>
                <a:gs pos="14286">
                  <a:srgbClr val="FFFCFE">
                    <a:alpha val="28378"/>
                  </a:srgbClr>
                </a:gs>
                <a:gs pos="28571">
                  <a:srgbClr val="FFFCFE">
                    <a:alpha val="22830"/>
                  </a:srgbClr>
                </a:gs>
                <a:gs pos="42857">
                  <a:srgbClr val="FFFCFE">
                    <a:alpha val="15632"/>
                  </a:srgbClr>
                </a:gs>
                <a:gs pos="57143">
                  <a:srgbClr val="FFFCFE">
                    <a:alpha val="8989"/>
                  </a:srgbClr>
                </a:gs>
                <a:gs pos="71429">
                  <a:srgbClr val="FFFCFE">
                    <a:alpha val="4313"/>
                  </a:srgbClr>
                </a:gs>
                <a:gs pos="85714">
                  <a:srgbClr val="FFFCFE">
                    <a:alpha val="1728"/>
                  </a:srgbClr>
                </a:gs>
                <a:gs pos="100000">
                  <a:srgbClr val="FFFCFE">
                    <a:alpha val="58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Splat 835"/>
            <p:cNvSpPr>
              <a:spLocks noGrp="1"/>
            </p:cNvSpPr>
            <p:nvPr/>
          </p:nvSpPr>
          <p:spPr>
            <a:xfrm rot="8913018">
              <a:off x="742249" y="1373246"/>
              <a:ext cx="369884" cy="217220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Splat 836"/>
            <p:cNvSpPr>
              <a:spLocks noGrp="1"/>
            </p:cNvSpPr>
            <p:nvPr/>
          </p:nvSpPr>
          <p:spPr>
            <a:xfrm rot="-9539675">
              <a:off x="170961" y="597989"/>
              <a:ext cx="684923" cy="74833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Splat 837"/>
            <p:cNvSpPr>
              <a:spLocks noGrp="1"/>
            </p:cNvSpPr>
            <p:nvPr/>
          </p:nvSpPr>
          <p:spPr>
            <a:xfrm rot="7899484">
              <a:off x="1896340" y="738755"/>
              <a:ext cx="771253" cy="714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Splat 838"/>
            <p:cNvSpPr>
              <a:spLocks noGrp="1"/>
            </p:cNvSpPr>
            <p:nvPr/>
          </p:nvSpPr>
          <p:spPr>
            <a:xfrm rot="6559604">
              <a:off x="1463340" y="3532914"/>
              <a:ext cx="435244" cy="723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Splat 839"/>
            <p:cNvSpPr>
              <a:spLocks noGrp="1"/>
            </p:cNvSpPr>
            <p:nvPr/>
          </p:nvSpPr>
          <p:spPr>
            <a:xfrm rot="4755596">
              <a:off x="3095575" y="3167351"/>
              <a:ext cx="668729" cy="49767"/>
            </a:xfrm>
            <a:prstGeom prst="ellipse">
              <a:avLst/>
            </a:prstGeom>
            <a:gradFill>
              <a:gsLst>
                <a:gs pos="0">
                  <a:srgbClr val="E6E5E4">
                    <a:alpha val="32968"/>
                  </a:srgbClr>
                </a:gs>
                <a:gs pos="14286">
                  <a:srgbClr val="E6E5E4">
                    <a:alpha val="30764"/>
                  </a:srgbClr>
                </a:gs>
                <a:gs pos="28571">
                  <a:srgbClr val="E6E5E4">
                    <a:alpha val="24833"/>
                  </a:srgbClr>
                </a:gs>
                <a:gs pos="42857">
                  <a:srgbClr val="E6E5E4">
                    <a:alpha val="17075"/>
                  </a:srgbClr>
                </a:gs>
                <a:gs pos="57143">
                  <a:srgbClr val="E6E5E4">
                    <a:alpha val="9855"/>
                  </a:srgbClr>
                </a:gs>
                <a:gs pos="71429">
                  <a:srgbClr val="E6E5E4">
                    <a:alpha val="4740"/>
                  </a:srgbClr>
                </a:gs>
                <a:gs pos="85714">
                  <a:srgbClr val="E6E5E4">
                    <a:alpha val="1902"/>
                  </a:srgbClr>
                </a:gs>
                <a:gs pos="100000">
                  <a:srgbClr val="E6E5E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Splat 840"/>
            <p:cNvSpPr>
              <a:spLocks noGrp="1"/>
            </p:cNvSpPr>
            <p:nvPr/>
          </p:nvSpPr>
          <p:spPr>
            <a:xfrm rot="8263847">
              <a:off x="-136115" y="2864234"/>
              <a:ext cx="751051" cy="72607"/>
            </a:xfrm>
            <a:prstGeom prst="ellipse">
              <a:avLst/>
            </a:prstGeom>
            <a:gradFill>
              <a:gsLst>
                <a:gs pos="0">
                  <a:srgbClr val="1A1F1C">
                    <a:alpha val="32968"/>
                  </a:srgbClr>
                </a:gs>
                <a:gs pos="14286">
                  <a:srgbClr val="1A1F1C">
                    <a:alpha val="30764"/>
                  </a:srgbClr>
                </a:gs>
                <a:gs pos="28571">
                  <a:srgbClr val="1A1F1C">
                    <a:alpha val="24833"/>
                  </a:srgbClr>
                </a:gs>
                <a:gs pos="42857">
                  <a:srgbClr val="1A1F1C">
                    <a:alpha val="17075"/>
                  </a:srgbClr>
                </a:gs>
                <a:gs pos="57143">
                  <a:srgbClr val="1A1F1C">
                    <a:alpha val="9855"/>
                  </a:srgbClr>
                </a:gs>
                <a:gs pos="71429">
                  <a:srgbClr val="1A1F1C">
                    <a:alpha val="4740"/>
                  </a:srgbClr>
                </a:gs>
                <a:gs pos="85714">
                  <a:srgbClr val="1A1F1C">
                    <a:alpha val="1902"/>
                  </a:srgbClr>
                </a:gs>
                <a:gs pos="100000">
                  <a:srgbClr val="1A1F1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Splat 841"/>
            <p:cNvSpPr>
              <a:spLocks noGrp="1"/>
            </p:cNvSpPr>
            <p:nvPr/>
          </p:nvSpPr>
          <p:spPr>
            <a:xfrm rot="10092507">
              <a:off x="1619492" y="870907"/>
              <a:ext cx="459169" cy="116527"/>
            </a:xfrm>
            <a:prstGeom prst="ellipse">
              <a:avLst/>
            </a:prstGeom>
            <a:gradFill>
              <a:gsLst>
                <a:gs pos="0">
                  <a:srgbClr val="F7F6F8">
                    <a:alpha val="32968"/>
                  </a:srgbClr>
                </a:gs>
                <a:gs pos="14286">
                  <a:srgbClr val="F7F6F8">
                    <a:alpha val="30764"/>
                  </a:srgbClr>
                </a:gs>
                <a:gs pos="28571">
                  <a:srgbClr val="F7F6F8">
                    <a:alpha val="24833"/>
                  </a:srgbClr>
                </a:gs>
                <a:gs pos="42857">
                  <a:srgbClr val="F7F6F8">
                    <a:alpha val="17075"/>
                  </a:srgbClr>
                </a:gs>
                <a:gs pos="57143">
                  <a:srgbClr val="F7F6F8">
                    <a:alpha val="9855"/>
                  </a:srgbClr>
                </a:gs>
                <a:gs pos="71429">
                  <a:srgbClr val="F7F6F8">
                    <a:alpha val="4740"/>
                  </a:srgbClr>
                </a:gs>
                <a:gs pos="85714">
                  <a:srgbClr val="F7F6F8">
                    <a:alpha val="1902"/>
                  </a:srgbClr>
                </a:gs>
                <a:gs pos="100000">
                  <a:srgbClr val="F7F6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Splat 842"/>
            <p:cNvSpPr>
              <a:spLocks noGrp="1"/>
            </p:cNvSpPr>
            <p:nvPr/>
          </p:nvSpPr>
          <p:spPr>
            <a:xfrm rot="-10417594">
              <a:off x="2130291" y="2441328"/>
              <a:ext cx="472902" cy="280200"/>
            </a:xfrm>
            <a:prstGeom prst="ellipse">
              <a:avLst/>
            </a:prstGeom>
            <a:gradFill>
              <a:gsLst>
                <a:gs pos="0">
                  <a:srgbClr val="E6E7E6">
                    <a:alpha val="32145"/>
                  </a:srgbClr>
                </a:gs>
                <a:gs pos="14286">
                  <a:srgbClr val="E6E7E6">
                    <a:alpha val="29983"/>
                  </a:srgbClr>
                </a:gs>
                <a:gs pos="28571">
                  <a:srgbClr val="E6E7E6">
                    <a:alpha val="24176"/>
                  </a:srgbClr>
                </a:gs>
                <a:gs pos="42857">
                  <a:srgbClr val="E6E7E6">
                    <a:alpha val="16601"/>
                  </a:srgbClr>
                </a:gs>
                <a:gs pos="57143">
                  <a:srgbClr val="E6E7E6">
                    <a:alpha val="9569"/>
                  </a:srgbClr>
                </a:gs>
                <a:gs pos="71429">
                  <a:srgbClr val="E6E7E6">
                    <a:alpha val="4599"/>
                  </a:srgbClr>
                </a:gs>
                <a:gs pos="85714">
                  <a:srgbClr val="E6E7E6">
                    <a:alpha val="1845"/>
                  </a:srgbClr>
                </a:gs>
                <a:gs pos="100000">
                  <a:srgbClr val="E6E7E6">
                    <a:alpha val="6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Splat 843"/>
            <p:cNvSpPr>
              <a:spLocks noGrp="1"/>
            </p:cNvSpPr>
            <p:nvPr/>
          </p:nvSpPr>
          <p:spPr>
            <a:xfrm rot="-8589201">
              <a:off x="1350814" y="3516889"/>
              <a:ext cx="575979" cy="8591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Splat 844"/>
            <p:cNvSpPr>
              <a:spLocks noGrp="1"/>
            </p:cNvSpPr>
            <p:nvPr/>
          </p:nvSpPr>
          <p:spPr>
            <a:xfrm rot="9155413">
              <a:off x="1982180" y="1526297"/>
              <a:ext cx="709352" cy="49603"/>
            </a:xfrm>
            <a:prstGeom prst="ellipse">
              <a:avLst/>
            </a:prstGeom>
            <a:gradFill>
              <a:gsLst>
                <a:gs pos="0">
                  <a:srgbClr val="B0ACAF">
                    <a:alpha val="32968"/>
                  </a:srgbClr>
                </a:gs>
                <a:gs pos="14286">
                  <a:srgbClr val="B0ACAF">
                    <a:alpha val="30764"/>
                  </a:srgbClr>
                </a:gs>
                <a:gs pos="28571">
                  <a:srgbClr val="B0ACAF">
                    <a:alpha val="24833"/>
                  </a:srgbClr>
                </a:gs>
                <a:gs pos="42857">
                  <a:srgbClr val="B0ACAF">
                    <a:alpha val="17075"/>
                  </a:srgbClr>
                </a:gs>
                <a:gs pos="57143">
                  <a:srgbClr val="B0ACAF">
                    <a:alpha val="9855"/>
                  </a:srgbClr>
                </a:gs>
                <a:gs pos="71429">
                  <a:srgbClr val="B0ACAF">
                    <a:alpha val="4740"/>
                  </a:srgbClr>
                </a:gs>
                <a:gs pos="85714">
                  <a:srgbClr val="B0ACAF">
                    <a:alpha val="1902"/>
                  </a:srgbClr>
                </a:gs>
                <a:gs pos="100000">
                  <a:srgbClr val="B0AC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Splat 845"/>
            <p:cNvSpPr>
              <a:spLocks noGrp="1"/>
            </p:cNvSpPr>
            <p:nvPr/>
          </p:nvSpPr>
          <p:spPr>
            <a:xfrm rot="9927033">
              <a:off x="-47603" y="971923"/>
              <a:ext cx="802200" cy="733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Splat 846"/>
            <p:cNvSpPr>
              <a:spLocks noGrp="1"/>
            </p:cNvSpPr>
            <p:nvPr/>
          </p:nvSpPr>
          <p:spPr>
            <a:xfrm rot="-9083910">
              <a:off x="2335882" y="2863353"/>
              <a:ext cx="356922" cy="225333"/>
            </a:xfrm>
            <a:prstGeom prst="ellipse">
              <a:avLst/>
            </a:prstGeom>
            <a:gradFill>
              <a:gsLst>
                <a:gs pos="0">
                  <a:srgbClr val="FBFAFA">
                    <a:alpha val="32968"/>
                  </a:srgbClr>
                </a:gs>
                <a:gs pos="14286">
                  <a:srgbClr val="FBFAFA">
                    <a:alpha val="30764"/>
                  </a:srgbClr>
                </a:gs>
                <a:gs pos="28571">
                  <a:srgbClr val="FBFAFA">
                    <a:alpha val="24833"/>
                  </a:srgbClr>
                </a:gs>
                <a:gs pos="42857">
                  <a:srgbClr val="FBFAFA">
                    <a:alpha val="17075"/>
                  </a:srgbClr>
                </a:gs>
                <a:gs pos="57143">
                  <a:srgbClr val="FBFAFA">
                    <a:alpha val="9855"/>
                  </a:srgbClr>
                </a:gs>
                <a:gs pos="71429">
                  <a:srgbClr val="FBFAFA">
                    <a:alpha val="4740"/>
                  </a:srgbClr>
                </a:gs>
                <a:gs pos="85714">
                  <a:srgbClr val="FBFAFA">
                    <a:alpha val="1902"/>
                  </a:srgbClr>
                </a:gs>
                <a:gs pos="100000">
                  <a:srgbClr val="FBFAF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Splat 847"/>
            <p:cNvSpPr>
              <a:spLocks noGrp="1"/>
            </p:cNvSpPr>
            <p:nvPr/>
          </p:nvSpPr>
          <p:spPr>
            <a:xfrm rot="3324715">
              <a:off x="-69453" y="2853631"/>
              <a:ext cx="768345" cy="554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Splat 848"/>
            <p:cNvSpPr>
              <a:spLocks noGrp="1"/>
            </p:cNvSpPr>
            <p:nvPr/>
          </p:nvSpPr>
          <p:spPr>
            <a:xfrm rot="3414003">
              <a:off x="2159211" y="3081487"/>
              <a:ext cx="285063" cy="76086"/>
            </a:xfrm>
            <a:prstGeom prst="ellipse">
              <a:avLst/>
            </a:prstGeom>
            <a:gradFill>
              <a:gsLst>
                <a:gs pos="0">
                  <a:srgbClr val="FBFAFA">
                    <a:alpha val="30073"/>
                  </a:srgbClr>
                </a:gs>
                <a:gs pos="14286">
                  <a:srgbClr val="FBFAFA">
                    <a:alpha val="28021"/>
                  </a:srgbClr>
                </a:gs>
                <a:gs pos="28571">
                  <a:srgbClr val="FBFAFA">
                    <a:alpha val="22531"/>
                  </a:srgbClr>
                </a:gs>
                <a:gs pos="42857">
                  <a:srgbClr val="FBFAFA">
                    <a:alpha val="15418"/>
                  </a:srgbClr>
                </a:gs>
                <a:gs pos="57143">
                  <a:srgbClr val="FBFAFA">
                    <a:alpha val="8861"/>
                  </a:srgbClr>
                </a:gs>
                <a:gs pos="71429">
                  <a:srgbClr val="FBFAFA">
                    <a:alpha val="4250"/>
                  </a:srgbClr>
                </a:gs>
                <a:gs pos="85714">
                  <a:srgbClr val="FBFAFA">
                    <a:alpha val="1703"/>
                  </a:srgbClr>
                </a:gs>
                <a:gs pos="100000">
                  <a:srgbClr val="FBFAFA">
                    <a:alpha val="5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Splat 849"/>
            <p:cNvSpPr>
              <a:spLocks noGrp="1"/>
            </p:cNvSpPr>
            <p:nvPr/>
          </p:nvSpPr>
          <p:spPr>
            <a:xfrm rot="10462508">
              <a:off x="984074" y="235049"/>
              <a:ext cx="716469" cy="501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Splat 850"/>
            <p:cNvSpPr>
              <a:spLocks noGrp="1"/>
            </p:cNvSpPr>
            <p:nvPr/>
          </p:nvSpPr>
          <p:spPr>
            <a:xfrm rot="8044373">
              <a:off x="1546643" y="3241151"/>
              <a:ext cx="602998" cy="636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Splat 851"/>
            <p:cNvSpPr>
              <a:spLocks noGrp="1"/>
            </p:cNvSpPr>
            <p:nvPr/>
          </p:nvSpPr>
          <p:spPr>
            <a:xfrm rot="7876637">
              <a:off x="1784346" y="1495842"/>
              <a:ext cx="275934" cy="36131"/>
            </a:xfrm>
            <a:prstGeom prst="ellipse">
              <a:avLst/>
            </a:prstGeom>
            <a:gradFill>
              <a:gsLst>
                <a:gs pos="0">
                  <a:srgbClr val="F9F8F9">
                    <a:alpha val="32968"/>
                  </a:srgbClr>
                </a:gs>
                <a:gs pos="14286">
                  <a:srgbClr val="F9F8F9">
                    <a:alpha val="30764"/>
                  </a:srgbClr>
                </a:gs>
                <a:gs pos="28571">
                  <a:srgbClr val="F9F8F9">
                    <a:alpha val="24833"/>
                  </a:srgbClr>
                </a:gs>
                <a:gs pos="42857">
                  <a:srgbClr val="F9F8F9">
                    <a:alpha val="17075"/>
                  </a:srgbClr>
                </a:gs>
                <a:gs pos="57143">
                  <a:srgbClr val="F9F8F9">
                    <a:alpha val="9855"/>
                  </a:srgbClr>
                </a:gs>
                <a:gs pos="71429">
                  <a:srgbClr val="F9F8F9">
                    <a:alpha val="4740"/>
                  </a:srgbClr>
                </a:gs>
                <a:gs pos="85714">
                  <a:srgbClr val="F9F8F9">
                    <a:alpha val="1902"/>
                  </a:srgbClr>
                </a:gs>
                <a:gs pos="100000">
                  <a:srgbClr val="F9F8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Splat 852"/>
            <p:cNvSpPr>
              <a:spLocks noGrp="1"/>
            </p:cNvSpPr>
            <p:nvPr/>
          </p:nvSpPr>
          <p:spPr>
            <a:xfrm rot="-10232212">
              <a:off x="2762863" y="1922050"/>
              <a:ext cx="473041" cy="3893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Splat 853"/>
            <p:cNvSpPr>
              <a:spLocks noGrp="1"/>
            </p:cNvSpPr>
            <p:nvPr/>
          </p:nvSpPr>
          <p:spPr>
            <a:xfrm rot="6904383">
              <a:off x="1198670" y="2782470"/>
              <a:ext cx="595149" cy="4387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Splat 854"/>
            <p:cNvSpPr>
              <a:spLocks noGrp="1"/>
            </p:cNvSpPr>
            <p:nvPr/>
          </p:nvSpPr>
          <p:spPr>
            <a:xfrm rot="-8392245">
              <a:off x="267953" y="978727"/>
              <a:ext cx="336620" cy="71485"/>
            </a:xfrm>
            <a:prstGeom prst="ellipse">
              <a:avLst/>
            </a:prstGeom>
            <a:gradFill>
              <a:gsLst>
                <a:gs pos="0">
                  <a:srgbClr val="E5E5E6">
                    <a:alpha val="32968"/>
                  </a:srgbClr>
                </a:gs>
                <a:gs pos="14286">
                  <a:srgbClr val="E5E5E6">
                    <a:alpha val="30764"/>
                  </a:srgbClr>
                </a:gs>
                <a:gs pos="28571">
                  <a:srgbClr val="E5E5E6">
                    <a:alpha val="24833"/>
                  </a:srgbClr>
                </a:gs>
                <a:gs pos="42857">
                  <a:srgbClr val="E5E5E6">
                    <a:alpha val="17075"/>
                  </a:srgbClr>
                </a:gs>
                <a:gs pos="57143">
                  <a:srgbClr val="E5E5E6">
                    <a:alpha val="9855"/>
                  </a:srgbClr>
                </a:gs>
                <a:gs pos="71429">
                  <a:srgbClr val="E5E5E6">
                    <a:alpha val="4740"/>
                  </a:srgbClr>
                </a:gs>
                <a:gs pos="85714">
                  <a:srgbClr val="E5E5E6">
                    <a:alpha val="1902"/>
                  </a:srgbClr>
                </a:gs>
                <a:gs pos="100000">
                  <a:srgbClr val="E5E5E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Splat 855"/>
            <p:cNvSpPr>
              <a:spLocks noGrp="1"/>
            </p:cNvSpPr>
            <p:nvPr/>
          </p:nvSpPr>
          <p:spPr>
            <a:xfrm rot="-9669110">
              <a:off x="1477712" y="3084352"/>
              <a:ext cx="522074" cy="1099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Splat 856"/>
            <p:cNvSpPr>
              <a:spLocks noGrp="1"/>
            </p:cNvSpPr>
            <p:nvPr/>
          </p:nvSpPr>
          <p:spPr>
            <a:xfrm rot="6465516">
              <a:off x="3103466" y="26118"/>
              <a:ext cx="613250" cy="66837"/>
            </a:xfrm>
            <a:prstGeom prst="ellipse">
              <a:avLst/>
            </a:prstGeom>
            <a:gradFill>
              <a:gsLst>
                <a:gs pos="0">
                  <a:srgbClr val="DDDBDE">
                    <a:alpha val="32968"/>
                  </a:srgbClr>
                </a:gs>
                <a:gs pos="14286">
                  <a:srgbClr val="DDDBDE">
                    <a:alpha val="30764"/>
                  </a:srgbClr>
                </a:gs>
                <a:gs pos="28571">
                  <a:srgbClr val="DDDBDE">
                    <a:alpha val="24833"/>
                  </a:srgbClr>
                </a:gs>
                <a:gs pos="42857">
                  <a:srgbClr val="DDDBDE">
                    <a:alpha val="17075"/>
                  </a:srgbClr>
                </a:gs>
                <a:gs pos="57143">
                  <a:srgbClr val="DDDBDE">
                    <a:alpha val="9855"/>
                  </a:srgbClr>
                </a:gs>
                <a:gs pos="71429">
                  <a:srgbClr val="DDDBDE">
                    <a:alpha val="4740"/>
                  </a:srgbClr>
                </a:gs>
                <a:gs pos="85714">
                  <a:srgbClr val="DDDBDE">
                    <a:alpha val="1902"/>
                  </a:srgbClr>
                </a:gs>
                <a:gs pos="100000">
                  <a:srgbClr val="DDDB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Splat 857"/>
            <p:cNvSpPr>
              <a:spLocks noGrp="1"/>
            </p:cNvSpPr>
            <p:nvPr/>
          </p:nvSpPr>
          <p:spPr>
            <a:xfrm rot="-10502199">
              <a:off x="1291019" y="287068"/>
              <a:ext cx="649146" cy="790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Splat 858"/>
            <p:cNvSpPr>
              <a:spLocks noGrp="1"/>
            </p:cNvSpPr>
            <p:nvPr/>
          </p:nvSpPr>
          <p:spPr>
            <a:xfrm rot="5311051">
              <a:off x="1757432" y="2744785"/>
              <a:ext cx="618108" cy="290937"/>
            </a:xfrm>
            <a:prstGeom prst="ellipse">
              <a:avLst/>
            </a:prstGeom>
            <a:gradFill>
              <a:gsLst>
                <a:gs pos="0">
                  <a:srgbClr val="E9E9E9">
                    <a:alpha val="32968"/>
                  </a:srgbClr>
                </a:gs>
                <a:gs pos="14286">
                  <a:srgbClr val="E9E9E9">
                    <a:alpha val="30764"/>
                  </a:srgbClr>
                </a:gs>
                <a:gs pos="28571">
                  <a:srgbClr val="E9E9E9">
                    <a:alpha val="24833"/>
                  </a:srgbClr>
                </a:gs>
                <a:gs pos="42857">
                  <a:srgbClr val="E9E9E9">
                    <a:alpha val="17075"/>
                  </a:srgbClr>
                </a:gs>
                <a:gs pos="57143">
                  <a:srgbClr val="E9E9E9">
                    <a:alpha val="9855"/>
                  </a:srgbClr>
                </a:gs>
                <a:gs pos="71429">
                  <a:srgbClr val="E9E9E9">
                    <a:alpha val="4740"/>
                  </a:srgbClr>
                </a:gs>
                <a:gs pos="85714">
                  <a:srgbClr val="E9E9E9">
                    <a:alpha val="1902"/>
                  </a:srgbClr>
                </a:gs>
                <a:gs pos="100000">
                  <a:srgbClr val="E9E9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Splat 859"/>
            <p:cNvSpPr>
              <a:spLocks noGrp="1"/>
            </p:cNvSpPr>
            <p:nvPr/>
          </p:nvSpPr>
          <p:spPr>
            <a:xfrm rot="3331857">
              <a:off x="3153720" y="361730"/>
              <a:ext cx="228334" cy="1049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Splat 860"/>
            <p:cNvSpPr>
              <a:spLocks noGrp="1"/>
            </p:cNvSpPr>
            <p:nvPr/>
          </p:nvSpPr>
          <p:spPr>
            <a:xfrm rot="-10704277">
              <a:off x="-162547" y="2341401"/>
              <a:ext cx="686804" cy="4954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Splat 861"/>
            <p:cNvSpPr>
              <a:spLocks noGrp="1"/>
            </p:cNvSpPr>
            <p:nvPr/>
          </p:nvSpPr>
          <p:spPr>
            <a:xfrm rot="6484618">
              <a:off x="2035240" y="2406838"/>
              <a:ext cx="283792" cy="5192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Splat 862"/>
            <p:cNvSpPr>
              <a:spLocks noGrp="1"/>
            </p:cNvSpPr>
            <p:nvPr/>
          </p:nvSpPr>
          <p:spPr>
            <a:xfrm rot="7306342">
              <a:off x="1531767" y="3169647"/>
              <a:ext cx="846787" cy="525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Splat 863"/>
            <p:cNvSpPr>
              <a:spLocks noGrp="1"/>
            </p:cNvSpPr>
            <p:nvPr/>
          </p:nvSpPr>
          <p:spPr>
            <a:xfrm rot="7920863">
              <a:off x="2843597" y="2134534"/>
              <a:ext cx="601578" cy="48303"/>
            </a:xfrm>
            <a:prstGeom prst="ellipse">
              <a:avLst/>
            </a:prstGeom>
            <a:gradFill>
              <a:gsLst>
                <a:gs pos="0">
                  <a:srgbClr val="E2E1DE">
                    <a:alpha val="32968"/>
                  </a:srgbClr>
                </a:gs>
                <a:gs pos="14286">
                  <a:srgbClr val="E2E1DE">
                    <a:alpha val="30764"/>
                  </a:srgbClr>
                </a:gs>
                <a:gs pos="28571">
                  <a:srgbClr val="E2E1DE">
                    <a:alpha val="24833"/>
                  </a:srgbClr>
                </a:gs>
                <a:gs pos="42857">
                  <a:srgbClr val="E2E1DE">
                    <a:alpha val="17075"/>
                  </a:srgbClr>
                </a:gs>
                <a:gs pos="57143">
                  <a:srgbClr val="E2E1DE">
                    <a:alpha val="9855"/>
                  </a:srgbClr>
                </a:gs>
                <a:gs pos="71429">
                  <a:srgbClr val="E2E1DE">
                    <a:alpha val="4740"/>
                  </a:srgbClr>
                </a:gs>
                <a:gs pos="85714">
                  <a:srgbClr val="E2E1DE">
                    <a:alpha val="1902"/>
                  </a:srgbClr>
                </a:gs>
                <a:gs pos="100000">
                  <a:srgbClr val="E2E1D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Splat 864"/>
            <p:cNvSpPr>
              <a:spLocks noGrp="1"/>
            </p:cNvSpPr>
            <p:nvPr/>
          </p:nvSpPr>
          <p:spPr>
            <a:xfrm rot="4234708">
              <a:off x="43835" y="1695030"/>
              <a:ext cx="697858" cy="1182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Splat 865"/>
            <p:cNvSpPr>
              <a:spLocks noGrp="1"/>
            </p:cNvSpPr>
            <p:nvPr/>
          </p:nvSpPr>
          <p:spPr>
            <a:xfrm rot="3877821">
              <a:off x="1239833" y="385656"/>
              <a:ext cx="854187" cy="7991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Splat 866"/>
            <p:cNvSpPr>
              <a:spLocks noGrp="1"/>
            </p:cNvSpPr>
            <p:nvPr/>
          </p:nvSpPr>
          <p:spPr>
            <a:xfrm rot="-10384042">
              <a:off x="2169839" y="1701477"/>
              <a:ext cx="425439" cy="9789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Splat 867"/>
            <p:cNvSpPr>
              <a:spLocks noGrp="1"/>
            </p:cNvSpPr>
            <p:nvPr/>
          </p:nvSpPr>
          <p:spPr>
            <a:xfrm rot="3630828">
              <a:off x="1129616" y="1245969"/>
              <a:ext cx="394066" cy="1404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Splat 868"/>
            <p:cNvSpPr>
              <a:spLocks noGrp="1"/>
            </p:cNvSpPr>
            <p:nvPr/>
          </p:nvSpPr>
          <p:spPr>
            <a:xfrm rot="7427871">
              <a:off x="1277424" y="277010"/>
              <a:ext cx="221228" cy="102511"/>
            </a:xfrm>
            <a:prstGeom prst="ellipse">
              <a:avLst/>
            </a:prstGeom>
            <a:gradFill>
              <a:gsLst>
                <a:gs pos="0">
                  <a:srgbClr val="F3F2F3">
                    <a:alpha val="32968"/>
                  </a:srgbClr>
                </a:gs>
                <a:gs pos="14286">
                  <a:srgbClr val="F3F2F3">
                    <a:alpha val="30764"/>
                  </a:srgbClr>
                </a:gs>
                <a:gs pos="28571">
                  <a:srgbClr val="F3F2F3">
                    <a:alpha val="24833"/>
                  </a:srgbClr>
                </a:gs>
                <a:gs pos="42857">
                  <a:srgbClr val="F3F2F3">
                    <a:alpha val="17075"/>
                  </a:srgbClr>
                </a:gs>
                <a:gs pos="57143">
                  <a:srgbClr val="F3F2F3">
                    <a:alpha val="9855"/>
                  </a:srgbClr>
                </a:gs>
                <a:gs pos="71429">
                  <a:srgbClr val="F3F2F3">
                    <a:alpha val="4740"/>
                  </a:srgbClr>
                </a:gs>
                <a:gs pos="85714">
                  <a:srgbClr val="F3F2F3">
                    <a:alpha val="1902"/>
                  </a:srgbClr>
                </a:gs>
                <a:gs pos="100000">
                  <a:srgbClr val="F3F2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Splat 869"/>
            <p:cNvSpPr>
              <a:spLocks noGrp="1"/>
            </p:cNvSpPr>
            <p:nvPr/>
          </p:nvSpPr>
          <p:spPr>
            <a:xfrm rot="-9758670">
              <a:off x="1849131" y="3370192"/>
              <a:ext cx="209177" cy="549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Splat 870"/>
            <p:cNvSpPr>
              <a:spLocks noGrp="1"/>
            </p:cNvSpPr>
            <p:nvPr/>
          </p:nvSpPr>
          <p:spPr>
            <a:xfrm rot="9282038">
              <a:off x="610118" y="3471361"/>
              <a:ext cx="578823" cy="416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Splat 871"/>
            <p:cNvSpPr>
              <a:spLocks noGrp="1"/>
            </p:cNvSpPr>
            <p:nvPr/>
          </p:nvSpPr>
          <p:spPr>
            <a:xfrm rot="7669468">
              <a:off x="1620429" y="2009641"/>
              <a:ext cx="778674" cy="41701"/>
            </a:xfrm>
            <a:prstGeom prst="ellipse">
              <a:avLst/>
            </a:prstGeom>
            <a:gradFill>
              <a:gsLst>
                <a:gs pos="0">
                  <a:srgbClr val="E3E2E3">
                    <a:alpha val="32968"/>
                  </a:srgbClr>
                </a:gs>
                <a:gs pos="14286">
                  <a:srgbClr val="E3E2E3">
                    <a:alpha val="30764"/>
                  </a:srgbClr>
                </a:gs>
                <a:gs pos="28571">
                  <a:srgbClr val="E3E2E3">
                    <a:alpha val="24833"/>
                  </a:srgbClr>
                </a:gs>
                <a:gs pos="42857">
                  <a:srgbClr val="E3E2E3">
                    <a:alpha val="17075"/>
                  </a:srgbClr>
                </a:gs>
                <a:gs pos="57143">
                  <a:srgbClr val="E3E2E3">
                    <a:alpha val="9855"/>
                  </a:srgbClr>
                </a:gs>
                <a:gs pos="71429">
                  <a:srgbClr val="E3E2E3">
                    <a:alpha val="4740"/>
                  </a:srgbClr>
                </a:gs>
                <a:gs pos="85714">
                  <a:srgbClr val="E3E2E3">
                    <a:alpha val="1902"/>
                  </a:srgbClr>
                </a:gs>
                <a:gs pos="100000">
                  <a:srgbClr val="E3E2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Splat 872"/>
            <p:cNvSpPr>
              <a:spLocks noGrp="1"/>
            </p:cNvSpPr>
            <p:nvPr/>
          </p:nvSpPr>
          <p:spPr>
            <a:xfrm rot="3740400">
              <a:off x="885472" y="2334019"/>
              <a:ext cx="780556" cy="55380"/>
            </a:xfrm>
            <a:prstGeom prst="ellipse">
              <a:avLst/>
            </a:prstGeom>
            <a:gradFill>
              <a:gsLst>
                <a:gs pos="0">
                  <a:srgbClr val="D0D4D1">
                    <a:alpha val="32968"/>
                  </a:srgbClr>
                </a:gs>
                <a:gs pos="14286">
                  <a:srgbClr val="D0D4D1">
                    <a:alpha val="30764"/>
                  </a:srgbClr>
                </a:gs>
                <a:gs pos="28571">
                  <a:srgbClr val="D0D4D1">
                    <a:alpha val="24833"/>
                  </a:srgbClr>
                </a:gs>
                <a:gs pos="42857">
                  <a:srgbClr val="D0D4D1">
                    <a:alpha val="17075"/>
                  </a:srgbClr>
                </a:gs>
                <a:gs pos="57143">
                  <a:srgbClr val="D0D4D1">
                    <a:alpha val="9855"/>
                  </a:srgbClr>
                </a:gs>
                <a:gs pos="71429">
                  <a:srgbClr val="D0D4D1">
                    <a:alpha val="4740"/>
                  </a:srgbClr>
                </a:gs>
                <a:gs pos="85714">
                  <a:srgbClr val="D0D4D1">
                    <a:alpha val="1902"/>
                  </a:srgbClr>
                </a:gs>
                <a:gs pos="100000">
                  <a:srgbClr val="D0D4D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Splat 873"/>
            <p:cNvSpPr>
              <a:spLocks noGrp="1"/>
            </p:cNvSpPr>
            <p:nvPr/>
          </p:nvSpPr>
          <p:spPr>
            <a:xfrm rot="5413337">
              <a:off x="109877" y="247586"/>
              <a:ext cx="473279" cy="1464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Splat 874"/>
            <p:cNvSpPr>
              <a:spLocks noGrp="1"/>
            </p:cNvSpPr>
            <p:nvPr/>
          </p:nvSpPr>
          <p:spPr>
            <a:xfrm rot="-9254362">
              <a:off x="2437325" y="3498941"/>
              <a:ext cx="327765" cy="116063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Splat 875"/>
            <p:cNvSpPr>
              <a:spLocks noGrp="1"/>
            </p:cNvSpPr>
            <p:nvPr/>
          </p:nvSpPr>
          <p:spPr>
            <a:xfrm rot="5418020">
              <a:off x="387039" y="3430537"/>
              <a:ext cx="576585" cy="73005"/>
            </a:xfrm>
            <a:prstGeom prst="ellipse">
              <a:avLst/>
            </a:prstGeom>
            <a:gradFill>
              <a:gsLst>
                <a:gs pos="0">
                  <a:srgbClr val="FCFCFB">
                    <a:alpha val="32968"/>
                  </a:srgbClr>
                </a:gs>
                <a:gs pos="14286">
                  <a:srgbClr val="FCFCFB">
                    <a:alpha val="30764"/>
                  </a:srgbClr>
                </a:gs>
                <a:gs pos="28571">
                  <a:srgbClr val="FCFCFB">
                    <a:alpha val="24833"/>
                  </a:srgbClr>
                </a:gs>
                <a:gs pos="42857">
                  <a:srgbClr val="FCFCFB">
                    <a:alpha val="17075"/>
                  </a:srgbClr>
                </a:gs>
                <a:gs pos="57143">
                  <a:srgbClr val="FCFCFB">
                    <a:alpha val="9855"/>
                  </a:srgbClr>
                </a:gs>
                <a:gs pos="71429">
                  <a:srgbClr val="FCFCFB">
                    <a:alpha val="4740"/>
                  </a:srgbClr>
                </a:gs>
                <a:gs pos="85714">
                  <a:srgbClr val="FCFCFB">
                    <a:alpha val="1902"/>
                  </a:srgbClr>
                </a:gs>
                <a:gs pos="100000">
                  <a:srgbClr val="FCFC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Splat 876"/>
            <p:cNvSpPr>
              <a:spLocks noGrp="1"/>
            </p:cNvSpPr>
            <p:nvPr/>
          </p:nvSpPr>
          <p:spPr>
            <a:xfrm rot="7556028">
              <a:off x="1040798" y="1500785"/>
              <a:ext cx="792718" cy="6333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Splat 877"/>
            <p:cNvSpPr>
              <a:spLocks noGrp="1"/>
            </p:cNvSpPr>
            <p:nvPr/>
          </p:nvSpPr>
          <p:spPr>
            <a:xfrm rot="9687826">
              <a:off x="1310557" y="3375666"/>
              <a:ext cx="762037" cy="27446"/>
            </a:xfrm>
            <a:prstGeom prst="ellipse">
              <a:avLst/>
            </a:prstGeom>
            <a:gradFill>
              <a:gsLst>
                <a:gs pos="0">
                  <a:srgbClr val="FEFFFF">
                    <a:alpha val="26061"/>
                  </a:srgbClr>
                </a:gs>
                <a:gs pos="14286">
                  <a:srgbClr val="FEFFFF">
                    <a:alpha val="24233"/>
                  </a:srgbClr>
                </a:gs>
                <a:gs pos="28571">
                  <a:srgbClr val="FEFFFF">
                    <a:alpha val="19384"/>
                  </a:srgbClr>
                </a:gs>
                <a:gs pos="42857">
                  <a:srgbClr val="FEFFFF">
                    <a:alpha val="13180"/>
                  </a:srgbClr>
                </a:gs>
                <a:gs pos="57143">
                  <a:srgbClr val="FEFFFF">
                    <a:alpha val="7532"/>
                  </a:srgbClr>
                </a:gs>
                <a:gs pos="71429">
                  <a:srgbClr val="FEFFFF">
                    <a:alpha val="3599"/>
                  </a:srgbClr>
                </a:gs>
                <a:gs pos="85714">
                  <a:srgbClr val="FEFFFF">
                    <a:alpha val="1439"/>
                  </a:srgbClr>
                </a:gs>
                <a:gs pos="100000">
                  <a:srgbClr val="FEFFFF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Splat 878"/>
            <p:cNvSpPr>
              <a:spLocks noGrp="1"/>
            </p:cNvSpPr>
            <p:nvPr/>
          </p:nvSpPr>
          <p:spPr>
            <a:xfrm rot="-10277433">
              <a:off x="454872" y="2984549"/>
              <a:ext cx="271365" cy="6924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Splat 879"/>
            <p:cNvSpPr>
              <a:spLocks noGrp="1"/>
            </p:cNvSpPr>
            <p:nvPr/>
          </p:nvSpPr>
          <p:spPr>
            <a:xfrm rot="7995845">
              <a:off x="2295796" y="2709286"/>
              <a:ext cx="544335" cy="50202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Splat 880"/>
            <p:cNvSpPr>
              <a:spLocks noGrp="1"/>
            </p:cNvSpPr>
            <p:nvPr/>
          </p:nvSpPr>
          <p:spPr>
            <a:xfrm rot="7221777">
              <a:off x="150688" y="1520167"/>
              <a:ext cx="589467" cy="37137"/>
            </a:xfrm>
            <a:prstGeom prst="ellipse">
              <a:avLst/>
            </a:prstGeom>
            <a:gradFill>
              <a:gsLst>
                <a:gs pos="0">
                  <a:srgbClr val="DCD8DA">
                    <a:alpha val="32968"/>
                  </a:srgbClr>
                </a:gs>
                <a:gs pos="14286">
                  <a:srgbClr val="DCD8DA">
                    <a:alpha val="30764"/>
                  </a:srgbClr>
                </a:gs>
                <a:gs pos="28571">
                  <a:srgbClr val="DCD8DA">
                    <a:alpha val="24833"/>
                  </a:srgbClr>
                </a:gs>
                <a:gs pos="42857">
                  <a:srgbClr val="DCD8DA">
                    <a:alpha val="17075"/>
                  </a:srgbClr>
                </a:gs>
                <a:gs pos="57143">
                  <a:srgbClr val="DCD8DA">
                    <a:alpha val="9855"/>
                  </a:srgbClr>
                </a:gs>
                <a:gs pos="71429">
                  <a:srgbClr val="DCD8DA">
                    <a:alpha val="4740"/>
                  </a:srgbClr>
                </a:gs>
                <a:gs pos="85714">
                  <a:srgbClr val="DCD8DA">
                    <a:alpha val="1902"/>
                  </a:srgbClr>
                </a:gs>
                <a:gs pos="100000">
                  <a:srgbClr val="DCD8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Splat 881"/>
            <p:cNvSpPr>
              <a:spLocks noGrp="1"/>
            </p:cNvSpPr>
            <p:nvPr/>
          </p:nvSpPr>
          <p:spPr>
            <a:xfrm rot="-10253102">
              <a:off x="1634491" y="1603167"/>
              <a:ext cx="448210" cy="5613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Splat 882"/>
            <p:cNvSpPr>
              <a:spLocks noGrp="1"/>
            </p:cNvSpPr>
            <p:nvPr/>
          </p:nvSpPr>
          <p:spPr>
            <a:xfrm rot="7158167">
              <a:off x="1497376" y="3179763"/>
              <a:ext cx="886050" cy="653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Splat 883"/>
            <p:cNvSpPr>
              <a:spLocks noGrp="1"/>
            </p:cNvSpPr>
            <p:nvPr/>
          </p:nvSpPr>
          <p:spPr>
            <a:xfrm rot="-8460253">
              <a:off x="3218370" y="196591"/>
              <a:ext cx="691801" cy="4602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Splat 884"/>
            <p:cNvSpPr>
              <a:spLocks noGrp="1"/>
            </p:cNvSpPr>
            <p:nvPr/>
          </p:nvSpPr>
          <p:spPr>
            <a:xfrm rot="10163860">
              <a:off x="607124" y="773544"/>
              <a:ext cx="224659" cy="139422"/>
            </a:xfrm>
            <a:prstGeom prst="ellipse">
              <a:avLst/>
            </a:prstGeom>
            <a:gradFill>
              <a:gsLst>
                <a:gs pos="0">
                  <a:srgbClr val="FEFEFE">
                    <a:alpha val="32968"/>
                  </a:srgbClr>
                </a:gs>
                <a:gs pos="14286">
                  <a:srgbClr val="FEFEFE">
                    <a:alpha val="30764"/>
                  </a:srgbClr>
                </a:gs>
                <a:gs pos="28571">
                  <a:srgbClr val="FEFEFE">
                    <a:alpha val="24833"/>
                  </a:srgbClr>
                </a:gs>
                <a:gs pos="42857">
                  <a:srgbClr val="FEFEFE">
                    <a:alpha val="17075"/>
                  </a:srgbClr>
                </a:gs>
                <a:gs pos="57143">
                  <a:srgbClr val="FEFEFE">
                    <a:alpha val="9855"/>
                  </a:srgbClr>
                </a:gs>
                <a:gs pos="71429">
                  <a:srgbClr val="FEFEFE">
                    <a:alpha val="4740"/>
                  </a:srgbClr>
                </a:gs>
                <a:gs pos="85714">
                  <a:srgbClr val="FEFEFE">
                    <a:alpha val="1902"/>
                  </a:srgbClr>
                </a:gs>
                <a:gs pos="100000">
                  <a:srgbClr val="FE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Splat 885"/>
            <p:cNvSpPr>
              <a:spLocks noGrp="1"/>
            </p:cNvSpPr>
            <p:nvPr/>
          </p:nvSpPr>
          <p:spPr>
            <a:xfrm rot="5775850">
              <a:off x="2253811" y="3101432"/>
              <a:ext cx="401943" cy="47784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Splat 886"/>
            <p:cNvSpPr>
              <a:spLocks noGrp="1"/>
            </p:cNvSpPr>
            <p:nvPr/>
          </p:nvSpPr>
          <p:spPr>
            <a:xfrm rot="8607998">
              <a:off x="1019275" y="2834082"/>
              <a:ext cx="508152" cy="217209"/>
            </a:xfrm>
            <a:prstGeom prst="ellipse">
              <a:avLst/>
            </a:prstGeom>
            <a:gradFill>
              <a:gsLst>
                <a:gs pos="0">
                  <a:srgbClr val="FFFEFF">
                    <a:alpha val="14719"/>
                  </a:srgbClr>
                </a:gs>
                <a:gs pos="14286">
                  <a:srgbClr val="FFFEFF">
                    <a:alpha val="13613"/>
                  </a:srgbClr>
                </a:gs>
                <a:gs pos="28571">
                  <a:srgbClr val="FFFEFF">
                    <a:alpha val="10741"/>
                  </a:srgbClr>
                </a:gs>
                <a:gs pos="42857">
                  <a:srgbClr val="FFFEFF">
                    <a:alpha val="7182"/>
                  </a:srgbClr>
                </a:gs>
                <a:gs pos="57143">
                  <a:srgbClr val="FFFEFF">
                    <a:alpha val="4046"/>
                  </a:srgbClr>
                </a:gs>
                <a:gs pos="71429">
                  <a:srgbClr val="FFFEFF">
                    <a:alpha val="1914"/>
                  </a:srgbClr>
                </a:gs>
                <a:gs pos="85714">
                  <a:srgbClr val="FFFEFF">
                    <a:alpha val="761"/>
                  </a:srgbClr>
                </a:gs>
                <a:gs pos="100000">
                  <a:srgbClr val="FFFEFF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Splat 887"/>
            <p:cNvSpPr>
              <a:spLocks noGrp="1"/>
            </p:cNvSpPr>
            <p:nvPr/>
          </p:nvSpPr>
          <p:spPr>
            <a:xfrm rot="8449268">
              <a:off x="1303487" y="2747206"/>
              <a:ext cx="274396" cy="7498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Splat 888"/>
            <p:cNvSpPr>
              <a:spLocks noGrp="1"/>
            </p:cNvSpPr>
            <p:nvPr/>
          </p:nvSpPr>
          <p:spPr>
            <a:xfrm rot="-10428415">
              <a:off x="891092" y="2531191"/>
              <a:ext cx="319633" cy="137711"/>
            </a:xfrm>
            <a:prstGeom prst="ellipse">
              <a:avLst/>
            </a:prstGeom>
            <a:gradFill>
              <a:gsLst>
                <a:gs pos="0">
                  <a:srgbClr val="F5F5F7">
                    <a:alpha val="32968"/>
                  </a:srgbClr>
                </a:gs>
                <a:gs pos="14286">
                  <a:srgbClr val="F5F5F7">
                    <a:alpha val="30764"/>
                  </a:srgbClr>
                </a:gs>
                <a:gs pos="28571">
                  <a:srgbClr val="F5F5F7">
                    <a:alpha val="24833"/>
                  </a:srgbClr>
                </a:gs>
                <a:gs pos="42857">
                  <a:srgbClr val="F5F5F7">
                    <a:alpha val="17075"/>
                  </a:srgbClr>
                </a:gs>
                <a:gs pos="57143">
                  <a:srgbClr val="F5F5F7">
                    <a:alpha val="9855"/>
                  </a:srgbClr>
                </a:gs>
                <a:gs pos="71429">
                  <a:srgbClr val="F5F5F7">
                    <a:alpha val="4740"/>
                  </a:srgbClr>
                </a:gs>
                <a:gs pos="85714">
                  <a:srgbClr val="F5F5F7">
                    <a:alpha val="1902"/>
                  </a:srgbClr>
                </a:gs>
                <a:gs pos="100000">
                  <a:srgbClr val="F5F5F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Splat 889"/>
            <p:cNvSpPr>
              <a:spLocks noGrp="1"/>
            </p:cNvSpPr>
            <p:nvPr/>
          </p:nvSpPr>
          <p:spPr>
            <a:xfrm rot="4559926">
              <a:off x="2507653" y="3191496"/>
              <a:ext cx="701443" cy="91687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Splat 890"/>
            <p:cNvSpPr>
              <a:spLocks noGrp="1"/>
            </p:cNvSpPr>
            <p:nvPr/>
          </p:nvSpPr>
          <p:spPr>
            <a:xfrm rot="3076473">
              <a:off x="583147" y="3077254"/>
              <a:ext cx="215635" cy="5404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Splat 891"/>
            <p:cNvSpPr>
              <a:spLocks noGrp="1"/>
            </p:cNvSpPr>
            <p:nvPr/>
          </p:nvSpPr>
          <p:spPr>
            <a:xfrm rot="-10179428">
              <a:off x="2960306" y="3270056"/>
              <a:ext cx="571602" cy="51000"/>
            </a:xfrm>
            <a:prstGeom prst="ellipse">
              <a:avLst/>
            </a:prstGeom>
            <a:gradFill>
              <a:gsLst>
                <a:gs pos="0">
                  <a:srgbClr val="E3E2E1">
                    <a:alpha val="29592"/>
                  </a:srgbClr>
                </a:gs>
                <a:gs pos="14286">
                  <a:srgbClr val="E3E2E1">
                    <a:alpha val="27565"/>
                  </a:srgbClr>
                </a:gs>
                <a:gs pos="28571">
                  <a:srgbClr val="E3E2E1">
                    <a:alpha val="22150"/>
                  </a:srgbClr>
                </a:gs>
                <a:gs pos="42857">
                  <a:srgbClr val="E3E2E1">
                    <a:alpha val="15146"/>
                  </a:srgbClr>
                </a:gs>
                <a:gs pos="57143">
                  <a:srgbClr val="E3E2E1">
                    <a:alpha val="8699"/>
                  </a:srgbClr>
                </a:gs>
                <a:gs pos="71429">
                  <a:srgbClr val="E3E2E1">
                    <a:alpha val="4170"/>
                  </a:srgbClr>
                </a:gs>
                <a:gs pos="85714">
                  <a:srgbClr val="E3E2E1">
                    <a:alpha val="1670"/>
                  </a:srgbClr>
                </a:gs>
                <a:gs pos="100000">
                  <a:srgbClr val="E3E2E1">
                    <a:alpha val="5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Splat 892"/>
            <p:cNvSpPr>
              <a:spLocks noGrp="1"/>
            </p:cNvSpPr>
            <p:nvPr/>
          </p:nvSpPr>
          <p:spPr>
            <a:xfrm rot="-9667392">
              <a:off x="1992472" y="461637"/>
              <a:ext cx="698171" cy="8224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Splat 893"/>
            <p:cNvSpPr>
              <a:spLocks noGrp="1"/>
            </p:cNvSpPr>
            <p:nvPr/>
          </p:nvSpPr>
          <p:spPr>
            <a:xfrm rot="-9975066">
              <a:off x="256108" y="3390190"/>
              <a:ext cx="490008" cy="783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Splat 894"/>
            <p:cNvSpPr>
              <a:spLocks noGrp="1"/>
            </p:cNvSpPr>
            <p:nvPr/>
          </p:nvSpPr>
          <p:spPr>
            <a:xfrm rot="3619094">
              <a:off x="1824231" y="206774"/>
              <a:ext cx="457412" cy="139689"/>
            </a:xfrm>
            <a:prstGeom prst="ellipse">
              <a:avLst/>
            </a:prstGeom>
            <a:gradFill>
              <a:gsLst>
                <a:gs pos="0">
                  <a:srgbClr val="FEFFFF">
                    <a:alpha val="32968"/>
                  </a:srgbClr>
                </a:gs>
                <a:gs pos="14286">
                  <a:srgbClr val="FEFFFF">
                    <a:alpha val="30764"/>
                  </a:srgbClr>
                </a:gs>
                <a:gs pos="28571">
                  <a:srgbClr val="FEFFFF">
                    <a:alpha val="24833"/>
                  </a:srgbClr>
                </a:gs>
                <a:gs pos="42857">
                  <a:srgbClr val="FEFFFF">
                    <a:alpha val="17075"/>
                  </a:srgbClr>
                </a:gs>
                <a:gs pos="57143">
                  <a:srgbClr val="FEFFFF">
                    <a:alpha val="9855"/>
                  </a:srgbClr>
                </a:gs>
                <a:gs pos="71429">
                  <a:srgbClr val="FEFFFF">
                    <a:alpha val="4740"/>
                  </a:srgbClr>
                </a:gs>
                <a:gs pos="85714">
                  <a:srgbClr val="FEFFFF">
                    <a:alpha val="1902"/>
                  </a:srgbClr>
                </a:gs>
                <a:gs pos="100000">
                  <a:srgbClr val="FE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Splat 895"/>
            <p:cNvSpPr>
              <a:spLocks noGrp="1"/>
            </p:cNvSpPr>
            <p:nvPr/>
          </p:nvSpPr>
          <p:spPr>
            <a:xfrm rot="3020277">
              <a:off x="3152249" y="116575"/>
              <a:ext cx="750974" cy="681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Splat 896"/>
            <p:cNvSpPr>
              <a:spLocks noGrp="1"/>
            </p:cNvSpPr>
            <p:nvPr/>
          </p:nvSpPr>
          <p:spPr>
            <a:xfrm rot="10493681">
              <a:off x="62214" y="2066041"/>
              <a:ext cx="801843" cy="870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Splat 897"/>
            <p:cNvSpPr>
              <a:spLocks noGrp="1"/>
            </p:cNvSpPr>
            <p:nvPr/>
          </p:nvSpPr>
          <p:spPr>
            <a:xfrm rot="9544738">
              <a:off x="1665461" y="3041923"/>
              <a:ext cx="632448" cy="713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Splat 898"/>
            <p:cNvSpPr>
              <a:spLocks noGrp="1"/>
            </p:cNvSpPr>
            <p:nvPr/>
          </p:nvSpPr>
          <p:spPr>
            <a:xfrm rot="4511786">
              <a:off x="648667" y="1168283"/>
              <a:ext cx="627534" cy="1397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Splat 899"/>
            <p:cNvSpPr>
              <a:spLocks noGrp="1"/>
            </p:cNvSpPr>
            <p:nvPr/>
          </p:nvSpPr>
          <p:spPr>
            <a:xfrm rot="8546998">
              <a:off x="925429" y="2505661"/>
              <a:ext cx="326241" cy="926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Splat 900"/>
            <p:cNvSpPr>
              <a:spLocks noGrp="1"/>
            </p:cNvSpPr>
            <p:nvPr/>
          </p:nvSpPr>
          <p:spPr>
            <a:xfrm rot="3056070">
              <a:off x="2991852" y="55927"/>
              <a:ext cx="366146" cy="164890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Splat 901"/>
            <p:cNvSpPr>
              <a:spLocks noGrp="1"/>
            </p:cNvSpPr>
            <p:nvPr/>
          </p:nvSpPr>
          <p:spPr>
            <a:xfrm rot="2734792">
              <a:off x="-61924" y="2635915"/>
              <a:ext cx="608323" cy="1390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Splat 902"/>
            <p:cNvSpPr>
              <a:spLocks noGrp="1"/>
            </p:cNvSpPr>
            <p:nvPr/>
          </p:nvSpPr>
          <p:spPr>
            <a:xfrm rot="8844467">
              <a:off x="1213970" y="1887002"/>
              <a:ext cx="539396" cy="45377"/>
            </a:xfrm>
            <a:prstGeom prst="ellipse">
              <a:avLst/>
            </a:prstGeom>
            <a:gradFill>
              <a:gsLst>
                <a:gs pos="0">
                  <a:srgbClr val="FFFFFE">
                    <a:alpha val="18411"/>
                  </a:srgbClr>
                </a:gs>
                <a:gs pos="14286">
                  <a:srgbClr val="FFFFFE">
                    <a:alpha val="17058"/>
                  </a:srgbClr>
                </a:gs>
                <a:gs pos="28571">
                  <a:srgbClr val="FFFFFE">
                    <a:alpha val="13516"/>
                  </a:srgbClr>
                </a:gs>
                <a:gs pos="42857">
                  <a:srgbClr val="FFFFFE">
                    <a:alpha val="9085"/>
                  </a:srgbClr>
                </a:gs>
                <a:gs pos="57143">
                  <a:srgbClr val="FFFFFE">
                    <a:alpha val="5141"/>
                  </a:srgbClr>
                </a:gs>
                <a:gs pos="71429">
                  <a:srgbClr val="FFFFFE">
                    <a:alpha val="2440"/>
                  </a:srgbClr>
                </a:gs>
                <a:gs pos="85714">
                  <a:srgbClr val="FFFFFE">
                    <a:alpha val="972"/>
                  </a:srgbClr>
                </a:gs>
                <a:gs pos="100000">
                  <a:srgbClr val="FFFFFE">
                    <a:alpha val="3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Splat 903"/>
            <p:cNvSpPr>
              <a:spLocks noGrp="1"/>
            </p:cNvSpPr>
            <p:nvPr/>
          </p:nvSpPr>
          <p:spPr>
            <a:xfrm rot="10684640">
              <a:off x="381108" y="1245846"/>
              <a:ext cx="882704" cy="3814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Splat 904"/>
            <p:cNvSpPr>
              <a:spLocks noGrp="1"/>
            </p:cNvSpPr>
            <p:nvPr/>
          </p:nvSpPr>
          <p:spPr>
            <a:xfrm rot="4916393">
              <a:off x="2128204" y="3383117"/>
              <a:ext cx="550746" cy="1293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Splat 905"/>
            <p:cNvSpPr>
              <a:spLocks noGrp="1"/>
            </p:cNvSpPr>
            <p:nvPr/>
          </p:nvSpPr>
          <p:spPr>
            <a:xfrm rot="-9578799">
              <a:off x="67308" y="995454"/>
              <a:ext cx="670886" cy="1136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Splat 906"/>
            <p:cNvSpPr>
              <a:spLocks noGrp="1"/>
            </p:cNvSpPr>
            <p:nvPr/>
          </p:nvSpPr>
          <p:spPr>
            <a:xfrm rot="9070724">
              <a:off x="2833583" y="2636000"/>
              <a:ext cx="772749" cy="8984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Splat 907"/>
            <p:cNvSpPr>
              <a:spLocks noGrp="1"/>
            </p:cNvSpPr>
            <p:nvPr/>
          </p:nvSpPr>
          <p:spPr>
            <a:xfrm rot="-9996100">
              <a:off x="1205163" y="1791184"/>
              <a:ext cx="529938" cy="671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Splat 908"/>
            <p:cNvSpPr>
              <a:spLocks noGrp="1"/>
            </p:cNvSpPr>
            <p:nvPr/>
          </p:nvSpPr>
          <p:spPr>
            <a:xfrm rot="9206982">
              <a:off x="1604639" y="2494568"/>
              <a:ext cx="437603" cy="728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Splat 909"/>
            <p:cNvSpPr>
              <a:spLocks noGrp="1"/>
            </p:cNvSpPr>
            <p:nvPr/>
          </p:nvSpPr>
          <p:spPr>
            <a:xfrm rot="5967282">
              <a:off x="76004" y="1004834"/>
              <a:ext cx="444432" cy="8777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Splat 910"/>
            <p:cNvSpPr>
              <a:spLocks noGrp="1"/>
            </p:cNvSpPr>
            <p:nvPr/>
          </p:nvSpPr>
          <p:spPr>
            <a:xfrm rot="4645406">
              <a:off x="1034165" y="2724355"/>
              <a:ext cx="492472" cy="133932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Splat 911"/>
            <p:cNvSpPr>
              <a:spLocks noGrp="1"/>
            </p:cNvSpPr>
            <p:nvPr/>
          </p:nvSpPr>
          <p:spPr>
            <a:xfrm rot="3481334">
              <a:off x="151181" y="2497882"/>
              <a:ext cx="520889" cy="702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Splat 912"/>
            <p:cNvSpPr>
              <a:spLocks noGrp="1"/>
            </p:cNvSpPr>
            <p:nvPr/>
          </p:nvSpPr>
          <p:spPr>
            <a:xfrm rot="9740579">
              <a:off x="1155374" y="1385803"/>
              <a:ext cx="297479" cy="18622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Splat 913"/>
            <p:cNvSpPr>
              <a:spLocks noGrp="1"/>
            </p:cNvSpPr>
            <p:nvPr/>
          </p:nvSpPr>
          <p:spPr>
            <a:xfrm rot="-8212510">
              <a:off x="1705641" y="3459636"/>
              <a:ext cx="376169" cy="8018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Splat 914"/>
            <p:cNvSpPr>
              <a:spLocks noGrp="1"/>
            </p:cNvSpPr>
            <p:nvPr/>
          </p:nvSpPr>
          <p:spPr>
            <a:xfrm rot="-10407289">
              <a:off x="2664969" y="761008"/>
              <a:ext cx="569052" cy="36786"/>
            </a:xfrm>
            <a:prstGeom prst="ellipse">
              <a:avLst/>
            </a:prstGeom>
            <a:gradFill>
              <a:gsLst>
                <a:gs pos="0">
                  <a:srgbClr val="FFFEFE">
                    <a:alpha val="26851"/>
                  </a:srgbClr>
                </a:gs>
                <a:gs pos="14286">
                  <a:srgbClr val="FFFEFE">
                    <a:alpha val="24978"/>
                  </a:srgbClr>
                </a:gs>
                <a:gs pos="28571">
                  <a:srgbClr val="FFFEFE">
                    <a:alpha val="20000"/>
                  </a:srgbClr>
                </a:gs>
                <a:gs pos="42857">
                  <a:srgbClr val="FFFEFE">
                    <a:alpha val="13615"/>
                  </a:srgbClr>
                </a:gs>
                <a:gs pos="57143">
                  <a:srgbClr val="FFFEFE">
                    <a:alpha val="7790"/>
                  </a:srgbClr>
                </a:gs>
                <a:gs pos="71429">
                  <a:srgbClr val="FFFEFE">
                    <a:alpha val="3725"/>
                  </a:srgbClr>
                </a:gs>
                <a:gs pos="85714">
                  <a:srgbClr val="FFFEFE">
                    <a:alpha val="1490"/>
                  </a:srgbClr>
                </a:gs>
                <a:gs pos="100000">
                  <a:srgbClr val="FFFEFE">
                    <a:alpha val="50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Splat 915"/>
            <p:cNvSpPr>
              <a:spLocks noGrp="1"/>
            </p:cNvSpPr>
            <p:nvPr/>
          </p:nvSpPr>
          <p:spPr>
            <a:xfrm rot="2704405">
              <a:off x="3340329" y="1733679"/>
              <a:ext cx="239892" cy="4483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Splat 916"/>
            <p:cNvSpPr>
              <a:spLocks noGrp="1"/>
            </p:cNvSpPr>
            <p:nvPr/>
          </p:nvSpPr>
          <p:spPr>
            <a:xfrm rot="7640173">
              <a:off x="376890" y="1043611"/>
              <a:ext cx="328800" cy="25049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Splat 917"/>
            <p:cNvSpPr>
              <a:spLocks noGrp="1"/>
            </p:cNvSpPr>
            <p:nvPr/>
          </p:nvSpPr>
          <p:spPr>
            <a:xfrm rot="10034028">
              <a:off x="1919281" y="3470742"/>
              <a:ext cx="662334" cy="1226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Splat 918"/>
            <p:cNvSpPr>
              <a:spLocks noGrp="1"/>
            </p:cNvSpPr>
            <p:nvPr/>
          </p:nvSpPr>
          <p:spPr>
            <a:xfrm rot="4719106">
              <a:off x="571933" y="2164788"/>
              <a:ext cx="809122" cy="1138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Splat 919"/>
            <p:cNvSpPr>
              <a:spLocks noGrp="1"/>
            </p:cNvSpPr>
            <p:nvPr/>
          </p:nvSpPr>
          <p:spPr>
            <a:xfrm rot="8870778">
              <a:off x="633549" y="3441328"/>
              <a:ext cx="272611" cy="175248"/>
            </a:xfrm>
            <a:prstGeom prst="ellipse">
              <a:avLst/>
            </a:prstGeom>
            <a:gradFill>
              <a:gsLst>
                <a:gs pos="0">
                  <a:srgbClr val="FEFEFD">
                    <a:alpha val="27172"/>
                  </a:srgbClr>
                </a:gs>
                <a:gs pos="14286">
                  <a:srgbClr val="FEFEFD">
                    <a:alpha val="25280"/>
                  </a:srgbClr>
                </a:gs>
                <a:gs pos="28571">
                  <a:srgbClr val="FEFEFD">
                    <a:alpha val="20250"/>
                  </a:srgbClr>
                </a:gs>
                <a:gs pos="42857">
                  <a:srgbClr val="FEFEFD">
                    <a:alpha val="13793"/>
                  </a:srgbClr>
                </a:gs>
                <a:gs pos="57143">
                  <a:srgbClr val="FEFEFD">
                    <a:alpha val="7895"/>
                  </a:srgbClr>
                </a:gs>
                <a:gs pos="71429">
                  <a:srgbClr val="FEFEFD">
                    <a:alpha val="3776"/>
                  </a:srgbClr>
                </a:gs>
                <a:gs pos="85714">
                  <a:srgbClr val="FEFEFD">
                    <a:alpha val="1511"/>
                  </a:srgbClr>
                </a:gs>
                <a:gs pos="100000">
                  <a:srgbClr val="FEFEFD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Splat 920"/>
            <p:cNvSpPr>
              <a:spLocks noGrp="1"/>
            </p:cNvSpPr>
            <p:nvPr/>
          </p:nvSpPr>
          <p:spPr>
            <a:xfrm rot="8968962">
              <a:off x="1611513" y="2643494"/>
              <a:ext cx="119296" cy="102080"/>
            </a:xfrm>
            <a:prstGeom prst="ellipse">
              <a:avLst/>
            </a:prstGeom>
            <a:gradFill>
              <a:gsLst>
                <a:gs pos="0">
                  <a:srgbClr val="E8E8E8">
                    <a:alpha val="28830"/>
                  </a:srgbClr>
                </a:gs>
                <a:gs pos="14286">
                  <a:srgbClr val="E8E8E8">
                    <a:alpha val="26846"/>
                  </a:srgbClr>
                </a:gs>
                <a:gs pos="28571">
                  <a:srgbClr val="E8E8E8">
                    <a:alpha val="21550"/>
                  </a:srgbClr>
                </a:gs>
                <a:gs pos="42857">
                  <a:srgbClr val="E8E8E8">
                    <a:alpha val="14718"/>
                  </a:srgbClr>
                </a:gs>
                <a:gs pos="57143">
                  <a:srgbClr val="E8E8E8">
                    <a:alpha val="8444"/>
                  </a:srgbClr>
                </a:gs>
                <a:gs pos="71429">
                  <a:srgbClr val="E8E8E8">
                    <a:alpha val="4045"/>
                  </a:srgbClr>
                </a:gs>
                <a:gs pos="85714">
                  <a:srgbClr val="E8E8E8">
                    <a:alpha val="1620"/>
                  </a:srgbClr>
                </a:gs>
                <a:gs pos="100000">
                  <a:srgbClr val="E8E8E8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Splat 921"/>
            <p:cNvSpPr>
              <a:spLocks noGrp="1"/>
            </p:cNvSpPr>
            <p:nvPr/>
          </p:nvSpPr>
          <p:spPr>
            <a:xfrm rot="5616330">
              <a:off x="2492280" y="2544976"/>
              <a:ext cx="694048" cy="47036"/>
            </a:xfrm>
            <a:prstGeom prst="ellipse">
              <a:avLst/>
            </a:prstGeom>
            <a:gradFill>
              <a:gsLst>
                <a:gs pos="0">
                  <a:srgbClr val="EEF2EE">
                    <a:alpha val="32968"/>
                  </a:srgbClr>
                </a:gs>
                <a:gs pos="14286">
                  <a:srgbClr val="EEF2EE">
                    <a:alpha val="30764"/>
                  </a:srgbClr>
                </a:gs>
                <a:gs pos="28571">
                  <a:srgbClr val="EEF2EE">
                    <a:alpha val="24833"/>
                  </a:srgbClr>
                </a:gs>
                <a:gs pos="42857">
                  <a:srgbClr val="EEF2EE">
                    <a:alpha val="17075"/>
                  </a:srgbClr>
                </a:gs>
                <a:gs pos="57143">
                  <a:srgbClr val="EEF2EE">
                    <a:alpha val="9855"/>
                  </a:srgbClr>
                </a:gs>
                <a:gs pos="71429">
                  <a:srgbClr val="EEF2EE">
                    <a:alpha val="4740"/>
                  </a:srgbClr>
                </a:gs>
                <a:gs pos="85714">
                  <a:srgbClr val="EEF2EE">
                    <a:alpha val="1902"/>
                  </a:srgbClr>
                </a:gs>
                <a:gs pos="100000">
                  <a:srgbClr val="EEF2E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Splat 922"/>
            <p:cNvSpPr>
              <a:spLocks noGrp="1"/>
            </p:cNvSpPr>
            <p:nvPr/>
          </p:nvSpPr>
          <p:spPr>
            <a:xfrm rot="3800797">
              <a:off x="345883" y="378566"/>
              <a:ext cx="579015" cy="614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Splat 923"/>
            <p:cNvSpPr>
              <a:spLocks noGrp="1"/>
            </p:cNvSpPr>
            <p:nvPr/>
          </p:nvSpPr>
          <p:spPr>
            <a:xfrm rot="9909615">
              <a:off x="3432769" y="1304502"/>
              <a:ext cx="333807" cy="25332"/>
            </a:xfrm>
            <a:prstGeom prst="ellipse">
              <a:avLst/>
            </a:prstGeom>
            <a:gradFill>
              <a:gsLst>
                <a:gs pos="0">
                  <a:srgbClr val="F2F1F4">
                    <a:alpha val="27549"/>
                  </a:srgbClr>
                </a:gs>
                <a:gs pos="14286">
                  <a:srgbClr val="F2F1F4">
                    <a:alpha val="25636"/>
                  </a:srgbClr>
                </a:gs>
                <a:gs pos="28571">
                  <a:srgbClr val="F2F1F4">
                    <a:alpha val="20545"/>
                  </a:srgbClr>
                </a:gs>
                <a:gs pos="42857">
                  <a:srgbClr val="F2F1F4">
                    <a:alpha val="14002"/>
                  </a:srgbClr>
                </a:gs>
                <a:gs pos="57143">
                  <a:srgbClr val="F2F1F4">
                    <a:alpha val="8019"/>
                  </a:srgbClr>
                </a:gs>
                <a:gs pos="71429">
                  <a:srgbClr val="F2F1F4">
                    <a:alpha val="3837"/>
                  </a:srgbClr>
                </a:gs>
                <a:gs pos="85714">
                  <a:srgbClr val="F2F1F4">
                    <a:alpha val="1535"/>
                  </a:srgbClr>
                </a:gs>
                <a:gs pos="100000">
                  <a:srgbClr val="F2F1F4">
                    <a:alpha val="5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Splat 924"/>
            <p:cNvSpPr>
              <a:spLocks noGrp="1"/>
            </p:cNvSpPr>
            <p:nvPr/>
          </p:nvSpPr>
          <p:spPr>
            <a:xfrm rot="9370099">
              <a:off x="287548" y="1459800"/>
              <a:ext cx="641696" cy="659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Splat 925"/>
            <p:cNvSpPr>
              <a:spLocks noGrp="1"/>
            </p:cNvSpPr>
            <p:nvPr/>
          </p:nvSpPr>
          <p:spPr>
            <a:xfrm rot="6773617">
              <a:off x="647380" y="23505"/>
              <a:ext cx="191213" cy="5519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Splat 926"/>
            <p:cNvSpPr>
              <a:spLocks noGrp="1"/>
            </p:cNvSpPr>
            <p:nvPr/>
          </p:nvSpPr>
          <p:spPr>
            <a:xfrm rot="4178217">
              <a:off x="1319374" y="3357462"/>
              <a:ext cx="484689" cy="36970"/>
            </a:xfrm>
            <a:prstGeom prst="ellipse">
              <a:avLst/>
            </a:prstGeom>
            <a:gradFill>
              <a:gsLst>
                <a:gs pos="0">
                  <a:srgbClr val="EEEEEF">
                    <a:alpha val="32968"/>
                  </a:srgbClr>
                </a:gs>
                <a:gs pos="14286">
                  <a:srgbClr val="EEEEEF">
                    <a:alpha val="30764"/>
                  </a:srgbClr>
                </a:gs>
                <a:gs pos="28571">
                  <a:srgbClr val="EEEEEF">
                    <a:alpha val="24833"/>
                  </a:srgbClr>
                </a:gs>
                <a:gs pos="42857">
                  <a:srgbClr val="EEEEEF">
                    <a:alpha val="17075"/>
                  </a:srgbClr>
                </a:gs>
                <a:gs pos="57143">
                  <a:srgbClr val="EEEEEF">
                    <a:alpha val="9855"/>
                  </a:srgbClr>
                </a:gs>
                <a:gs pos="71429">
                  <a:srgbClr val="EEEEEF">
                    <a:alpha val="4740"/>
                  </a:srgbClr>
                </a:gs>
                <a:gs pos="85714">
                  <a:srgbClr val="EEEEEF">
                    <a:alpha val="1902"/>
                  </a:srgbClr>
                </a:gs>
                <a:gs pos="100000">
                  <a:srgbClr val="EEEEE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Splat 927"/>
            <p:cNvSpPr>
              <a:spLocks noGrp="1"/>
            </p:cNvSpPr>
            <p:nvPr/>
          </p:nvSpPr>
          <p:spPr>
            <a:xfrm rot="8682055">
              <a:off x="3160159" y="989311"/>
              <a:ext cx="593289" cy="32162"/>
            </a:xfrm>
            <a:prstGeom prst="ellipse">
              <a:avLst/>
            </a:prstGeom>
            <a:gradFill>
              <a:gsLst>
                <a:gs pos="0">
                  <a:srgbClr val="FFFFFE">
                    <a:alpha val="29479"/>
                  </a:srgbClr>
                </a:gs>
                <a:gs pos="14286">
                  <a:srgbClr val="FFFFFE">
                    <a:alpha val="27459"/>
                  </a:srgbClr>
                </a:gs>
                <a:gs pos="28571">
                  <a:srgbClr val="FFFFFE">
                    <a:alpha val="22062"/>
                  </a:srgbClr>
                </a:gs>
                <a:gs pos="42857">
                  <a:srgbClr val="FFFFFE">
                    <a:alpha val="15082"/>
                  </a:srgbClr>
                </a:gs>
                <a:gs pos="57143">
                  <a:srgbClr val="FFFFFE">
                    <a:alpha val="8661"/>
                  </a:srgbClr>
                </a:gs>
                <a:gs pos="71429">
                  <a:srgbClr val="FFFFFE">
                    <a:alpha val="4152"/>
                  </a:srgbClr>
                </a:gs>
                <a:gs pos="85714">
                  <a:srgbClr val="FFFFFE">
                    <a:alpha val="1663"/>
                  </a:srgbClr>
                </a:gs>
                <a:gs pos="100000">
                  <a:srgbClr val="FFFFFE">
                    <a:alpha val="5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Splat 928"/>
            <p:cNvSpPr>
              <a:spLocks noGrp="1"/>
            </p:cNvSpPr>
            <p:nvPr/>
          </p:nvSpPr>
          <p:spPr>
            <a:xfrm rot="6050608">
              <a:off x="1394825" y="2891118"/>
              <a:ext cx="614839" cy="305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Splat 929"/>
            <p:cNvSpPr>
              <a:spLocks noGrp="1"/>
            </p:cNvSpPr>
            <p:nvPr/>
          </p:nvSpPr>
          <p:spPr>
            <a:xfrm rot="-9484984">
              <a:off x="3021332" y="1599022"/>
              <a:ext cx="450406" cy="946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Splat 930"/>
            <p:cNvSpPr>
              <a:spLocks noGrp="1"/>
            </p:cNvSpPr>
            <p:nvPr/>
          </p:nvSpPr>
          <p:spPr>
            <a:xfrm rot="-9751140">
              <a:off x="518430" y="3320855"/>
              <a:ext cx="426507" cy="132558"/>
            </a:xfrm>
            <a:prstGeom prst="ellipse">
              <a:avLst/>
            </a:prstGeom>
            <a:gradFill>
              <a:gsLst>
                <a:gs pos="0">
                  <a:srgbClr val="FBFDFC">
                    <a:alpha val="25669"/>
                  </a:srgbClr>
                </a:gs>
                <a:gs pos="14286">
                  <a:srgbClr val="FBFDFC">
                    <a:alpha val="23864"/>
                  </a:srgbClr>
                </a:gs>
                <a:gs pos="28571">
                  <a:srgbClr val="FBFDFC">
                    <a:alpha val="19079"/>
                  </a:srgbClr>
                </a:gs>
                <a:gs pos="42857">
                  <a:srgbClr val="FBFDFC">
                    <a:alpha val="12965"/>
                  </a:srgbClr>
                </a:gs>
                <a:gs pos="57143">
                  <a:srgbClr val="FBFDFC">
                    <a:alpha val="7406"/>
                  </a:srgbClr>
                </a:gs>
                <a:gs pos="71429">
                  <a:srgbClr val="FBFDFC">
                    <a:alpha val="3537"/>
                  </a:srgbClr>
                </a:gs>
                <a:gs pos="85714">
                  <a:srgbClr val="FBFDFC">
                    <a:alpha val="1414"/>
                  </a:srgbClr>
                </a:gs>
                <a:gs pos="100000">
                  <a:srgbClr val="FBFDFC">
                    <a:alpha val="47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Splat 931"/>
            <p:cNvSpPr>
              <a:spLocks noGrp="1"/>
            </p:cNvSpPr>
            <p:nvPr/>
          </p:nvSpPr>
          <p:spPr>
            <a:xfrm rot="-8705698">
              <a:off x="1658202" y="2958392"/>
              <a:ext cx="717960" cy="109274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Splat 932"/>
            <p:cNvSpPr>
              <a:spLocks noGrp="1"/>
            </p:cNvSpPr>
            <p:nvPr/>
          </p:nvSpPr>
          <p:spPr>
            <a:xfrm rot="9653810">
              <a:off x="1977615" y="3129908"/>
              <a:ext cx="536296" cy="900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Splat 933"/>
            <p:cNvSpPr>
              <a:spLocks noGrp="1"/>
            </p:cNvSpPr>
            <p:nvPr/>
          </p:nvSpPr>
          <p:spPr>
            <a:xfrm rot="5724121">
              <a:off x="3040815" y="2355713"/>
              <a:ext cx="460196" cy="705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Splat 934"/>
            <p:cNvSpPr>
              <a:spLocks noGrp="1"/>
            </p:cNvSpPr>
            <p:nvPr/>
          </p:nvSpPr>
          <p:spPr>
            <a:xfrm rot="-10670905">
              <a:off x="-78649" y="2531475"/>
              <a:ext cx="318515" cy="83996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Splat 935"/>
            <p:cNvSpPr>
              <a:spLocks noGrp="1"/>
            </p:cNvSpPr>
            <p:nvPr/>
          </p:nvSpPr>
          <p:spPr>
            <a:xfrm rot="9363203">
              <a:off x="45264" y="1458161"/>
              <a:ext cx="428912" cy="4694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Splat 936"/>
            <p:cNvSpPr>
              <a:spLocks noGrp="1"/>
            </p:cNvSpPr>
            <p:nvPr/>
          </p:nvSpPr>
          <p:spPr>
            <a:xfrm rot="4685035">
              <a:off x="125436" y="1354342"/>
              <a:ext cx="291185" cy="808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Splat 937"/>
            <p:cNvSpPr>
              <a:spLocks noGrp="1"/>
            </p:cNvSpPr>
            <p:nvPr/>
          </p:nvSpPr>
          <p:spPr>
            <a:xfrm rot="6004649">
              <a:off x="663383" y="1770147"/>
              <a:ext cx="754415" cy="1120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Splat 938"/>
            <p:cNvSpPr>
              <a:spLocks noGrp="1"/>
            </p:cNvSpPr>
            <p:nvPr/>
          </p:nvSpPr>
          <p:spPr>
            <a:xfrm rot="10041010">
              <a:off x="973415" y="2817734"/>
              <a:ext cx="604370" cy="72281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Splat 939"/>
            <p:cNvSpPr>
              <a:spLocks noGrp="1"/>
            </p:cNvSpPr>
            <p:nvPr/>
          </p:nvSpPr>
          <p:spPr>
            <a:xfrm rot="3977833">
              <a:off x="1889426" y="3501227"/>
              <a:ext cx="665733" cy="92421"/>
            </a:xfrm>
            <a:prstGeom prst="ellipse">
              <a:avLst/>
            </a:prstGeom>
            <a:gradFill>
              <a:gsLst>
                <a:gs pos="0">
                  <a:srgbClr val="23230C">
                    <a:alpha val="31332"/>
                  </a:srgbClr>
                </a:gs>
                <a:gs pos="14286">
                  <a:srgbClr val="23230C">
                    <a:alpha val="29212"/>
                  </a:srgbClr>
                </a:gs>
                <a:gs pos="28571">
                  <a:srgbClr val="23230C">
                    <a:alpha val="23528"/>
                  </a:srgbClr>
                </a:gs>
                <a:gs pos="42857">
                  <a:srgbClr val="23230C">
                    <a:alpha val="16134"/>
                  </a:srgbClr>
                </a:gs>
                <a:gs pos="57143">
                  <a:srgbClr val="23230C">
                    <a:alpha val="9289"/>
                  </a:srgbClr>
                </a:gs>
                <a:gs pos="71429">
                  <a:srgbClr val="23230C">
                    <a:alpha val="4461"/>
                  </a:srgbClr>
                </a:gs>
                <a:gs pos="85714">
                  <a:srgbClr val="23230C">
                    <a:alpha val="1788"/>
                  </a:srgbClr>
                </a:gs>
                <a:gs pos="100000">
                  <a:srgbClr val="23230C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Splat 940"/>
            <p:cNvSpPr>
              <a:spLocks noGrp="1"/>
            </p:cNvSpPr>
            <p:nvPr/>
          </p:nvSpPr>
          <p:spPr>
            <a:xfrm rot="4999121">
              <a:off x="1042845" y="1087483"/>
              <a:ext cx="431233" cy="920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Splat 941"/>
            <p:cNvSpPr>
              <a:spLocks noGrp="1"/>
            </p:cNvSpPr>
            <p:nvPr/>
          </p:nvSpPr>
          <p:spPr>
            <a:xfrm rot="9686217">
              <a:off x="2974153" y="1512521"/>
              <a:ext cx="798557" cy="916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Splat 942"/>
            <p:cNvSpPr>
              <a:spLocks noGrp="1"/>
            </p:cNvSpPr>
            <p:nvPr/>
          </p:nvSpPr>
          <p:spPr>
            <a:xfrm rot="7932288">
              <a:off x="320670" y="273258"/>
              <a:ext cx="653446" cy="94424"/>
            </a:xfrm>
            <a:prstGeom prst="ellipse">
              <a:avLst/>
            </a:prstGeom>
            <a:gradFill>
              <a:gsLst>
                <a:gs pos="0">
                  <a:srgbClr val="000002">
                    <a:alpha val="32398"/>
                  </a:srgbClr>
                </a:gs>
                <a:gs pos="14286">
                  <a:srgbClr val="000002">
                    <a:alpha val="30223"/>
                  </a:srgbClr>
                </a:gs>
                <a:gs pos="28571">
                  <a:srgbClr val="000002">
                    <a:alpha val="24377"/>
                  </a:srgbClr>
                </a:gs>
                <a:gs pos="42857">
                  <a:srgbClr val="000002">
                    <a:alpha val="16746"/>
                  </a:srgbClr>
                </a:gs>
                <a:gs pos="57143">
                  <a:srgbClr val="000002">
                    <a:alpha val="9657"/>
                  </a:srgbClr>
                </a:gs>
                <a:gs pos="71429">
                  <a:srgbClr val="000002">
                    <a:alpha val="4642"/>
                  </a:srgbClr>
                </a:gs>
                <a:gs pos="85714">
                  <a:srgbClr val="000002">
                    <a:alpha val="1862"/>
                  </a:srgbClr>
                </a:gs>
                <a:gs pos="100000">
                  <a:srgbClr val="000002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Splat 943"/>
            <p:cNvSpPr>
              <a:spLocks noGrp="1"/>
            </p:cNvSpPr>
            <p:nvPr/>
          </p:nvSpPr>
          <p:spPr>
            <a:xfrm rot="9632685">
              <a:off x="1167358" y="1223398"/>
              <a:ext cx="847599" cy="4436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Splat 944"/>
            <p:cNvSpPr>
              <a:spLocks noGrp="1"/>
            </p:cNvSpPr>
            <p:nvPr/>
          </p:nvSpPr>
          <p:spPr>
            <a:xfrm rot="6258906">
              <a:off x="1811822" y="3526559"/>
              <a:ext cx="465154" cy="13942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Splat 945"/>
            <p:cNvSpPr>
              <a:spLocks noGrp="1"/>
            </p:cNvSpPr>
            <p:nvPr/>
          </p:nvSpPr>
          <p:spPr>
            <a:xfrm rot="8817628">
              <a:off x="526087" y="2814039"/>
              <a:ext cx="448272" cy="4045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Splat 946"/>
            <p:cNvSpPr>
              <a:spLocks noGrp="1"/>
            </p:cNvSpPr>
            <p:nvPr/>
          </p:nvSpPr>
          <p:spPr>
            <a:xfrm rot="8641365">
              <a:off x="934149" y="543677"/>
              <a:ext cx="385668" cy="104059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Splat 947"/>
            <p:cNvSpPr>
              <a:spLocks noGrp="1"/>
            </p:cNvSpPr>
            <p:nvPr/>
          </p:nvSpPr>
          <p:spPr>
            <a:xfrm rot="2893366">
              <a:off x="1176413" y="2474508"/>
              <a:ext cx="717806" cy="392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Splat 948"/>
            <p:cNvSpPr>
              <a:spLocks noGrp="1"/>
            </p:cNvSpPr>
            <p:nvPr/>
          </p:nvSpPr>
          <p:spPr>
            <a:xfrm rot="3933149">
              <a:off x="821337" y="2887841"/>
              <a:ext cx="284952" cy="82294"/>
            </a:xfrm>
            <a:prstGeom prst="ellipse">
              <a:avLst/>
            </a:prstGeom>
            <a:gradFill>
              <a:gsLst>
                <a:gs pos="0">
                  <a:srgbClr val="E7EBE8">
                    <a:alpha val="32968"/>
                  </a:srgbClr>
                </a:gs>
                <a:gs pos="14286">
                  <a:srgbClr val="E7EBE8">
                    <a:alpha val="30764"/>
                  </a:srgbClr>
                </a:gs>
                <a:gs pos="28571">
                  <a:srgbClr val="E7EBE8">
                    <a:alpha val="24833"/>
                  </a:srgbClr>
                </a:gs>
                <a:gs pos="42857">
                  <a:srgbClr val="E7EBE8">
                    <a:alpha val="17075"/>
                  </a:srgbClr>
                </a:gs>
                <a:gs pos="57143">
                  <a:srgbClr val="E7EBE8">
                    <a:alpha val="9855"/>
                  </a:srgbClr>
                </a:gs>
                <a:gs pos="71429">
                  <a:srgbClr val="E7EBE8">
                    <a:alpha val="4740"/>
                  </a:srgbClr>
                </a:gs>
                <a:gs pos="85714">
                  <a:srgbClr val="E7EBE8">
                    <a:alpha val="1902"/>
                  </a:srgbClr>
                </a:gs>
                <a:gs pos="100000">
                  <a:srgbClr val="E7EBE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Splat 949"/>
            <p:cNvSpPr>
              <a:spLocks noGrp="1"/>
            </p:cNvSpPr>
            <p:nvPr/>
          </p:nvSpPr>
          <p:spPr>
            <a:xfrm rot="2727114">
              <a:off x="2747173" y="888689"/>
              <a:ext cx="384212" cy="1085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Splat 950"/>
            <p:cNvSpPr>
              <a:spLocks noGrp="1"/>
            </p:cNvSpPr>
            <p:nvPr/>
          </p:nvSpPr>
          <p:spPr>
            <a:xfrm rot="6786023">
              <a:off x="1664432" y="1946468"/>
              <a:ext cx="640882" cy="70392"/>
            </a:xfrm>
            <a:prstGeom prst="ellipse">
              <a:avLst/>
            </a:prstGeom>
            <a:gradFill>
              <a:gsLst>
                <a:gs pos="0">
                  <a:srgbClr val="F7F7F6">
                    <a:alpha val="32968"/>
                  </a:srgbClr>
                </a:gs>
                <a:gs pos="14286">
                  <a:srgbClr val="F7F7F6">
                    <a:alpha val="30764"/>
                  </a:srgbClr>
                </a:gs>
                <a:gs pos="28571">
                  <a:srgbClr val="F7F7F6">
                    <a:alpha val="24833"/>
                  </a:srgbClr>
                </a:gs>
                <a:gs pos="42857">
                  <a:srgbClr val="F7F7F6">
                    <a:alpha val="17075"/>
                  </a:srgbClr>
                </a:gs>
                <a:gs pos="57143">
                  <a:srgbClr val="F7F7F6">
                    <a:alpha val="9855"/>
                  </a:srgbClr>
                </a:gs>
                <a:gs pos="71429">
                  <a:srgbClr val="F7F7F6">
                    <a:alpha val="4740"/>
                  </a:srgbClr>
                </a:gs>
                <a:gs pos="85714">
                  <a:srgbClr val="F7F7F6">
                    <a:alpha val="1902"/>
                  </a:srgbClr>
                </a:gs>
                <a:gs pos="100000">
                  <a:srgbClr val="F7F7F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Splat 951"/>
            <p:cNvSpPr>
              <a:spLocks noGrp="1"/>
            </p:cNvSpPr>
            <p:nvPr/>
          </p:nvSpPr>
          <p:spPr>
            <a:xfrm rot="-9919356">
              <a:off x="-9436" y="2040985"/>
              <a:ext cx="449129" cy="1057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Splat 952"/>
            <p:cNvSpPr>
              <a:spLocks noGrp="1"/>
            </p:cNvSpPr>
            <p:nvPr/>
          </p:nvSpPr>
          <p:spPr>
            <a:xfrm rot="4892144">
              <a:off x="372858" y="63885"/>
              <a:ext cx="178136" cy="2860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Splat 953"/>
            <p:cNvSpPr>
              <a:spLocks noGrp="1"/>
            </p:cNvSpPr>
            <p:nvPr/>
          </p:nvSpPr>
          <p:spPr>
            <a:xfrm rot="4370643">
              <a:off x="3018190" y="632677"/>
              <a:ext cx="622743" cy="94486"/>
            </a:xfrm>
            <a:prstGeom prst="ellipse">
              <a:avLst/>
            </a:prstGeom>
            <a:gradFill>
              <a:gsLst>
                <a:gs pos="0">
                  <a:srgbClr val="000700">
                    <a:alpha val="32968"/>
                  </a:srgbClr>
                </a:gs>
                <a:gs pos="14286">
                  <a:srgbClr val="000700">
                    <a:alpha val="30764"/>
                  </a:srgbClr>
                </a:gs>
                <a:gs pos="28571">
                  <a:srgbClr val="000700">
                    <a:alpha val="24833"/>
                  </a:srgbClr>
                </a:gs>
                <a:gs pos="42857">
                  <a:srgbClr val="000700">
                    <a:alpha val="17075"/>
                  </a:srgbClr>
                </a:gs>
                <a:gs pos="57143">
                  <a:srgbClr val="000700">
                    <a:alpha val="9855"/>
                  </a:srgbClr>
                </a:gs>
                <a:gs pos="71429">
                  <a:srgbClr val="000700">
                    <a:alpha val="4740"/>
                  </a:srgbClr>
                </a:gs>
                <a:gs pos="85714">
                  <a:srgbClr val="000700">
                    <a:alpha val="1902"/>
                  </a:srgbClr>
                </a:gs>
                <a:gs pos="100000">
                  <a:srgbClr val="0007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Splat 954"/>
            <p:cNvSpPr>
              <a:spLocks noGrp="1"/>
            </p:cNvSpPr>
            <p:nvPr/>
          </p:nvSpPr>
          <p:spPr>
            <a:xfrm rot="-9748076">
              <a:off x="576963" y="2284681"/>
              <a:ext cx="257606" cy="90102"/>
            </a:xfrm>
            <a:prstGeom prst="ellipse">
              <a:avLst/>
            </a:prstGeom>
            <a:gradFill>
              <a:gsLst>
                <a:gs pos="0">
                  <a:srgbClr val="FFFEFE">
                    <a:alpha val="32968"/>
                  </a:srgbClr>
                </a:gs>
                <a:gs pos="14286">
                  <a:srgbClr val="FFFEFE">
                    <a:alpha val="30764"/>
                  </a:srgbClr>
                </a:gs>
                <a:gs pos="28571">
                  <a:srgbClr val="FFFEFE">
                    <a:alpha val="24833"/>
                  </a:srgbClr>
                </a:gs>
                <a:gs pos="42857">
                  <a:srgbClr val="FFFEFE">
                    <a:alpha val="17075"/>
                  </a:srgbClr>
                </a:gs>
                <a:gs pos="57143">
                  <a:srgbClr val="FFFEFE">
                    <a:alpha val="9855"/>
                  </a:srgbClr>
                </a:gs>
                <a:gs pos="71429">
                  <a:srgbClr val="FFFEFE">
                    <a:alpha val="4740"/>
                  </a:srgbClr>
                </a:gs>
                <a:gs pos="85714">
                  <a:srgbClr val="FFFEFE">
                    <a:alpha val="1902"/>
                  </a:srgbClr>
                </a:gs>
                <a:gs pos="100000">
                  <a:srgbClr val="FFFE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Splat 955"/>
            <p:cNvSpPr>
              <a:spLocks noGrp="1"/>
            </p:cNvSpPr>
            <p:nvPr/>
          </p:nvSpPr>
          <p:spPr>
            <a:xfrm rot="9094490">
              <a:off x="-136144" y="105448"/>
              <a:ext cx="402230" cy="1084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Splat 956"/>
            <p:cNvSpPr>
              <a:spLocks noGrp="1"/>
            </p:cNvSpPr>
            <p:nvPr/>
          </p:nvSpPr>
          <p:spPr>
            <a:xfrm rot="4829130">
              <a:off x="1320458" y="920647"/>
              <a:ext cx="815986" cy="945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Splat 957"/>
            <p:cNvSpPr>
              <a:spLocks noGrp="1"/>
            </p:cNvSpPr>
            <p:nvPr/>
          </p:nvSpPr>
          <p:spPr>
            <a:xfrm rot="-8666313">
              <a:off x="604118" y="690752"/>
              <a:ext cx="844379" cy="1007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Splat 958"/>
            <p:cNvSpPr>
              <a:spLocks noGrp="1"/>
            </p:cNvSpPr>
            <p:nvPr/>
          </p:nvSpPr>
          <p:spPr>
            <a:xfrm rot="-9772177">
              <a:off x="1176648" y="3112449"/>
              <a:ext cx="552242" cy="1627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Splat 959"/>
            <p:cNvSpPr>
              <a:spLocks noGrp="1"/>
            </p:cNvSpPr>
            <p:nvPr/>
          </p:nvSpPr>
          <p:spPr>
            <a:xfrm rot="-9202373">
              <a:off x="1056758" y="126703"/>
              <a:ext cx="287636" cy="36393"/>
            </a:xfrm>
            <a:prstGeom prst="ellipse">
              <a:avLst/>
            </a:prstGeom>
            <a:gradFill>
              <a:gsLst>
                <a:gs pos="0">
                  <a:srgbClr val="CDCCCC">
                    <a:alpha val="32968"/>
                  </a:srgbClr>
                </a:gs>
                <a:gs pos="14286">
                  <a:srgbClr val="CDCCCC">
                    <a:alpha val="30764"/>
                  </a:srgbClr>
                </a:gs>
                <a:gs pos="28571">
                  <a:srgbClr val="CDCCCC">
                    <a:alpha val="24833"/>
                  </a:srgbClr>
                </a:gs>
                <a:gs pos="42857">
                  <a:srgbClr val="CDCCCC">
                    <a:alpha val="17075"/>
                  </a:srgbClr>
                </a:gs>
                <a:gs pos="57143">
                  <a:srgbClr val="CDCCCC">
                    <a:alpha val="9855"/>
                  </a:srgbClr>
                </a:gs>
                <a:gs pos="71429">
                  <a:srgbClr val="CDCCCC">
                    <a:alpha val="4740"/>
                  </a:srgbClr>
                </a:gs>
                <a:gs pos="85714">
                  <a:srgbClr val="CDCCCC">
                    <a:alpha val="1902"/>
                  </a:srgbClr>
                </a:gs>
                <a:gs pos="100000">
                  <a:srgbClr val="CDCC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Splat 960"/>
            <p:cNvSpPr>
              <a:spLocks noGrp="1"/>
            </p:cNvSpPr>
            <p:nvPr/>
          </p:nvSpPr>
          <p:spPr>
            <a:xfrm rot="7355538">
              <a:off x="804777" y="1634657"/>
              <a:ext cx="686665" cy="8010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Splat 961"/>
            <p:cNvSpPr>
              <a:spLocks noGrp="1"/>
            </p:cNvSpPr>
            <p:nvPr/>
          </p:nvSpPr>
          <p:spPr>
            <a:xfrm rot="3911799">
              <a:off x="1826847" y="1579562"/>
              <a:ext cx="689422" cy="66615"/>
            </a:xfrm>
            <a:prstGeom prst="ellipse">
              <a:avLst/>
            </a:prstGeom>
            <a:gradFill>
              <a:gsLst>
                <a:gs pos="0">
                  <a:srgbClr val="DCDCDD">
                    <a:alpha val="32968"/>
                  </a:srgbClr>
                </a:gs>
                <a:gs pos="14286">
                  <a:srgbClr val="DCDCDD">
                    <a:alpha val="30764"/>
                  </a:srgbClr>
                </a:gs>
                <a:gs pos="28571">
                  <a:srgbClr val="DCDCDD">
                    <a:alpha val="24833"/>
                  </a:srgbClr>
                </a:gs>
                <a:gs pos="42857">
                  <a:srgbClr val="DCDCDD">
                    <a:alpha val="17075"/>
                  </a:srgbClr>
                </a:gs>
                <a:gs pos="57143">
                  <a:srgbClr val="DCDCDD">
                    <a:alpha val="9855"/>
                  </a:srgbClr>
                </a:gs>
                <a:gs pos="71429">
                  <a:srgbClr val="DCDCDD">
                    <a:alpha val="4740"/>
                  </a:srgbClr>
                </a:gs>
                <a:gs pos="85714">
                  <a:srgbClr val="DCDCDD">
                    <a:alpha val="1902"/>
                  </a:srgbClr>
                </a:gs>
                <a:gs pos="100000">
                  <a:srgbClr val="DCDCD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Splat 962"/>
            <p:cNvSpPr>
              <a:spLocks noGrp="1"/>
            </p:cNvSpPr>
            <p:nvPr/>
          </p:nvSpPr>
          <p:spPr>
            <a:xfrm rot="5468738">
              <a:off x="3414013" y="1403193"/>
              <a:ext cx="231618" cy="638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Splat 963"/>
            <p:cNvSpPr>
              <a:spLocks noGrp="1"/>
            </p:cNvSpPr>
            <p:nvPr/>
          </p:nvSpPr>
          <p:spPr>
            <a:xfrm rot="-9129570">
              <a:off x="1955453" y="124723"/>
              <a:ext cx="878727" cy="68659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Splat 964"/>
            <p:cNvSpPr>
              <a:spLocks noGrp="1"/>
            </p:cNvSpPr>
            <p:nvPr/>
          </p:nvSpPr>
          <p:spPr>
            <a:xfrm rot="-9664160">
              <a:off x="656367" y="2116187"/>
              <a:ext cx="463191" cy="62917"/>
            </a:xfrm>
            <a:prstGeom prst="ellipse">
              <a:avLst/>
            </a:prstGeom>
            <a:gradFill>
              <a:gsLst>
                <a:gs pos="0">
                  <a:srgbClr val="C3C2C3">
                    <a:alpha val="27146"/>
                  </a:srgbClr>
                </a:gs>
                <a:gs pos="14286">
                  <a:srgbClr val="C3C2C3">
                    <a:alpha val="25255"/>
                  </a:srgbClr>
                </a:gs>
                <a:gs pos="28571">
                  <a:srgbClr val="C3C2C3">
                    <a:alpha val="20230"/>
                  </a:srgbClr>
                </a:gs>
                <a:gs pos="42857">
                  <a:srgbClr val="C3C2C3">
                    <a:alpha val="13778"/>
                  </a:srgbClr>
                </a:gs>
                <a:gs pos="57143">
                  <a:srgbClr val="C3C2C3">
                    <a:alpha val="7886"/>
                  </a:srgbClr>
                </a:gs>
                <a:gs pos="71429">
                  <a:srgbClr val="C3C2C3">
                    <a:alpha val="3772"/>
                  </a:srgbClr>
                </a:gs>
                <a:gs pos="85714">
                  <a:srgbClr val="C3C2C3">
                    <a:alpha val="1509"/>
                  </a:srgbClr>
                </a:gs>
                <a:gs pos="100000">
                  <a:srgbClr val="C3C2C3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Splat 965"/>
            <p:cNvSpPr>
              <a:spLocks noGrp="1"/>
            </p:cNvSpPr>
            <p:nvPr/>
          </p:nvSpPr>
          <p:spPr>
            <a:xfrm rot="10392061">
              <a:off x="654186" y="2144613"/>
              <a:ext cx="393776" cy="2999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Splat 966"/>
            <p:cNvSpPr>
              <a:spLocks noGrp="1"/>
            </p:cNvSpPr>
            <p:nvPr/>
          </p:nvSpPr>
          <p:spPr>
            <a:xfrm rot="8083194">
              <a:off x="1720162" y="296271"/>
              <a:ext cx="702408" cy="739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Splat 967"/>
            <p:cNvSpPr>
              <a:spLocks noGrp="1"/>
            </p:cNvSpPr>
            <p:nvPr/>
          </p:nvSpPr>
          <p:spPr>
            <a:xfrm rot="-9201902">
              <a:off x="1478724" y="2217155"/>
              <a:ext cx="332781" cy="30722"/>
            </a:xfrm>
            <a:prstGeom prst="ellipse">
              <a:avLst/>
            </a:prstGeom>
            <a:gradFill>
              <a:gsLst>
                <a:gs pos="0">
                  <a:srgbClr val="FDFFFF">
                    <a:alpha val="20767"/>
                  </a:srgbClr>
                </a:gs>
                <a:gs pos="14286">
                  <a:srgbClr val="FDFFFF">
                    <a:alpha val="19261"/>
                  </a:srgbClr>
                </a:gs>
                <a:gs pos="28571">
                  <a:srgbClr val="FDFFFF">
                    <a:alpha val="15306"/>
                  </a:srgbClr>
                </a:gs>
                <a:gs pos="42857">
                  <a:srgbClr val="FDFFFF">
                    <a:alpha val="10324"/>
                  </a:srgbClr>
                </a:gs>
                <a:gs pos="57143">
                  <a:srgbClr val="FDFFFF">
                    <a:alpha val="5859"/>
                  </a:srgbClr>
                </a:gs>
                <a:gs pos="71429">
                  <a:srgbClr val="FDFFFF">
                    <a:alpha val="2787"/>
                  </a:srgbClr>
                </a:gs>
                <a:gs pos="85714">
                  <a:srgbClr val="FDFFFF">
                    <a:alpha val="1111"/>
                  </a:srgbClr>
                </a:gs>
                <a:gs pos="100000">
                  <a:srgbClr val="FDFFFF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Splat 968"/>
            <p:cNvSpPr>
              <a:spLocks noGrp="1"/>
            </p:cNvSpPr>
            <p:nvPr/>
          </p:nvSpPr>
          <p:spPr>
            <a:xfrm rot="-10455570">
              <a:off x="-129619" y="1119020"/>
              <a:ext cx="463237" cy="1337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Splat 969"/>
            <p:cNvSpPr>
              <a:spLocks noGrp="1"/>
            </p:cNvSpPr>
            <p:nvPr/>
          </p:nvSpPr>
          <p:spPr>
            <a:xfrm rot="6898847">
              <a:off x="22014" y="1327002"/>
              <a:ext cx="577917" cy="1035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Splat 970"/>
            <p:cNvSpPr>
              <a:spLocks noGrp="1"/>
            </p:cNvSpPr>
            <p:nvPr/>
          </p:nvSpPr>
          <p:spPr>
            <a:xfrm rot="4955474">
              <a:off x="1103771" y="2818401"/>
              <a:ext cx="208448" cy="4761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Splat 971"/>
            <p:cNvSpPr>
              <a:spLocks noGrp="1"/>
            </p:cNvSpPr>
            <p:nvPr/>
          </p:nvSpPr>
          <p:spPr>
            <a:xfrm rot="6893887">
              <a:off x="108975" y="55811"/>
              <a:ext cx="680591" cy="1993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Splat 972"/>
            <p:cNvSpPr>
              <a:spLocks noGrp="1"/>
            </p:cNvSpPr>
            <p:nvPr/>
          </p:nvSpPr>
          <p:spPr>
            <a:xfrm rot="-8375383">
              <a:off x="2988591" y="2590583"/>
              <a:ext cx="590300" cy="944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Splat 973"/>
            <p:cNvSpPr>
              <a:spLocks noGrp="1"/>
            </p:cNvSpPr>
            <p:nvPr/>
          </p:nvSpPr>
          <p:spPr>
            <a:xfrm rot="6915574">
              <a:off x="-311283" y="3208710"/>
              <a:ext cx="671472" cy="582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Splat 974"/>
            <p:cNvSpPr>
              <a:spLocks noGrp="1"/>
            </p:cNvSpPr>
            <p:nvPr/>
          </p:nvSpPr>
          <p:spPr>
            <a:xfrm rot="9010273">
              <a:off x="2910832" y="2471115"/>
              <a:ext cx="718710" cy="80635"/>
            </a:xfrm>
            <a:prstGeom prst="ellipse">
              <a:avLst/>
            </a:prstGeom>
            <a:gradFill>
              <a:gsLst>
                <a:gs pos="0">
                  <a:srgbClr val="DEDEDC">
                    <a:alpha val="32942"/>
                  </a:srgbClr>
                </a:gs>
                <a:gs pos="14286">
                  <a:srgbClr val="DEDEDC">
                    <a:alpha val="30740"/>
                  </a:srgbClr>
                </a:gs>
                <a:gs pos="28571">
                  <a:srgbClr val="DEDEDC">
                    <a:alpha val="24813"/>
                  </a:srgbClr>
                </a:gs>
                <a:gs pos="42857">
                  <a:srgbClr val="DEDEDC">
                    <a:alpha val="17061"/>
                  </a:srgbClr>
                </a:gs>
                <a:gs pos="57143">
                  <a:srgbClr val="DEDEDC">
                    <a:alpha val="9846"/>
                  </a:srgbClr>
                </a:gs>
                <a:gs pos="71429">
                  <a:srgbClr val="DEDEDC">
                    <a:alpha val="4736"/>
                  </a:srgbClr>
                </a:gs>
                <a:gs pos="85714">
                  <a:srgbClr val="DEDEDC">
                    <a:alpha val="1900"/>
                  </a:srgbClr>
                </a:gs>
                <a:gs pos="100000">
                  <a:srgbClr val="DEDED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Splat 975"/>
            <p:cNvSpPr>
              <a:spLocks noGrp="1"/>
            </p:cNvSpPr>
            <p:nvPr/>
          </p:nvSpPr>
          <p:spPr>
            <a:xfrm rot="-10074277">
              <a:off x="1129762" y="1912493"/>
              <a:ext cx="796564" cy="39162"/>
            </a:xfrm>
            <a:prstGeom prst="ellipse">
              <a:avLst/>
            </a:prstGeom>
            <a:gradFill>
              <a:gsLst>
                <a:gs pos="0">
                  <a:srgbClr val="E9EAE9">
                    <a:alpha val="32968"/>
                  </a:srgbClr>
                </a:gs>
                <a:gs pos="14286">
                  <a:srgbClr val="E9EAE9">
                    <a:alpha val="30764"/>
                  </a:srgbClr>
                </a:gs>
                <a:gs pos="28571">
                  <a:srgbClr val="E9EAE9">
                    <a:alpha val="24833"/>
                  </a:srgbClr>
                </a:gs>
                <a:gs pos="42857">
                  <a:srgbClr val="E9EAE9">
                    <a:alpha val="17075"/>
                  </a:srgbClr>
                </a:gs>
                <a:gs pos="57143">
                  <a:srgbClr val="E9EAE9">
                    <a:alpha val="9855"/>
                  </a:srgbClr>
                </a:gs>
                <a:gs pos="71429">
                  <a:srgbClr val="E9EAE9">
                    <a:alpha val="4740"/>
                  </a:srgbClr>
                </a:gs>
                <a:gs pos="85714">
                  <a:srgbClr val="E9EAE9">
                    <a:alpha val="1902"/>
                  </a:srgbClr>
                </a:gs>
                <a:gs pos="100000">
                  <a:srgbClr val="E9EAE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Splat 976"/>
            <p:cNvSpPr>
              <a:spLocks noGrp="1"/>
            </p:cNvSpPr>
            <p:nvPr/>
          </p:nvSpPr>
          <p:spPr>
            <a:xfrm rot="4322922">
              <a:off x="3350857" y="611243"/>
              <a:ext cx="503984" cy="42159"/>
            </a:xfrm>
            <a:prstGeom prst="ellipse">
              <a:avLst/>
            </a:prstGeom>
            <a:gradFill>
              <a:gsLst>
                <a:gs pos="0">
                  <a:srgbClr val="FAF7F8">
                    <a:alpha val="32968"/>
                  </a:srgbClr>
                </a:gs>
                <a:gs pos="14286">
                  <a:srgbClr val="FAF7F8">
                    <a:alpha val="30764"/>
                  </a:srgbClr>
                </a:gs>
                <a:gs pos="28571">
                  <a:srgbClr val="FAF7F8">
                    <a:alpha val="24833"/>
                  </a:srgbClr>
                </a:gs>
                <a:gs pos="42857">
                  <a:srgbClr val="FAF7F8">
                    <a:alpha val="17075"/>
                  </a:srgbClr>
                </a:gs>
                <a:gs pos="57143">
                  <a:srgbClr val="FAF7F8">
                    <a:alpha val="9855"/>
                  </a:srgbClr>
                </a:gs>
                <a:gs pos="71429">
                  <a:srgbClr val="FAF7F8">
                    <a:alpha val="4740"/>
                  </a:srgbClr>
                </a:gs>
                <a:gs pos="85714">
                  <a:srgbClr val="FAF7F8">
                    <a:alpha val="1902"/>
                  </a:srgbClr>
                </a:gs>
                <a:gs pos="100000">
                  <a:srgbClr val="FAF7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Splat 977"/>
            <p:cNvSpPr>
              <a:spLocks noGrp="1"/>
            </p:cNvSpPr>
            <p:nvPr/>
          </p:nvSpPr>
          <p:spPr>
            <a:xfrm rot="3687365">
              <a:off x="-370762" y="1910713"/>
              <a:ext cx="849477" cy="227145"/>
            </a:xfrm>
            <a:prstGeom prst="ellipse">
              <a:avLst/>
            </a:prstGeom>
            <a:gradFill>
              <a:gsLst>
                <a:gs pos="0">
                  <a:srgbClr val="DAD8D7">
                    <a:alpha val="19491"/>
                  </a:srgbClr>
                </a:gs>
                <a:gs pos="14286">
                  <a:srgbClr val="DAD8D7">
                    <a:alpha val="18067"/>
                  </a:srgbClr>
                </a:gs>
                <a:gs pos="28571">
                  <a:srgbClr val="DAD8D7">
                    <a:alpha val="14335"/>
                  </a:srgbClr>
                </a:gs>
                <a:gs pos="42857">
                  <a:srgbClr val="DAD8D7">
                    <a:alpha val="9651"/>
                  </a:srgbClr>
                </a:gs>
                <a:gs pos="57143">
                  <a:srgbClr val="DAD8D7">
                    <a:alpha val="5468"/>
                  </a:srgbClr>
                </a:gs>
                <a:gs pos="71429">
                  <a:srgbClr val="DAD8D7">
                    <a:alpha val="2598"/>
                  </a:srgbClr>
                </a:gs>
                <a:gs pos="85714">
                  <a:srgbClr val="DAD8D7">
                    <a:alpha val="1035"/>
                  </a:srgbClr>
                </a:gs>
                <a:gs pos="100000">
                  <a:srgbClr val="DAD8D7">
                    <a:alpha val="3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Splat 978"/>
            <p:cNvSpPr>
              <a:spLocks noGrp="1"/>
            </p:cNvSpPr>
            <p:nvPr/>
          </p:nvSpPr>
          <p:spPr>
            <a:xfrm rot="8814553">
              <a:off x="1456281" y="244186"/>
              <a:ext cx="587154" cy="1068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Splat 979"/>
            <p:cNvSpPr>
              <a:spLocks noGrp="1"/>
            </p:cNvSpPr>
            <p:nvPr/>
          </p:nvSpPr>
          <p:spPr>
            <a:xfrm rot="7593461">
              <a:off x="1873395" y="3154557"/>
              <a:ext cx="705725" cy="63205"/>
            </a:xfrm>
            <a:prstGeom prst="ellipse">
              <a:avLst/>
            </a:prstGeom>
            <a:gradFill>
              <a:gsLst>
                <a:gs pos="0">
                  <a:srgbClr val="000002">
                    <a:alpha val="31107"/>
                  </a:srgbClr>
                </a:gs>
                <a:gs pos="14286">
                  <a:srgbClr val="000002">
                    <a:alpha val="28999"/>
                  </a:srgbClr>
                </a:gs>
                <a:gs pos="28571">
                  <a:srgbClr val="000002">
                    <a:alpha val="23350"/>
                  </a:srgbClr>
                </a:gs>
                <a:gs pos="42857">
                  <a:srgbClr val="000002">
                    <a:alpha val="16006"/>
                  </a:srgbClr>
                </a:gs>
                <a:gs pos="57143">
                  <a:srgbClr val="000002">
                    <a:alpha val="9212"/>
                  </a:srgbClr>
                </a:gs>
                <a:gs pos="71429">
                  <a:srgbClr val="000002">
                    <a:alpha val="4423"/>
                  </a:srgbClr>
                </a:gs>
                <a:gs pos="85714">
                  <a:srgbClr val="000002">
                    <a:alpha val="1773"/>
                  </a:srgbClr>
                </a:gs>
                <a:gs pos="100000">
                  <a:srgbClr val="000002">
                    <a:alpha val="59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Splat 980"/>
            <p:cNvSpPr>
              <a:spLocks noGrp="1"/>
            </p:cNvSpPr>
            <p:nvPr/>
          </p:nvSpPr>
          <p:spPr>
            <a:xfrm rot="8800467">
              <a:off x="722898" y="266439"/>
              <a:ext cx="489461" cy="106296"/>
            </a:xfrm>
            <a:prstGeom prst="ellipse">
              <a:avLst/>
            </a:prstGeom>
            <a:gradFill>
              <a:gsLst>
                <a:gs pos="0">
                  <a:srgbClr val="001400">
                    <a:alpha val="32968"/>
                  </a:srgbClr>
                </a:gs>
                <a:gs pos="14286">
                  <a:srgbClr val="001400">
                    <a:alpha val="30764"/>
                  </a:srgbClr>
                </a:gs>
                <a:gs pos="28571">
                  <a:srgbClr val="001400">
                    <a:alpha val="24833"/>
                  </a:srgbClr>
                </a:gs>
                <a:gs pos="42857">
                  <a:srgbClr val="001400">
                    <a:alpha val="17075"/>
                  </a:srgbClr>
                </a:gs>
                <a:gs pos="57143">
                  <a:srgbClr val="001400">
                    <a:alpha val="9855"/>
                  </a:srgbClr>
                </a:gs>
                <a:gs pos="71429">
                  <a:srgbClr val="001400">
                    <a:alpha val="4740"/>
                  </a:srgbClr>
                </a:gs>
                <a:gs pos="85714">
                  <a:srgbClr val="001400">
                    <a:alpha val="1902"/>
                  </a:srgbClr>
                </a:gs>
                <a:gs pos="100000">
                  <a:srgbClr val="0014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Splat 981"/>
            <p:cNvSpPr>
              <a:spLocks noGrp="1"/>
            </p:cNvSpPr>
            <p:nvPr/>
          </p:nvSpPr>
          <p:spPr>
            <a:xfrm rot="-8616805">
              <a:off x="2260432" y="3171134"/>
              <a:ext cx="547068" cy="54731"/>
            </a:xfrm>
            <a:prstGeom prst="ellipse">
              <a:avLst/>
            </a:prstGeom>
            <a:gradFill>
              <a:gsLst>
                <a:gs pos="0">
                  <a:srgbClr val="F0EEF0">
                    <a:alpha val="32229"/>
                  </a:srgbClr>
                </a:gs>
                <a:gs pos="14286">
                  <a:srgbClr val="F0EEF0">
                    <a:alpha val="30062"/>
                  </a:srgbClr>
                </a:gs>
                <a:gs pos="28571">
                  <a:srgbClr val="F0EEF0">
                    <a:alpha val="24242"/>
                  </a:srgbClr>
                </a:gs>
                <a:gs pos="42857">
                  <a:srgbClr val="F0EEF0">
                    <a:alpha val="16648"/>
                  </a:srgbClr>
                </a:gs>
                <a:gs pos="57143">
                  <a:srgbClr val="F0EEF0">
                    <a:alpha val="9598"/>
                  </a:srgbClr>
                </a:gs>
                <a:gs pos="71429">
                  <a:srgbClr val="F0EEF0">
                    <a:alpha val="4613"/>
                  </a:srgbClr>
                </a:gs>
                <a:gs pos="85714">
                  <a:srgbClr val="F0EEF0">
                    <a:alpha val="1850"/>
                  </a:srgbClr>
                </a:gs>
                <a:gs pos="100000">
                  <a:srgbClr val="F0EEF0">
                    <a:alpha val="6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Splat 982"/>
            <p:cNvSpPr>
              <a:spLocks noGrp="1"/>
            </p:cNvSpPr>
            <p:nvPr/>
          </p:nvSpPr>
          <p:spPr>
            <a:xfrm rot="5029392">
              <a:off x="654518" y="811672"/>
              <a:ext cx="290556" cy="972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Splat 983"/>
            <p:cNvSpPr>
              <a:spLocks noGrp="1"/>
            </p:cNvSpPr>
            <p:nvPr/>
          </p:nvSpPr>
          <p:spPr>
            <a:xfrm rot="5315631">
              <a:off x="1808079" y="296794"/>
              <a:ext cx="419457" cy="55598"/>
            </a:xfrm>
            <a:prstGeom prst="ellipse">
              <a:avLst/>
            </a:prstGeom>
            <a:gradFill>
              <a:gsLst>
                <a:gs pos="0">
                  <a:srgbClr val="F9F9FA">
                    <a:alpha val="23766"/>
                  </a:srgbClr>
                </a:gs>
                <a:gs pos="14286">
                  <a:srgbClr val="F9F9FA">
                    <a:alpha val="22074"/>
                  </a:srgbClr>
                </a:gs>
                <a:gs pos="28571">
                  <a:srgbClr val="F9F9FA">
                    <a:alpha val="17606"/>
                  </a:srgbClr>
                </a:gs>
                <a:gs pos="42857">
                  <a:srgbClr val="F9F9FA">
                    <a:alpha val="11929"/>
                  </a:srgbClr>
                </a:gs>
                <a:gs pos="57143">
                  <a:srgbClr val="F9F9FA">
                    <a:alpha val="6796"/>
                  </a:srgbClr>
                </a:gs>
                <a:gs pos="71429">
                  <a:srgbClr val="F9F9FA">
                    <a:alpha val="3241"/>
                  </a:srgbClr>
                </a:gs>
                <a:gs pos="85714">
                  <a:srgbClr val="F9F9FA">
                    <a:alpha val="1294"/>
                  </a:srgbClr>
                </a:gs>
                <a:gs pos="100000">
                  <a:srgbClr val="F9F9FA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Splat 984"/>
            <p:cNvSpPr>
              <a:spLocks noGrp="1"/>
            </p:cNvSpPr>
            <p:nvPr/>
          </p:nvSpPr>
          <p:spPr>
            <a:xfrm rot="10315659">
              <a:off x="1010273" y="2043336"/>
              <a:ext cx="684627" cy="53552"/>
            </a:xfrm>
            <a:prstGeom prst="ellipse">
              <a:avLst/>
            </a:prstGeom>
            <a:gradFill>
              <a:gsLst>
                <a:gs pos="0">
                  <a:srgbClr val="DADBD9">
                    <a:alpha val="32575"/>
                  </a:srgbClr>
                </a:gs>
                <a:gs pos="14286">
                  <a:srgbClr val="DADBD9">
                    <a:alpha val="30391"/>
                  </a:srgbClr>
                </a:gs>
                <a:gs pos="28571">
                  <a:srgbClr val="DADBD9">
                    <a:alpha val="24519"/>
                  </a:srgbClr>
                </a:gs>
                <a:gs pos="42857">
                  <a:srgbClr val="DADBD9">
                    <a:alpha val="16848"/>
                  </a:srgbClr>
                </a:gs>
                <a:gs pos="57143">
                  <a:srgbClr val="DADBD9">
                    <a:alpha val="9718"/>
                  </a:srgbClr>
                </a:gs>
                <a:gs pos="71429">
                  <a:srgbClr val="DADBD9">
                    <a:alpha val="4673"/>
                  </a:srgbClr>
                </a:gs>
                <a:gs pos="85714">
                  <a:srgbClr val="DADBD9">
                    <a:alpha val="1875"/>
                  </a:srgbClr>
                </a:gs>
                <a:gs pos="100000">
                  <a:srgbClr val="DADBD9">
                    <a:alpha val="6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Splat 985"/>
            <p:cNvSpPr>
              <a:spLocks noGrp="1"/>
            </p:cNvSpPr>
            <p:nvPr/>
          </p:nvSpPr>
          <p:spPr>
            <a:xfrm rot="-10122717">
              <a:off x="2110738" y="549456"/>
              <a:ext cx="572229" cy="95530"/>
            </a:xfrm>
            <a:prstGeom prst="ellipse">
              <a:avLst/>
            </a:prstGeom>
            <a:gradFill>
              <a:gsLst>
                <a:gs pos="0">
                  <a:srgbClr val="000006">
                    <a:alpha val="32968"/>
                  </a:srgbClr>
                </a:gs>
                <a:gs pos="14286">
                  <a:srgbClr val="000006">
                    <a:alpha val="30764"/>
                  </a:srgbClr>
                </a:gs>
                <a:gs pos="28571">
                  <a:srgbClr val="000006">
                    <a:alpha val="24833"/>
                  </a:srgbClr>
                </a:gs>
                <a:gs pos="42857">
                  <a:srgbClr val="000006">
                    <a:alpha val="17075"/>
                  </a:srgbClr>
                </a:gs>
                <a:gs pos="57143">
                  <a:srgbClr val="000006">
                    <a:alpha val="9855"/>
                  </a:srgbClr>
                </a:gs>
                <a:gs pos="71429">
                  <a:srgbClr val="000006">
                    <a:alpha val="4740"/>
                  </a:srgbClr>
                </a:gs>
                <a:gs pos="85714">
                  <a:srgbClr val="000006">
                    <a:alpha val="1902"/>
                  </a:srgbClr>
                </a:gs>
                <a:gs pos="100000">
                  <a:srgbClr val="00000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Splat 986"/>
            <p:cNvSpPr>
              <a:spLocks noGrp="1"/>
            </p:cNvSpPr>
            <p:nvPr/>
          </p:nvSpPr>
          <p:spPr>
            <a:xfrm rot="-10554170">
              <a:off x="680567" y="2780304"/>
              <a:ext cx="820986" cy="926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Splat 987"/>
            <p:cNvSpPr>
              <a:spLocks noGrp="1"/>
            </p:cNvSpPr>
            <p:nvPr/>
          </p:nvSpPr>
          <p:spPr>
            <a:xfrm rot="7091233">
              <a:off x="708250" y="3200595"/>
              <a:ext cx="397063" cy="551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Splat 988"/>
            <p:cNvSpPr>
              <a:spLocks noGrp="1"/>
            </p:cNvSpPr>
            <p:nvPr/>
          </p:nvSpPr>
          <p:spPr>
            <a:xfrm rot="-10334505">
              <a:off x="3124879" y="1815981"/>
              <a:ext cx="649797" cy="225764"/>
            </a:xfrm>
            <a:prstGeom prst="ellipse">
              <a:avLst/>
            </a:prstGeom>
            <a:gradFill>
              <a:gsLst>
                <a:gs pos="0">
                  <a:srgbClr val="F8F8F8">
                    <a:alpha val="15999"/>
                  </a:srgbClr>
                </a:gs>
                <a:gs pos="14286">
                  <a:srgbClr val="F8F8F8">
                    <a:alpha val="14806"/>
                  </a:srgbClr>
                </a:gs>
                <a:gs pos="28571">
                  <a:srgbClr val="F8F8F8">
                    <a:alpha val="11699"/>
                  </a:srgbClr>
                </a:gs>
                <a:gs pos="42857">
                  <a:srgbClr val="F8F8F8">
                    <a:alpha val="7837"/>
                  </a:srgbClr>
                </a:gs>
                <a:gs pos="57143">
                  <a:srgbClr val="F8F8F8">
                    <a:alpha val="4421"/>
                  </a:srgbClr>
                </a:gs>
                <a:gs pos="71429">
                  <a:srgbClr val="F8F8F8">
                    <a:alpha val="2095"/>
                  </a:srgbClr>
                </a:gs>
                <a:gs pos="85714">
                  <a:srgbClr val="F8F8F8">
                    <a:alpha val="834"/>
                  </a:srgbClr>
                </a:gs>
                <a:gs pos="100000">
                  <a:srgbClr val="F8F8F8">
                    <a:alpha val="2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Splat 989"/>
            <p:cNvSpPr>
              <a:spLocks noGrp="1"/>
            </p:cNvSpPr>
            <p:nvPr/>
          </p:nvSpPr>
          <p:spPr>
            <a:xfrm rot="5577927">
              <a:off x="2430813" y="789923"/>
              <a:ext cx="509513" cy="181433"/>
            </a:xfrm>
            <a:prstGeom prst="ellipse">
              <a:avLst/>
            </a:prstGeom>
            <a:gradFill>
              <a:gsLst>
                <a:gs pos="0">
                  <a:srgbClr val="F3F4F3">
                    <a:alpha val="11838"/>
                  </a:srgbClr>
                </a:gs>
                <a:gs pos="14286">
                  <a:srgbClr val="F3F4F3">
                    <a:alpha val="10935"/>
                  </a:srgbClr>
                </a:gs>
                <a:gs pos="28571">
                  <a:srgbClr val="F3F4F3">
                    <a:alpha val="8599"/>
                  </a:srgbClr>
                </a:gs>
                <a:gs pos="42857">
                  <a:srgbClr val="F3F4F3">
                    <a:alpha val="5727"/>
                  </a:srgbClr>
                </a:gs>
                <a:gs pos="57143">
                  <a:srgbClr val="F3F4F3">
                    <a:alpha val="3215"/>
                  </a:srgbClr>
                </a:gs>
                <a:gs pos="71429">
                  <a:srgbClr val="F3F4F3">
                    <a:alpha val="1518"/>
                  </a:srgbClr>
                </a:gs>
                <a:gs pos="85714">
                  <a:srgbClr val="F3F4F3">
                    <a:alpha val="603"/>
                  </a:srgbClr>
                </a:gs>
                <a:gs pos="100000">
                  <a:srgbClr val="F3F4F3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Splat 990"/>
            <p:cNvSpPr>
              <a:spLocks noGrp="1"/>
            </p:cNvSpPr>
            <p:nvPr/>
          </p:nvSpPr>
          <p:spPr>
            <a:xfrm rot="-10122673">
              <a:off x="2465765" y="1200471"/>
              <a:ext cx="429937" cy="158491"/>
            </a:xfrm>
            <a:prstGeom prst="ellipse">
              <a:avLst/>
            </a:prstGeom>
            <a:gradFill>
              <a:gsLst>
                <a:gs pos="0">
                  <a:srgbClr val="FCFDFB">
                    <a:alpha val="27475"/>
                  </a:srgbClr>
                </a:gs>
                <a:gs pos="14286">
                  <a:srgbClr val="FCFDFB">
                    <a:alpha val="25566"/>
                  </a:srgbClr>
                </a:gs>
                <a:gs pos="28571">
                  <a:srgbClr val="FCFDFB">
                    <a:alpha val="20487"/>
                  </a:srgbClr>
                </a:gs>
                <a:gs pos="42857">
                  <a:srgbClr val="FCFDFB">
                    <a:alpha val="13961"/>
                  </a:srgbClr>
                </a:gs>
                <a:gs pos="57143">
                  <a:srgbClr val="FCFDFB">
                    <a:alpha val="7994"/>
                  </a:srgbClr>
                </a:gs>
                <a:gs pos="71429">
                  <a:srgbClr val="FCFDFB">
                    <a:alpha val="3825"/>
                  </a:srgbClr>
                </a:gs>
                <a:gs pos="85714">
                  <a:srgbClr val="FCFDFB">
                    <a:alpha val="1530"/>
                  </a:srgbClr>
                </a:gs>
                <a:gs pos="100000">
                  <a:srgbClr val="FCFDFB">
                    <a:alpha val="51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Splat 991"/>
            <p:cNvSpPr>
              <a:spLocks noGrp="1"/>
            </p:cNvSpPr>
            <p:nvPr/>
          </p:nvSpPr>
          <p:spPr>
            <a:xfrm rot="5410459">
              <a:off x="723832" y="2426316"/>
              <a:ext cx="385013" cy="22278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Splat 992"/>
            <p:cNvSpPr>
              <a:spLocks noGrp="1"/>
            </p:cNvSpPr>
            <p:nvPr/>
          </p:nvSpPr>
          <p:spPr>
            <a:xfrm rot="-10654182">
              <a:off x="1044193" y="1339786"/>
              <a:ext cx="834991" cy="922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Splat 993"/>
            <p:cNvSpPr>
              <a:spLocks noGrp="1"/>
            </p:cNvSpPr>
            <p:nvPr/>
          </p:nvSpPr>
          <p:spPr>
            <a:xfrm rot="8637747">
              <a:off x="3144409" y="1680976"/>
              <a:ext cx="531193" cy="32471"/>
            </a:xfrm>
            <a:prstGeom prst="ellipse">
              <a:avLst/>
            </a:prstGeom>
            <a:gradFill>
              <a:gsLst>
                <a:gs pos="0">
                  <a:srgbClr val="000005">
                    <a:alpha val="32968"/>
                  </a:srgbClr>
                </a:gs>
                <a:gs pos="14286">
                  <a:srgbClr val="000005">
                    <a:alpha val="30764"/>
                  </a:srgbClr>
                </a:gs>
                <a:gs pos="28571">
                  <a:srgbClr val="000005">
                    <a:alpha val="24833"/>
                  </a:srgbClr>
                </a:gs>
                <a:gs pos="42857">
                  <a:srgbClr val="000005">
                    <a:alpha val="17075"/>
                  </a:srgbClr>
                </a:gs>
                <a:gs pos="57143">
                  <a:srgbClr val="000005">
                    <a:alpha val="9855"/>
                  </a:srgbClr>
                </a:gs>
                <a:gs pos="71429">
                  <a:srgbClr val="000005">
                    <a:alpha val="4740"/>
                  </a:srgbClr>
                </a:gs>
                <a:gs pos="85714">
                  <a:srgbClr val="000005">
                    <a:alpha val="1902"/>
                  </a:srgbClr>
                </a:gs>
                <a:gs pos="100000">
                  <a:srgbClr val="00000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Splat 994"/>
            <p:cNvSpPr>
              <a:spLocks noGrp="1"/>
            </p:cNvSpPr>
            <p:nvPr/>
          </p:nvSpPr>
          <p:spPr>
            <a:xfrm rot="7413709">
              <a:off x="2161653" y="497035"/>
              <a:ext cx="745147" cy="122665"/>
            </a:xfrm>
            <a:prstGeom prst="ellipse">
              <a:avLst/>
            </a:prstGeom>
            <a:gradFill>
              <a:gsLst>
                <a:gs pos="0">
                  <a:srgbClr val="CED2D0">
                    <a:alpha val="32968"/>
                  </a:srgbClr>
                </a:gs>
                <a:gs pos="14286">
                  <a:srgbClr val="CED2D0">
                    <a:alpha val="30764"/>
                  </a:srgbClr>
                </a:gs>
                <a:gs pos="28571">
                  <a:srgbClr val="CED2D0">
                    <a:alpha val="24833"/>
                  </a:srgbClr>
                </a:gs>
                <a:gs pos="42857">
                  <a:srgbClr val="CED2D0">
                    <a:alpha val="17075"/>
                  </a:srgbClr>
                </a:gs>
                <a:gs pos="57143">
                  <a:srgbClr val="CED2D0">
                    <a:alpha val="9855"/>
                  </a:srgbClr>
                </a:gs>
                <a:gs pos="71429">
                  <a:srgbClr val="CED2D0">
                    <a:alpha val="4740"/>
                  </a:srgbClr>
                </a:gs>
                <a:gs pos="85714">
                  <a:srgbClr val="CED2D0">
                    <a:alpha val="1902"/>
                  </a:srgbClr>
                </a:gs>
                <a:gs pos="100000">
                  <a:srgbClr val="CED2D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Splat 995"/>
            <p:cNvSpPr>
              <a:spLocks noGrp="1"/>
            </p:cNvSpPr>
            <p:nvPr/>
          </p:nvSpPr>
          <p:spPr>
            <a:xfrm rot="9211870">
              <a:off x="2180330" y="1572462"/>
              <a:ext cx="469698" cy="26259"/>
            </a:xfrm>
            <a:prstGeom prst="ellipse">
              <a:avLst/>
            </a:prstGeom>
            <a:gradFill>
              <a:gsLst>
                <a:gs pos="0">
                  <a:srgbClr val="FEFEFF">
                    <a:alpha val="29209"/>
                  </a:srgbClr>
                </a:gs>
                <a:gs pos="14286">
                  <a:srgbClr val="FEFEFF">
                    <a:alpha val="27203"/>
                  </a:srgbClr>
                </a:gs>
                <a:gs pos="28571">
                  <a:srgbClr val="FEFEFF">
                    <a:alpha val="21848"/>
                  </a:srgbClr>
                </a:gs>
                <a:gs pos="42857">
                  <a:srgbClr val="FEFEFF">
                    <a:alpha val="14930"/>
                  </a:srgbClr>
                </a:gs>
                <a:gs pos="57143">
                  <a:srgbClr val="FEFEFF">
                    <a:alpha val="8570"/>
                  </a:srgbClr>
                </a:gs>
                <a:gs pos="71429">
                  <a:srgbClr val="FEFEFF">
                    <a:alpha val="4107"/>
                  </a:srgbClr>
                </a:gs>
                <a:gs pos="85714">
                  <a:srgbClr val="FEFEFF">
                    <a:alpha val="1645"/>
                  </a:srgbClr>
                </a:gs>
                <a:gs pos="100000">
                  <a:srgbClr val="FEFEFF">
                    <a:alpha val="55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Splat 996"/>
            <p:cNvSpPr>
              <a:spLocks noGrp="1"/>
            </p:cNvSpPr>
            <p:nvPr/>
          </p:nvSpPr>
          <p:spPr>
            <a:xfrm rot="7063454">
              <a:off x="1737179" y="1233256"/>
              <a:ext cx="721435" cy="13981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Splat 997"/>
            <p:cNvSpPr>
              <a:spLocks noGrp="1"/>
            </p:cNvSpPr>
            <p:nvPr/>
          </p:nvSpPr>
          <p:spPr>
            <a:xfrm rot="8525698">
              <a:off x="2949325" y="2830907"/>
              <a:ext cx="549753" cy="765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Splat 998"/>
            <p:cNvSpPr>
              <a:spLocks noGrp="1"/>
            </p:cNvSpPr>
            <p:nvPr/>
          </p:nvSpPr>
          <p:spPr>
            <a:xfrm rot="6647894">
              <a:off x="438939" y="2720075"/>
              <a:ext cx="589702" cy="1443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Splat 999"/>
            <p:cNvSpPr>
              <a:spLocks noGrp="1"/>
            </p:cNvSpPr>
            <p:nvPr/>
          </p:nvSpPr>
          <p:spPr>
            <a:xfrm rot="9157049">
              <a:off x="1270678" y="137010"/>
              <a:ext cx="301912" cy="113226"/>
            </a:xfrm>
            <a:prstGeom prst="ellipse">
              <a:avLst/>
            </a:prstGeom>
            <a:gradFill>
              <a:gsLst>
                <a:gs pos="0">
                  <a:srgbClr val="C5C3C4">
                    <a:alpha val="32968"/>
                  </a:srgbClr>
                </a:gs>
                <a:gs pos="14286">
                  <a:srgbClr val="C5C3C4">
                    <a:alpha val="30764"/>
                  </a:srgbClr>
                </a:gs>
                <a:gs pos="28571">
                  <a:srgbClr val="C5C3C4">
                    <a:alpha val="24833"/>
                  </a:srgbClr>
                </a:gs>
                <a:gs pos="42857">
                  <a:srgbClr val="C5C3C4">
                    <a:alpha val="17075"/>
                  </a:srgbClr>
                </a:gs>
                <a:gs pos="57143">
                  <a:srgbClr val="C5C3C4">
                    <a:alpha val="9855"/>
                  </a:srgbClr>
                </a:gs>
                <a:gs pos="71429">
                  <a:srgbClr val="C5C3C4">
                    <a:alpha val="4740"/>
                  </a:srgbClr>
                </a:gs>
                <a:gs pos="85714">
                  <a:srgbClr val="C5C3C4">
                    <a:alpha val="1902"/>
                  </a:srgbClr>
                </a:gs>
                <a:gs pos="100000">
                  <a:srgbClr val="C5C3C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Splat 1000"/>
            <p:cNvSpPr>
              <a:spLocks noGrp="1"/>
            </p:cNvSpPr>
            <p:nvPr/>
          </p:nvSpPr>
          <p:spPr>
            <a:xfrm rot="9359658">
              <a:off x="2593475" y="1306696"/>
              <a:ext cx="507560" cy="5003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Splat 1001"/>
            <p:cNvSpPr>
              <a:spLocks noGrp="1"/>
            </p:cNvSpPr>
            <p:nvPr/>
          </p:nvSpPr>
          <p:spPr>
            <a:xfrm rot="9404842">
              <a:off x="2074238" y="2235335"/>
              <a:ext cx="489552" cy="2157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Splat 1002"/>
            <p:cNvSpPr>
              <a:spLocks noGrp="1"/>
            </p:cNvSpPr>
            <p:nvPr/>
          </p:nvSpPr>
          <p:spPr>
            <a:xfrm rot="5371783">
              <a:off x="2002945" y="400068"/>
              <a:ext cx="402471" cy="86086"/>
            </a:xfrm>
            <a:prstGeom prst="ellipse">
              <a:avLst/>
            </a:prstGeom>
            <a:gradFill>
              <a:gsLst>
                <a:gs pos="0">
                  <a:srgbClr val="DCDCDE">
                    <a:alpha val="23371"/>
                  </a:srgbClr>
                </a:gs>
                <a:gs pos="14286">
                  <a:srgbClr val="DCDCDE">
                    <a:alpha val="21703"/>
                  </a:srgbClr>
                </a:gs>
                <a:gs pos="28571">
                  <a:srgbClr val="DCDCDE">
                    <a:alpha val="17301"/>
                  </a:srgbClr>
                </a:gs>
                <a:gs pos="42857">
                  <a:srgbClr val="DCDCDE">
                    <a:alpha val="11715"/>
                  </a:srgbClr>
                </a:gs>
                <a:gs pos="57143">
                  <a:srgbClr val="DCDCDE">
                    <a:alpha val="6671"/>
                  </a:srgbClr>
                </a:gs>
                <a:gs pos="71429">
                  <a:srgbClr val="DCDCDE">
                    <a:alpha val="3180"/>
                  </a:srgbClr>
                </a:gs>
                <a:gs pos="85714">
                  <a:srgbClr val="DCDCDE">
                    <a:alpha val="1270"/>
                  </a:srgbClr>
                </a:gs>
                <a:gs pos="100000">
                  <a:srgbClr val="DCDCDE">
                    <a:alpha val="4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Splat 1003"/>
            <p:cNvSpPr>
              <a:spLocks noGrp="1"/>
            </p:cNvSpPr>
            <p:nvPr/>
          </p:nvSpPr>
          <p:spPr>
            <a:xfrm rot="-9915463">
              <a:off x="2927922" y="1907572"/>
              <a:ext cx="643727" cy="68873"/>
            </a:xfrm>
            <a:prstGeom prst="ellipse">
              <a:avLst/>
            </a:prstGeom>
            <a:gradFill>
              <a:gsLst>
                <a:gs pos="0">
                  <a:srgbClr val="E9E9E9">
                    <a:alpha val="28994"/>
                  </a:srgbClr>
                </a:gs>
                <a:gs pos="14286">
                  <a:srgbClr val="E9E9E9">
                    <a:alpha val="27000"/>
                  </a:srgbClr>
                </a:gs>
                <a:gs pos="28571">
                  <a:srgbClr val="E9E9E9">
                    <a:alpha val="21679"/>
                  </a:srgbClr>
                </a:gs>
                <a:gs pos="42857">
                  <a:srgbClr val="E9E9E9">
                    <a:alpha val="14809"/>
                  </a:srgbClr>
                </a:gs>
                <a:gs pos="57143">
                  <a:srgbClr val="E9E9E9">
                    <a:alpha val="8498"/>
                  </a:srgbClr>
                </a:gs>
                <a:gs pos="71429">
                  <a:srgbClr val="E9E9E9">
                    <a:alpha val="4072"/>
                  </a:srgbClr>
                </a:gs>
                <a:gs pos="85714">
                  <a:srgbClr val="E9E9E9">
                    <a:alpha val="1630"/>
                  </a:srgbClr>
                </a:gs>
                <a:gs pos="100000">
                  <a:srgbClr val="E9E9E9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Splat 1004"/>
            <p:cNvSpPr>
              <a:spLocks noGrp="1"/>
            </p:cNvSpPr>
            <p:nvPr/>
          </p:nvSpPr>
          <p:spPr>
            <a:xfrm rot="7464815">
              <a:off x="1410415" y="2548689"/>
              <a:ext cx="809856" cy="601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Splat 1005"/>
            <p:cNvSpPr>
              <a:spLocks noGrp="1"/>
            </p:cNvSpPr>
            <p:nvPr/>
          </p:nvSpPr>
          <p:spPr>
            <a:xfrm rot="-10369138">
              <a:off x="3272639" y="3366317"/>
              <a:ext cx="454275" cy="83806"/>
            </a:xfrm>
            <a:prstGeom prst="ellipse">
              <a:avLst/>
            </a:prstGeom>
            <a:gradFill>
              <a:gsLst>
                <a:gs pos="0">
                  <a:srgbClr val="F9F9F8">
                    <a:alpha val="32968"/>
                  </a:srgbClr>
                </a:gs>
                <a:gs pos="14286">
                  <a:srgbClr val="F9F9F8">
                    <a:alpha val="30764"/>
                  </a:srgbClr>
                </a:gs>
                <a:gs pos="28571">
                  <a:srgbClr val="F9F9F8">
                    <a:alpha val="24833"/>
                  </a:srgbClr>
                </a:gs>
                <a:gs pos="42857">
                  <a:srgbClr val="F9F9F8">
                    <a:alpha val="17075"/>
                  </a:srgbClr>
                </a:gs>
                <a:gs pos="57143">
                  <a:srgbClr val="F9F9F8">
                    <a:alpha val="9855"/>
                  </a:srgbClr>
                </a:gs>
                <a:gs pos="71429">
                  <a:srgbClr val="F9F9F8">
                    <a:alpha val="4740"/>
                  </a:srgbClr>
                </a:gs>
                <a:gs pos="85714">
                  <a:srgbClr val="F9F9F8">
                    <a:alpha val="1902"/>
                  </a:srgbClr>
                </a:gs>
                <a:gs pos="100000">
                  <a:srgbClr val="F9F9F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Splat 1006"/>
            <p:cNvSpPr>
              <a:spLocks noGrp="1"/>
            </p:cNvSpPr>
            <p:nvPr/>
          </p:nvSpPr>
          <p:spPr>
            <a:xfrm rot="9068571">
              <a:off x="3116308" y="3496961"/>
              <a:ext cx="795953" cy="17092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Splat 1007"/>
            <p:cNvSpPr>
              <a:spLocks noGrp="1"/>
            </p:cNvSpPr>
            <p:nvPr/>
          </p:nvSpPr>
          <p:spPr>
            <a:xfrm rot="6354120">
              <a:off x="2312052" y="3249512"/>
              <a:ext cx="678034" cy="178963"/>
            </a:xfrm>
            <a:prstGeom prst="ellipse">
              <a:avLst/>
            </a:prstGeom>
            <a:gradFill>
              <a:gsLst>
                <a:gs pos="0">
                  <a:srgbClr val="000000">
                    <a:alpha val="31172"/>
                  </a:srgbClr>
                </a:gs>
                <a:gs pos="14286">
                  <a:srgbClr val="000000">
                    <a:alpha val="29060"/>
                  </a:srgbClr>
                </a:gs>
                <a:gs pos="28571">
                  <a:srgbClr val="000000">
                    <a:alpha val="23401"/>
                  </a:srgbClr>
                </a:gs>
                <a:gs pos="42857">
                  <a:srgbClr val="000000">
                    <a:alpha val="16042"/>
                  </a:srgbClr>
                </a:gs>
                <a:gs pos="57143">
                  <a:srgbClr val="000000">
                    <a:alpha val="9234"/>
                  </a:srgbClr>
                </a:gs>
                <a:gs pos="71429">
                  <a:srgbClr val="000000">
                    <a:alpha val="4434"/>
                  </a:srgbClr>
                </a:gs>
                <a:gs pos="85714">
                  <a:srgbClr val="000000">
                    <a:alpha val="1777"/>
                  </a:srgbClr>
                </a:gs>
                <a:gs pos="100000">
                  <a:srgbClr val="000000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Splat 1008"/>
            <p:cNvSpPr>
              <a:spLocks noGrp="1"/>
            </p:cNvSpPr>
            <p:nvPr/>
          </p:nvSpPr>
          <p:spPr>
            <a:xfrm rot="10532538">
              <a:off x="1880292" y="2621804"/>
              <a:ext cx="417904" cy="90939"/>
            </a:xfrm>
            <a:prstGeom prst="ellipse">
              <a:avLst/>
            </a:prstGeom>
            <a:gradFill>
              <a:gsLst>
                <a:gs pos="0">
                  <a:srgbClr val="FEFEFE">
                    <a:alpha val="31628"/>
                  </a:srgbClr>
                </a:gs>
                <a:gs pos="14286">
                  <a:srgbClr val="FEFEFE">
                    <a:alpha val="29492"/>
                  </a:srgbClr>
                </a:gs>
                <a:gs pos="28571">
                  <a:srgbClr val="FEFEFE">
                    <a:alpha val="23763"/>
                  </a:srgbClr>
                </a:gs>
                <a:gs pos="42857">
                  <a:srgbClr val="FEFEFE">
                    <a:alpha val="16303"/>
                  </a:srgbClr>
                </a:gs>
                <a:gs pos="57143">
                  <a:srgbClr val="FEFEFE">
                    <a:alpha val="9391"/>
                  </a:srgbClr>
                </a:gs>
                <a:gs pos="71429">
                  <a:srgbClr val="FEFEFE">
                    <a:alpha val="4511"/>
                  </a:srgbClr>
                </a:gs>
                <a:gs pos="85714">
                  <a:srgbClr val="FEFEFE">
                    <a:alpha val="1809"/>
                  </a:srgbClr>
                </a:gs>
                <a:gs pos="100000">
                  <a:srgbClr val="FEFEFE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Splat 1009"/>
            <p:cNvSpPr>
              <a:spLocks noGrp="1"/>
            </p:cNvSpPr>
            <p:nvPr/>
          </p:nvSpPr>
          <p:spPr>
            <a:xfrm rot="7007821">
              <a:off x="-216428" y="376764"/>
              <a:ext cx="782156" cy="2794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Splat 1010"/>
            <p:cNvSpPr>
              <a:spLocks noGrp="1"/>
            </p:cNvSpPr>
            <p:nvPr/>
          </p:nvSpPr>
          <p:spPr>
            <a:xfrm rot="3579174">
              <a:off x="140519" y="3170092"/>
              <a:ext cx="641099" cy="58667"/>
            </a:xfrm>
            <a:prstGeom prst="ellipse">
              <a:avLst/>
            </a:prstGeom>
            <a:gradFill>
              <a:gsLst>
                <a:gs pos="0">
                  <a:srgbClr val="D5D5D6">
                    <a:alpha val="32968"/>
                  </a:srgbClr>
                </a:gs>
                <a:gs pos="14286">
                  <a:srgbClr val="D5D5D6">
                    <a:alpha val="30764"/>
                  </a:srgbClr>
                </a:gs>
                <a:gs pos="28571">
                  <a:srgbClr val="D5D5D6">
                    <a:alpha val="24833"/>
                  </a:srgbClr>
                </a:gs>
                <a:gs pos="42857">
                  <a:srgbClr val="D5D5D6">
                    <a:alpha val="17075"/>
                  </a:srgbClr>
                </a:gs>
                <a:gs pos="57143">
                  <a:srgbClr val="D5D5D6">
                    <a:alpha val="9855"/>
                  </a:srgbClr>
                </a:gs>
                <a:gs pos="71429">
                  <a:srgbClr val="D5D5D6">
                    <a:alpha val="4740"/>
                  </a:srgbClr>
                </a:gs>
                <a:gs pos="85714">
                  <a:srgbClr val="D5D5D6">
                    <a:alpha val="1902"/>
                  </a:srgbClr>
                </a:gs>
                <a:gs pos="100000">
                  <a:srgbClr val="D5D5D6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Splat 1011"/>
            <p:cNvSpPr>
              <a:spLocks noGrp="1"/>
            </p:cNvSpPr>
            <p:nvPr/>
          </p:nvSpPr>
          <p:spPr>
            <a:xfrm rot="10597417">
              <a:off x="1908097" y="1306763"/>
              <a:ext cx="294676" cy="11172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Splat 1012"/>
            <p:cNvSpPr>
              <a:spLocks noGrp="1"/>
            </p:cNvSpPr>
            <p:nvPr/>
          </p:nvSpPr>
          <p:spPr>
            <a:xfrm rot="3298926">
              <a:off x="40050" y="2366586"/>
              <a:ext cx="455695" cy="45652"/>
            </a:xfrm>
            <a:prstGeom prst="ellipse">
              <a:avLst/>
            </a:prstGeom>
            <a:gradFill>
              <a:gsLst>
                <a:gs pos="0">
                  <a:srgbClr val="FEFFFE">
                    <a:alpha val="32968"/>
                  </a:srgbClr>
                </a:gs>
                <a:gs pos="14286">
                  <a:srgbClr val="FEFFFE">
                    <a:alpha val="30764"/>
                  </a:srgbClr>
                </a:gs>
                <a:gs pos="28571">
                  <a:srgbClr val="FEFFFE">
                    <a:alpha val="24833"/>
                  </a:srgbClr>
                </a:gs>
                <a:gs pos="42857">
                  <a:srgbClr val="FEFFFE">
                    <a:alpha val="17075"/>
                  </a:srgbClr>
                </a:gs>
                <a:gs pos="57143">
                  <a:srgbClr val="FEFFFE">
                    <a:alpha val="9855"/>
                  </a:srgbClr>
                </a:gs>
                <a:gs pos="71429">
                  <a:srgbClr val="FEFFFE">
                    <a:alpha val="4740"/>
                  </a:srgbClr>
                </a:gs>
                <a:gs pos="85714">
                  <a:srgbClr val="FEFFFE">
                    <a:alpha val="1902"/>
                  </a:srgbClr>
                </a:gs>
                <a:gs pos="100000">
                  <a:srgbClr val="FE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Splat 1013"/>
            <p:cNvSpPr>
              <a:spLocks noGrp="1"/>
            </p:cNvSpPr>
            <p:nvPr/>
          </p:nvSpPr>
          <p:spPr>
            <a:xfrm rot="6918607">
              <a:off x="2810350" y="1533490"/>
              <a:ext cx="434695" cy="61223"/>
            </a:xfrm>
            <a:prstGeom prst="ellipse">
              <a:avLst/>
            </a:prstGeom>
            <a:gradFill>
              <a:gsLst>
                <a:gs pos="0">
                  <a:srgbClr val="E2E3E3">
                    <a:alpha val="32968"/>
                  </a:srgbClr>
                </a:gs>
                <a:gs pos="14286">
                  <a:srgbClr val="E2E3E3">
                    <a:alpha val="30764"/>
                  </a:srgbClr>
                </a:gs>
                <a:gs pos="28571">
                  <a:srgbClr val="E2E3E3">
                    <a:alpha val="24833"/>
                  </a:srgbClr>
                </a:gs>
                <a:gs pos="42857">
                  <a:srgbClr val="E2E3E3">
                    <a:alpha val="17075"/>
                  </a:srgbClr>
                </a:gs>
                <a:gs pos="57143">
                  <a:srgbClr val="E2E3E3">
                    <a:alpha val="9855"/>
                  </a:srgbClr>
                </a:gs>
                <a:gs pos="71429">
                  <a:srgbClr val="E2E3E3">
                    <a:alpha val="4740"/>
                  </a:srgbClr>
                </a:gs>
                <a:gs pos="85714">
                  <a:srgbClr val="E2E3E3">
                    <a:alpha val="1902"/>
                  </a:srgbClr>
                </a:gs>
                <a:gs pos="100000">
                  <a:srgbClr val="E2E3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Splat 1014"/>
            <p:cNvSpPr>
              <a:spLocks noGrp="1"/>
            </p:cNvSpPr>
            <p:nvPr/>
          </p:nvSpPr>
          <p:spPr>
            <a:xfrm rot="6581978">
              <a:off x="48355" y="-2720"/>
              <a:ext cx="747958" cy="1037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Splat 1015"/>
            <p:cNvSpPr>
              <a:spLocks noGrp="1"/>
            </p:cNvSpPr>
            <p:nvPr/>
          </p:nvSpPr>
          <p:spPr>
            <a:xfrm rot="5467853">
              <a:off x="524882" y="-62958"/>
              <a:ext cx="540785" cy="199492"/>
            </a:xfrm>
            <a:prstGeom prst="ellipse">
              <a:avLst/>
            </a:prstGeom>
            <a:gradFill>
              <a:gsLst>
                <a:gs pos="0">
                  <a:srgbClr val="FEFFFE">
                    <a:alpha val="16688"/>
                  </a:srgbClr>
                </a:gs>
                <a:gs pos="14286">
                  <a:srgbClr val="FEFFFE">
                    <a:alpha val="15449"/>
                  </a:srgbClr>
                </a:gs>
                <a:gs pos="28571">
                  <a:srgbClr val="FEFFFE">
                    <a:alpha val="12216"/>
                  </a:srgbClr>
                </a:gs>
                <a:gs pos="42857">
                  <a:srgbClr val="FEFFFE">
                    <a:alpha val="8191"/>
                  </a:srgbClr>
                </a:gs>
                <a:gs pos="57143">
                  <a:srgbClr val="FEFFFE">
                    <a:alpha val="4625"/>
                  </a:srgbClr>
                </a:gs>
                <a:gs pos="71429">
                  <a:srgbClr val="FEFFFE">
                    <a:alpha val="2192"/>
                  </a:srgbClr>
                </a:gs>
                <a:gs pos="85714">
                  <a:srgbClr val="FEFFFE">
                    <a:alpha val="873"/>
                  </a:srgbClr>
                </a:gs>
                <a:gs pos="100000">
                  <a:srgbClr val="FEFFFE">
                    <a:alpha val="2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Splat 1016"/>
            <p:cNvSpPr>
              <a:spLocks noGrp="1"/>
            </p:cNvSpPr>
            <p:nvPr/>
          </p:nvSpPr>
          <p:spPr>
            <a:xfrm rot="10583167">
              <a:off x="613021" y="2386515"/>
              <a:ext cx="840811" cy="42966"/>
            </a:xfrm>
            <a:prstGeom prst="ellipse">
              <a:avLst/>
            </a:prstGeom>
            <a:gradFill>
              <a:gsLst>
                <a:gs pos="0">
                  <a:srgbClr val="C9C7C8">
                    <a:alpha val="32968"/>
                  </a:srgbClr>
                </a:gs>
                <a:gs pos="14286">
                  <a:srgbClr val="C9C7C8">
                    <a:alpha val="30764"/>
                  </a:srgbClr>
                </a:gs>
                <a:gs pos="28571">
                  <a:srgbClr val="C9C7C8">
                    <a:alpha val="24833"/>
                  </a:srgbClr>
                </a:gs>
                <a:gs pos="42857">
                  <a:srgbClr val="C9C7C8">
                    <a:alpha val="17075"/>
                  </a:srgbClr>
                </a:gs>
                <a:gs pos="57143">
                  <a:srgbClr val="C9C7C8">
                    <a:alpha val="9855"/>
                  </a:srgbClr>
                </a:gs>
                <a:gs pos="71429">
                  <a:srgbClr val="C9C7C8">
                    <a:alpha val="4740"/>
                  </a:srgbClr>
                </a:gs>
                <a:gs pos="85714">
                  <a:srgbClr val="C9C7C8">
                    <a:alpha val="1902"/>
                  </a:srgbClr>
                </a:gs>
                <a:gs pos="100000">
                  <a:srgbClr val="C9C7C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Splat 1017"/>
            <p:cNvSpPr>
              <a:spLocks noGrp="1"/>
            </p:cNvSpPr>
            <p:nvPr/>
          </p:nvSpPr>
          <p:spPr>
            <a:xfrm rot="9333640">
              <a:off x="912971" y="1488186"/>
              <a:ext cx="244453" cy="4601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Splat 1018"/>
            <p:cNvSpPr>
              <a:spLocks noGrp="1"/>
            </p:cNvSpPr>
            <p:nvPr/>
          </p:nvSpPr>
          <p:spPr>
            <a:xfrm rot="10701685">
              <a:off x="593057" y="2007659"/>
              <a:ext cx="704508" cy="133128"/>
            </a:xfrm>
            <a:prstGeom prst="ellipse">
              <a:avLst/>
            </a:prstGeom>
            <a:gradFill>
              <a:gsLst>
                <a:gs pos="0">
                  <a:srgbClr val="000012">
                    <a:alpha val="32968"/>
                  </a:srgbClr>
                </a:gs>
                <a:gs pos="14286">
                  <a:srgbClr val="000012">
                    <a:alpha val="30764"/>
                  </a:srgbClr>
                </a:gs>
                <a:gs pos="28571">
                  <a:srgbClr val="000012">
                    <a:alpha val="24833"/>
                  </a:srgbClr>
                </a:gs>
                <a:gs pos="42857">
                  <a:srgbClr val="000012">
                    <a:alpha val="17075"/>
                  </a:srgbClr>
                </a:gs>
                <a:gs pos="57143">
                  <a:srgbClr val="000012">
                    <a:alpha val="9855"/>
                  </a:srgbClr>
                </a:gs>
                <a:gs pos="71429">
                  <a:srgbClr val="000012">
                    <a:alpha val="4740"/>
                  </a:srgbClr>
                </a:gs>
                <a:gs pos="85714">
                  <a:srgbClr val="000012">
                    <a:alpha val="1902"/>
                  </a:srgbClr>
                </a:gs>
                <a:gs pos="100000">
                  <a:srgbClr val="00001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Splat 1019"/>
            <p:cNvSpPr>
              <a:spLocks noGrp="1"/>
            </p:cNvSpPr>
            <p:nvPr/>
          </p:nvSpPr>
          <p:spPr>
            <a:xfrm rot="3254519">
              <a:off x="-164164" y="1402894"/>
              <a:ext cx="399698" cy="77920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Splat 1020"/>
            <p:cNvSpPr>
              <a:spLocks noGrp="1"/>
            </p:cNvSpPr>
            <p:nvPr/>
          </p:nvSpPr>
          <p:spPr>
            <a:xfrm rot="4321130">
              <a:off x="946286" y="3312209"/>
              <a:ext cx="187410" cy="53696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Splat 1021"/>
            <p:cNvSpPr>
              <a:spLocks noGrp="1"/>
            </p:cNvSpPr>
            <p:nvPr/>
          </p:nvSpPr>
          <p:spPr>
            <a:xfrm rot="7413634">
              <a:off x="798626" y="504124"/>
              <a:ext cx="660172" cy="69377"/>
            </a:xfrm>
            <a:prstGeom prst="ellipse">
              <a:avLst/>
            </a:prstGeom>
            <a:gradFill>
              <a:gsLst>
                <a:gs pos="0">
                  <a:srgbClr val="000600">
                    <a:alpha val="32968"/>
                  </a:srgbClr>
                </a:gs>
                <a:gs pos="14286">
                  <a:srgbClr val="000600">
                    <a:alpha val="30764"/>
                  </a:srgbClr>
                </a:gs>
                <a:gs pos="28571">
                  <a:srgbClr val="000600">
                    <a:alpha val="24833"/>
                  </a:srgbClr>
                </a:gs>
                <a:gs pos="42857">
                  <a:srgbClr val="000600">
                    <a:alpha val="17075"/>
                  </a:srgbClr>
                </a:gs>
                <a:gs pos="57143">
                  <a:srgbClr val="000600">
                    <a:alpha val="9855"/>
                  </a:srgbClr>
                </a:gs>
                <a:gs pos="71429">
                  <a:srgbClr val="000600">
                    <a:alpha val="4740"/>
                  </a:srgbClr>
                </a:gs>
                <a:gs pos="85714">
                  <a:srgbClr val="000600">
                    <a:alpha val="1902"/>
                  </a:srgbClr>
                </a:gs>
                <a:gs pos="100000">
                  <a:srgbClr val="0006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Splat 1022"/>
            <p:cNvSpPr>
              <a:spLocks noGrp="1"/>
            </p:cNvSpPr>
            <p:nvPr/>
          </p:nvSpPr>
          <p:spPr>
            <a:xfrm rot="10795365">
              <a:off x="789021" y="1546004"/>
              <a:ext cx="562950" cy="838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Splat 1023"/>
            <p:cNvSpPr>
              <a:spLocks noGrp="1"/>
            </p:cNvSpPr>
            <p:nvPr/>
          </p:nvSpPr>
          <p:spPr>
            <a:xfrm rot="5388304">
              <a:off x="2218198" y="3404208"/>
              <a:ext cx="827707" cy="458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Splat 1024"/>
            <p:cNvSpPr>
              <a:spLocks noGrp="1"/>
            </p:cNvSpPr>
            <p:nvPr/>
          </p:nvSpPr>
          <p:spPr>
            <a:xfrm rot="10210706">
              <a:off x="44637" y="2385769"/>
              <a:ext cx="387899" cy="118204"/>
            </a:xfrm>
            <a:prstGeom prst="ellipse">
              <a:avLst/>
            </a:prstGeom>
            <a:gradFill>
              <a:gsLst>
                <a:gs pos="0">
                  <a:srgbClr val="2D1529">
                    <a:alpha val="31394"/>
                  </a:srgbClr>
                </a:gs>
                <a:gs pos="14286">
                  <a:srgbClr val="2D1529">
                    <a:alpha val="29271"/>
                  </a:srgbClr>
                </a:gs>
                <a:gs pos="28571">
                  <a:srgbClr val="2D1529">
                    <a:alpha val="23578"/>
                  </a:srgbClr>
                </a:gs>
                <a:gs pos="42857">
                  <a:srgbClr val="2D1529">
                    <a:alpha val="16169"/>
                  </a:srgbClr>
                </a:gs>
                <a:gs pos="57143">
                  <a:srgbClr val="2D1529">
                    <a:alpha val="9311"/>
                  </a:srgbClr>
                </a:gs>
                <a:gs pos="71429">
                  <a:srgbClr val="2D1529">
                    <a:alpha val="4472"/>
                  </a:srgbClr>
                </a:gs>
                <a:gs pos="85714">
                  <a:srgbClr val="2D1529">
                    <a:alpha val="1793"/>
                  </a:srgbClr>
                </a:gs>
                <a:gs pos="100000">
                  <a:srgbClr val="2D1529">
                    <a:alpha val="6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Splat 1025"/>
            <p:cNvSpPr>
              <a:spLocks noGrp="1"/>
            </p:cNvSpPr>
            <p:nvPr/>
          </p:nvSpPr>
          <p:spPr>
            <a:xfrm rot="5522830">
              <a:off x="284141" y="284715"/>
              <a:ext cx="288962" cy="33111"/>
            </a:xfrm>
            <a:prstGeom prst="ellipse">
              <a:avLst/>
            </a:prstGeom>
            <a:gradFill>
              <a:gsLst>
                <a:gs pos="0">
                  <a:srgbClr val="E0E0DF">
                    <a:alpha val="32968"/>
                  </a:srgbClr>
                </a:gs>
                <a:gs pos="14286">
                  <a:srgbClr val="E0E0DF">
                    <a:alpha val="30764"/>
                  </a:srgbClr>
                </a:gs>
                <a:gs pos="28571">
                  <a:srgbClr val="E0E0DF">
                    <a:alpha val="24833"/>
                  </a:srgbClr>
                </a:gs>
                <a:gs pos="42857">
                  <a:srgbClr val="E0E0DF">
                    <a:alpha val="17075"/>
                  </a:srgbClr>
                </a:gs>
                <a:gs pos="57143">
                  <a:srgbClr val="E0E0DF">
                    <a:alpha val="9855"/>
                  </a:srgbClr>
                </a:gs>
                <a:gs pos="71429">
                  <a:srgbClr val="E0E0DF">
                    <a:alpha val="4740"/>
                  </a:srgbClr>
                </a:gs>
                <a:gs pos="85714">
                  <a:srgbClr val="E0E0DF">
                    <a:alpha val="1902"/>
                  </a:srgbClr>
                </a:gs>
                <a:gs pos="100000">
                  <a:srgbClr val="E0E0D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Splat 1026"/>
            <p:cNvSpPr>
              <a:spLocks noGrp="1"/>
            </p:cNvSpPr>
            <p:nvPr/>
          </p:nvSpPr>
          <p:spPr>
            <a:xfrm rot="9507395">
              <a:off x="2195888" y="1173239"/>
              <a:ext cx="608186" cy="120998"/>
            </a:xfrm>
            <a:prstGeom prst="ellipse">
              <a:avLst/>
            </a:prstGeom>
            <a:gradFill>
              <a:gsLst>
                <a:gs pos="0">
                  <a:srgbClr val="C4C0C3">
                    <a:alpha val="32384"/>
                  </a:srgbClr>
                </a:gs>
                <a:gs pos="14286">
                  <a:srgbClr val="C4C0C3">
                    <a:alpha val="30210"/>
                  </a:srgbClr>
                </a:gs>
                <a:gs pos="28571">
                  <a:srgbClr val="C4C0C3">
                    <a:alpha val="24366"/>
                  </a:srgbClr>
                </a:gs>
                <a:gs pos="42857">
                  <a:srgbClr val="C4C0C3">
                    <a:alpha val="16738"/>
                  </a:srgbClr>
                </a:gs>
                <a:gs pos="57143">
                  <a:srgbClr val="C4C0C3">
                    <a:alpha val="9652"/>
                  </a:srgbClr>
                </a:gs>
                <a:gs pos="71429">
                  <a:srgbClr val="C4C0C3">
                    <a:alpha val="4640"/>
                  </a:srgbClr>
                </a:gs>
                <a:gs pos="85714">
                  <a:srgbClr val="C4C0C3">
                    <a:alpha val="1861"/>
                  </a:srgbClr>
                </a:gs>
                <a:gs pos="100000">
                  <a:srgbClr val="C4C0C3">
                    <a:alpha val="6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Splat 1027"/>
            <p:cNvSpPr>
              <a:spLocks noGrp="1"/>
            </p:cNvSpPr>
            <p:nvPr/>
          </p:nvSpPr>
          <p:spPr>
            <a:xfrm rot="4634897">
              <a:off x="189751" y="3029619"/>
              <a:ext cx="453448" cy="33199"/>
            </a:xfrm>
            <a:prstGeom prst="ellipse">
              <a:avLst/>
            </a:prstGeom>
            <a:gradFill>
              <a:gsLst>
                <a:gs pos="0">
                  <a:srgbClr val="FFFEFF">
                    <a:alpha val="32939"/>
                  </a:srgbClr>
                </a:gs>
                <a:gs pos="14286">
                  <a:srgbClr val="FFFEFF">
                    <a:alpha val="30737"/>
                  </a:srgbClr>
                </a:gs>
                <a:gs pos="28571">
                  <a:srgbClr val="FFFEFF">
                    <a:alpha val="24810"/>
                  </a:srgbClr>
                </a:gs>
                <a:gs pos="42857">
                  <a:srgbClr val="FFFEFF">
                    <a:alpha val="17059"/>
                  </a:srgbClr>
                </a:gs>
                <a:gs pos="57143">
                  <a:srgbClr val="FFFEFF">
                    <a:alpha val="9845"/>
                  </a:srgbClr>
                </a:gs>
                <a:gs pos="71429">
                  <a:srgbClr val="FFFEFF">
                    <a:alpha val="4735"/>
                  </a:srgbClr>
                </a:gs>
                <a:gs pos="85714">
                  <a:srgbClr val="FFFEFF">
                    <a:alpha val="1900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Splat 1028"/>
            <p:cNvSpPr>
              <a:spLocks noGrp="1"/>
            </p:cNvSpPr>
            <p:nvPr/>
          </p:nvSpPr>
          <p:spPr>
            <a:xfrm rot="6147998">
              <a:off x="1148244" y="2947429"/>
              <a:ext cx="794035" cy="59066"/>
            </a:xfrm>
            <a:prstGeom prst="ellipse">
              <a:avLst/>
            </a:prstGeom>
            <a:gradFill>
              <a:gsLst>
                <a:gs pos="0">
                  <a:srgbClr val="F5F1F4">
                    <a:alpha val="32968"/>
                  </a:srgbClr>
                </a:gs>
                <a:gs pos="14286">
                  <a:srgbClr val="F5F1F4">
                    <a:alpha val="30764"/>
                  </a:srgbClr>
                </a:gs>
                <a:gs pos="28571">
                  <a:srgbClr val="F5F1F4">
                    <a:alpha val="24833"/>
                  </a:srgbClr>
                </a:gs>
                <a:gs pos="42857">
                  <a:srgbClr val="F5F1F4">
                    <a:alpha val="17075"/>
                  </a:srgbClr>
                </a:gs>
                <a:gs pos="57143">
                  <a:srgbClr val="F5F1F4">
                    <a:alpha val="9855"/>
                  </a:srgbClr>
                </a:gs>
                <a:gs pos="71429">
                  <a:srgbClr val="F5F1F4">
                    <a:alpha val="4740"/>
                  </a:srgbClr>
                </a:gs>
                <a:gs pos="85714">
                  <a:srgbClr val="F5F1F4">
                    <a:alpha val="1902"/>
                  </a:srgbClr>
                </a:gs>
                <a:gs pos="100000">
                  <a:srgbClr val="F5F1F4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Splat 1029"/>
            <p:cNvSpPr>
              <a:spLocks noGrp="1"/>
            </p:cNvSpPr>
            <p:nvPr/>
          </p:nvSpPr>
          <p:spPr>
            <a:xfrm rot="2811994">
              <a:off x="1348878" y="1267330"/>
              <a:ext cx="341799" cy="3248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Splat 1030"/>
            <p:cNvSpPr>
              <a:spLocks noGrp="1"/>
            </p:cNvSpPr>
            <p:nvPr/>
          </p:nvSpPr>
          <p:spPr>
            <a:xfrm rot="-9637667">
              <a:off x="681057" y="1302367"/>
              <a:ext cx="779989" cy="814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Splat 1031"/>
            <p:cNvSpPr>
              <a:spLocks noGrp="1"/>
            </p:cNvSpPr>
            <p:nvPr/>
          </p:nvSpPr>
          <p:spPr>
            <a:xfrm rot="6863402">
              <a:off x="-45087" y="289037"/>
              <a:ext cx="502650" cy="3527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Splat 1032"/>
            <p:cNvSpPr>
              <a:spLocks noGrp="1"/>
            </p:cNvSpPr>
            <p:nvPr/>
          </p:nvSpPr>
          <p:spPr>
            <a:xfrm rot="-8857882">
              <a:off x="1285451" y="1341668"/>
              <a:ext cx="753694" cy="826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Splat 1033"/>
            <p:cNvSpPr>
              <a:spLocks noGrp="1"/>
            </p:cNvSpPr>
            <p:nvPr/>
          </p:nvSpPr>
          <p:spPr>
            <a:xfrm rot="-9709275">
              <a:off x="2250509" y="244986"/>
              <a:ext cx="753816" cy="80638"/>
            </a:xfrm>
            <a:prstGeom prst="ellipse">
              <a:avLst/>
            </a:prstGeom>
            <a:gradFill>
              <a:gsLst>
                <a:gs pos="0">
                  <a:srgbClr val="FFFDFE">
                    <a:alpha val="30603"/>
                  </a:srgbClr>
                </a:gs>
                <a:gs pos="14286">
                  <a:srgbClr val="FFFDFE">
                    <a:alpha val="28522"/>
                  </a:srgbClr>
                </a:gs>
                <a:gs pos="28571">
                  <a:srgbClr val="FFFDFE">
                    <a:alpha val="22950"/>
                  </a:srgbClr>
                </a:gs>
                <a:gs pos="42857">
                  <a:srgbClr val="FFFDFE">
                    <a:alpha val="15719"/>
                  </a:srgbClr>
                </a:gs>
                <a:gs pos="57143">
                  <a:srgbClr val="FFFDFE">
                    <a:alpha val="9041"/>
                  </a:srgbClr>
                </a:gs>
                <a:gs pos="71429">
                  <a:srgbClr val="FFFDFE">
                    <a:alpha val="4339"/>
                  </a:srgbClr>
                </a:gs>
                <a:gs pos="85714">
                  <a:srgbClr val="FFFDFE">
                    <a:alpha val="1739"/>
                  </a:srgbClr>
                </a:gs>
                <a:gs pos="100000">
                  <a:srgbClr val="FFFDFE">
                    <a:alpha val="5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Splat 1034"/>
            <p:cNvSpPr>
              <a:spLocks noGrp="1"/>
            </p:cNvSpPr>
            <p:nvPr/>
          </p:nvSpPr>
          <p:spPr>
            <a:xfrm rot="4049283">
              <a:off x="3148075" y="2565944"/>
              <a:ext cx="631238" cy="123831"/>
            </a:xfrm>
            <a:prstGeom prst="ellipse">
              <a:avLst/>
            </a:prstGeom>
            <a:gradFill>
              <a:gsLst>
                <a:gs pos="0">
                  <a:srgbClr val="FFFDFF">
                    <a:alpha val="32968"/>
                  </a:srgbClr>
                </a:gs>
                <a:gs pos="14286">
                  <a:srgbClr val="FFFDFF">
                    <a:alpha val="30764"/>
                  </a:srgbClr>
                </a:gs>
                <a:gs pos="28571">
                  <a:srgbClr val="FFFDFF">
                    <a:alpha val="24833"/>
                  </a:srgbClr>
                </a:gs>
                <a:gs pos="42857">
                  <a:srgbClr val="FFFDFF">
                    <a:alpha val="17075"/>
                  </a:srgbClr>
                </a:gs>
                <a:gs pos="57143">
                  <a:srgbClr val="FFFDFF">
                    <a:alpha val="9855"/>
                  </a:srgbClr>
                </a:gs>
                <a:gs pos="71429">
                  <a:srgbClr val="FFFDFF">
                    <a:alpha val="4740"/>
                  </a:srgbClr>
                </a:gs>
                <a:gs pos="85714">
                  <a:srgbClr val="FFFDFF">
                    <a:alpha val="1902"/>
                  </a:srgbClr>
                </a:gs>
                <a:gs pos="100000">
                  <a:srgbClr val="FFFD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Splat 1035"/>
            <p:cNvSpPr>
              <a:spLocks noGrp="1"/>
            </p:cNvSpPr>
            <p:nvPr/>
          </p:nvSpPr>
          <p:spPr>
            <a:xfrm rot="-10421147">
              <a:off x="1786763" y="1685237"/>
              <a:ext cx="418215" cy="159575"/>
            </a:xfrm>
            <a:prstGeom prst="ellipse">
              <a:avLst/>
            </a:prstGeom>
            <a:gradFill>
              <a:gsLst>
                <a:gs pos="0">
                  <a:srgbClr val="000000">
                    <a:alpha val="30816"/>
                  </a:srgbClr>
                </a:gs>
                <a:gs pos="14286">
                  <a:srgbClr val="000000">
                    <a:alpha val="28724"/>
                  </a:srgbClr>
                </a:gs>
                <a:gs pos="28571">
                  <a:srgbClr val="000000">
                    <a:alpha val="23119"/>
                  </a:srgbClr>
                </a:gs>
                <a:gs pos="42857">
                  <a:srgbClr val="000000">
                    <a:alpha val="15840"/>
                  </a:srgbClr>
                </a:gs>
                <a:gs pos="57143">
                  <a:srgbClr val="000000">
                    <a:alpha val="9113"/>
                  </a:srgbClr>
                </a:gs>
                <a:gs pos="71429">
                  <a:srgbClr val="000000">
                    <a:alpha val="4374"/>
                  </a:srgbClr>
                </a:gs>
                <a:gs pos="85714">
                  <a:srgbClr val="000000">
                    <a:alpha val="1753"/>
                  </a:srgbClr>
                </a:gs>
                <a:gs pos="100000">
                  <a:srgbClr val="000000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Splat 1036"/>
            <p:cNvSpPr>
              <a:spLocks noGrp="1"/>
            </p:cNvSpPr>
            <p:nvPr/>
          </p:nvSpPr>
          <p:spPr>
            <a:xfrm rot="-9380947">
              <a:off x="1437593" y="2005526"/>
              <a:ext cx="691814" cy="7969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Splat 1037"/>
            <p:cNvSpPr>
              <a:spLocks noGrp="1"/>
            </p:cNvSpPr>
            <p:nvPr/>
          </p:nvSpPr>
          <p:spPr>
            <a:xfrm rot="5562438">
              <a:off x="2747453" y="2514665"/>
              <a:ext cx="591268" cy="125349"/>
            </a:xfrm>
            <a:prstGeom prst="ellipse">
              <a:avLst/>
            </a:prstGeom>
            <a:gradFill>
              <a:gsLst>
                <a:gs pos="0">
                  <a:srgbClr val="D9DCDB">
                    <a:alpha val="32968"/>
                  </a:srgbClr>
                </a:gs>
                <a:gs pos="14286">
                  <a:srgbClr val="D9DCDB">
                    <a:alpha val="30764"/>
                  </a:srgbClr>
                </a:gs>
                <a:gs pos="28571">
                  <a:srgbClr val="D9DCDB">
                    <a:alpha val="24833"/>
                  </a:srgbClr>
                </a:gs>
                <a:gs pos="42857">
                  <a:srgbClr val="D9DCDB">
                    <a:alpha val="17075"/>
                  </a:srgbClr>
                </a:gs>
                <a:gs pos="57143">
                  <a:srgbClr val="D9DCDB">
                    <a:alpha val="9855"/>
                  </a:srgbClr>
                </a:gs>
                <a:gs pos="71429">
                  <a:srgbClr val="D9DCDB">
                    <a:alpha val="4740"/>
                  </a:srgbClr>
                </a:gs>
                <a:gs pos="85714">
                  <a:srgbClr val="D9DCDB">
                    <a:alpha val="1902"/>
                  </a:srgbClr>
                </a:gs>
                <a:gs pos="100000">
                  <a:srgbClr val="D9DC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Splat 1038"/>
            <p:cNvSpPr>
              <a:spLocks noGrp="1"/>
            </p:cNvSpPr>
            <p:nvPr/>
          </p:nvSpPr>
          <p:spPr>
            <a:xfrm rot="-9398595">
              <a:off x="657258" y="167146"/>
              <a:ext cx="324267" cy="160851"/>
            </a:xfrm>
            <a:prstGeom prst="ellipse">
              <a:avLst/>
            </a:prstGeom>
            <a:gradFill>
              <a:gsLst>
                <a:gs pos="0">
                  <a:srgbClr val="000000">
                    <a:alpha val="31520"/>
                  </a:srgbClr>
                </a:gs>
                <a:gs pos="14286">
                  <a:srgbClr val="000000">
                    <a:alpha val="29391"/>
                  </a:srgbClr>
                </a:gs>
                <a:gs pos="28571">
                  <a:srgbClr val="000000">
                    <a:alpha val="23678"/>
                  </a:srgbClr>
                </a:gs>
                <a:gs pos="42857">
                  <a:srgbClr val="000000">
                    <a:alpha val="16242"/>
                  </a:srgbClr>
                </a:gs>
                <a:gs pos="57143">
                  <a:srgbClr val="000000">
                    <a:alpha val="9354"/>
                  </a:srgbClr>
                </a:gs>
                <a:gs pos="71429">
                  <a:srgbClr val="000000">
                    <a:alpha val="4493"/>
                  </a:srgbClr>
                </a:gs>
                <a:gs pos="85714">
                  <a:srgbClr val="000000">
                    <a:alpha val="1801"/>
                  </a:srgbClr>
                </a:gs>
                <a:gs pos="100000">
                  <a:srgbClr val="000000">
                    <a:alpha val="60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Splat 1039"/>
            <p:cNvSpPr>
              <a:spLocks noGrp="1"/>
            </p:cNvSpPr>
            <p:nvPr/>
          </p:nvSpPr>
          <p:spPr>
            <a:xfrm rot="9816797">
              <a:off x="642667" y="1575698"/>
              <a:ext cx="201894" cy="110048"/>
            </a:xfrm>
            <a:prstGeom prst="ellipse">
              <a:avLst/>
            </a:prstGeom>
            <a:gradFill>
              <a:gsLst>
                <a:gs pos="0">
                  <a:srgbClr val="FCFCFB">
                    <a:alpha val="23180"/>
                  </a:srgbClr>
                </a:gs>
                <a:gs pos="14286">
                  <a:srgbClr val="FCFCFB">
                    <a:alpha val="21524"/>
                  </a:srgbClr>
                </a:gs>
                <a:gs pos="28571">
                  <a:srgbClr val="FCFCFB">
                    <a:alpha val="17154"/>
                  </a:srgbClr>
                </a:gs>
                <a:gs pos="42857">
                  <a:srgbClr val="FCFCFB">
                    <a:alpha val="11612"/>
                  </a:srgbClr>
                </a:gs>
                <a:gs pos="57143">
                  <a:srgbClr val="FCFCFB">
                    <a:alpha val="6611"/>
                  </a:srgbClr>
                </a:gs>
                <a:gs pos="71429">
                  <a:srgbClr val="FCFCFB">
                    <a:alpha val="3151"/>
                  </a:srgbClr>
                </a:gs>
                <a:gs pos="85714">
                  <a:srgbClr val="FCFCFB">
                    <a:alpha val="1258"/>
                  </a:srgbClr>
                </a:gs>
                <a:gs pos="100000">
                  <a:srgbClr val="FCFCFB">
                    <a:alpha val="42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Splat 1040"/>
            <p:cNvSpPr>
              <a:spLocks noGrp="1"/>
            </p:cNvSpPr>
            <p:nvPr/>
          </p:nvSpPr>
          <p:spPr>
            <a:xfrm rot="-10591671">
              <a:off x="1445271" y="2255785"/>
              <a:ext cx="764723" cy="1097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Splat 1041"/>
            <p:cNvSpPr>
              <a:spLocks noGrp="1"/>
            </p:cNvSpPr>
            <p:nvPr/>
          </p:nvSpPr>
          <p:spPr>
            <a:xfrm rot="3914039">
              <a:off x="1275339" y="384943"/>
              <a:ext cx="618021" cy="1754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Splat 1042"/>
            <p:cNvSpPr>
              <a:spLocks noGrp="1"/>
            </p:cNvSpPr>
            <p:nvPr/>
          </p:nvSpPr>
          <p:spPr>
            <a:xfrm rot="10584476">
              <a:off x="2115199" y="2490578"/>
              <a:ext cx="711333" cy="13278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Splat 1043"/>
            <p:cNvSpPr>
              <a:spLocks noGrp="1"/>
            </p:cNvSpPr>
            <p:nvPr/>
          </p:nvSpPr>
          <p:spPr>
            <a:xfrm rot="-8943010">
              <a:off x="1132962" y="42832"/>
              <a:ext cx="664121" cy="475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Splat 1044"/>
            <p:cNvSpPr>
              <a:spLocks noGrp="1"/>
            </p:cNvSpPr>
            <p:nvPr/>
          </p:nvSpPr>
          <p:spPr>
            <a:xfrm rot="9014799">
              <a:off x="3012896" y="1119414"/>
              <a:ext cx="378786" cy="86518"/>
            </a:xfrm>
            <a:prstGeom prst="ellipse">
              <a:avLst/>
            </a:prstGeom>
            <a:gradFill>
              <a:gsLst>
                <a:gs pos="0">
                  <a:srgbClr val="FEFEFD">
                    <a:alpha val="25610"/>
                  </a:srgbClr>
                </a:gs>
                <a:gs pos="14286">
                  <a:srgbClr val="FEFEFD">
                    <a:alpha val="23808"/>
                  </a:srgbClr>
                </a:gs>
                <a:gs pos="28571">
                  <a:srgbClr val="FEFEFD">
                    <a:alpha val="19033"/>
                  </a:srgbClr>
                </a:gs>
                <a:gs pos="42857">
                  <a:srgbClr val="FEFEFD">
                    <a:alpha val="12932"/>
                  </a:srgbClr>
                </a:gs>
                <a:gs pos="57143">
                  <a:srgbClr val="FEFEFD">
                    <a:alpha val="7386"/>
                  </a:srgbClr>
                </a:gs>
                <a:gs pos="71429">
                  <a:srgbClr val="FEFEFD">
                    <a:alpha val="3528"/>
                  </a:srgbClr>
                </a:gs>
                <a:gs pos="85714">
                  <a:srgbClr val="FEFEFD">
                    <a:alpha val="1410"/>
                  </a:srgbClr>
                </a:gs>
                <a:gs pos="100000">
                  <a:srgbClr val="FEFEFD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Splat 1045"/>
            <p:cNvSpPr>
              <a:spLocks noGrp="1"/>
            </p:cNvSpPr>
            <p:nvPr/>
          </p:nvSpPr>
          <p:spPr>
            <a:xfrm rot="10732605">
              <a:off x="1772878" y="3188735"/>
              <a:ext cx="265300" cy="1821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Splat 1046"/>
            <p:cNvSpPr>
              <a:spLocks noGrp="1"/>
            </p:cNvSpPr>
            <p:nvPr/>
          </p:nvSpPr>
          <p:spPr>
            <a:xfrm rot="4487519">
              <a:off x="1626729" y="463743"/>
              <a:ext cx="477304" cy="101670"/>
            </a:xfrm>
            <a:prstGeom prst="ellipse">
              <a:avLst/>
            </a:prstGeom>
            <a:gradFill>
              <a:gsLst>
                <a:gs pos="0">
                  <a:srgbClr val="F8F8F9">
                    <a:alpha val="32968"/>
                  </a:srgbClr>
                </a:gs>
                <a:gs pos="14286">
                  <a:srgbClr val="F8F8F9">
                    <a:alpha val="30764"/>
                  </a:srgbClr>
                </a:gs>
                <a:gs pos="28571">
                  <a:srgbClr val="F8F8F9">
                    <a:alpha val="24833"/>
                  </a:srgbClr>
                </a:gs>
                <a:gs pos="42857">
                  <a:srgbClr val="F8F8F9">
                    <a:alpha val="17075"/>
                  </a:srgbClr>
                </a:gs>
                <a:gs pos="57143">
                  <a:srgbClr val="F8F8F9">
                    <a:alpha val="9855"/>
                  </a:srgbClr>
                </a:gs>
                <a:gs pos="71429">
                  <a:srgbClr val="F8F8F9">
                    <a:alpha val="4740"/>
                  </a:srgbClr>
                </a:gs>
                <a:gs pos="85714">
                  <a:srgbClr val="F8F8F9">
                    <a:alpha val="1902"/>
                  </a:srgbClr>
                </a:gs>
                <a:gs pos="100000">
                  <a:srgbClr val="F8F8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Splat 1047"/>
            <p:cNvSpPr>
              <a:spLocks noGrp="1"/>
            </p:cNvSpPr>
            <p:nvPr/>
          </p:nvSpPr>
          <p:spPr>
            <a:xfrm rot="-9023710">
              <a:off x="2525335" y="1830160"/>
              <a:ext cx="401847" cy="3196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Splat 1048"/>
            <p:cNvSpPr>
              <a:spLocks noGrp="1"/>
            </p:cNvSpPr>
            <p:nvPr/>
          </p:nvSpPr>
          <p:spPr>
            <a:xfrm rot="-9754648">
              <a:off x="2797009" y="3393326"/>
              <a:ext cx="391898" cy="4425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Splat 1049"/>
            <p:cNvSpPr>
              <a:spLocks noGrp="1"/>
            </p:cNvSpPr>
            <p:nvPr/>
          </p:nvSpPr>
          <p:spPr>
            <a:xfrm rot="5352456">
              <a:off x="3012621" y="1058304"/>
              <a:ext cx="719145" cy="145350"/>
            </a:xfrm>
            <a:prstGeom prst="ellipse">
              <a:avLst/>
            </a:prstGeom>
            <a:gradFill>
              <a:gsLst>
                <a:gs pos="0">
                  <a:srgbClr val="AEADAD">
                    <a:alpha val="32968"/>
                  </a:srgbClr>
                </a:gs>
                <a:gs pos="14286">
                  <a:srgbClr val="AEADAD">
                    <a:alpha val="30764"/>
                  </a:srgbClr>
                </a:gs>
                <a:gs pos="28571">
                  <a:srgbClr val="AEADAD">
                    <a:alpha val="24833"/>
                  </a:srgbClr>
                </a:gs>
                <a:gs pos="42857">
                  <a:srgbClr val="AEADAD">
                    <a:alpha val="17075"/>
                  </a:srgbClr>
                </a:gs>
                <a:gs pos="57143">
                  <a:srgbClr val="AEADAD">
                    <a:alpha val="9855"/>
                  </a:srgbClr>
                </a:gs>
                <a:gs pos="71429">
                  <a:srgbClr val="AEADAD">
                    <a:alpha val="4740"/>
                  </a:srgbClr>
                </a:gs>
                <a:gs pos="85714">
                  <a:srgbClr val="AEADAD">
                    <a:alpha val="1902"/>
                  </a:srgbClr>
                </a:gs>
                <a:gs pos="100000">
                  <a:srgbClr val="AEADA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Splat 1050"/>
            <p:cNvSpPr>
              <a:spLocks noGrp="1"/>
            </p:cNvSpPr>
            <p:nvPr/>
          </p:nvSpPr>
          <p:spPr>
            <a:xfrm rot="9707861">
              <a:off x="3401979" y="2936386"/>
              <a:ext cx="313293" cy="211146"/>
            </a:xfrm>
            <a:prstGeom prst="ellipse">
              <a:avLst/>
            </a:prstGeom>
            <a:gradFill>
              <a:gsLst>
                <a:gs pos="0">
                  <a:srgbClr val="EAEBEB">
                    <a:alpha val="32929"/>
                  </a:srgbClr>
                </a:gs>
                <a:gs pos="14286">
                  <a:srgbClr val="EAEBEB">
                    <a:alpha val="30726"/>
                  </a:srgbClr>
                </a:gs>
                <a:gs pos="28571">
                  <a:srgbClr val="EAEBEB">
                    <a:alpha val="24802"/>
                  </a:srgbClr>
                </a:gs>
                <a:gs pos="42857">
                  <a:srgbClr val="EAEBEB">
                    <a:alpha val="17053"/>
                  </a:srgbClr>
                </a:gs>
                <a:gs pos="57143">
                  <a:srgbClr val="EAEBEB">
                    <a:alpha val="9841"/>
                  </a:srgbClr>
                </a:gs>
                <a:gs pos="71429">
                  <a:srgbClr val="EAEBEB">
                    <a:alpha val="4734"/>
                  </a:srgbClr>
                </a:gs>
                <a:gs pos="85714">
                  <a:srgbClr val="EAEBEB">
                    <a:alpha val="1899"/>
                  </a:srgbClr>
                </a:gs>
                <a:gs pos="100000">
                  <a:srgbClr val="EAEB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Splat 1051"/>
            <p:cNvSpPr>
              <a:spLocks noGrp="1"/>
            </p:cNvSpPr>
            <p:nvPr/>
          </p:nvSpPr>
          <p:spPr>
            <a:xfrm rot="2920548">
              <a:off x="2600801" y="1234000"/>
              <a:ext cx="727415" cy="55321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Splat 1052"/>
            <p:cNvSpPr>
              <a:spLocks noGrp="1"/>
            </p:cNvSpPr>
            <p:nvPr/>
          </p:nvSpPr>
          <p:spPr>
            <a:xfrm rot="-10239265">
              <a:off x="2184985" y="50542"/>
              <a:ext cx="695261" cy="103241"/>
            </a:xfrm>
            <a:prstGeom prst="ellipse">
              <a:avLst/>
            </a:prstGeom>
            <a:gradFill>
              <a:gsLst>
                <a:gs pos="0">
                  <a:srgbClr val="E7E7E7">
                    <a:alpha val="32968"/>
                  </a:srgbClr>
                </a:gs>
                <a:gs pos="14286">
                  <a:srgbClr val="E7E7E7">
                    <a:alpha val="30764"/>
                  </a:srgbClr>
                </a:gs>
                <a:gs pos="28571">
                  <a:srgbClr val="E7E7E7">
                    <a:alpha val="24833"/>
                  </a:srgbClr>
                </a:gs>
                <a:gs pos="42857">
                  <a:srgbClr val="E7E7E7">
                    <a:alpha val="17075"/>
                  </a:srgbClr>
                </a:gs>
                <a:gs pos="57143">
                  <a:srgbClr val="E7E7E7">
                    <a:alpha val="9855"/>
                  </a:srgbClr>
                </a:gs>
                <a:gs pos="71429">
                  <a:srgbClr val="E7E7E7">
                    <a:alpha val="4740"/>
                  </a:srgbClr>
                </a:gs>
                <a:gs pos="85714">
                  <a:srgbClr val="E7E7E7">
                    <a:alpha val="1902"/>
                  </a:srgbClr>
                </a:gs>
                <a:gs pos="100000">
                  <a:srgbClr val="E7E7E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Splat 1053"/>
            <p:cNvSpPr>
              <a:spLocks noGrp="1"/>
            </p:cNvSpPr>
            <p:nvPr/>
          </p:nvSpPr>
          <p:spPr>
            <a:xfrm rot="9529580">
              <a:off x="465552" y="1331080"/>
              <a:ext cx="681608" cy="8354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Splat 1054"/>
            <p:cNvSpPr>
              <a:spLocks noGrp="1"/>
            </p:cNvSpPr>
            <p:nvPr/>
          </p:nvSpPr>
          <p:spPr>
            <a:xfrm rot="10402111">
              <a:off x="20965" y="3322401"/>
              <a:ext cx="331932" cy="2406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Splat 1055"/>
            <p:cNvSpPr>
              <a:spLocks noGrp="1"/>
            </p:cNvSpPr>
            <p:nvPr/>
          </p:nvSpPr>
          <p:spPr>
            <a:xfrm rot="3694702">
              <a:off x="-234886" y="3427137"/>
              <a:ext cx="738058" cy="1147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Splat 1056"/>
            <p:cNvSpPr>
              <a:spLocks noGrp="1"/>
            </p:cNvSpPr>
            <p:nvPr/>
          </p:nvSpPr>
          <p:spPr>
            <a:xfrm rot="8548308">
              <a:off x="2231527" y="3406087"/>
              <a:ext cx="375291" cy="32879"/>
            </a:xfrm>
            <a:prstGeom prst="ellipse">
              <a:avLst/>
            </a:prstGeom>
            <a:gradFill>
              <a:gsLst>
                <a:gs pos="0">
                  <a:srgbClr val="FEFFFF">
                    <a:alpha val="28110"/>
                  </a:srgbClr>
                </a:gs>
                <a:gs pos="14286">
                  <a:srgbClr val="FEFFFF">
                    <a:alpha val="26165"/>
                  </a:srgbClr>
                </a:gs>
                <a:gs pos="28571">
                  <a:srgbClr val="FEFFFF">
                    <a:alpha val="20984"/>
                  </a:srgbClr>
                </a:gs>
                <a:gs pos="42857">
                  <a:srgbClr val="FEFFFF">
                    <a:alpha val="14314"/>
                  </a:srgbClr>
                </a:gs>
                <a:gs pos="57143">
                  <a:srgbClr val="FEFFFF">
                    <a:alpha val="8204"/>
                  </a:srgbClr>
                </a:gs>
                <a:gs pos="71429">
                  <a:srgbClr val="FEFFFF">
                    <a:alpha val="3928"/>
                  </a:srgbClr>
                </a:gs>
                <a:gs pos="85714">
                  <a:srgbClr val="FEFFFF">
                    <a:alpha val="1572"/>
                  </a:srgbClr>
                </a:gs>
                <a:gs pos="100000">
                  <a:srgbClr val="FEFFFF">
                    <a:alpha val="5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Splat 1057"/>
            <p:cNvSpPr>
              <a:spLocks noGrp="1"/>
            </p:cNvSpPr>
            <p:nvPr/>
          </p:nvSpPr>
          <p:spPr>
            <a:xfrm rot="5673356">
              <a:off x="2097699" y="71534"/>
              <a:ext cx="285812" cy="183392"/>
            </a:xfrm>
            <a:prstGeom prst="ellipse">
              <a:avLst/>
            </a:prstGeom>
            <a:gradFill>
              <a:gsLst>
                <a:gs pos="0">
                  <a:srgbClr val="C7C7C8">
                    <a:alpha val="32714"/>
                  </a:srgbClr>
                </a:gs>
                <a:gs pos="14286">
                  <a:srgbClr val="C7C7C8">
                    <a:alpha val="30522"/>
                  </a:srgbClr>
                </a:gs>
                <a:gs pos="28571">
                  <a:srgbClr val="C7C7C8">
                    <a:alpha val="24629"/>
                  </a:srgbClr>
                </a:gs>
                <a:gs pos="42857">
                  <a:srgbClr val="C7C7C8">
                    <a:alpha val="16928"/>
                  </a:srgbClr>
                </a:gs>
                <a:gs pos="57143">
                  <a:srgbClr val="C7C7C8">
                    <a:alpha val="9766"/>
                  </a:srgbClr>
                </a:gs>
                <a:gs pos="71429">
                  <a:srgbClr val="C7C7C8">
                    <a:alpha val="4697"/>
                  </a:srgbClr>
                </a:gs>
                <a:gs pos="85714">
                  <a:srgbClr val="C7C7C8">
                    <a:alpha val="1884"/>
                  </a:srgbClr>
                </a:gs>
                <a:gs pos="100000">
                  <a:srgbClr val="C7C7C8">
                    <a:alpha val="6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Splat 1058"/>
            <p:cNvSpPr>
              <a:spLocks noGrp="1"/>
            </p:cNvSpPr>
            <p:nvPr/>
          </p:nvSpPr>
          <p:spPr>
            <a:xfrm rot="6737905">
              <a:off x="3106078" y="2903896"/>
              <a:ext cx="512458" cy="144926"/>
            </a:xfrm>
            <a:prstGeom prst="ellipse">
              <a:avLst/>
            </a:prstGeom>
            <a:gradFill>
              <a:gsLst>
                <a:gs pos="0">
                  <a:srgbClr val="F8F8F9">
                    <a:alpha val="22150"/>
                  </a:srgbClr>
                </a:gs>
                <a:gs pos="14286">
                  <a:srgbClr val="F8F8F9">
                    <a:alpha val="20557"/>
                  </a:srgbClr>
                </a:gs>
                <a:gs pos="28571">
                  <a:srgbClr val="F8F8F9">
                    <a:alpha val="16363"/>
                  </a:srgbClr>
                </a:gs>
                <a:gs pos="42857">
                  <a:srgbClr val="F8F8F9">
                    <a:alpha val="11060"/>
                  </a:srgbClr>
                </a:gs>
                <a:gs pos="57143">
                  <a:srgbClr val="F8F8F9">
                    <a:alpha val="6288"/>
                  </a:srgbClr>
                </a:gs>
                <a:gs pos="71429">
                  <a:srgbClr val="F8F8F9">
                    <a:alpha val="2994"/>
                  </a:srgbClr>
                </a:gs>
                <a:gs pos="85714">
                  <a:srgbClr val="F8F8F9">
                    <a:alpha val="1195"/>
                  </a:srgbClr>
                </a:gs>
                <a:gs pos="100000">
                  <a:srgbClr val="F8F8F9">
                    <a:alpha val="4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Splat 1059"/>
            <p:cNvSpPr>
              <a:spLocks noGrp="1"/>
            </p:cNvSpPr>
            <p:nvPr/>
          </p:nvSpPr>
          <p:spPr>
            <a:xfrm rot="6629398">
              <a:off x="1555997" y="1659410"/>
              <a:ext cx="548116" cy="42506"/>
            </a:xfrm>
            <a:prstGeom prst="ellipse">
              <a:avLst/>
            </a:prstGeom>
            <a:gradFill>
              <a:gsLst>
                <a:gs pos="0">
                  <a:srgbClr val="D5D4D5">
                    <a:alpha val="32968"/>
                  </a:srgbClr>
                </a:gs>
                <a:gs pos="14286">
                  <a:srgbClr val="D5D4D5">
                    <a:alpha val="30764"/>
                  </a:srgbClr>
                </a:gs>
                <a:gs pos="28571">
                  <a:srgbClr val="D5D4D5">
                    <a:alpha val="24833"/>
                  </a:srgbClr>
                </a:gs>
                <a:gs pos="42857">
                  <a:srgbClr val="D5D4D5">
                    <a:alpha val="17075"/>
                  </a:srgbClr>
                </a:gs>
                <a:gs pos="57143">
                  <a:srgbClr val="D5D4D5">
                    <a:alpha val="9855"/>
                  </a:srgbClr>
                </a:gs>
                <a:gs pos="71429">
                  <a:srgbClr val="D5D4D5">
                    <a:alpha val="4740"/>
                  </a:srgbClr>
                </a:gs>
                <a:gs pos="85714">
                  <a:srgbClr val="D5D4D5">
                    <a:alpha val="1902"/>
                  </a:srgbClr>
                </a:gs>
                <a:gs pos="100000">
                  <a:srgbClr val="D5D4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Splat 1060"/>
            <p:cNvSpPr>
              <a:spLocks noGrp="1"/>
            </p:cNvSpPr>
            <p:nvPr/>
          </p:nvSpPr>
          <p:spPr>
            <a:xfrm rot="3377179">
              <a:off x="2299556" y="2846616"/>
              <a:ext cx="795973" cy="871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Splat 1061"/>
            <p:cNvSpPr>
              <a:spLocks noGrp="1"/>
            </p:cNvSpPr>
            <p:nvPr/>
          </p:nvSpPr>
          <p:spPr>
            <a:xfrm rot="7206663">
              <a:off x="2281661" y="775487"/>
              <a:ext cx="381489" cy="8658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Splat 1062"/>
            <p:cNvSpPr>
              <a:spLocks noGrp="1"/>
            </p:cNvSpPr>
            <p:nvPr/>
          </p:nvSpPr>
          <p:spPr>
            <a:xfrm rot="9840365">
              <a:off x="915686" y="2951966"/>
              <a:ext cx="250857" cy="1301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Splat 1063"/>
            <p:cNvSpPr>
              <a:spLocks noGrp="1"/>
            </p:cNvSpPr>
            <p:nvPr/>
          </p:nvSpPr>
          <p:spPr>
            <a:xfrm rot="10698979">
              <a:off x="861263" y="3206706"/>
              <a:ext cx="229756" cy="12649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Splat 1064"/>
            <p:cNvSpPr>
              <a:spLocks noGrp="1"/>
            </p:cNvSpPr>
            <p:nvPr/>
          </p:nvSpPr>
          <p:spPr>
            <a:xfrm rot="-9090227">
              <a:off x="308723" y="1015132"/>
              <a:ext cx="671837" cy="9481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Splat 1065"/>
            <p:cNvSpPr>
              <a:spLocks noGrp="1"/>
            </p:cNvSpPr>
            <p:nvPr/>
          </p:nvSpPr>
          <p:spPr>
            <a:xfrm rot="3540513">
              <a:off x="162417" y="2556593"/>
              <a:ext cx="405999" cy="149736"/>
            </a:xfrm>
            <a:prstGeom prst="ellipse">
              <a:avLst/>
            </a:prstGeom>
            <a:gradFill>
              <a:gsLst>
                <a:gs pos="0">
                  <a:srgbClr val="000001">
                    <a:alpha val="32968"/>
                  </a:srgbClr>
                </a:gs>
                <a:gs pos="14286">
                  <a:srgbClr val="000001">
                    <a:alpha val="30764"/>
                  </a:srgbClr>
                </a:gs>
                <a:gs pos="28571">
                  <a:srgbClr val="000001">
                    <a:alpha val="24833"/>
                  </a:srgbClr>
                </a:gs>
                <a:gs pos="42857">
                  <a:srgbClr val="000001">
                    <a:alpha val="17075"/>
                  </a:srgbClr>
                </a:gs>
                <a:gs pos="57143">
                  <a:srgbClr val="000001">
                    <a:alpha val="9855"/>
                  </a:srgbClr>
                </a:gs>
                <a:gs pos="71429">
                  <a:srgbClr val="000001">
                    <a:alpha val="4740"/>
                  </a:srgbClr>
                </a:gs>
                <a:gs pos="85714">
                  <a:srgbClr val="000001">
                    <a:alpha val="1902"/>
                  </a:srgbClr>
                </a:gs>
                <a:gs pos="100000">
                  <a:srgbClr val="00000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Splat 1066"/>
            <p:cNvSpPr>
              <a:spLocks noGrp="1"/>
            </p:cNvSpPr>
            <p:nvPr/>
          </p:nvSpPr>
          <p:spPr>
            <a:xfrm rot="6393940">
              <a:off x="1459102" y="-57446"/>
              <a:ext cx="533809" cy="1799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Splat 1067"/>
            <p:cNvSpPr>
              <a:spLocks noGrp="1"/>
            </p:cNvSpPr>
            <p:nvPr/>
          </p:nvSpPr>
          <p:spPr>
            <a:xfrm rot="3868019">
              <a:off x="1119917" y="3507567"/>
              <a:ext cx="726112" cy="67840"/>
            </a:xfrm>
            <a:prstGeom prst="ellipse">
              <a:avLst/>
            </a:prstGeom>
            <a:gradFill>
              <a:gsLst>
                <a:gs pos="0">
                  <a:srgbClr val="FFFEFF">
                    <a:alpha val="25478"/>
                  </a:srgbClr>
                </a:gs>
                <a:gs pos="14286">
                  <a:srgbClr val="FFFEFF">
                    <a:alpha val="23684"/>
                  </a:srgbClr>
                </a:gs>
                <a:gs pos="28571">
                  <a:srgbClr val="FFFEFF">
                    <a:alpha val="18931"/>
                  </a:srgbClr>
                </a:gs>
                <a:gs pos="42857">
                  <a:srgbClr val="FFFEFF">
                    <a:alpha val="12860"/>
                  </a:srgbClr>
                </a:gs>
                <a:gs pos="57143">
                  <a:srgbClr val="FFFEFF">
                    <a:alpha val="7344"/>
                  </a:srgbClr>
                </a:gs>
                <a:gs pos="71429">
                  <a:srgbClr val="FFFEFF">
                    <a:alpha val="3507"/>
                  </a:srgbClr>
                </a:gs>
                <a:gs pos="85714">
                  <a:srgbClr val="FFFEFF">
                    <a:alpha val="1402"/>
                  </a:srgbClr>
                </a:gs>
                <a:gs pos="100000">
                  <a:srgbClr val="FFFEFF">
                    <a:alpha val="4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Splat 1068"/>
            <p:cNvSpPr>
              <a:spLocks noGrp="1"/>
            </p:cNvSpPr>
            <p:nvPr/>
          </p:nvSpPr>
          <p:spPr>
            <a:xfrm rot="4056338">
              <a:off x="2435786" y="3218517"/>
              <a:ext cx="340974" cy="127464"/>
            </a:xfrm>
            <a:prstGeom prst="ellipse">
              <a:avLst/>
            </a:prstGeom>
            <a:gradFill>
              <a:gsLst>
                <a:gs pos="0">
                  <a:srgbClr val="F9F9F8">
                    <a:alpha val="10025"/>
                  </a:srgbClr>
                </a:gs>
                <a:gs pos="14286">
                  <a:srgbClr val="F9F9F8">
                    <a:alpha val="9253"/>
                  </a:srgbClr>
                </a:gs>
                <a:gs pos="28571">
                  <a:srgbClr val="F9F9F8">
                    <a:alpha val="7262"/>
                  </a:srgbClr>
                </a:gs>
                <a:gs pos="42857">
                  <a:srgbClr val="F9F9F8">
                    <a:alpha val="4825"/>
                  </a:srgbClr>
                </a:gs>
                <a:gs pos="57143">
                  <a:srgbClr val="F9F9F8">
                    <a:alpha val="2703"/>
                  </a:srgbClr>
                </a:gs>
                <a:gs pos="71429">
                  <a:srgbClr val="F9F9F8">
                    <a:alpha val="1274"/>
                  </a:srgbClr>
                </a:gs>
                <a:gs pos="85714">
                  <a:srgbClr val="F9F9F8">
                    <a:alpha val="506"/>
                  </a:srgbClr>
                </a:gs>
                <a:gs pos="100000">
                  <a:srgbClr val="F9F9F8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Splat 1069"/>
            <p:cNvSpPr>
              <a:spLocks noGrp="1"/>
            </p:cNvSpPr>
            <p:nvPr/>
          </p:nvSpPr>
          <p:spPr>
            <a:xfrm rot="4642005">
              <a:off x="3411707" y="447421"/>
              <a:ext cx="307375" cy="71041"/>
            </a:xfrm>
            <a:prstGeom prst="ellipse">
              <a:avLst/>
            </a:prstGeom>
            <a:gradFill>
              <a:gsLst>
                <a:gs pos="0">
                  <a:srgbClr val="FCFCFB">
                    <a:alpha val="32968"/>
                  </a:srgbClr>
                </a:gs>
                <a:gs pos="14286">
                  <a:srgbClr val="FCFCFB">
                    <a:alpha val="30764"/>
                  </a:srgbClr>
                </a:gs>
                <a:gs pos="28571">
                  <a:srgbClr val="FCFCFB">
                    <a:alpha val="24833"/>
                  </a:srgbClr>
                </a:gs>
                <a:gs pos="42857">
                  <a:srgbClr val="FCFCFB">
                    <a:alpha val="17075"/>
                  </a:srgbClr>
                </a:gs>
                <a:gs pos="57143">
                  <a:srgbClr val="FCFCFB">
                    <a:alpha val="9855"/>
                  </a:srgbClr>
                </a:gs>
                <a:gs pos="71429">
                  <a:srgbClr val="FCFCFB">
                    <a:alpha val="4740"/>
                  </a:srgbClr>
                </a:gs>
                <a:gs pos="85714">
                  <a:srgbClr val="FCFCFB">
                    <a:alpha val="1902"/>
                  </a:srgbClr>
                </a:gs>
                <a:gs pos="100000">
                  <a:srgbClr val="FCFCF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Splat 1070"/>
            <p:cNvSpPr>
              <a:spLocks noGrp="1"/>
            </p:cNvSpPr>
            <p:nvPr/>
          </p:nvSpPr>
          <p:spPr>
            <a:xfrm rot="7526163">
              <a:off x="1835679" y="471218"/>
              <a:ext cx="427772" cy="131289"/>
            </a:xfrm>
            <a:prstGeom prst="ellipse">
              <a:avLst/>
            </a:prstGeom>
            <a:gradFill>
              <a:gsLst>
                <a:gs pos="0">
                  <a:srgbClr val="F7F5F7">
                    <a:alpha val="31084"/>
                  </a:srgbClr>
                </a:gs>
                <a:gs pos="14286">
                  <a:srgbClr val="F7F5F7">
                    <a:alpha val="28977"/>
                  </a:srgbClr>
                </a:gs>
                <a:gs pos="28571">
                  <a:srgbClr val="F7F5F7">
                    <a:alpha val="23331"/>
                  </a:srgbClr>
                </a:gs>
                <a:gs pos="42857">
                  <a:srgbClr val="F7F5F7">
                    <a:alpha val="15993"/>
                  </a:srgbClr>
                </a:gs>
                <a:gs pos="57143">
                  <a:srgbClr val="F7F5F7">
                    <a:alpha val="9205"/>
                  </a:srgbClr>
                </a:gs>
                <a:gs pos="71429">
                  <a:srgbClr val="F7F5F7">
                    <a:alpha val="4419"/>
                  </a:srgbClr>
                </a:gs>
                <a:gs pos="85714">
                  <a:srgbClr val="F7F5F7">
                    <a:alpha val="1771"/>
                  </a:srgbClr>
                </a:gs>
                <a:gs pos="100000">
                  <a:srgbClr val="F7F5F7">
                    <a:alpha val="59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Splat 1071"/>
            <p:cNvSpPr>
              <a:spLocks noGrp="1"/>
            </p:cNvSpPr>
            <p:nvPr/>
          </p:nvSpPr>
          <p:spPr>
            <a:xfrm rot="-9652925">
              <a:off x="3228100" y="1587049"/>
              <a:ext cx="340001" cy="3578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Splat 1072"/>
            <p:cNvSpPr>
              <a:spLocks noGrp="1"/>
            </p:cNvSpPr>
            <p:nvPr/>
          </p:nvSpPr>
          <p:spPr>
            <a:xfrm rot="6900990">
              <a:off x="215931" y="1622571"/>
              <a:ext cx="517357" cy="28843"/>
            </a:xfrm>
            <a:prstGeom prst="ellipse">
              <a:avLst/>
            </a:prstGeom>
            <a:gradFill>
              <a:gsLst>
                <a:gs pos="0">
                  <a:srgbClr val="FFFFFD">
                    <a:alpha val="20015"/>
                  </a:srgbClr>
                </a:gs>
                <a:gs pos="14286">
                  <a:srgbClr val="FFFFFD">
                    <a:alpha val="18557"/>
                  </a:srgbClr>
                </a:gs>
                <a:gs pos="28571">
                  <a:srgbClr val="FFFFFD">
                    <a:alpha val="14733"/>
                  </a:srgbClr>
                </a:gs>
                <a:gs pos="42857">
                  <a:srgbClr val="FFFFFD">
                    <a:alpha val="9926"/>
                  </a:srgbClr>
                </a:gs>
                <a:gs pos="57143">
                  <a:srgbClr val="FFFFFD">
                    <a:alpha val="5628"/>
                  </a:srgbClr>
                </a:gs>
                <a:gs pos="71429">
                  <a:srgbClr val="FFFFFD">
                    <a:alpha val="2675"/>
                  </a:srgbClr>
                </a:gs>
                <a:gs pos="85714">
                  <a:srgbClr val="FFFFFD">
                    <a:alpha val="1066"/>
                  </a:srgbClr>
                </a:gs>
                <a:gs pos="100000">
                  <a:srgbClr val="FFFFFD">
                    <a:alpha val="35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Splat 1073"/>
            <p:cNvSpPr>
              <a:spLocks noGrp="1"/>
            </p:cNvSpPr>
            <p:nvPr/>
          </p:nvSpPr>
          <p:spPr>
            <a:xfrm rot="4454189">
              <a:off x="3228150" y="2800674"/>
              <a:ext cx="778317" cy="143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Splat 1074"/>
            <p:cNvSpPr>
              <a:spLocks noGrp="1"/>
            </p:cNvSpPr>
            <p:nvPr/>
          </p:nvSpPr>
          <p:spPr>
            <a:xfrm rot="5770227">
              <a:off x="1106830" y="644083"/>
              <a:ext cx="390557" cy="73215"/>
            </a:xfrm>
            <a:prstGeom prst="ellipse">
              <a:avLst/>
            </a:prstGeom>
            <a:gradFill>
              <a:gsLst>
                <a:gs pos="0">
                  <a:srgbClr val="F8FBFA">
                    <a:alpha val="32866"/>
                  </a:srgbClr>
                </a:gs>
                <a:gs pos="14286">
                  <a:srgbClr val="F8FBFA">
                    <a:alpha val="30667"/>
                  </a:srgbClr>
                </a:gs>
                <a:gs pos="28571">
                  <a:srgbClr val="F8FBFA">
                    <a:alpha val="24751"/>
                  </a:srgbClr>
                </a:gs>
                <a:gs pos="42857">
                  <a:srgbClr val="F8FBFA">
                    <a:alpha val="17016"/>
                  </a:srgbClr>
                </a:gs>
                <a:gs pos="57143">
                  <a:srgbClr val="F8FBFA">
                    <a:alpha val="9819"/>
                  </a:srgbClr>
                </a:gs>
                <a:gs pos="71429">
                  <a:srgbClr val="F8FBFA">
                    <a:alpha val="4723"/>
                  </a:srgbClr>
                </a:gs>
                <a:gs pos="85714">
                  <a:srgbClr val="F8FBFA">
                    <a:alpha val="1895"/>
                  </a:srgbClr>
                </a:gs>
                <a:gs pos="100000">
                  <a:srgbClr val="F8FBFA">
                    <a:alpha val="63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Splat 1075"/>
            <p:cNvSpPr>
              <a:spLocks noGrp="1"/>
            </p:cNvSpPr>
            <p:nvPr/>
          </p:nvSpPr>
          <p:spPr>
            <a:xfrm rot="10565065">
              <a:off x="513169" y="2158819"/>
              <a:ext cx="599717" cy="60254"/>
            </a:xfrm>
            <a:prstGeom prst="ellipse">
              <a:avLst/>
            </a:prstGeom>
            <a:gradFill>
              <a:gsLst>
                <a:gs pos="0">
                  <a:srgbClr val="3F3C3E">
                    <a:alpha val="32629"/>
                  </a:srgbClr>
                </a:gs>
                <a:gs pos="14286">
                  <a:srgbClr val="3F3C3E">
                    <a:alpha val="30442"/>
                  </a:srgbClr>
                </a:gs>
                <a:gs pos="28571">
                  <a:srgbClr val="3F3C3E">
                    <a:alpha val="24562"/>
                  </a:srgbClr>
                </a:gs>
                <a:gs pos="42857">
                  <a:srgbClr val="3F3C3E">
                    <a:alpha val="16879"/>
                  </a:srgbClr>
                </a:gs>
                <a:gs pos="57143">
                  <a:srgbClr val="3F3C3E">
                    <a:alpha val="9737"/>
                  </a:srgbClr>
                </a:gs>
                <a:gs pos="71429">
                  <a:srgbClr val="3F3C3E">
                    <a:alpha val="4682"/>
                  </a:srgbClr>
                </a:gs>
                <a:gs pos="85714">
                  <a:srgbClr val="3F3C3E">
                    <a:alpha val="1878"/>
                  </a:srgbClr>
                </a:gs>
                <a:gs pos="100000">
                  <a:srgbClr val="3F3C3E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Splat 1076"/>
            <p:cNvSpPr>
              <a:spLocks noGrp="1"/>
            </p:cNvSpPr>
            <p:nvPr/>
          </p:nvSpPr>
          <p:spPr>
            <a:xfrm rot="3926756">
              <a:off x="1664523" y="2385847"/>
              <a:ext cx="744551" cy="99560"/>
            </a:xfrm>
            <a:prstGeom prst="ellipse">
              <a:avLst/>
            </a:prstGeom>
            <a:gradFill>
              <a:gsLst>
                <a:gs pos="0">
                  <a:srgbClr val="C3C0C3">
                    <a:alpha val="32968"/>
                  </a:srgbClr>
                </a:gs>
                <a:gs pos="14286">
                  <a:srgbClr val="C3C0C3">
                    <a:alpha val="30764"/>
                  </a:srgbClr>
                </a:gs>
                <a:gs pos="28571">
                  <a:srgbClr val="C3C0C3">
                    <a:alpha val="24833"/>
                  </a:srgbClr>
                </a:gs>
                <a:gs pos="42857">
                  <a:srgbClr val="C3C0C3">
                    <a:alpha val="17075"/>
                  </a:srgbClr>
                </a:gs>
                <a:gs pos="57143">
                  <a:srgbClr val="C3C0C3">
                    <a:alpha val="9855"/>
                  </a:srgbClr>
                </a:gs>
                <a:gs pos="71429">
                  <a:srgbClr val="C3C0C3">
                    <a:alpha val="4740"/>
                  </a:srgbClr>
                </a:gs>
                <a:gs pos="85714">
                  <a:srgbClr val="C3C0C3">
                    <a:alpha val="1902"/>
                  </a:srgbClr>
                </a:gs>
                <a:gs pos="100000">
                  <a:srgbClr val="C3C0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Splat 1077"/>
            <p:cNvSpPr>
              <a:spLocks noGrp="1"/>
            </p:cNvSpPr>
            <p:nvPr/>
          </p:nvSpPr>
          <p:spPr>
            <a:xfrm rot="2950361">
              <a:off x="616990" y="1494347"/>
              <a:ext cx="365178" cy="1019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Splat 1078"/>
            <p:cNvSpPr>
              <a:spLocks noGrp="1"/>
            </p:cNvSpPr>
            <p:nvPr/>
          </p:nvSpPr>
          <p:spPr>
            <a:xfrm rot="3287436">
              <a:off x="672937" y="3077956"/>
              <a:ext cx="718953" cy="7083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Splat 1079"/>
            <p:cNvSpPr>
              <a:spLocks noGrp="1"/>
            </p:cNvSpPr>
            <p:nvPr/>
          </p:nvSpPr>
          <p:spPr>
            <a:xfrm rot="7548530">
              <a:off x="1487612" y="2249384"/>
              <a:ext cx="536352" cy="127934"/>
            </a:xfrm>
            <a:prstGeom prst="ellipse">
              <a:avLst/>
            </a:prstGeom>
            <a:gradFill>
              <a:gsLst>
                <a:gs pos="0">
                  <a:srgbClr val="C6CAC9">
                    <a:alpha val="31315"/>
                  </a:srgbClr>
                </a:gs>
                <a:gs pos="14286">
                  <a:srgbClr val="C6CAC9">
                    <a:alpha val="29196"/>
                  </a:srgbClr>
                </a:gs>
                <a:gs pos="28571">
                  <a:srgbClr val="C6CAC9">
                    <a:alpha val="23514"/>
                  </a:srgbClr>
                </a:gs>
                <a:gs pos="42857">
                  <a:srgbClr val="C6CAC9">
                    <a:alpha val="16124"/>
                  </a:srgbClr>
                </a:gs>
                <a:gs pos="57143">
                  <a:srgbClr val="C6CAC9">
                    <a:alpha val="9283"/>
                  </a:srgbClr>
                </a:gs>
                <a:gs pos="71429">
                  <a:srgbClr val="C6CAC9">
                    <a:alpha val="4458"/>
                  </a:srgbClr>
                </a:gs>
                <a:gs pos="85714">
                  <a:srgbClr val="C6CAC9">
                    <a:alpha val="1787"/>
                  </a:srgbClr>
                </a:gs>
                <a:gs pos="100000">
                  <a:srgbClr val="C6CAC9">
                    <a:alpha val="60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Splat 1080"/>
            <p:cNvSpPr>
              <a:spLocks noGrp="1"/>
            </p:cNvSpPr>
            <p:nvPr/>
          </p:nvSpPr>
          <p:spPr>
            <a:xfrm rot="3737447">
              <a:off x="3196527" y="-13685"/>
              <a:ext cx="316172" cy="63595"/>
            </a:xfrm>
            <a:prstGeom prst="ellipse">
              <a:avLst/>
            </a:prstGeom>
            <a:gradFill>
              <a:gsLst>
                <a:gs pos="0">
                  <a:srgbClr val="F0F0F0">
                    <a:alpha val="32968"/>
                  </a:srgbClr>
                </a:gs>
                <a:gs pos="14286">
                  <a:srgbClr val="F0F0F0">
                    <a:alpha val="30764"/>
                  </a:srgbClr>
                </a:gs>
                <a:gs pos="28571">
                  <a:srgbClr val="F0F0F0">
                    <a:alpha val="24833"/>
                  </a:srgbClr>
                </a:gs>
                <a:gs pos="42857">
                  <a:srgbClr val="F0F0F0">
                    <a:alpha val="17075"/>
                  </a:srgbClr>
                </a:gs>
                <a:gs pos="57143">
                  <a:srgbClr val="F0F0F0">
                    <a:alpha val="9855"/>
                  </a:srgbClr>
                </a:gs>
                <a:gs pos="71429">
                  <a:srgbClr val="F0F0F0">
                    <a:alpha val="4740"/>
                  </a:srgbClr>
                </a:gs>
                <a:gs pos="85714">
                  <a:srgbClr val="F0F0F0">
                    <a:alpha val="1902"/>
                  </a:srgbClr>
                </a:gs>
                <a:gs pos="100000">
                  <a:srgbClr val="F0F0F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Splat 1081"/>
            <p:cNvSpPr>
              <a:spLocks noGrp="1"/>
            </p:cNvSpPr>
            <p:nvPr/>
          </p:nvSpPr>
          <p:spPr>
            <a:xfrm rot="5121991">
              <a:off x="-261791" y="2365782"/>
              <a:ext cx="674962" cy="43628"/>
            </a:xfrm>
            <a:prstGeom prst="ellipse">
              <a:avLst/>
            </a:prstGeom>
            <a:gradFill>
              <a:gsLst>
                <a:gs pos="0">
                  <a:srgbClr val="D5D3D6">
                    <a:alpha val="32039"/>
                  </a:srgbClr>
                </a:gs>
                <a:gs pos="14286">
                  <a:srgbClr val="D5D3D6">
                    <a:alpha val="29882"/>
                  </a:srgbClr>
                </a:gs>
                <a:gs pos="28571">
                  <a:srgbClr val="D5D3D6">
                    <a:alpha val="24091"/>
                  </a:srgbClr>
                </a:gs>
                <a:gs pos="42857">
                  <a:srgbClr val="D5D3D6">
                    <a:alpha val="16539"/>
                  </a:srgbClr>
                </a:gs>
                <a:gs pos="57143">
                  <a:srgbClr val="D5D3D6">
                    <a:alpha val="9532"/>
                  </a:srgbClr>
                </a:gs>
                <a:gs pos="71429">
                  <a:srgbClr val="D5D3D6">
                    <a:alpha val="4581"/>
                  </a:srgbClr>
                </a:gs>
                <a:gs pos="85714">
                  <a:srgbClr val="D5D3D6">
                    <a:alpha val="1837"/>
                  </a:srgbClr>
                </a:gs>
                <a:gs pos="100000">
                  <a:srgbClr val="D5D3D6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Splat 1082"/>
            <p:cNvSpPr>
              <a:spLocks noGrp="1"/>
            </p:cNvSpPr>
            <p:nvPr/>
          </p:nvSpPr>
          <p:spPr>
            <a:xfrm rot="3922214">
              <a:off x="2346076" y="1752173"/>
              <a:ext cx="568799" cy="89897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Splat 1083"/>
            <p:cNvSpPr>
              <a:spLocks noGrp="1"/>
            </p:cNvSpPr>
            <p:nvPr/>
          </p:nvSpPr>
          <p:spPr>
            <a:xfrm rot="9704517">
              <a:off x="3335881" y="1811752"/>
              <a:ext cx="439743" cy="24422"/>
            </a:xfrm>
            <a:prstGeom prst="ellipse">
              <a:avLst/>
            </a:prstGeom>
            <a:gradFill>
              <a:gsLst>
                <a:gs pos="0">
                  <a:srgbClr val="F1F3F3">
                    <a:alpha val="32968"/>
                  </a:srgbClr>
                </a:gs>
                <a:gs pos="14286">
                  <a:srgbClr val="F1F3F3">
                    <a:alpha val="30764"/>
                  </a:srgbClr>
                </a:gs>
                <a:gs pos="28571">
                  <a:srgbClr val="F1F3F3">
                    <a:alpha val="24833"/>
                  </a:srgbClr>
                </a:gs>
                <a:gs pos="42857">
                  <a:srgbClr val="F1F3F3">
                    <a:alpha val="17075"/>
                  </a:srgbClr>
                </a:gs>
                <a:gs pos="57143">
                  <a:srgbClr val="F1F3F3">
                    <a:alpha val="9855"/>
                  </a:srgbClr>
                </a:gs>
                <a:gs pos="71429">
                  <a:srgbClr val="F1F3F3">
                    <a:alpha val="4740"/>
                  </a:srgbClr>
                </a:gs>
                <a:gs pos="85714">
                  <a:srgbClr val="F1F3F3">
                    <a:alpha val="1902"/>
                  </a:srgbClr>
                </a:gs>
                <a:gs pos="100000">
                  <a:srgbClr val="F1F3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Splat 1084"/>
            <p:cNvSpPr>
              <a:spLocks noGrp="1"/>
            </p:cNvSpPr>
            <p:nvPr/>
          </p:nvSpPr>
          <p:spPr>
            <a:xfrm rot="5906520">
              <a:off x="2665248" y="2847732"/>
              <a:ext cx="780090" cy="108141"/>
            </a:xfrm>
            <a:prstGeom prst="ellipse">
              <a:avLst/>
            </a:prstGeom>
            <a:gradFill>
              <a:gsLst>
                <a:gs pos="0">
                  <a:srgbClr val="F3F2F3">
                    <a:alpha val="32968"/>
                  </a:srgbClr>
                </a:gs>
                <a:gs pos="14286">
                  <a:srgbClr val="F3F2F3">
                    <a:alpha val="30764"/>
                  </a:srgbClr>
                </a:gs>
                <a:gs pos="28571">
                  <a:srgbClr val="F3F2F3">
                    <a:alpha val="24833"/>
                  </a:srgbClr>
                </a:gs>
                <a:gs pos="42857">
                  <a:srgbClr val="F3F2F3">
                    <a:alpha val="17075"/>
                  </a:srgbClr>
                </a:gs>
                <a:gs pos="57143">
                  <a:srgbClr val="F3F2F3">
                    <a:alpha val="9855"/>
                  </a:srgbClr>
                </a:gs>
                <a:gs pos="71429">
                  <a:srgbClr val="F3F2F3">
                    <a:alpha val="4740"/>
                  </a:srgbClr>
                </a:gs>
                <a:gs pos="85714">
                  <a:srgbClr val="F3F2F3">
                    <a:alpha val="1902"/>
                  </a:srgbClr>
                </a:gs>
                <a:gs pos="100000">
                  <a:srgbClr val="F3F2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Splat 1085"/>
            <p:cNvSpPr>
              <a:spLocks noGrp="1"/>
            </p:cNvSpPr>
            <p:nvPr/>
          </p:nvSpPr>
          <p:spPr>
            <a:xfrm rot="8570976">
              <a:off x="-91901" y="2116542"/>
              <a:ext cx="586504" cy="182605"/>
            </a:xfrm>
            <a:prstGeom prst="ellipse">
              <a:avLst/>
            </a:prstGeom>
            <a:gradFill>
              <a:gsLst>
                <a:gs pos="0">
                  <a:srgbClr val="1A1F1E">
                    <a:alpha val="30817"/>
                  </a:srgbClr>
                </a:gs>
                <a:gs pos="14286">
                  <a:srgbClr val="1A1F1E">
                    <a:alpha val="28725"/>
                  </a:srgbClr>
                </a:gs>
                <a:gs pos="28571">
                  <a:srgbClr val="1A1F1E">
                    <a:alpha val="23120"/>
                  </a:srgbClr>
                </a:gs>
                <a:gs pos="42857">
                  <a:srgbClr val="1A1F1E">
                    <a:alpha val="15840"/>
                  </a:srgbClr>
                </a:gs>
                <a:gs pos="57143">
                  <a:srgbClr val="1A1F1E">
                    <a:alpha val="9113"/>
                  </a:srgbClr>
                </a:gs>
                <a:gs pos="71429">
                  <a:srgbClr val="1A1F1E">
                    <a:alpha val="4374"/>
                  </a:srgbClr>
                </a:gs>
                <a:gs pos="85714">
                  <a:srgbClr val="1A1F1E">
                    <a:alpha val="1753"/>
                  </a:srgbClr>
                </a:gs>
                <a:gs pos="100000">
                  <a:srgbClr val="1A1F1E">
                    <a:alpha val="58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Splat 1086"/>
            <p:cNvSpPr>
              <a:spLocks noGrp="1"/>
            </p:cNvSpPr>
            <p:nvPr/>
          </p:nvSpPr>
          <p:spPr>
            <a:xfrm rot="7172321">
              <a:off x="283984" y="147163"/>
              <a:ext cx="229110" cy="95936"/>
            </a:xfrm>
            <a:prstGeom prst="ellipse">
              <a:avLst/>
            </a:prstGeom>
            <a:gradFill>
              <a:gsLst>
                <a:gs pos="0">
                  <a:srgbClr val="C8C2C5">
                    <a:alpha val="32968"/>
                  </a:srgbClr>
                </a:gs>
                <a:gs pos="14286">
                  <a:srgbClr val="C8C2C5">
                    <a:alpha val="30764"/>
                  </a:srgbClr>
                </a:gs>
                <a:gs pos="28571">
                  <a:srgbClr val="C8C2C5">
                    <a:alpha val="24833"/>
                  </a:srgbClr>
                </a:gs>
                <a:gs pos="42857">
                  <a:srgbClr val="C8C2C5">
                    <a:alpha val="17075"/>
                  </a:srgbClr>
                </a:gs>
                <a:gs pos="57143">
                  <a:srgbClr val="C8C2C5">
                    <a:alpha val="9855"/>
                  </a:srgbClr>
                </a:gs>
                <a:gs pos="71429">
                  <a:srgbClr val="C8C2C5">
                    <a:alpha val="4740"/>
                  </a:srgbClr>
                </a:gs>
                <a:gs pos="85714">
                  <a:srgbClr val="C8C2C5">
                    <a:alpha val="1902"/>
                  </a:srgbClr>
                </a:gs>
                <a:gs pos="100000">
                  <a:srgbClr val="C8C2C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Splat 1087"/>
            <p:cNvSpPr>
              <a:spLocks noGrp="1"/>
            </p:cNvSpPr>
            <p:nvPr/>
          </p:nvSpPr>
          <p:spPr>
            <a:xfrm rot="-10279700">
              <a:off x="2199102" y="1309753"/>
              <a:ext cx="568293" cy="1070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Splat 1088"/>
            <p:cNvSpPr>
              <a:spLocks noGrp="1"/>
            </p:cNvSpPr>
            <p:nvPr/>
          </p:nvSpPr>
          <p:spPr>
            <a:xfrm rot="8277434">
              <a:off x="1753212" y="1283667"/>
              <a:ext cx="445835" cy="51881"/>
            </a:xfrm>
            <a:prstGeom prst="ellipse">
              <a:avLst/>
            </a:prstGeom>
            <a:gradFill>
              <a:gsLst>
                <a:gs pos="0">
                  <a:srgbClr val="C0C0BF">
                    <a:alpha val="32968"/>
                  </a:srgbClr>
                </a:gs>
                <a:gs pos="14286">
                  <a:srgbClr val="C0C0BF">
                    <a:alpha val="30764"/>
                  </a:srgbClr>
                </a:gs>
                <a:gs pos="28571">
                  <a:srgbClr val="C0C0BF">
                    <a:alpha val="24833"/>
                  </a:srgbClr>
                </a:gs>
                <a:gs pos="42857">
                  <a:srgbClr val="C0C0BF">
                    <a:alpha val="17075"/>
                  </a:srgbClr>
                </a:gs>
                <a:gs pos="57143">
                  <a:srgbClr val="C0C0BF">
                    <a:alpha val="9855"/>
                  </a:srgbClr>
                </a:gs>
                <a:gs pos="71429">
                  <a:srgbClr val="C0C0BF">
                    <a:alpha val="4740"/>
                  </a:srgbClr>
                </a:gs>
                <a:gs pos="85714">
                  <a:srgbClr val="C0C0BF">
                    <a:alpha val="1902"/>
                  </a:srgbClr>
                </a:gs>
                <a:gs pos="100000">
                  <a:srgbClr val="C0C0B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Splat 1089"/>
            <p:cNvSpPr>
              <a:spLocks noGrp="1"/>
            </p:cNvSpPr>
            <p:nvPr/>
          </p:nvSpPr>
          <p:spPr>
            <a:xfrm rot="-9579389">
              <a:off x="1761134" y="2138170"/>
              <a:ext cx="742548" cy="9688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Splat 1090"/>
            <p:cNvSpPr>
              <a:spLocks noGrp="1"/>
            </p:cNvSpPr>
            <p:nvPr/>
          </p:nvSpPr>
          <p:spPr>
            <a:xfrm rot="6377364">
              <a:off x="1647506" y="3559117"/>
              <a:ext cx="697024" cy="46743"/>
            </a:xfrm>
            <a:prstGeom prst="ellipse">
              <a:avLst/>
            </a:prstGeom>
            <a:gradFill>
              <a:gsLst>
                <a:gs pos="0">
                  <a:srgbClr val="DEE1E0">
                    <a:alpha val="32968"/>
                  </a:srgbClr>
                </a:gs>
                <a:gs pos="14286">
                  <a:srgbClr val="DEE1E0">
                    <a:alpha val="30764"/>
                  </a:srgbClr>
                </a:gs>
                <a:gs pos="28571">
                  <a:srgbClr val="DEE1E0">
                    <a:alpha val="24833"/>
                  </a:srgbClr>
                </a:gs>
                <a:gs pos="42857">
                  <a:srgbClr val="DEE1E0">
                    <a:alpha val="17075"/>
                  </a:srgbClr>
                </a:gs>
                <a:gs pos="57143">
                  <a:srgbClr val="DEE1E0">
                    <a:alpha val="9855"/>
                  </a:srgbClr>
                </a:gs>
                <a:gs pos="71429">
                  <a:srgbClr val="DEE1E0">
                    <a:alpha val="4740"/>
                  </a:srgbClr>
                </a:gs>
                <a:gs pos="85714">
                  <a:srgbClr val="DEE1E0">
                    <a:alpha val="1902"/>
                  </a:srgbClr>
                </a:gs>
                <a:gs pos="100000">
                  <a:srgbClr val="DEE1E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Splat 1091"/>
            <p:cNvSpPr>
              <a:spLocks noGrp="1"/>
            </p:cNvSpPr>
            <p:nvPr/>
          </p:nvSpPr>
          <p:spPr>
            <a:xfrm rot="-10529270">
              <a:off x="-245232" y="903402"/>
              <a:ext cx="797231" cy="1348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Splat 1092"/>
            <p:cNvSpPr>
              <a:spLocks noGrp="1"/>
            </p:cNvSpPr>
            <p:nvPr/>
          </p:nvSpPr>
          <p:spPr>
            <a:xfrm rot="6712228">
              <a:off x="1048830" y="676135"/>
              <a:ext cx="368078" cy="712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Splat 1093"/>
            <p:cNvSpPr>
              <a:spLocks noGrp="1"/>
            </p:cNvSpPr>
            <p:nvPr/>
          </p:nvSpPr>
          <p:spPr>
            <a:xfrm rot="7868589">
              <a:off x="1860778" y="3096942"/>
              <a:ext cx="487944" cy="2928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Splat 1094"/>
            <p:cNvSpPr>
              <a:spLocks noGrp="1"/>
            </p:cNvSpPr>
            <p:nvPr/>
          </p:nvSpPr>
          <p:spPr>
            <a:xfrm rot="-9350099">
              <a:off x="993499" y="406669"/>
              <a:ext cx="465451" cy="80643"/>
            </a:xfrm>
            <a:prstGeom prst="ellipse">
              <a:avLst/>
            </a:prstGeom>
            <a:gradFill>
              <a:gsLst>
                <a:gs pos="0">
                  <a:srgbClr val="FEFEFF">
                    <a:alpha val="32968"/>
                  </a:srgbClr>
                </a:gs>
                <a:gs pos="14286">
                  <a:srgbClr val="FEFEFF">
                    <a:alpha val="30764"/>
                  </a:srgbClr>
                </a:gs>
                <a:gs pos="28571">
                  <a:srgbClr val="FEFEFF">
                    <a:alpha val="24833"/>
                  </a:srgbClr>
                </a:gs>
                <a:gs pos="42857">
                  <a:srgbClr val="FEFEFF">
                    <a:alpha val="17075"/>
                  </a:srgbClr>
                </a:gs>
                <a:gs pos="57143">
                  <a:srgbClr val="FEFEFF">
                    <a:alpha val="9855"/>
                  </a:srgbClr>
                </a:gs>
                <a:gs pos="71429">
                  <a:srgbClr val="FEFEFF">
                    <a:alpha val="4740"/>
                  </a:srgbClr>
                </a:gs>
                <a:gs pos="85714">
                  <a:srgbClr val="FEFEFF">
                    <a:alpha val="1902"/>
                  </a:srgbClr>
                </a:gs>
                <a:gs pos="100000">
                  <a:srgbClr val="FE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Splat 1095"/>
            <p:cNvSpPr>
              <a:spLocks noGrp="1"/>
            </p:cNvSpPr>
            <p:nvPr/>
          </p:nvSpPr>
          <p:spPr>
            <a:xfrm rot="6847367">
              <a:off x="899821" y="2575179"/>
              <a:ext cx="543736" cy="633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Splat 1096"/>
            <p:cNvSpPr>
              <a:spLocks noGrp="1"/>
            </p:cNvSpPr>
            <p:nvPr/>
          </p:nvSpPr>
          <p:spPr>
            <a:xfrm rot="4164456">
              <a:off x="2415863" y="3527282"/>
              <a:ext cx="586724" cy="6128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Splat 1097"/>
            <p:cNvSpPr>
              <a:spLocks noGrp="1"/>
            </p:cNvSpPr>
            <p:nvPr/>
          </p:nvSpPr>
          <p:spPr>
            <a:xfrm rot="6686598">
              <a:off x="2660777" y="3269473"/>
              <a:ext cx="661300" cy="130187"/>
            </a:xfrm>
            <a:prstGeom prst="ellipse">
              <a:avLst/>
            </a:prstGeom>
            <a:gradFill>
              <a:gsLst>
                <a:gs pos="0">
                  <a:srgbClr val="CACCCC">
                    <a:alpha val="32807"/>
                  </a:srgbClr>
                </a:gs>
                <a:gs pos="14286">
                  <a:srgbClr val="CACCCC">
                    <a:alpha val="30611"/>
                  </a:srgbClr>
                </a:gs>
                <a:gs pos="28571">
                  <a:srgbClr val="CACCCC">
                    <a:alpha val="24704"/>
                  </a:srgbClr>
                </a:gs>
                <a:gs pos="42857">
                  <a:srgbClr val="CACCCC">
                    <a:alpha val="16982"/>
                  </a:srgbClr>
                </a:gs>
                <a:gs pos="57143">
                  <a:srgbClr val="CACCCC">
                    <a:alpha val="9799"/>
                  </a:srgbClr>
                </a:gs>
                <a:gs pos="71429">
                  <a:srgbClr val="CACCCC">
                    <a:alpha val="4713"/>
                  </a:srgbClr>
                </a:gs>
                <a:gs pos="85714">
                  <a:srgbClr val="CACCCC">
                    <a:alpha val="1891"/>
                  </a:srgbClr>
                </a:gs>
                <a:gs pos="100000">
                  <a:srgbClr val="CACCCC">
                    <a:alpha val="6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Splat 1098"/>
            <p:cNvSpPr>
              <a:spLocks noGrp="1"/>
            </p:cNvSpPr>
            <p:nvPr/>
          </p:nvSpPr>
          <p:spPr>
            <a:xfrm rot="5624172">
              <a:off x="2850891" y="2542208"/>
              <a:ext cx="686983" cy="63978"/>
            </a:xfrm>
            <a:prstGeom prst="ellipse">
              <a:avLst/>
            </a:prstGeom>
            <a:gradFill>
              <a:gsLst>
                <a:gs pos="0">
                  <a:srgbClr val="C0C1C1">
                    <a:alpha val="32968"/>
                  </a:srgbClr>
                </a:gs>
                <a:gs pos="14286">
                  <a:srgbClr val="C0C1C1">
                    <a:alpha val="30764"/>
                  </a:srgbClr>
                </a:gs>
                <a:gs pos="28571">
                  <a:srgbClr val="C0C1C1">
                    <a:alpha val="24833"/>
                  </a:srgbClr>
                </a:gs>
                <a:gs pos="42857">
                  <a:srgbClr val="C0C1C1">
                    <a:alpha val="17075"/>
                  </a:srgbClr>
                </a:gs>
                <a:gs pos="57143">
                  <a:srgbClr val="C0C1C1">
                    <a:alpha val="9855"/>
                  </a:srgbClr>
                </a:gs>
                <a:gs pos="71429">
                  <a:srgbClr val="C0C1C1">
                    <a:alpha val="4740"/>
                  </a:srgbClr>
                </a:gs>
                <a:gs pos="85714">
                  <a:srgbClr val="C0C1C1">
                    <a:alpha val="1902"/>
                  </a:srgbClr>
                </a:gs>
                <a:gs pos="100000">
                  <a:srgbClr val="C0C1C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Splat 1099"/>
            <p:cNvSpPr>
              <a:spLocks noGrp="1"/>
            </p:cNvSpPr>
            <p:nvPr/>
          </p:nvSpPr>
          <p:spPr>
            <a:xfrm rot="4333575">
              <a:off x="2998106" y="507345"/>
              <a:ext cx="265225" cy="215510"/>
            </a:xfrm>
            <a:prstGeom prst="ellipse">
              <a:avLst/>
            </a:prstGeom>
            <a:gradFill>
              <a:gsLst>
                <a:gs pos="0">
                  <a:srgbClr val="FDFEFD">
                    <a:alpha val="32968"/>
                  </a:srgbClr>
                </a:gs>
                <a:gs pos="14286">
                  <a:srgbClr val="FDFEFD">
                    <a:alpha val="30764"/>
                  </a:srgbClr>
                </a:gs>
                <a:gs pos="28571">
                  <a:srgbClr val="FDFEFD">
                    <a:alpha val="24833"/>
                  </a:srgbClr>
                </a:gs>
                <a:gs pos="42857">
                  <a:srgbClr val="FDFEFD">
                    <a:alpha val="17075"/>
                  </a:srgbClr>
                </a:gs>
                <a:gs pos="57143">
                  <a:srgbClr val="FDFEFD">
                    <a:alpha val="9855"/>
                  </a:srgbClr>
                </a:gs>
                <a:gs pos="71429">
                  <a:srgbClr val="FDFEFD">
                    <a:alpha val="4740"/>
                  </a:srgbClr>
                </a:gs>
                <a:gs pos="85714">
                  <a:srgbClr val="FDFEFD">
                    <a:alpha val="1902"/>
                  </a:srgbClr>
                </a:gs>
                <a:gs pos="100000">
                  <a:srgbClr val="FD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Splat 1100"/>
            <p:cNvSpPr>
              <a:spLocks noGrp="1"/>
            </p:cNvSpPr>
            <p:nvPr/>
          </p:nvSpPr>
          <p:spPr>
            <a:xfrm rot="-8953153">
              <a:off x="-32558" y="2339224"/>
              <a:ext cx="632967" cy="1172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Splat 1101"/>
            <p:cNvSpPr>
              <a:spLocks noGrp="1"/>
            </p:cNvSpPr>
            <p:nvPr/>
          </p:nvSpPr>
          <p:spPr>
            <a:xfrm rot="4220539">
              <a:off x="3173264" y="2185940"/>
              <a:ext cx="514722" cy="12593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Splat 1102"/>
            <p:cNvSpPr>
              <a:spLocks noGrp="1"/>
            </p:cNvSpPr>
            <p:nvPr/>
          </p:nvSpPr>
          <p:spPr>
            <a:xfrm rot="-8371915">
              <a:off x="1638103" y="2210040"/>
              <a:ext cx="736091" cy="856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Splat 1103"/>
            <p:cNvSpPr>
              <a:spLocks noGrp="1"/>
            </p:cNvSpPr>
            <p:nvPr/>
          </p:nvSpPr>
          <p:spPr>
            <a:xfrm rot="9768842">
              <a:off x="1778535" y="2313591"/>
              <a:ext cx="362756" cy="221482"/>
            </a:xfrm>
            <a:prstGeom prst="ellipse">
              <a:avLst/>
            </a:prstGeom>
            <a:gradFill>
              <a:gsLst>
                <a:gs pos="0">
                  <a:srgbClr val="F3F3F3">
                    <a:alpha val="32968"/>
                  </a:srgbClr>
                </a:gs>
                <a:gs pos="14286">
                  <a:srgbClr val="F3F3F3">
                    <a:alpha val="30764"/>
                  </a:srgbClr>
                </a:gs>
                <a:gs pos="28571">
                  <a:srgbClr val="F3F3F3">
                    <a:alpha val="24833"/>
                  </a:srgbClr>
                </a:gs>
                <a:gs pos="42857">
                  <a:srgbClr val="F3F3F3">
                    <a:alpha val="17075"/>
                  </a:srgbClr>
                </a:gs>
                <a:gs pos="57143">
                  <a:srgbClr val="F3F3F3">
                    <a:alpha val="9855"/>
                  </a:srgbClr>
                </a:gs>
                <a:gs pos="71429">
                  <a:srgbClr val="F3F3F3">
                    <a:alpha val="4740"/>
                  </a:srgbClr>
                </a:gs>
                <a:gs pos="85714">
                  <a:srgbClr val="F3F3F3">
                    <a:alpha val="1902"/>
                  </a:srgbClr>
                </a:gs>
                <a:gs pos="100000">
                  <a:srgbClr val="F3F3F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Splat 1104"/>
            <p:cNvSpPr>
              <a:spLocks noGrp="1"/>
            </p:cNvSpPr>
            <p:nvPr/>
          </p:nvSpPr>
          <p:spPr>
            <a:xfrm rot="-8281839">
              <a:off x="2812632" y="1219828"/>
              <a:ext cx="665958" cy="87182"/>
            </a:xfrm>
            <a:prstGeom prst="ellipse">
              <a:avLst/>
            </a:prstGeom>
            <a:gradFill>
              <a:gsLst>
                <a:gs pos="0">
                  <a:srgbClr val="C9C9C9">
                    <a:alpha val="32968"/>
                  </a:srgbClr>
                </a:gs>
                <a:gs pos="14286">
                  <a:srgbClr val="C9C9C9">
                    <a:alpha val="30764"/>
                  </a:srgbClr>
                </a:gs>
                <a:gs pos="28571">
                  <a:srgbClr val="C9C9C9">
                    <a:alpha val="24833"/>
                  </a:srgbClr>
                </a:gs>
                <a:gs pos="42857">
                  <a:srgbClr val="C9C9C9">
                    <a:alpha val="17075"/>
                  </a:srgbClr>
                </a:gs>
                <a:gs pos="57143">
                  <a:srgbClr val="C9C9C9">
                    <a:alpha val="9855"/>
                  </a:srgbClr>
                </a:gs>
                <a:gs pos="71429">
                  <a:srgbClr val="C9C9C9">
                    <a:alpha val="4740"/>
                  </a:srgbClr>
                </a:gs>
                <a:gs pos="85714">
                  <a:srgbClr val="C9C9C9">
                    <a:alpha val="1902"/>
                  </a:srgbClr>
                </a:gs>
                <a:gs pos="100000">
                  <a:srgbClr val="C9C9C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Splat 1105"/>
            <p:cNvSpPr>
              <a:spLocks noGrp="1"/>
            </p:cNvSpPr>
            <p:nvPr/>
          </p:nvSpPr>
          <p:spPr>
            <a:xfrm rot="-10421526">
              <a:off x="1301309" y="665099"/>
              <a:ext cx="535841" cy="3973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Splat 1106"/>
            <p:cNvSpPr>
              <a:spLocks noGrp="1"/>
            </p:cNvSpPr>
            <p:nvPr/>
          </p:nvSpPr>
          <p:spPr>
            <a:xfrm rot="-8776899">
              <a:off x="3142775" y="152123"/>
              <a:ext cx="750263" cy="688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Splat 1107"/>
            <p:cNvSpPr>
              <a:spLocks noGrp="1"/>
            </p:cNvSpPr>
            <p:nvPr/>
          </p:nvSpPr>
          <p:spPr>
            <a:xfrm rot="3175018">
              <a:off x="88907" y="-7022"/>
              <a:ext cx="387749" cy="5949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Splat 1108"/>
            <p:cNvSpPr>
              <a:spLocks noGrp="1"/>
            </p:cNvSpPr>
            <p:nvPr/>
          </p:nvSpPr>
          <p:spPr>
            <a:xfrm rot="4176801">
              <a:off x="89291" y="3040170"/>
              <a:ext cx="803508" cy="78256"/>
            </a:xfrm>
            <a:prstGeom prst="ellipse">
              <a:avLst/>
            </a:prstGeom>
            <a:gradFill>
              <a:gsLst>
                <a:gs pos="0">
                  <a:srgbClr val="FFFEFF">
                    <a:alpha val="9770"/>
                  </a:srgbClr>
                </a:gs>
                <a:gs pos="14286">
                  <a:srgbClr val="FFFEFF">
                    <a:alpha val="9016"/>
                  </a:srgbClr>
                </a:gs>
                <a:gs pos="28571">
                  <a:srgbClr val="FFFEFF">
                    <a:alpha val="7074"/>
                  </a:srgbClr>
                </a:gs>
                <a:gs pos="42857">
                  <a:srgbClr val="FFFEFF">
                    <a:alpha val="4698"/>
                  </a:srgbClr>
                </a:gs>
                <a:gs pos="57143">
                  <a:srgbClr val="FFFEFF">
                    <a:alpha val="2631"/>
                  </a:srgbClr>
                </a:gs>
                <a:gs pos="71429">
                  <a:srgbClr val="FFFEFF">
                    <a:alpha val="1240"/>
                  </a:srgbClr>
                </a:gs>
                <a:gs pos="85714">
                  <a:srgbClr val="FFFEFF">
                    <a:alpha val="492"/>
                  </a:srgbClr>
                </a:gs>
                <a:gs pos="100000">
                  <a:srgbClr val="FFFEFF">
                    <a:alpha val="16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Splat 1109"/>
            <p:cNvSpPr>
              <a:spLocks noGrp="1"/>
            </p:cNvSpPr>
            <p:nvPr/>
          </p:nvSpPr>
          <p:spPr>
            <a:xfrm rot="7308891">
              <a:off x="-216388" y="797297"/>
              <a:ext cx="712225" cy="152310"/>
            </a:xfrm>
            <a:prstGeom prst="ellipse">
              <a:avLst/>
            </a:prstGeom>
            <a:gradFill>
              <a:gsLst>
                <a:gs pos="0">
                  <a:srgbClr val="DBDBDB">
                    <a:alpha val="8307"/>
                  </a:srgbClr>
                </a:gs>
                <a:gs pos="14286">
                  <a:srgbClr val="DBDBDB">
                    <a:alpha val="7662"/>
                  </a:srgbClr>
                </a:gs>
                <a:gs pos="28571">
                  <a:srgbClr val="DBDBDB">
                    <a:alpha val="6001"/>
                  </a:srgbClr>
                </a:gs>
                <a:gs pos="42857">
                  <a:srgbClr val="DBDBDB">
                    <a:alpha val="3978"/>
                  </a:srgbClr>
                </a:gs>
                <a:gs pos="57143">
                  <a:srgbClr val="DBDBDB">
                    <a:alpha val="2224"/>
                  </a:srgbClr>
                </a:gs>
                <a:gs pos="71429">
                  <a:srgbClr val="DBDBDB">
                    <a:alpha val="1047"/>
                  </a:srgbClr>
                </a:gs>
                <a:gs pos="85714">
                  <a:srgbClr val="DBDBDB">
                    <a:alpha val="415"/>
                  </a:srgbClr>
                </a:gs>
                <a:gs pos="100000">
                  <a:srgbClr val="DBDBDB">
                    <a:alpha val="1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Splat 1110"/>
            <p:cNvSpPr>
              <a:spLocks noGrp="1"/>
            </p:cNvSpPr>
            <p:nvPr/>
          </p:nvSpPr>
          <p:spPr>
            <a:xfrm rot="4971667">
              <a:off x="1023660" y="3016259"/>
              <a:ext cx="686641" cy="105366"/>
            </a:xfrm>
            <a:prstGeom prst="ellipse">
              <a:avLst/>
            </a:prstGeom>
            <a:gradFill>
              <a:gsLst>
                <a:gs pos="0">
                  <a:srgbClr val="000000">
                    <a:alpha val="31248"/>
                  </a:srgbClr>
                </a:gs>
                <a:gs pos="14286">
                  <a:srgbClr val="000000">
                    <a:alpha val="29133"/>
                  </a:srgbClr>
                </a:gs>
                <a:gs pos="28571">
                  <a:srgbClr val="000000">
                    <a:alpha val="23462"/>
                  </a:srgbClr>
                </a:gs>
                <a:gs pos="42857">
                  <a:srgbClr val="000000">
                    <a:alpha val="16086"/>
                  </a:srgbClr>
                </a:gs>
                <a:gs pos="57143">
                  <a:srgbClr val="000000">
                    <a:alpha val="9261"/>
                  </a:srgbClr>
                </a:gs>
                <a:gs pos="71429">
                  <a:srgbClr val="000000">
                    <a:alpha val="4447"/>
                  </a:srgbClr>
                </a:gs>
                <a:gs pos="85714">
                  <a:srgbClr val="000000">
                    <a:alpha val="1783"/>
                  </a:srgbClr>
                </a:gs>
                <a:gs pos="100000">
                  <a:srgbClr val="000000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Splat 1111"/>
            <p:cNvSpPr>
              <a:spLocks noGrp="1"/>
            </p:cNvSpPr>
            <p:nvPr/>
          </p:nvSpPr>
          <p:spPr>
            <a:xfrm rot="10330648">
              <a:off x="3323915" y="1016685"/>
              <a:ext cx="567551" cy="32181"/>
            </a:xfrm>
            <a:prstGeom prst="ellipse">
              <a:avLst/>
            </a:prstGeom>
            <a:gradFill>
              <a:gsLst>
                <a:gs pos="0">
                  <a:srgbClr val="FFFEFE">
                    <a:alpha val="28018"/>
                  </a:srgbClr>
                </a:gs>
                <a:gs pos="14286">
                  <a:srgbClr val="FFFEFE">
                    <a:alpha val="26078"/>
                  </a:srgbClr>
                </a:gs>
                <a:gs pos="28571">
                  <a:srgbClr val="FFFEFE">
                    <a:alpha val="20912"/>
                  </a:srgbClr>
                </a:gs>
                <a:gs pos="42857">
                  <a:srgbClr val="FFFEFE">
                    <a:alpha val="14263"/>
                  </a:srgbClr>
                </a:gs>
                <a:gs pos="57143">
                  <a:srgbClr val="FFFEFE">
                    <a:alpha val="8173"/>
                  </a:srgbClr>
                </a:gs>
                <a:gs pos="71429">
                  <a:srgbClr val="FFFEFE">
                    <a:alpha val="3913"/>
                  </a:srgbClr>
                </a:gs>
                <a:gs pos="85714">
                  <a:srgbClr val="FFFEFE">
                    <a:alpha val="1566"/>
                  </a:srgbClr>
                </a:gs>
                <a:gs pos="100000">
                  <a:srgbClr val="FFFEFE">
                    <a:alpha val="52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Splat 1112"/>
            <p:cNvSpPr>
              <a:spLocks noGrp="1"/>
            </p:cNvSpPr>
            <p:nvPr/>
          </p:nvSpPr>
          <p:spPr>
            <a:xfrm rot="6974443">
              <a:off x="-85703" y="3276216"/>
              <a:ext cx="745947" cy="6021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Splat 1113"/>
            <p:cNvSpPr>
              <a:spLocks noGrp="1"/>
            </p:cNvSpPr>
            <p:nvPr/>
          </p:nvSpPr>
          <p:spPr>
            <a:xfrm rot="7396560">
              <a:off x="164441" y="793375"/>
              <a:ext cx="298157" cy="30710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Splat 1114"/>
            <p:cNvSpPr>
              <a:spLocks noGrp="1"/>
            </p:cNvSpPr>
            <p:nvPr/>
          </p:nvSpPr>
          <p:spPr>
            <a:xfrm rot="9610425">
              <a:off x="2396468" y="103894"/>
              <a:ext cx="567850" cy="517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Splat 1115"/>
            <p:cNvSpPr>
              <a:spLocks noGrp="1"/>
            </p:cNvSpPr>
            <p:nvPr/>
          </p:nvSpPr>
          <p:spPr>
            <a:xfrm rot="6130215">
              <a:off x="785658" y="2575600"/>
              <a:ext cx="204543" cy="134931"/>
            </a:xfrm>
            <a:prstGeom prst="ellipse">
              <a:avLst/>
            </a:prstGeom>
            <a:gradFill>
              <a:gsLst>
                <a:gs pos="0">
                  <a:srgbClr val="F1EDED">
                    <a:alpha val="32965"/>
                  </a:srgbClr>
                </a:gs>
                <a:gs pos="14286">
                  <a:srgbClr val="F1EDED">
                    <a:alpha val="30761"/>
                  </a:srgbClr>
                </a:gs>
                <a:gs pos="28571">
                  <a:srgbClr val="F1EDED">
                    <a:alpha val="24830"/>
                  </a:srgbClr>
                </a:gs>
                <a:gs pos="42857">
                  <a:srgbClr val="F1EDED">
                    <a:alpha val="17073"/>
                  </a:srgbClr>
                </a:gs>
                <a:gs pos="57143">
                  <a:srgbClr val="F1EDED">
                    <a:alpha val="9854"/>
                  </a:srgbClr>
                </a:gs>
                <a:gs pos="71429">
                  <a:srgbClr val="F1EDED">
                    <a:alpha val="4740"/>
                  </a:srgbClr>
                </a:gs>
                <a:gs pos="85714">
                  <a:srgbClr val="F1EDED">
                    <a:alpha val="1902"/>
                  </a:srgbClr>
                </a:gs>
                <a:gs pos="100000">
                  <a:srgbClr val="F1EDE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Splat 1116"/>
            <p:cNvSpPr>
              <a:spLocks noGrp="1"/>
            </p:cNvSpPr>
            <p:nvPr/>
          </p:nvSpPr>
          <p:spPr>
            <a:xfrm rot="9636679">
              <a:off x="2873401" y="3296557"/>
              <a:ext cx="431520" cy="911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Splat 1117"/>
            <p:cNvSpPr>
              <a:spLocks noGrp="1"/>
            </p:cNvSpPr>
            <p:nvPr/>
          </p:nvSpPr>
          <p:spPr>
            <a:xfrm rot="7969199">
              <a:off x="1619760" y="2512489"/>
              <a:ext cx="685961" cy="11824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Splat 1118"/>
            <p:cNvSpPr>
              <a:spLocks noGrp="1"/>
            </p:cNvSpPr>
            <p:nvPr/>
          </p:nvSpPr>
          <p:spPr>
            <a:xfrm rot="5648197">
              <a:off x="2993581" y="2087664"/>
              <a:ext cx="591243" cy="642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Splat 1119"/>
            <p:cNvSpPr>
              <a:spLocks noGrp="1"/>
            </p:cNvSpPr>
            <p:nvPr/>
          </p:nvSpPr>
          <p:spPr>
            <a:xfrm rot="4674910">
              <a:off x="2220576" y="1243209"/>
              <a:ext cx="334314" cy="69577"/>
            </a:xfrm>
            <a:prstGeom prst="ellipse">
              <a:avLst/>
            </a:prstGeom>
            <a:gradFill>
              <a:gsLst>
                <a:gs pos="0">
                  <a:srgbClr val="FDFCFC">
                    <a:alpha val="32968"/>
                  </a:srgbClr>
                </a:gs>
                <a:gs pos="14286">
                  <a:srgbClr val="FDFCFC">
                    <a:alpha val="30764"/>
                  </a:srgbClr>
                </a:gs>
                <a:gs pos="28571">
                  <a:srgbClr val="FDFCFC">
                    <a:alpha val="24833"/>
                  </a:srgbClr>
                </a:gs>
                <a:gs pos="42857">
                  <a:srgbClr val="FDFCFC">
                    <a:alpha val="17075"/>
                  </a:srgbClr>
                </a:gs>
                <a:gs pos="57143">
                  <a:srgbClr val="FDFCFC">
                    <a:alpha val="9855"/>
                  </a:srgbClr>
                </a:gs>
                <a:gs pos="71429">
                  <a:srgbClr val="FDFCFC">
                    <a:alpha val="4740"/>
                  </a:srgbClr>
                </a:gs>
                <a:gs pos="85714">
                  <a:srgbClr val="FDFCFC">
                    <a:alpha val="1902"/>
                  </a:srgbClr>
                </a:gs>
                <a:gs pos="100000">
                  <a:srgbClr val="FDFC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Splat 1120"/>
            <p:cNvSpPr>
              <a:spLocks noGrp="1"/>
            </p:cNvSpPr>
            <p:nvPr/>
          </p:nvSpPr>
          <p:spPr>
            <a:xfrm rot="10200625">
              <a:off x="1224420" y="1970891"/>
              <a:ext cx="374811" cy="88297"/>
            </a:xfrm>
            <a:prstGeom prst="ellipse">
              <a:avLst/>
            </a:prstGeom>
            <a:gradFill>
              <a:gsLst>
                <a:gs pos="0">
                  <a:srgbClr val="E7EAE7">
                    <a:alpha val="28833"/>
                  </a:srgbClr>
                </a:gs>
                <a:gs pos="14286">
                  <a:srgbClr val="E7EAE7">
                    <a:alpha val="26848"/>
                  </a:srgbClr>
                </a:gs>
                <a:gs pos="28571">
                  <a:srgbClr val="E7EAE7">
                    <a:alpha val="21552"/>
                  </a:srgbClr>
                </a:gs>
                <a:gs pos="42857">
                  <a:srgbClr val="E7EAE7">
                    <a:alpha val="14719"/>
                  </a:srgbClr>
                </a:gs>
                <a:gs pos="57143">
                  <a:srgbClr val="E7EAE7">
                    <a:alpha val="8444"/>
                  </a:srgbClr>
                </a:gs>
                <a:gs pos="71429">
                  <a:srgbClr val="E7EAE7">
                    <a:alpha val="4046"/>
                  </a:srgbClr>
                </a:gs>
                <a:gs pos="85714">
                  <a:srgbClr val="E7EAE7">
                    <a:alpha val="1620"/>
                  </a:srgbClr>
                </a:gs>
                <a:gs pos="100000">
                  <a:srgbClr val="E7EAE7">
                    <a:alpha val="5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Splat 1121"/>
            <p:cNvSpPr>
              <a:spLocks noGrp="1"/>
            </p:cNvSpPr>
            <p:nvPr/>
          </p:nvSpPr>
          <p:spPr>
            <a:xfrm rot="3387264">
              <a:off x="2003980" y="951331"/>
              <a:ext cx="788235" cy="8145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Splat 1122"/>
            <p:cNvSpPr>
              <a:spLocks noGrp="1"/>
            </p:cNvSpPr>
            <p:nvPr/>
          </p:nvSpPr>
          <p:spPr>
            <a:xfrm rot="8081705">
              <a:off x="1881277" y="1951296"/>
              <a:ext cx="515061" cy="19810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Splat 1123"/>
            <p:cNvSpPr>
              <a:spLocks noGrp="1"/>
            </p:cNvSpPr>
            <p:nvPr/>
          </p:nvSpPr>
          <p:spPr>
            <a:xfrm rot="5731252">
              <a:off x="2915698" y="3557280"/>
              <a:ext cx="518381" cy="91379"/>
            </a:xfrm>
            <a:prstGeom prst="ellipse">
              <a:avLst/>
            </a:prstGeom>
            <a:gradFill>
              <a:gsLst>
                <a:gs pos="0">
                  <a:srgbClr val="D9D9D9">
                    <a:alpha val="32968"/>
                  </a:srgbClr>
                </a:gs>
                <a:gs pos="14286">
                  <a:srgbClr val="D9D9D9">
                    <a:alpha val="30764"/>
                  </a:srgbClr>
                </a:gs>
                <a:gs pos="28571">
                  <a:srgbClr val="D9D9D9">
                    <a:alpha val="24833"/>
                  </a:srgbClr>
                </a:gs>
                <a:gs pos="42857">
                  <a:srgbClr val="D9D9D9">
                    <a:alpha val="17075"/>
                  </a:srgbClr>
                </a:gs>
                <a:gs pos="57143">
                  <a:srgbClr val="D9D9D9">
                    <a:alpha val="9855"/>
                  </a:srgbClr>
                </a:gs>
                <a:gs pos="71429">
                  <a:srgbClr val="D9D9D9">
                    <a:alpha val="4740"/>
                  </a:srgbClr>
                </a:gs>
                <a:gs pos="85714">
                  <a:srgbClr val="D9D9D9">
                    <a:alpha val="1902"/>
                  </a:srgbClr>
                </a:gs>
                <a:gs pos="100000">
                  <a:srgbClr val="D9D9D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Splat 1124"/>
            <p:cNvSpPr>
              <a:spLocks noGrp="1"/>
            </p:cNvSpPr>
            <p:nvPr/>
          </p:nvSpPr>
          <p:spPr>
            <a:xfrm rot="5526360">
              <a:off x="1675268" y="2519391"/>
              <a:ext cx="288480" cy="6013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Splat 1125"/>
            <p:cNvSpPr>
              <a:spLocks noGrp="1"/>
            </p:cNvSpPr>
            <p:nvPr/>
          </p:nvSpPr>
          <p:spPr>
            <a:xfrm rot="9615296">
              <a:off x="2339252" y="1259655"/>
              <a:ext cx="723386" cy="574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Splat 1126"/>
            <p:cNvSpPr>
              <a:spLocks noGrp="1"/>
            </p:cNvSpPr>
            <p:nvPr/>
          </p:nvSpPr>
          <p:spPr>
            <a:xfrm rot="7272107">
              <a:off x="407903" y="1423426"/>
              <a:ext cx="292957" cy="356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Splat 1127"/>
            <p:cNvSpPr>
              <a:spLocks noGrp="1"/>
            </p:cNvSpPr>
            <p:nvPr/>
          </p:nvSpPr>
          <p:spPr>
            <a:xfrm rot="8724826">
              <a:off x="723273" y="3476359"/>
              <a:ext cx="374341" cy="3850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Splat 1128"/>
            <p:cNvSpPr>
              <a:spLocks noGrp="1"/>
            </p:cNvSpPr>
            <p:nvPr/>
          </p:nvSpPr>
          <p:spPr>
            <a:xfrm rot="-9430264">
              <a:off x="3348592" y="2236753"/>
              <a:ext cx="424019" cy="72906"/>
            </a:xfrm>
            <a:prstGeom prst="ellipse">
              <a:avLst/>
            </a:prstGeom>
            <a:gradFill>
              <a:gsLst>
                <a:gs pos="0">
                  <a:srgbClr val="E9EBEB">
                    <a:alpha val="32968"/>
                  </a:srgbClr>
                </a:gs>
                <a:gs pos="14286">
                  <a:srgbClr val="E9EBEB">
                    <a:alpha val="30764"/>
                  </a:srgbClr>
                </a:gs>
                <a:gs pos="28571">
                  <a:srgbClr val="E9EBEB">
                    <a:alpha val="24833"/>
                  </a:srgbClr>
                </a:gs>
                <a:gs pos="42857">
                  <a:srgbClr val="E9EBEB">
                    <a:alpha val="17075"/>
                  </a:srgbClr>
                </a:gs>
                <a:gs pos="57143">
                  <a:srgbClr val="E9EBEB">
                    <a:alpha val="9855"/>
                  </a:srgbClr>
                </a:gs>
                <a:gs pos="71429">
                  <a:srgbClr val="E9EBEB">
                    <a:alpha val="4740"/>
                  </a:srgbClr>
                </a:gs>
                <a:gs pos="85714">
                  <a:srgbClr val="E9EBEB">
                    <a:alpha val="1902"/>
                  </a:srgbClr>
                </a:gs>
                <a:gs pos="100000">
                  <a:srgbClr val="E9EB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Splat 1129"/>
            <p:cNvSpPr>
              <a:spLocks noGrp="1"/>
            </p:cNvSpPr>
            <p:nvPr/>
          </p:nvSpPr>
          <p:spPr>
            <a:xfrm rot="6889712">
              <a:off x="3332872" y="1037200"/>
              <a:ext cx="486177" cy="935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Splat 1130"/>
            <p:cNvSpPr>
              <a:spLocks noGrp="1"/>
            </p:cNvSpPr>
            <p:nvPr/>
          </p:nvSpPr>
          <p:spPr>
            <a:xfrm rot="6481061">
              <a:off x="2542269" y="1110467"/>
              <a:ext cx="738563" cy="13570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Splat 1131"/>
            <p:cNvSpPr>
              <a:spLocks noGrp="1"/>
            </p:cNvSpPr>
            <p:nvPr/>
          </p:nvSpPr>
          <p:spPr>
            <a:xfrm rot="10130981">
              <a:off x="2455902" y="2274897"/>
              <a:ext cx="464792" cy="772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Splat 1132"/>
            <p:cNvSpPr>
              <a:spLocks noGrp="1"/>
            </p:cNvSpPr>
            <p:nvPr/>
          </p:nvSpPr>
          <p:spPr>
            <a:xfrm rot="9789881">
              <a:off x="2551530" y="1729944"/>
              <a:ext cx="435117" cy="74557"/>
            </a:xfrm>
            <a:prstGeom prst="ellipse">
              <a:avLst/>
            </a:prstGeom>
            <a:gradFill>
              <a:gsLst>
                <a:gs pos="0">
                  <a:srgbClr val="D2D1D2">
                    <a:alpha val="22998"/>
                  </a:srgbClr>
                </a:gs>
                <a:gs pos="14286">
                  <a:srgbClr val="D2D1D2">
                    <a:alpha val="21353"/>
                  </a:srgbClr>
                </a:gs>
                <a:gs pos="28571">
                  <a:srgbClr val="D2D1D2">
                    <a:alpha val="17014"/>
                  </a:srgbClr>
                </a:gs>
                <a:gs pos="42857">
                  <a:srgbClr val="D2D1D2">
                    <a:alpha val="11514"/>
                  </a:srgbClr>
                </a:gs>
                <a:gs pos="57143">
                  <a:srgbClr val="D2D1D2">
                    <a:alpha val="6554"/>
                  </a:srgbClr>
                </a:gs>
                <a:gs pos="71429">
                  <a:srgbClr val="D2D1D2">
                    <a:alpha val="3123"/>
                  </a:srgbClr>
                </a:gs>
                <a:gs pos="85714">
                  <a:srgbClr val="D2D1D2">
                    <a:alpha val="1247"/>
                  </a:srgbClr>
                </a:gs>
                <a:gs pos="100000">
                  <a:srgbClr val="D2D1D2">
                    <a:alpha val="4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Splat 1133"/>
            <p:cNvSpPr>
              <a:spLocks noGrp="1"/>
            </p:cNvSpPr>
            <p:nvPr/>
          </p:nvSpPr>
          <p:spPr>
            <a:xfrm rot="5749963">
              <a:off x="2258814" y="1058054"/>
              <a:ext cx="250984" cy="35709"/>
            </a:xfrm>
            <a:prstGeom prst="ellipse">
              <a:avLst/>
            </a:prstGeom>
            <a:gradFill>
              <a:gsLst>
                <a:gs pos="0">
                  <a:srgbClr val="E5E1E3">
                    <a:alpha val="26494"/>
                  </a:srgbClr>
                </a:gs>
                <a:gs pos="14286">
                  <a:srgbClr val="E5E1E3">
                    <a:alpha val="24641"/>
                  </a:srgbClr>
                </a:gs>
                <a:gs pos="28571">
                  <a:srgbClr val="E5E1E3">
                    <a:alpha val="19721"/>
                  </a:srgbClr>
                </a:gs>
                <a:gs pos="42857">
                  <a:srgbClr val="E5E1E3">
                    <a:alpha val="13418"/>
                  </a:srgbClr>
                </a:gs>
                <a:gs pos="57143">
                  <a:srgbClr val="E5E1E3">
                    <a:alpha val="7673"/>
                  </a:srgbClr>
                </a:gs>
                <a:gs pos="71429">
                  <a:srgbClr val="E5E1E3">
                    <a:alpha val="3668"/>
                  </a:srgbClr>
                </a:gs>
                <a:gs pos="85714">
                  <a:srgbClr val="E5E1E3">
                    <a:alpha val="1467"/>
                  </a:srgbClr>
                </a:gs>
                <a:gs pos="100000">
                  <a:srgbClr val="E5E1E3">
                    <a:alpha val="4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Splat 1134"/>
            <p:cNvSpPr>
              <a:spLocks noGrp="1"/>
            </p:cNvSpPr>
            <p:nvPr/>
          </p:nvSpPr>
          <p:spPr>
            <a:xfrm rot="5568815">
              <a:off x="1708102" y="2067770"/>
              <a:ext cx="324574" cy="44239"/>
            </a:xfrm>
            <a:prstGeom prst="ellipse">
              <a:avLst/>
            </a:prstGeom>
            <a:gradFill>
              <a:gsLst>
                <a:gs pos="0">
                  <a:srgbClr val="FEFFFE">
                    <a:alpha val="23555"/>
                  </a:srgbClr>
                </a:gs>
                <a:gs pos="14286">
                  <a:srgbClr val="FEFFFE">
                    <a:alpha val="21876"/>
                  </a:srgbClr>
                </a:gs>
                <a:gs pos="28571">
                  <a:srgbClr val="FEFFFE">
                    <a:alpha val="17443"/>
                  </a:srgbClr>
                </a:gs>
                <a:gs pos="42857">
                  <a:srgbClr val="FEFFFE">
                    <a:alpha val="11815"/>
                  </a:srgbClr>
                </a:gs>
                <a:gs pos="57143">
                  <a:srgbClr val="FEFFFE">
                    <a:alpha val="6730"/>
                  </a:srgbClr>
                </a:gs>
                <a:gs pos="71429">
                  <a:srgbClr val="FEFFFE">
                    <a:alpha val="3209"/>
                  </a:srgbClr>
                </a:gs>
                <a:gs pos="85714">
                  <a:srgbClr val="FEFFFE">
                    <a:alpha val="1281"/>
                  </a:srgbClr>
                </a:gs>
                <a:gs pos="100000">
                  <a:srgbClr val="FEFFFE">
                    <a:alpha val="43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Splat 1135"/>
            <p:cNvSpPr>
              <a:spLocks noGrp="1"/>
            </p:cNvSpPr>
            <p:nvPr/>
          </p:nvSpPr>
          <p:spPr>
            <a:xfrm rot="8636718">
              <a:off x="269704" y="1241669"/>
              <a:ext cx="215628" cy="8282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Splat 1136"/>
            <p:cNvSpPr>
              <a:spLocks noGrp="1"/>
            </p:cNvSpPr>
            <p:nvPr/>
          </p:nvSpPr>
          <p:spPr>
            <a:xfrm rot="6909792">
              <a:off x="970424" y="1738632"/>
              <a:ext cx="669740" cy="112287"/>
            </a:xfrm>
            <a:prstGeom prst="ellipse">
              <a:avLst/>
            </a:prstGeom>
            <a:gradFill>
              <a:gsLst>
                <a:gs pos="0">
                  <a:srgbClr val="CAC8C9">
                    <a:alpha val="27158"/>
                  </a:srgbClr>
                </a:gs>
                <a:gs pos="14286">
                  <a:srgbClr val="CAC8C9">
                    <a:alpha val="25267"/>
                  </a:srgbClr>
                </a:gs>
                <a:gs pos="28571">
                  <a:srgbClr val="CAC8C9">
                    <a:alpha val="20239"/>
                  </a:srgbClr>
                </a:gs>
                <a:gs pos="42857">
                  <a:srgbClr val="CAC8C9">
                    <a:alpha val="13785"/>
                  </a:srgbClr>
                </a:gs>
                <a:gs pos="57143">
                  <a:srgbClr val="CAC8C9">
                    <a:alpha val="7890"/>
                  </a:srgbClr>
                </a:gs>
                <a:gs pos="71429">
                  <a:srgbClr val="CAC8C9">
                    <a:alpha val="3774"/>
                  </a:srgbClr>
                </a:gs>
                <a:gs pos="85714">
                  <a:srgbClr val="CAC8C9">
                    <a:alpha val="1510"/>
                  </a:srgbClr>
                </a:gs>
                <a:gs pos="100000">
                  <a:srgbClr val="CAC8C9">
                    <a:alpha val="50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Splat 1137"/>
            <p:cNvSpPr>
              <a:spLocks noGrp="1"/>
            </p:cNvSpPr>
            <p:nvPr/>
          </p:nvSpPr>
          <p:spPr>
            <a:xfrm rot="3971383">
              <a:off x="2064637" y="2112818"/>
              <a:ext cx="641692" cy="10012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Splat 1138"/>
            <p:cNvSpPr>
              <a:spLocks noGrp="1"/>
            </p:cNvSpPr>
            <p:nvPr/>
          </p:nvSpPr>
          <p:spPr>
            <a:xfrm rot="7393804">
              <a:off x="1461120" y="3273571"/>
              <a:ext cx="291649" cy="2891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Splat 1139"/>
            <p:cNvSpPr>
              <a:spLocks noGrp="1"/>
            </p:cNvSpPr>
            <p:nvPr/>
          </p:nvSpPr>
          <p:spPr>
            <a:xfrm rot="8197649">
              <a:off x="217484" y="2647547"/>
              <a:ext cx="767417" cy="23253"/>
            </a:xfrm>
            <a:prstGeom prst="ellipse">
              <a:avLst/>
            </a:prstGeom>
            <a:gradFill>
              <a:gsLst>
                <a:gs pos="0">
                  <a:srgbClr val="FCF9FC">
                    <a:alpha val="32968"/>
                  </a:srgbClr>
                </a:gs>
                <a:gs pos="14286">
                  <a:srgbClr val="FCF9FC">
                    <a:alpha val="30764"/>
                  </a:srgbClr>
                </a:gs>
                <a:gs pos="28571">
                  <a:srgbClr val="FCF9FC">
                    <a:alpha val="24833"/>
                  </a:srgbClr>
                </a:gs>
                <a:gs pos="42857">
                  <a:srgbClr val="FCF9FC">
                    <a:alpha val="17075"/>
                  </a:srgbClr>
                </a:gs>
                <a:gs pos="57143">
                  <a:srgbClr val="FCF9FC">
                    <a:alpha val="9855"/>
                  </a:srgbClr>
                </a:gs>
                <a:gs pos="71429">
                  <a:srgbClr val="FCF9FC">
                    <a:alpha val="4740"/>
                  </a:srgbClr>
                </a:gs>
                <a:gs pos="85714">
                  <a:srgbClr val="FCF9FC">
                    <a:alpha val="1902"/>
                  </a:srgbClr>
                </a:gs>
                <a:gs pos="100000">
                  <a:srgbClr val="FCF9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Splat 1140"/>
            <p:cNvSpPr>
              <a:spLocks noGrp="1"/>
            </p:cNvSpPr>
            <p:nvPr/>
          </p:nvSpPr>
          <p:spPr>
            <a:xfrm rot="3848262">
              <a:off x="802167" y="416744"/>
              <a:ext cx="373812" cy="45227"/>
            </a:xfrm>
            <a:prstGeom prst="ellipse">
              <a:avLst/>
            </a:prstGeom>
            <a:gradFill>
              <a:gsLst>
                <a:gs pos="0">
                  <a:srgbClr val="E3E4E1">
                    <a:alpha val="32796"/>
                  </a:srgbClr>
                </a:gs>
                <a:gs pos="14286">
                  <a:srgbClr val="E3E4E1">
                    <a:alpha val="30600"/>
                  </a:srgbClr>
                </a:gs>
                <a:gs pos="28571">
                  <a:srgbClr val="E3E4E1">
                    <a:alpha val="24695"/>
                  </a:srgbClr>
                </a:gs>
                <a:gs pos="42857">
                  <a:srgbClr val="E3E4E1">
                    <a:alpha val="16976"/>
                  </a:srgbClr>
                </a:gs>
                <a:gs pos="57143">
                  <a:srgbClr val="E3E4E1">
                    <a:alpha val="9795"/>
                  </a:srgbClr>
                </a:gs>
                <a:gs pos="71429">
                  <a:srgbClr val="E3E4E1">
                    <a:alpha val="4711"/>
                  </a:srgbClr>
                </a:gs>
                <a:gs pos="85714">
                  <a:srgbClr val="E3E4E1">
                    <a:alpha val="1890"/>
                  </a:srgbClr>
                </a:gs>
                <a:gs pos="100000">
                  <a:srgbClr val="E3E4E1">
                    <a:alpha val="63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Splat 1141"/>
            <p:cNvSpPr>
              <a:spLocks noGrp="1"/>
            </p:cNvSpPr>
            <p:nvPr/>
          </p:nvSpPr>
          <p:spPr>
            <a:xfrm rot="3527877">
              <a:off x="2730131" y="14152"/>
              <a:ext cx="153682" cy="101660"/>
            </a:xfrm>
            <a:prstGeom prst="ellipse">
              <a:avLst/>
            </a:prstGeom>
            <a:gradFill>
              <a:gsLst>
                <a:gs pos="0">
                  <a:srgbClr val="FFFAFC">
                    <a:alpha val="32931"/>
                  </a:srgbClr>
                </a:gs>
                <a:gs pos="14286">
                  <a:srgbClr val="FFFAFC">
                    <a:alpha val="30729"/>
                  </a:srgbClr>
                </a:gs>
                <a:gs pos="28571">
                  <a:srgbClr val="FFFAFC">
                    <a:alpha val="24804"/>
                  </a:srgbClr>
                </a:gs>
                <a:gs pos="42857">
                  <a:srgbClr val="FFFAFC">
                    <a:alpha val="17054"/>
                  </a:srgbClr>
                </a:gs>
                <a:gs pos="57143">
                  <a:srgbClr val="FFFAFC">
                    <a:alpha val="9842"/>
                  </a:srgbClr>
                </a:gs>
                <a:gs pos="71429">
                  <a:srgbClr val="FFFAFC">
                    <a:alpha val="4734"/>
                  </a:srgbClr>
                </a:gs>
                <a:gs pos="85714">
                  <a:srgbClr val="FFFAFC">
                    <a:alpha val="1899"/>
                  </a:srgbClr>
                </a:gs>
                <a:gs pos="100000">
                  <a:srgbClr val="FFFAF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Splat 1142"/>
            <p:cNvSpPr>
              <a:spLocks noGrp="1"/>
            </p:cNvSpPr>
            <p:nvPr/>
          </p:nvSpPr>
          <p:spPr>
            <a:xfrm rot="8750673">
              <a:off x="1860715" y="3189703"/>
              <a:ext cx="441067" cy="61135"/>
            </a:xfrm>
            <a:prstGeom prst="ellipse">
              <a:avLst/>
            </a:prstGeom>
            <a:gradFill>
              <a:gsLst>
                <a:gs pos="0">
                  <a:srgbClr val="CDCCCB">
                    <a:alpha val="32968"/>
                  </a:srgbClr>
                </a:gs>
                <a:gs pos="14286">
                  <a:srgbClr val="CDCCCB">
                    <a:alpha val="30764"/>
                  </a:srgbClr>
                </a:gs>
                <a:gs pos="28571">
                  <a:srgbClr val="CDCCCB">
                    <a:alpha val="24833"/>
                  </a:srgbClr>
                </a:gs>
                <a:gs pos="42857">
                  <a:srgbClr val="CDCCCB">
                    <a:alpha val="17075"/>
                  </a:srgbClr>
                </a:gs>
                <a:gs pos="57143">
                  <a:srgbClr val="CDCCCB">
                    <a:alpha val="9855"/>
                  </a:srgbClr>
                </a:gs>
                <a:gs pos="71429">
                  <a:srgbClr val="CDCCCB">
                    <a:alpha val="4740"/>
                  </a:srgbClr>
                </a:gs>
                <a:gs pos="85714">
                  <a:srgbClr val="CDCCCB">
                    <a:alpha val="1902"/>
                  </a:srgbClr>
                </a:gs>
                <a:gs pos="100000">
                  <a:srgbClr val="CDCCC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Splat 1143"/>
            <p:cNvSpPr>
              <a:spLocks noGrp="1"/>
            </p:cNvSpPr>
            <p:nvPr/>
          </p:nvSpPr>
          <p:spPr>
            <a:xfrm rot="10522176">
              <a:off x="2207182" y="595737"/>
              <a:ext cx="800098" cy="78591"/>
            </a:xfrm>
            <a:prstGeom prst="ellipse">
              <a:avLst/>
            </a:prstGeom>
            <a:gradFill>
              <a:gsLst>
                <a:gs pos="0">
                  <a:srgbClr val="C2C3C3">
                    <a:alpha val="32968"/>
                  </a:srgbClr>
                </a:gs>
                <a:gs pos="14286">
                  <a:srgbClr val="C2C3C3">
                    <a:alpha val="30764"/>
                  </a:srgbClr>
                </a:gs>
                <a:gs pos="28571">
                  <a:srgbClr val="C2C3C3">
                    <a:alpha val="24833"/>
                  </a:srgbClr>
                </a:gs>
                <a:gs pos="42857">
                  <a:srgbClr val="C2C3C3">
                    <a:alpha val="17075"/>
                  </a:srgbClr>
                </a:gs>
                <a:gs pos="57143">
                  <a:srgbClr val="C2C3C3">
                    <a:alpha val="9855"/>
                  </a:srgbClr>
                </a:gs>
                <a:gs pos="71429">
                  <a:srgbClr val="C2C3C3">
                    <a:alpha val="4740"/>
                  </a:srgbClr>
                </a:gs>
                <a:gs pos="85714">
                  <a:srgbClr val="C2C3C3">
                    <a:alpha val="1902"/>
                  </a:srgbClr>
                </a:gs>
                <a:gs pos="100000">
                  <a:srgbClr val="C2C3C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Splat 1144"/>
            <p:cNvSpPr>
              <a:spLocks noGrp="1"/>
            </p:cNvSpPr>
            <p:nvPr/>
          </p:nvSpPr>
          <p:spPr>
            <a:xfrm rot="-8910623">
              <a:off x="3192281" y="462804"/>
              <a:ext cx="376571" cy="173927"/>
            </a:xfrm>
            <a:prstGeom prst="ellipse">
              <a:avLst/>
            </a:prstGeom>
            <a:gradFill>
              <a:gsLst>
                <a:gs pos="0">
                  <a:srgbClr val="E4E4E3">
                    <a:alpha val="32968"/>
                  </a:srgbClr>
                </a:gs>
                <a:gs pos="14286">
                  <a:srgbClr val="E4E4E3">
                    <a:alpha val="30764"/>
                  </a:srgbClr>
                </a:gs>
                <a:gs pos="28571">
                  <a:srgbClr val="E4E4E3">
                    <a:alpha val="24833"/>
                  </a:srgbClr>
                </a:gs>
                <a:gs pos="42857">
                  <a:srgbClr val="E4E4E3">
                    <a:alpha val="17075"/>
                  </a:srgbClr>
                </a:gs>
                <a:gs pos="57143">
                  <a:srgbClr val="E4E4E3">
                    <a:alpha val="9855"/>
                  </a:srgbClr>
                </a:gs>
                <a:gs pos="71429">
                  <a:srgbClr val="E4E4E3">
                    <a:alpha val="4740"/>
                  </a:srgbClr>
                </a:gs>
                <a:gs pos="85714">
                  <a:srgbClr val="E4E4E3">
                    <a:alpha val="1902"/>
                  </a:srgbClr>
                </a:gs>
                <a:gs pos="100000">
                  <a:srgbClr val="E4E4E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Splat 1145"/>
            <p:cNvSpPr>
              <a:spLocks noGrp="1"/>
            </p:cNvSpPr>
            <p:nvPr/>
          </p:nvSpPr>
          <p:spPr>
            <a:xfrm rot="-9719958">
              <a:off x="2365981" y="1978449"/>
              <a:ext cx="377362" cy="36050"/>
            </a:xfrm>
            <a:prstGeom prst="ellipse">
              <a:avLst/>
            </a:prstGeom>
            <a:gradFill>
              <a:gsLst>
                <a:gs pos="0">
                  <a:srgbClr val="EFEAED">
                    <a:alpha val="32602"/>
                  </a:srgbClr>
                </a:gs>
                <a:gs pos="14286">
                  <a:srgbClr val="EFEAED">
                    <a:alpha val="30417"/>
                  </a:srgbClr>
                </a:gs>
                <a:gs pos="28571">
                  <a:srgbClr val="EFEAED">
                    <a:alpha val="24541"/>
                  </a:srgbClr>
                </a:gs>
                <a:gs pos="42857">
                  <a:srgbClr val="EFEAED">
                    <a:alpha val="16864"/>
                  </a:srgbClr>
                </a:gs>
                <a:gs pos="57143">
                  <a:srgbClr val="EFEAED">
                    <a:alpha val="9728"/>
                  </a:srgbClr>
                </a:gs>
                <a:gs pos="71429">
                  <a:srgbClr val="EFEAED">
                    <a:alpha val="4677"/>
                  </a:srgbClr>
                </a:gs>
                <a:gs pos="85714">
                  <a:srgbClr val="EFEAED">
                    <a:alpha val="1876"/>
                  </a:srgbClr>
                </a:gs>
                <a:gs pos="100000">
                  <a:srgbClr val="EFEAED">
                    <a:alpha val="63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Splat 1146"/>
            <p:cNvSpPr>
              <a:spLocks noGrp="1"/>
            </p:cNvSpPr>
            <p:nvPr/>
          </p:nvSpPr>
          <p:spPr>
            <a:xfrm rot="9208257">
              <a:off x="1082571" y="2606587"/>
              <a:ext cx="714146" cy="758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Splat 1147"/>
            <p:cNvSpPr>
              <a:spLocks noGrp="1"/>
            </p:cNvSpPr>
            <p:nvPr/>
          </p:nvSpPr>
          <p:spPr>
            <a:xfrm rot="10672403">
              <a:off x="3107865" y="-24121"/>
              <a:ext cx="281359" cy="110623"/>
            </a:xfrm>
            <a:prstGeom prst="ellipse">
              <a:avLst/>
            </a:prstGeom>
            <a:gradFill>
              <a:gsLst>
                <a:gs pos="0">
                  <a:srgbClr val="FFFDFD">
                    <a:alpha val="32968"/>
                  </a:srgbClr>
                </a:gs>
                <a:gs pos="14286">
                  <a:srgbClr val="FFFDFD">
                    <a:alpha val="30764"/>
                  </a:srgbClr>
                </a:gs>
                <a:gs pos="28571">
                  <a:srgbClr val="FFFDFD">
                    <a:alpha val="24833"/>
                  </a:srgbClr>
                </a:gs>
                <a:gs pos="42857">
                  <a:srgbClr val="FFFDFD">
                    <a:alpha val="17075"/>
                  </a:srgbClr>
                </a:gs>
                <a:gs pos="57143">
                  <a:srgbClr val="FFFDFD">
                    <a:alpha val="9855"/>
                  </a:srgbClr>
                </a:gs>
                <a:gs pos="71429">
                  <a:srgbClr val="FFFDFD">
                    <a:alpha val="4740"/>
                  </a:srgbClr>
                </a:gs>
                <a:gs pos="85714">
                  <a:srgbClr val="FFFDFD">
                    <a:alpha val="1902"/>
                  </a:srgbClr>
                </a:gs>
                <a:gs pos="100000">
                  <a:srgbClr val="FFFD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Splat 1148"/>
            <p:cNvSpPr>
              <a:spLocks noGrp="1"/>
            </p:cNvSpPr>
            <p:nvPr/>
          </p:nvSpPr>
          <p:spPr>
            <a:xfrm rot="-8244645">
              <a:off x="88106" y="2259849"/>
              <a:ext cx="674211" cy="5613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Splat 1149"/>
            <p:cNvSpPr>
              <a:spLocks noGrp="1"/>
            </p:cNvSpPr>
            <p:nvPr/>
          </p:nvSpPr>
          <p:spPr>
            <a:xfrm rot="9750429">
              <a:off x="1739431" y="2323899"/>
              <a:ext cx="255836" cy="104621"/>
            </a:xfrm>
            <a:prstGeom prst="ellipse">
              <a:avLst/>
            </a:prstGeom>
            <a:gradFill>
              <a:gsLst>
                <a:gs pos="0">
                  <a:srgbClr val="D7D9DA">
                    <a:alpha val="32968"/>
                  </a:srgbClr>
                </a:gs>
                <a:gs pos="14286">
                  <a:srgbClr val="D7D9DA">
                    <a:alpha val="30764"/>
                  </a:srgbClr>
                </a:gs>
                <a:gs pos="28571">
                  <a:srgbClr val="D7D9DA">
                    <a:alpha val="24833"/>
                  </a:srgbClr>
                </a:gs>
                <a:gs pos="42857">
                  <a:srgbClr val="D7D9DA">
                    <a:alpha val="17075"/>
                  </a:srgbClr>
                </a:gs>
                <a:gs pos="57143">
                  <a:srgbClr val="D7D9DA">
                    <a:alpha val="9855"/>
                  </a:srgbClr>
                </a:gs>
                <a:gs pos="71429">
                  <a:srgbClr val="D7D9DA">
                    <a:alpha val="4740"/>
                  </a:srgbClr>
                </a:gs>
                <a:gs pos="85714">
                  <a:srgbClr val="D7D9DA">
                    <a:alpha val="1902"/>
                  </a:srgbClr>
                </a:gs>
                <a:gs pos="100000">
                  <a:srgbClr val="D7D9D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Splat 1150"/>
            <p:cNvSpPr>
              <a:spLocks noGrp="1"/>
            </p:cNvSpPr>
            <p:nvPr/>
          </p:nvSpPr>
          <p:spPr>
            <a:xfrm rot="-10150421">
              <a:off x="1868749" y="2241199"/>
              <a:ext cx="416971" cy="12910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Splat 1151"/>
            <p:cNvSpPr>
              <a:spLocks noGrp="1"/>
            </p:cNvSpPr>
            <p:nvPr/>
          </p:nvSpPr>
          <p:spPr>
            <a:xfrm rot="9505977">
              <a:off x="2279619" y="1894496"/>
              <a:ext cx="192052" cy="1258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Splat 1152"/>
            <p:cNvSpPr>
              <a:spLocks noGrp="1"/>
            </p:cNvSpPr>
            <p:nvPr/>
          </p:nvSpPr>
          <p:spPr>
            <a:xfrm rot="-8857188">
              <a:off x="1913614" y="578717"/>
              <a:ext cx="619588" cy="10530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Splat 1153"/>
            <p:cNvSpPr>
              <a:spLocks noGrp="1"/>
            </p:cNvSpPr>
            <p:nvPr/>
          </p:nvSpPr>
          <p:spPr>
            <a:xfrm rot="-10141901">
              <a:off x="2653140" y="986503"/>
              <a:ext cx="639707" cy="152793"/>
            </a:xfrm>
            <a:prstGeom prst="ellipse">
              <a:avLst/>
            </a:prstGeom>
            <a:gradFill>
              <a:gsLst>
                <a:gs pos="0">
                  <a:srgbClr val="FFFDFD">
                    <a:alpha val="23114"/>
                  </a:srgbClr>
                </a:gs>
                <a:gs pos="14286">
                  <a:srgbClr val="FFFDFD">
                    <a:alpha val="21462"/>
                  </a:srgbClr>
                </a:gs>
                <a:gs pos="28571">
                  <a:srgbClr val="FFFDFD">
                    <a:alpha val="17104"/>
                  </a:srgbClr>
                </a:gs>
                <a:gs pos="42857">
                  <a:srgbClr val="FFFDFD">
                    <a:alpha val="11577"/>
                  </a:srgbClr>
                </a:gs>
                <a:gs pos="57143">
                  <a:srgbClr val="FFFDFD">
                    <a:alpha val="6590"/>
                  </a:srgbClr>
                </a:gs>
                <a:gs pos="71429">
                  <a:srgbClr val="FFFDFD">
                    <a:alpha val="3141"/>
                  </a:srgbClr>
                </a:gs>
                <a:gs pos="85714">
                  <a:srgbClr val="FFFDFD">
                    <a:alpha val="1254"/>
                  </a:srgbClr>
                </a:gs>
                <a:gs pos="100000">
                  <a:srgbClr val="FFFDFD">
                    <a:alpha val="4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Splat 1154"/>
            <p:cNvSpPr>
              <a:spLocks noGrp="1"/>
            </p:cNvSpPr>
            <p:nvPr/>
          </p:nvSpPr>
          <p:spPr>
            <a:xfrm rot="4273153">
              <a:off x="-104171" y="2324075"/>
              <a:ext cx="402223" cy="69212"/>
            </a:xfrm>
            <a:prstGeom prst="ellipse">
              <a:avLst/>
            </a:prstGeom>
            <a:gradFill>
              <a:gsLst>
                <a:gs pos="0">
                  <a:srgbClr val="BFBEBB">
                    <a:alpha val="32968"/>
                  </a:srgbClr>
                </a:gs>
                <a:gs pos="14286">
                  <a:srgbClr val="BFBEBB">
                    <a:alpha val="30764"/>
                  </a:srgbClr>
                </a:gs>
                <a:gs pos="28571">
                  <a:srgbClr val="BFBEBB">
                    <a:alpha val="24833"/>
                  </a:srgbClr>
                </a:gs>
                <a:gs pos="42857">
                  <a:srgbClr val="BFBEBB">
                    <a:alpha val="17075"/>
                  </a:srgbClr>
                </a:gs>
                <a:gs pos="57143">
                  <a:srgbClr val="BFBEBB">
                    <a:alpha val="9855"/>
                  </a:srgbClr>
                </a:gs>
                <a:gs pos="71429">
                  <a:srgbClr val="BFBEBB">
                    <a:alpha val="4740"/>
                  </a:srgbClr>
                </a:gs>
                <a:gs pos="85714">
                  <a:srgbClr val="BFBEBB">
                    <a:alpha val="1902"/>
                  </a:srgbClr>
                </a:gs>
                <a:gs pos="100000">
                  <a:srgbClr val="BFBE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Splat 1155"/>
            <p:cNvSpPr>
              <a:spLocks noGrp="1"/>
            </p:cNvSpPr>
            <p:nvPr/>
          </p:nvSpPr>
          <p:spPr>
            <a:xfrm rot="-10470710">
              <a:off x="1579279" y="1967404"/>
              <a:ext cx="145522" cy="93799"/>
            </a:xfrm>
            <a:prstGeom prst="ellipse">
              <a:avLst/>
            </a:prstGeom>
            <a:gradFill>
              <a:gsLst>
                <a:gs pos="0">
                  <a:srgbClr val="F1F3F2">
                    <a:alpha val="32968"/>
                  </a:srgbClr>
                </a:gs>
                <a:gs pos="14286">
                  <a:srgbClr val="F1F3F2">
                    <a:alpha val="30764"/>
                  </a:srgbClr>
                </a:gs>
                <a:gs pos="28571">
                  <a:srgbClr val="F1F3F2">
                    <a:alpha val="24833"/>
                  </a:srgbClr>
                </a:gs>
                <a:gs pos="42857">
                  <a:srgbClr val="F1F3F2">
                    <a:alpha val="17075"/>
                  </a:srgbClr>
                </a:gs>
                <a:gs pos="57143">
                  <a:srgbClr val="F1F3F2">
                    <a:alpha val="9855"/>
                  </a:srgbClr>
                </a:gs>
                <a:gs pos="71429">
                  <a:srgbClr val="F1F3F2">
                    <a:alpha val="4740"/>
                  </a:srgbClr>
                </a:gs>
                <a:gs pos="85714">
                  <a:srgbClr val="F1F3F2">
                    <a:alpha val="1902"/>
                  </a:srgbClr>
                </a:gs>
                <a:gs pos="100000">
                  <a:srgbClr val="F1F3F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Splat 1156"/>
            <p:cNvSpPr>
              <a:spLocks noGrp="1"/>
            </p:cNvSpPr>
            <p:nvPr/>
          </p:nvSpPr>
          <p:spPr>
            <a:xfrm rot="6858432">
              <a:off x="317168" y="2323523"/>
              <a:ext cx="477984" cy="1694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Splat 1157"/>
            <p:cNvSpPr>
              <a:spLocks noGrp="1"/>
            </p:cNvSpPr>
            <p:nvPr/>
          </p:nvSpPr>
          <p:spPr>
            <a:xfrm rot="8664295">
              <a:off x="115588" y="2096525"/>
              <a:ext cx="339934" cy="57622"/>
            </a:xfrm>
            <a:prstGeom prst="ellipse">
              <a:avLst/>
            </a:prstGeom>
            <a:gradFill>
              <a:gsLst>
                <a:gs pos="0">
                  <a:srgbClr val="FEFEFE">
                    <a:alpha val="29041"/>
                  </a:srgbClr>
                </a:gs>
                <a:gs pos="14286">
                  <a:srgbClr val="FEFEFE">
                    <a:alpha val="27044"/>
                  </a:srgbClr>
                </a:gs>
                <a:gs pos="28571">
                  <a:srgbClr val="FEFEFE">
                    <a:alpha val="21716"/>
                  </a:srgbClr>
                </a:gs>
                <a:gs pos="42857">
                  <a:srgbClr val="FEFEFE">
                    <a:alpha val="14836"/>
                  </a:srgbClr>
                </a:gs>
                <a:gs pos="57143">
                  <a:srgbClr val="FEFEFE">
                    <a:alpha val="8514"/>
                  </a:srgbClr>
                </a:gs>
                <a:gs pos="71429">
                  <a:srgbClr val="FEFEFE">
                    <a:alpha val="4080"/>
                  </a:srgbClr>
                </a:gs>
                <a:gs pos="85714">
                  <a:srgbClr val="FEFEFE">
                    <a:alpha val="1634"/>
                  </a:srgbClr>
                </a:gs>
                <a:gs pos="100000">
                  <a:srgbClr val="FEFEFE">
                    <a:alpha val="5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Splat 1158"/>
            <p:cNvSpPr>
              <a:spLocks noGrp="1"/>
            </p:cNvSpPr>
            <p:nvPr/>
          </p:nvSpPr>
          <p:spPr>
            <a:xfrm rot="9238529">
              <a:off x="-211088" y="3285342"/>
              <a:ext cx="725936" cy="617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Splat 1159"/>
            <p:cNvSpPr>
              <a:spLocks noGrp="1"/>
            </p:cNvSpPr>
            <p:nvPr/>
          </p:nvSpPr>
          <p:spPr>
            <a:xfrm rot="4611085">
              <a:off x="250513" y="2141470"/>
              <a:ext cx="670397" cy="50287"/>
            </a:xfrm>
            <a:prstGeom prst="ellipse">
              <a:avLst/>
            </a:prstGeom>
            <a:gradFill>
              <a:gsLst>
                <a:gs pos="0">
                  <a:srgbClr val="FCFAFA">
                    <a:alpha val="19227"/>
                  </a:srgbClr>
                </a:gs>
                <a:gs pos="14286">
                  <a:srgbClr val="FCFAFA">
                    <a:alpha val="17820"/>
                  </a:srgbClr>
                </a:gs>
                <a:gs pos="28571">
                  <a:srgbClr val="FCFAFA">
                    <a:alpha val="14134"/>
                  </a:srgbClr>
                </a:gs>
                <a:gs pos="42857">
                  <a:srgbClr val="FCFAFA">
                    <a:alpha val="9512"/>
                  </a:srgbClr>
                </a:gs>
                <a:gs pos="57143">
                  <a:srgbClr val="FCFAFA">
                    <a:alpha val="5388"/>
                  </a:srgbClr>
                </a:gs>
                <a:gs pos="71429">
                  <a:srgbClr val="FCFAFA">
                    <a:alpha val="2559"/>
                  </a:srgbClr>
                </a:gs>
                <a:gs pos="85714">
                  <a:srgbClr val="FCFAFA">
                    <a:alpha val="1020"/>
                  </a:srgbClr>
                </a:gs>
                <a:gs pos="100000">
                  <a:srgbClr val="FCFAFA">
                    <a:alpha val="3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Splat 1160"/>
            <p:cNvSpPr>
              <a:spLocks noGrp="1"/>
            </p:cNvSpPr>
            <p:nvPr/>
          </p:nvSpPr>
          <p:spPr>
            <a:xfrm rot="-9418260">
              <a:off x="1499147" y="2815217"/>
              <a:ext cx="560624" cy="87326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Splat 1161"/>
            <p:cNvSpPr>
              <a:spLocks noGrp="1"/>
            </p:cNvSpPr>
            <p:nvPr/>
          </p:nvSpPr>
          <p:spPr>
            <a:xfrm rot="7348318">
              <a:off x="210758" y="688650"/>
              <a:ext cx="508051" cy="879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Splat 1162"/>
            <p:cNvSpPr>
              <a:spLocks noGrp="1"/>
            </p:cNvSpPr>
            <p:nvPr/>
          </p:nvSpPr>
          <p:spPr>
            <a:xfrm rot="-10068203">
              <a:off x="2994659" y="3052749"/>
              <a:ext cx="367373" cy="74042"/>
            </a:xfrm>
            <a:prstGeom prst="ellipse">
              <a:avLst/>
            </a:prstGeom>
            <a:gradFill>
              <a:gsLst>
                <a:gs pos="0">
                  <a:srgbClr val="F3F0F2">
                    <a:alpha val="20158"/>
                  </a:srgbClr>
                </a:gs>
                <a:gs pos="14286">
                  <a:srgbClr val="F3F0F2">
                    <a:alpha val="18691"/>
                  </a:srgbClr>
                </a:gs>
                <a:gs pos="28571">
                  <a:srgbClr val="F3F0F2">
                    <a:alpha val="14842"/>
                  </a:srgbClr>
                </a:gs>
                <a:gs pos="42857">
                  <a:srgbClr val="F3F0F2">
                    <a:alpha val="10002"/>
                  </a:srgbClr>
                </a:gs>
                <a:gs pos="57143">
                  <a:srgbClr val="F3F0F2">
                    <a:alpha val="5672"/>
                  </a:srgbClr>
                </a:gs>
                <a:gs pos="71429">
                  <a:srgbClr val="F3F0F2">
                    <a:alpha val="2696"/>
                  </a:srgbClr>
                </a:gs>
                <a:gs pos="85714">
                  <a:srgbClr val="F3F0F2">
                    <a:alpha val="1075"/>
                  </a:srgbClr>
                </a:gs>
                <a:gs pos="100000">
                  <a:srgbClr val="F3F0F2">
                    <a:alpha val="3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Splat 1163"/>
            <p:cNvSpPr>
              <a:spLocks noGrp="1"/>
            </p:cNvSpPr>
            <p:nvPr/>
          </p:nvSpPr>
          <p:spPr>
            <a:xfrm rot="5643823">
              <a:off x="488836" y="1922548"/>
              <a:ext cx="194735" cy="1866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Splat 1164"/>
            <p:cNvSpPr>
              <a:spLocks noGrp="1"/>
            </p:cNvSpPr>
            <p:nvPr/>
          </p:nvSpPr>
          <p:spPr>
            <a:xfrm rot="-10473735">
              <a:off x="9703" y="3426255"/>
              <a:ext cx="468258" cy="22254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Splat 1165"/>
            <p:cNvSpPr>
              <a:spLocks noGrp="1"/>
            </p:cNvSpPr>
            <p:nvPr/>
          </p:nvSpPr>
          <p:spPr>
            <a:xfrm rot="-9694923">
              <a:off x="2942917" y="3474908"/>
              <a:ext cx="222465" cy="27649"/>
            </a:xfrm>
            <a:prstGeom prst="ellipse">
              <a:avLst/>
            </a:prstGeom>
            <a:gradFill>
              <a:gsLst>
                <a:gs pos="0">
                  <a:srgbClr val="FCFEFF">
                    <a:alpha val="32968"/>
                  </a:srgbClr>
                </a:gs>
                <a:gs pos="14286">
                  <a:srgbClr val="FCFEFF">
                    <a:alpha val="30764"/>
                  </a:srgbClr>
                </a:gs>
                <a:gs pos="28571">
                  <a:srgbClr val="FCFEFF">
                    <a:alpha val="24833"/>
                  </a:srgbClr>
                </a:gs>
                <a:gs pos="42857">
                  <a:srgbClr val="FCFEFF">
                    <a:alpha val="17075"/>
                  </a:srgbClr>
                </a:gs>
                <a:gs pos="57143">
                  <a:srgbClr val="FCFEFF">
                    <a:alpha val="9855"/>
                  </a:srgbClr>
                </a:gs>
                <a:gs pos="71429">
                  <a:srgbClr val="FCFEFF">
                    <a:alpha val="4740"/>
                  </a:srgbClr>
                </a:gs>
                <a:gs pos="85714">
                  <a:srgbClr val="FCFEFF">
                    <a:alpha val="1902"/>
                  </a:srgbClr>
                </a:gs>
                <a:gs pos="100000">
                  <a:srgbClr val="FC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Splat 1166"/>
            <p:cNvSpPr>
              <a:spLocks noGrp="1"/>
            </p:cNvSpPr>
            <p:nvPr/>
          </p:nvSpPr>
          <p:spPr>
            <a:xfrm rot="8466382">
              <a:off x="2622385" y="2728131"/>
              <a:ext cx="598047" cy="86632"/>
            </a:xfrm>
            <a:prstGeom prst="ellipse">
              <a:avLst/>
            </a:prstGeom>
            <a:gradFill>
              <a:gsLst>
                <a:gs pos="0">
                  <a:srgbClr val="FEFEFF">
                    <a:alpha val="29011"/>
                  </a:srgbClr>
                </a:gs>
                <a:gs pos="14286">
                  <a:srgbClr val="FEFEFF">
                    <a:alpha val="27016"/>
                  </a:srgbClr>
                </a:gs>
                <a:gs pos="28571">
                  <a:srgbClr val="FEFEFF">
                    <a:alpha val="21692"/>
                  </a:srgbClr>
                </a:gs>
                <a:gs pos="42857">
                  <a:srgbClr val="FEFEFF">
                    <a:alpha val="14819"/>
                  </a:srgbClr>
                </a:gs>
                <a:gs pos="57143">
                  <a:srgbClr val="FEFEFF">
                    <a:alpha val="8504"/>
                  </a:srgbClr>
                </a:gs>
                <a:gs pos="71429">
                  <a:srgbClr val="FEFEFF">
                    <a:alpha val="4075"/>
                  </a:srgbClr>
                </a:gs>
                <a:gs pos="85714">
                  <a:srgbClr val="FEFEFF">
                    <a:alpha val="1632"/>
                  </a:srgbClr>
                </a:gs>
                <a:gs pos="100000">
                  <a:srgbClr val="FEFEFF">
                    <a:alpha val="5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Splat 1167"/>
            <p:cNvSpPr>
              <a:spLocks noGrp="1"/>
            </p:cNvSpPr>
            <p:nvPr/>
          </p:nvSpPr>
          <p:spPr>
            <a:xfrm rot="3909111">
              <a:off x="527235" y="2831023"/>
              <a:ext cx="645408" cy="112948"/>
            </a:xfrm>
            <a:prstGeom prst="ellipse">
              <a:avLst/>
            </a:prstGeom>
            <a:gradFill>
              <a:gsLst>
                <a:gs pos="0">
                  <a:srgbClr val="FDFEFD">
                    <a:alpha val="32968"/>
                  </a:srgbClr>
                </a:gs>
                <a:gs pos="14286">
                  <a:srgbClr val="FDFEFD">
                    <a:alpha val="30764"/>
                  </a:srgbClr>
                </a:gs>
                <a:gs pos="28571">
                  <a:srgbClr val="FDFEFD">
                    <a:alpha val="24833"/>
                  </a:srgbClr>
                </a:gs>
                <a:gs pos="42857">
                  <a:srgbClr val="FDFEFD">
                    <a:alpha val="17075"/>
                  </a:srgbClr>
                </a:gs>
                <a:gs pos="57143">
                  <a:srgbClr val="FDFEFD">
                    <a:alpha val="9855"/>
                  </a:srgbClr>
                </a:gs>
                <a:gs pos="71429">
                  <a:srgbClr val="FDFEFD">
                    <a:alpha val="4740"/>
                  </a:srgbClr>
                </a:gs>
                <a:gs pos="85714">
                  <a:srgbClr val="FDFEFD">
                    <a:alpha val="1902"/>
                  </a:srgbClr>
                </a:gs>
                <a:gs pos="100000">
                  <a:srgbClr val="FDFEF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Splat 1168"/>
            <p:cNvSpPr>
              <a:spLocks noGrp="1"/>
            </p:cNvSpPr>
            <p:nvPr/>
          </p:nvSpPr>
          <p:spPr>
            <a:xfrm rot="-10514050">
              <a:off x="2677311" y="403889"/>
              <a:ext cx="449983" cy="19373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Splat 1169"/>
            <p:cNvSpPr>
              <a:spLocks noGrp="1"/>
            </p:cNvSpPr>
            <p:nvPr/>
          </p:nvSpPr>
          <p:spPr>
            <a:xfrm rot="-9809879">
              <a:off x="2597244" y="484295"/>
              <a:ext cx="603100" cy="83081"/>
            </a:xfrm>
            <a:prstGeom prst="ellipse">
              <a:avLst/>
            </a:prstGeom>
            <a:gradFill>
              <a:gsLst>
                <a:gs pos="0">
                  <a:srgbClr val="040000">
                    <a:alpha val="31237"/>
                  </a:srgbClr>
                </a:gs>
                <a:gs pos="14286">
                  <a:srgbClr val="040000">
                    <a:alpha val="29122"/>
                  </a:srgbClr>
                </a:gs>
                <a:gs pos="28571">
                  <a:srgbClr val="040000">
                    <a:alpha val="23453"/>
                  </a:srgbClr>
                </a:gs>
                <a:gs pos="42857">
                  <a:srgbClr val="040000">
                    <a:alpha val="16080"/>
                  </a:srgbClr>
                </a:gs>
                <a:gs pos="57143">
                  <a:srgbClr val="040000">
                    <a:alpha val="9257"/>
                  </a:srgbClr>
                </a:gs>
                <a:gs pos="71429">
                  <a:srgbClr val="040000">
                    <a:alpha val="4445"/>
                  </a:srgbClr>
                </a:gs>
                <a:gs pos="85714">
                  <a:srgbClr val="040000">
                    <a:alpha val="1782"/>
                  </a:srgbClr>
                </a:gs>
                <a:gs pos="100000">
                  <a:srgbClr val="040000">
                    <a:alpha val="59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Splat 1170"/>
            <p:cNvSpPr>
              <a:spLocks noGrp="1"/>
            </p:cNvSpPr>
            <p:nvPr/>
          </p:nvSpPr>
          <p:spPr>
            <a:xfrm rot="-8855045">
              <a:off x="1738718" y="288913"/>
              <a:ext cx="834558" cy="763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Splat 1171"/>
            <p:cNvSpPr>
              <a:spLocks noGrp="1"/>
            </p:cNvSpPr>
            <p:nvPr/>
          </p:nvSpPr>
          <p:spPr>
            <a:xfrm rot="10597240">
              <a:off x="732417" y="997016"/>
              <a:ext cx="804814" cy="17813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Splat 1172"/>
            <p:cNvSpPr>
              <a:spLocks noGrp="1"/>
            </p:cNvSpPr>
            <p:nvPr/>
          </p:nvSpPr>
          <p:spPr>
            <a:xfrm rot="3952940">
              <a:off x="1259140" y="2308636"/>
              <a:ext cx="349308" cy="4881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Splat 1173"/>
            <p:cNvSpPr>
              <a:spLocks noGrp="1"/>
            </p:cNvSpPr>
            <p:nvPr/>
          </p:nvSpPr>
          <p:spPr>
            <a:xfrm rot="8031990">
              <a:off x="-144723" y="-26004"/>
              <a:ext cx="598963" cy="249902"/>
            </a:xfrm>
            <a:prstGeom prst="ellipse">
              <a:avLst/>
            </a:prstGeom>
            <a:gradFill>
              <a:gsLst>
                <a:gs pos="0">
                  <a:srgbClr val="000011">
                    <a:alpha val="32968"/>
                  </a:srgbClr>
                </a:gs>
                <a:gs pos="14286">
                  <a:srgbClr val="000011">
                    <a:alpha val="30764"/>
                  </a:srgbClr>
                </a:gs>
                <a:gs pos="28571">
                  <a:srgbClr val="000011">
                    <a:alpha val="24833"/>
                  </a:srgbClr>
                </a:gs>
                <a:gs pos="42857">
                  <a:srgbClr val="000011">
                    <a:alpha val="17075"/>
                  </a:srgbClr>
                </a:gs>
                <a:gs pos="57143">
                  <a:srgbClr val="000011">
                    <a:alpha val="9855"/>
                  </a:srgbClr>
                </a:gs>
                <a:gs pos="71429">
                  <a:srgbClr val="000011">
                    <a:alpha val="4740"/>
                  </a:srgbClr>
                </a:gs>
                <a:gs pos="85714">
                  <a:srgbClr val="000011">
                    <a:alpha val="1902"/>
                  </a:srgbClr>
                </a:gs>
                <a:gs pos="100000">
                  <a:srgbClr val="000011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Splat 1174"/>
            <p:cNvSpPr>
              <a:spLocks noGrp="1"/>
            </p:cNvSpPr>
            <p:nvPr/>
          </p:nvSpPr>
          <p:spPr>
            <a:xfrm rot="5484293">
              <a:off x="2039478" y="2664506"/>
              <a:ext cx="403484" cy="75698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Splat 1175"/>
            <p:cNvSpPr>
              <a:spLocks noGrp="1"/>
            </p:cNvSpPr>
            <p:nvPr/>
          </p:nvSpPr>
          <p:spPr>
            <a:xfrm rot="8435499">
              <a:off x="-56041" y="3033053"/>
              <a:ext cx="598757" cy="8663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Splat 1176"/>
            <p:cNvSpPr>
              <a:spLocks noGrp="1"/>
            </p:cNvSpPr>
            <p:nvPr/>
          </p:nvSpPr>
          <p:spPr>
            <a:xfrm rot="6656554">
              <a:off x="360046" y="3114812"/>
              <a:ext cx="799817" cy="11273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Splat 1177"/>
            <p:cNvSpPr>
              <a:spLocks noGrp="1"/>
            </p:cNvSpPr>
            <p:nvPr/>
          </p:nvSpPr>
          <p:spPr>
            <a:xfrm rot="6135100">
              <a:off x="1400891" y="1254497"/>
              <a:ext cx="492974" cy="1153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Splat 1178"/>
            <p:cNvSpPr>
              <a:spLocks noGrp="1"/>
            </p:cNvSpPr>
            <p:nvPr/>
          </p:nvSpPr>
          <p:spPr>
            <a:xfrm rot="8646697">
              <a:off x="1013789" y="279821"/>
              <a:ext cx="493473" cy="9055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Splat 1179"/>
            <p:cNvSpPr>
              <a:spLocks noGrp="1"/>
            </p:cNvSpPr>
            <p:nvPr/>
          </p:nvSpPr>
          <p:spPr>
            <a:xfrm rot="4533884">
              <a:off x="1017465" y="1680166"/>
              <a:ext cx="700527" cy="9522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Splat 1180"/>
            <p:cNvSpPr>
              <a:spLocks noGrp="1"/>
            </p:cNvSpPr>
            <p:nvPr/>
          </p:nvSpPr>
          <p:spPr>
            <a:xfrm rot="-8261759">
              <a:off x="2070799" y="-78235"/>
              <a:ext cx="708691" cy="208092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Splat 1181"/>
            <p:cNvSpPr>
              <a:spLocks noGrp="1"/>
            </p:cNvSpPr>
            <p:nvPr/>
          </p:nvSpPr>
          <p:spPr>
            <a:xfrm rot="2847968">
              <a:off x="1899978" y="3546046"/>
              <a:ext cx="302460" cy="50022"/>
            </a:xfrm>
            <a:prstGeom prst="ellipse">
              <a:avLst/>
            </a:prstGeom>
            <a:gradFill>
              <a:gsLst>
                <a:gs pos="0">
                  <a:srgbClr val="C8CBCC">
                    <a:alpha val="32968"/>
                  </a:srgbClr>
                </a:gs>
                <a:gs pos="14286">
                  <a:srgbClr val="C8CBCC">
                    <a:alpha val="30764"/>
                  </a:srgbClr>
                </a:gs>
                <a:gs pos="28571">
                  <a:srgbClr val="C8CBCC">
                    <a:alpha val="24833"/>
                  </a:srgbClr>
                </a:gs>
                <a:gs pos="42857">
                  <a:srgbClr val="C8CBCC">
                    <a:alpha val="17075"/>
                  </a:srgbClr>
                </a:gs>
                <a:gs pos="57143">
                  <a:srgbClr val="C8CBCC">
                    <a:alpha val="9855"/>
                  </a:srgbClr>
                </a:gs>
                <a:gs pos="71429">
                  <a:srgbClr val="C8CBCC">
                    <a:alpha val="4740"/>
                  </a:srgbClr>
                </a:gs>
                <a:gs pos="85714">
                  <a:srgbClr val="C8CBCC">
                    <a:alpha val="1902"/>
                  </a:srgbClr>
                </a:gs>
                <a:gs pos="100000">
                  <a:srgbClr val="C8CBC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Splat 1182"/>
            <p:cNvSpPr>
              <a:spLocks noGrp="1"/>
            </p:cNvSpPr>
            <p:nvPr/>
          </p:nvSpPr>
          <p:spPr>
            <a:xfrm rot="6468153">
              <a:off x="418724" y="2724050"/>
              <a:ext cx="256939" cy="56396"/>
            </a:xfrm>
            <a:prstGeom prst="ellipse">
              <a:avLst/>
            </a:prstGeom>
            <a:gradFill>
              <a:gsLst>
                <a:gs pos="0">
                  <a:srgbClr val="CECACA">
                    <a:alpha val="32968"/>
                  </a:srgbClr>
                </a:gs>
                <a:gs pos="14286">
                  <a:srgbClr val="CECACA">
                    <a:alpha val="30764"/>
                  </a:srgbClr>
                </a:gs>
                <a:gs pos="28571">
                  <a:srgbClr val="CECACA">
                    <a:alpha val="24833"/>
                  </a:srgbClr>
                </a:gs>
                <a:gs pos="42857">
                  <a:srgbClr val="CECACA">
                    <a:alpha val="17075"/>
                  </a:srgbClr>
                </a:gs>
                <a:gs pos="57143">
                  <a:srgbClr val="CECACA">
                    <a:alpha val="9855"/>
                  </a:srgbClr>
                </a:gs>
                <a:gs pos="71429">
                  <a:srgbClr val="CECACA">
                    <a:alpha val="4740"/>
                  </a:srgbClr>
                </a:gs>
                <a:gs pos="85714">
                  <a:srgbClr val="CECACA">
                    <a:alpha val="1902"/>
                  </a:srgbClr>
                </a:gs>
                <a:gs pos="100000">
                  <a:srgbClr val="CECA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Splat 1183"/>
            <p:cNvSpPr>
              <a:spLocks noGrp="1"/>
            </p:cNvSpPr>
            <p:nvPr/>
          </p:nvSpPr>
          <p:spPr>
            <a:xfrm rot="2849138">
              <a:off x="2921124" y="793442"/>
              <a:ext cx="707915" cy="71166"/>
            </a:xfrm>
            <a:prstGeom prst="ellipse">
              <a:avLst/>
            </a:prstGeom>
            <a:gradFill>
              <a:gsLst>
                <a:gs pos="0">
                  <a:srgbClr val="CBC9CA">
                    <a:alpha val="20488"/>
                  </a:srgbClr>
                </a:gs>
                <a:gs pos="14286">
                  <a:srgbClr val="CBC9CA">
                    <a:alpha val="19000"/>
                  </a:srgbClr>
                </a:gs>
                <a:gs pos="28571">
                  <a:srgbClr val="CBC9CA">
                    <a:alpha val="15093"/>
                  </a:srgbClr>
                </a:gs>
                <a:gs pos="42857">
                  <a:srgbClr val="CBC9CA">
                    <a:alpha val="10176"/>
                  </a:srgbClr>
                </a:gs>
                <a:gs pos="57143">
                  <a:srgbClr val="CBC9CA">
                    <a:alpha val="5773"/>
                  </a:srgbClr>
                </a:gs>
                <a:gs pos="71429">
                  <a:srgbClr val="CBC9CA">
                    <a:alpha val="2745"/>
                  </a:srgbClr>
                </a:gs>
                <a:gs pos="85714">
                  <a:srgbClr val="CBC9CA">
                    <a:alpha val="1095"/>
                  </a:srgbClr>
                </a:gs>
                <a:gs pos="100000">
                  <a:srgbClr val="CBC9CA">
                    <a:alpha val="3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Splat 1184"/>
            <p:cNvSpPr>
              <a:spLocks noGrp="1"/>
            </p:cNvSpPr>
            <p:nvPr/>
          </p:nvSpPr>
          <p:spPr>
            <a:xfrm rot="-9401547">
              <a:off x="444683" y="2362028"/>
              <a:ext cx="193353" cy="44885"/>
            </a:xfrm>
            <a:prstGeom prst="ellipse">
              <a:avLst/>
            </a:prstGeom>
            <a:gradFill>
              <a:gsLst>
                <a:gs pos="0">
                  <a:srgbClr val="FCFBF9">
                    <a:alpha val="23290"/>
                  </a:srgbClr>
                </a:gs>
                <a:gs pos="14286">
                  <a:srgbClr val="FCFBF9">
                    <a:alpha val="21627"/>
                  </a:srgbClr>
                </a:gs>
                <a:gs pos="28571">
                  <a:srgbClr val="FCFBF9">
                    <a:alpha val="17239"/>
                  </a:srgbClr>
                </a:gs>
                <a:gs pos="42857">
                  <a:srgbClr val="FCFBF9">
                    <a:alpha val="11672"/>
                  </a:srgbClr>
                </a:gs>
                <a:gs pos="57143">
                  <a:srgbClr val="FCFBF9">
                    <a:alpha val="6646"/>
                  </a:srgbClr>
                </a:gs>
                <a:gs pos="71429">
                  <a:srgbClr val="FCFBF9">
                    <a:alpha val="3168"/>
                  </a:srgbClr>
                </a:gs>
                <a:gs pos="85714">
                  <a:srgbClr val="FCFBF9">
                    <a:alpha val="1265"/>
                  </a:srgbClr>
                </a:gs>
                <a:gs pos="100000">
                  <a:srgbClr val="FCFBF9">
                    <a:alpha val="4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Splat 1185"/>
            <p:cNvSpPr>
              <a:spLocks noGrp="1"/>
            </p:cNvSpPr>
            <p:nvPr/>
          </p:nvSpPr>
          <p:spPr>
            <a:xfrm rot="8285998">
              <a:off x="1543846" y="144732"/>
              <a:ext cx="353008" cy="106109"/>
            </a:xfrm>
            <a:prstGeom prst="ellipse">
              <a:avLst/>
            </a:prstGeom>
            <a:gradFill>
              <a:gsLst>
                <a:gs pos="0">
                  <a:srgbClr val="4E514C">
                    <a:alpha val="32968"/>
                  </a:srgbClr>
                </a:gs>
                <a:gs pos="14286">
                  <a:srgbClr val="4E514C">
                    <a:alpha val="30764"/>
                  </a:srgbClr>
                </a:gs>
                <a:gs pos="28571">
                  <a:srgbClr val="4E514C">
                    <a:alpha val="24833"/>
                  </a:srgbClr>
                </a:gs>
                <a:gs pos="42857">
                  <a:srgbClr val="4E514C">
                    <a:alpha val="17075"/>
                  </a:srgbClr>
                </a:gs>
                <a:gs pos="57143">
                  <a:srgbClr val="4E514C">
                    <a:alpha val="9855"/>
                  </a:srgbClr>
                </a:gs>
                <a:gs pos="71429">
                  <a:srgbClr val="4E514C">
                    <a:alpha val="4740"/>
                  </a:srgbClr>
                </a:gs>
                <a:gs pos="85714">
                  <a:srgbClr val="4E514C">
                    <a:alpha val="1902"/>
                  </a:srgbClr>
                </a:gs>
                <a:gs pos="100000">
                  <a:srgbClr val="4E514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Splat 1186"/>
            <p:cNvSpPr>
              <a:spLocks noGrp="1"/>
            </p:cNvSpPr>
            <p:nvPr/>
          </p:nvSpPr>
          <p:spPr>
            <a:xfrm rot="9028605">
              <a:off x="2782808" y="1866402"/>
              <a:ext cx="240358" cy="9702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Splat 1187"/>
            <p:cNvSpPr>
              <a:spLocks noGrp="1"/>
            </p:cNvSpPr>
            <p:nvPr/>
          </p:nvSpPr>
          <p:spPr>
            <a:xfrm rot="7002907">
              <a:off x="1426471" y="3569039"/>
              <a:ext cx="204484" cy="92785"/>
            </a:xfrm>
            <a:prstGeom prst="ellipse">
              <a:avLst/>
            </a:prstGeom>
            <a:gradFill>
              <a:gsLst>
                <a:gs pos="0">
                  <a:srgbClr val="FFFEFF">
                    <a:alpha val="32968"/>
                  </a:srgbClr>
                </a:gs>
                <a:gs pos="14286">
                  <a:srgbClr val="FFFEFF">
                    <a:alpha val="30764"/>
                  </a:srgbClr>
                </a:gs>
                <a:gs pos="28571">
                  <a:srgbClr val="FFFEFF">
                    <a:alpha val="24833"/>
                  </a:srgbClr>
                </a:gs>
                <a:gs pos="42857">
                  <a:srgbClr val="FFFEFF">
                    <a:alpha val="17075"/>
                  </a:srgbClr>
                </a:gs>
                <a:gs pos="57143">
                  <a:srgbClr val="FFFEFF">
                    <a:alpha val="9855"/>
                  </a:srgbClr>
                </a:gs>
                <a:gs pos="71429">
                  <a:srgbClr val="FFFEFF">
                    <a:alpha val="4740"/>
                  </a:srgbClr>
                </a:gs>
                <a:gs pos="85714">
                  <a:srgbClr val="FFFEFF">
                    <a:alpha val="1902"/>
                  </a:srgbClr>
                </a:gs>
                <a:gs pos="100000">
                  <a:srgbClr val="FFFE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Splat 1188"/>
            <p:cNvSpPr>
              <a:spLocks noGrp="1"/>
            </p:cNvSpPr>
            <p:nvPr/>
          </p:nvSpPr>
          <p:spPr>
            <a:xfrm rot="6362072">
              <a:off x="1076878" y="34851"/>
              <a:ext cx="751684" cy="9759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Splat 1189"/>
            <p:cNvSpPr>
              <a:spLocks noGrp="1"/>
            </p:cNvSpPr>
            <p:nvPr/>
          </p:nvSpPr>
          <p:spPr>
            <a:xfrm rot="8752955">
              <a:off x="598634" y="1722582"/>
              <a:ext cx="483728" cy="151006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Splat 1190"/>
            <p:cNvSpPr>
              <a:spLocks noGrp="1"/>
            </p:cNvSpPr>
            <p:nvPr/>
          </p:nvSpPr>
          <p:spPr>
            <a:xfrm rot="3388109">
              <a:off x="1074297" y="1749615"/>
              <a:ext cx="663285" cy="41218"/>
            </a:xfrm>
            <a:prstGeom prst="ellipse">
              <a:avLst/>
            </a:prstGeom>
            <a:gradFill>
              <a:gsLst>
                <a:gs pos="0">
                  <a:srgbClr val="BFBDBB">
                    <a:alpha val="32968"/>
                  </a:srgbClr>
                </a:gs>
                <a:gs pos="14286">
                  <a:srgbClr val="BFBDBB">
                    <a:alpha val="30764"/>
                  </a:srgbClr>
                </a:gs>
                <a:gs pos="28571">
                  <a:srgbClr val="BFBDBB">
                    <a:alpha val="24833"/>
                  </a:srgbClr>
                </a:gs>
                <a:gs pos="42857">
                  <a:srgbClr val="BFBDBB">
                    <a:alpha val="17075"/>
                  </a:srgbClr>
                </a:gs>
                <a:gs pos="57143">
                  <a:srgbClr val="BFBDBB">
                    <a:alpha val="9855"/>
                  </a:srgbClr>
                </a:gs>
                <a:gs pos="71429">
                  <a:srgbClr val="BFBDBB">
                    <a:alpha val="4740"/>
                  </a:srgbClr>
                </a:gs>
                <a:gs pos="85714">
                  <a:srgbClr val="BFBDBB">
                    <a:alpha val="1902"/>
                  </a:srgbClr>
                </a:gs>
                <a:gs pos="100000">
                  <a:srgbClr val="BFBDB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Splat 1191"/>
            <p:cNvSpPr>
              <a:spLocks noGrp="1"/>
            </p:cNvSpPr>
            <p:nvPr/>
          </p:nvSpPr>
          <p:spPr>
            <a:xfrm rot="-9538455">
              <a:off x="2182632" y="1342303"/>
              <a:ext cx="535391" cy="60522"/>
            </a:xfrm>
            <a:prstGeom prst="ellipse">
              <a:avLst/>
            </a:prstGeom>
            <a:gradFill>
              <a:gsLst>
                <a:gs pos="0">
                  <a:srgbClr val="EBECEB">
                    <a:alpha val="32968"/>
                  </a:srgbClr>
                </a:gs>
                <a:gs pos="14286">
                  <a:srgbClr val="EBECEB">
                    <a:alpha val="30764"/>
                  </a:srgbClr>
                </a:gs>
                <a:gs pos="28571">
                  <a:srgbClr val="EBECEB">
                    <a:alpha val="24833"/>
                  </a:srgbClr>
                </a:gs>
                <a:gs pos="42857">
                  <a:srgbClr val="EBECEB">
                    <a:alpha val="17075"/>
                  </a:srgbClr>
                </a:gs>
                <a:gs pos="57143">
                  <a:srgbClr val="EBECEB">
                    <a:alpha val="9855"/>
                  </a:srgbClr>
                </a:gs>
                <a:gs pos="71429">
                  <a:srgbClr val="EBECEB">
                    <a:alpha val="4740"/>
                  </a:srgbClr>
                </a:gs>
                <a:gs pos="85714">
                  <a:srgbClr val="EBECEB">
                    <a:alpha val="1902"/>
                  </a:srgbClr>
                </a:gs>
                <a:gs pos="100000">
                  <a:srgbClr val="EBEC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Splat 1192"/>
            <p:cNvSpPr>
              <a:spLocks noGrp="1"/>
            </p:cNvSpPr>
            <p:nvPr/>
          </p:nvSpPr>
          <p:spPr>
            <a:xfrm rot="9997198">
              <a:off x="1511469" y="833725"/>
              <a:ext cx="279812" cy="85734"/>
            </a:xfrm>
            <a:prstGeom prst="ellipse">
              <a:avLst/>
            </a:prstGeom>
            <a:gradFill>
              <a:gsLst>
                <a:gs pos="0">
                  <a:srgbClr val="FFFCFE">
                    <a:alpha val="28629"/>
                  </a:srgbClr>
                </a:gs>
                <a:gs pos="14286">
                  <a:srgbClr val="FFFCFE">
                    <a:alpha val="26655"/>
                  </a:srgbClr>
                </a:gs>
                <a:gs pos="28571">
                  <a:srgbClr val="FFFCFE">
                    <a:alpha val="21392"/>
                  </a:srgbClr>
                </a:gs>
                <a:gs pos="42857">
                  <a:srgbClr val="FFFCFE">
                    <a:alpha val="14604"/>
                  </a:srgbClr>
                </a:gs>
                <a:gs pos="57143">
                  <a:srgbClr val="FFFCFE">
                    <a:alpha val="8376"/>
                  </a:srgbClr>
                </a:gs>
                <a:gs pos="71429">
                  <a:srgbClr val="FFFCFE">
                    <a:alpha val="4012"/>
                  </a:srgbClr>
                </a:gs>
                <a:gs pos="85714">
                  <a:srgbClr val="FFFCFE">
                    <a:alpha val="1606"/>
                  </a:srgbClr>
                </a:gs>
                <a:gs pos="100000">
                  <a:srgbClr val="FFFCFE">
                    <a:alpha val="5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Splat 1193"/>
            <p:cNvSpPr>
              <a:spLocks noGrp="1"/>
            </p:cNvSpPr>
            <p:nvPr/>
          </p:nvSpPr>
          <p:spPr>
            <a:xfrm rot="-10386095">
              <a:off x="3334586" y="1251081"/>
              <a:ext cx="425732" cy="53547"/>
            </a:xfrm>
            <a:prstGeom prst="ellipse">
              <a:avLst/>
            </a:prstGeom>
            <a:gradFill>
              <a:gsLst>
                <a:gs pos="0">
                  <a:srgbClr val="F3F3F2">
                    <a:alpha val="20084"/>
                  </a:srgbClr>
                </a:gs>
                <a:gs pos="14286">
                  <a:srgbClr val="F3F3F2">
                    <a:alpha val="18622"/>
                  </a:srgbClr>
                </a:gs>
                <a:gs pos="28571">
                  <a:srgbClr val="F3F3F2">
                    <a:alpha val="14785"/>
                  </a:srgbClr>
                </a:gs>
                <a:gs pos="42857">
                  <a:srgbClr val="F3F3F2">
                    <a:alpha val="9963"/>
                  </a:srgbClr>
                </a:gs>
                <a:gs pos="57143">
                  <a:srgbClr val="F3F3F2">
                    <a:alpha val="5649"/>
                  </a:srgbClr>
                </a:gs>
                <a:gs pos="71429">
                  <a:srgbClr val="F3F3F2">
                    <a:alpha val="2685"/>
                  </a:srgbClr>
                </a:gs>
                <a:gs pos="85714">
                  <a:srgbClr val="F3F3F2">
                    <a:alpha val="1071"/>
                  </a:srgbClr>
                </a:gs>
                <a:gs pos="100000">
                  <a:srgbClr val="F3F3F2">
                    <a:alpha val="3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Splat 1194"/>
            <p:cNvSpPr>
              <a:spLocks noGrp="1"/>
            </p:cNvSpPr>
            <p:nvPr/>
          </p:nvSpPr>
          <p:spPr>
            <a:xfrm rot="-10028474">
              <a:off x="908338" y="1578049"/>
              <a:ext cx="809038" cy="7546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Splat 1195"/>
            <p:cNvSpPr>
              <a:spLocks noGrp="1"/>
            </p:cNvSpPr>
            <p:nvPr/>
          </p:nvSpPr>
          <p:spPr>
            <a:xfrm rot="8302810">
              <a:off x="2288042" y="102674"/>
              <a:ext cx="168425" cy="116076"/>
            </a:xfrm>
            <a:prstGeom prst="ellipse">
              <a:avLst/>
            </a:prstGeom>
            <a:gradFill>
              <a:gsLst>
                <a:gs pos="0">
                  <a:srgbClr val="FBFBFC">
                    <a:alpha val="23988"/>
                  </a:srgbClr>
                </a:gs>
                <a:gs pos="14286">
                  <a:srgbClr val="FBFBFC">
                    <a:alpha val="22283"/>
                  </a:srgbClr>
                </a:gs>
                <a:gs pos="28571">
                  <a:srgbClr val="FBFBFC">
                    <a:alpha val="17778"/>
                  </a:srgbClr>
                </a:gs>
                <a:gs pos="42857">
                  <a:srgbClr val="FBFBFC">
                    <a:alpha val="12049"/>
                  </a:srgbClr>
                </a:gs>
                <a:gs pos="57143">
                  <a:srgbClr val="FBFBFC">
                    <a:alpha val="6867"/>
                  </a:srgbClr>
                </a:gs>
                <a:gs pos="71429">
                  <a:srgbClr val="FBFBFC">
                    <a:alpha val="3275"/>
                  </a:srgbClr>
                </a:gs>
                <a:gs pos="85714">
                  <a:srgbClr val="FBFBFC">
                    <a:alpha val="1308"/>
                  </a:srgbClr>
                </a:gs>
                <a:gs pos="100000">
                  <a:srgbClr val="FBFBFC">
                    <a:alpha val="4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Splat 1196"/>
            <p:cNvSpPr>
              <a:spLocks noGrp="1"/>
            </p:cNvSpPr>
            <p:nvPr/>
          </p:nvSpPr>
          <p:spPr>
            <a:xfrm rot="7265163">
              <a:off x="228012" y="2035993"/>
              <a:ext cx="762282" cy="81283"/>
            </a:xfrm>
            <a:prstGeom prst="ellipse">
              <a:avLst/>
            </a:prstGeom>
            <a:gradFill>
              <a:gsLst>
                <a:gs pos="0">
                  <a:srgbClr val="000B00">
                    <a:alpha val="32338"/>
                  </a:srgbClr>
                </a:gs>
                <a:gs pos="14286">
                  <a:srgbClr val="000B00">
                    <a:alpha val="30166"/>
                  </a:srgbClr>
                </a:gs>
                <a:gs pos="28571">
                  <a:srgbClr val="000B00">
                    <a:alpha val="24329"/>
                  </a:srgbClr>
                </a:gs>
                <a:gs pos="42857">
                  <a:srgbClr val="000B00">
                    <a:alpha val="16711"/>
                  </a:srgbClr>
                </a:gs>
                <a:gs pos="57143">
                  <a:srgbClr val="000B00">
                    <a:alpha val="9636"/>
                  </a:srgbClr>
                </a:gs>
                <a:gs pos="71429">
                  <a:srgbClr val="000B00">
                    <a:alpha val="4632"/>
                  </a:srgbClr>
                </a:gs>
                <a:gs pos="85714">
                  <a:srgbClr val="000B00">
                    <a:alpha val="1858"/>
                  </a:srgbClr>
                </a:gs>
                <a:gs pos="100000">
                  <a:srgbClr val="000B00">
                    <a:alpha val="6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Splat 1197"/>
            <p:cNvSpPr>
              <a:spLocks noGrp="1"/>
            </p:cNvSpPr>
            <p:nvPr/>
          </p:nvSpPr>
          <p:spPr>
            <a:xfrm rot="-9251194">
              <a:off x="2179977" y="498195"/>
              <a:ext cx="814753" cy="54872"/>
            </a:xfrm>
            <a:prstGeom prst="ellipse">
              <a:avLst/>
            </a:prstGeom>
            <a:gradFill>
              <a:gsLst>
                <a:gs pos="0">
                  <a:srgbClr val="BABBB8">
                    <a:alpha val="32968"/>
                  </a:srgbClr>
                </a:gs>
                <a:gs pos="14286">
                  <a:srgbClr val="BABBB8">
                    <a:alpha val="30764"/>
                  </a:srgbClr>
                </a:gs>
                <a:gs pos="28571">
                  <a:srgbClr val="BABBB8">
                    <a:alpha val="24833"/>
                  </a:srgbClr>
                </a:gs>
                <a:gs pos="42857">
                  <a:srgbClr val="BABBB8">
                    <a:alpha val="17075"/>
                  </a:srgbClr>
                </a:gs>
                <a:gs pos="57143">
                  <a:srgbClr val="BABBB8">
                    <a:alpha val="9855"/>
                  </a:srgbClr>
                </a:gs>
                <a:gs pos="71429">
                  <a:srgbClr val="BABBB8">
                    <a:alpha val="4740"/>
                  </a:srgbClr>
                </a:gs>
                <a:gs pos="85714">
                  <a:srgbClr val="BABBB8">
                    <a:alpha val="1902"/>
                  </a:srgbClr>
                </a:gs>
                <a:gs pos="100000">
                  <a:srgbClr val="BABBB8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Splat 1198"/>
            <p:cNvSpPr>
              <a:spLocks noGrp="1"/>
            </p:cNvSpPr>
            <p:nvPr/>
          </p:nvSpPr>
          <p:spPr>
            <a:xfrm rot="-8363334">
              <a:off x="1412625" y="566186"/>
              <a:ext cx="268650" cy="5319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Splat 1199"/>
            <p:cNvSpPr>
              <a:spLocks noGrp="1"/>
            </p:cNvSpPr>
            <p:nvPr/>
          </p:nvSpPr>
          <p:spPr>
            <a:xfrm rot="8808390">
              <a:off x="30595" y="167067"/>
              <a:ext cx="266708" cy="117543"/>
            </a:xfrm>
            <a:prstGeom prst="ellipse">
              <a:avLst/>
            </a:prstGeom>
            <a:gradFill>
              <a:gsLst>
                <a:gs pos="0">
                  <a:srgbClr val="D5D4D5">
                    <a:alpha val="32968"/>
                  </a:srgbClr>
                </a:gs>
                <a:gs pos="14286">
                  <a:srgbClr val="D5D4D5">
                    <a:alpha val="30764"/>
                  </a:srgbClr>
                </a:gs>
                <a:gs pos="28571">
                  <a:srgbClr val="D5D4D5">
                    <a:alpha val="24833"/>
                  </a:srgbClr>
                </a:gs>
                <a:gs pos="42857">
                  <a:srgbClr val="D5D4D5">
                    <a:alpha val="17075"/>
                  </a:srgbClr>
                </a:gs>
                <a:gs pos="57143">
                  <a:srgbClr val="D5D4D5">
                    <a:alpha val="9855"/>
                  </a:srgbClr>
                </a:gs>
                <a:gs pos="71429">
                  <a:srgbClr val="D5D4D5">
                    <a:alpha val="4740"/>
                  </a:srgbClr>
                </a:gs>
                <a:gs pos="85714">
                  <a:srgbClr val="D5D4D5">
                    <a:alpha val="1902"/>
                  </a:srgbClr>
                </a:gs>
                <a:gs pos="100000">
                  <a:srgbClr val="D5D4D5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Splat 1200"/>
            <p:cNvSpPr>
              <a:spLocks noGrp="1"/>
            </p:cNvSpPr>
            <p:nvPr/>
          </p:nvSpPr>
          <p:spPr>
            <a:xfrm rot="7834494">
              <a:off x="360443" y="25259"/>
              <a:ext cx="656337" cy="9304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Splat 1201"/>
            <p:cNvSpPr>
              <a:spLocks noGrp="1"/>
            </p:cNvSpPr>
            <p:nvPr/>
          </p:nvSpPr>
          <p:spPr>
            <a:xfrm rot="8898553">
              <a:off x="927607" y="1594414"/>
              <a:ext cx="313937" cy="90565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Splat 1202"/>
            <p:cNvSpPr>
              <a:spLocks noGrp="1"/>
            </p:cNvSpPr>
            <p:nvPr/>
          </p:nvSpPr>
          <p:spPr>
            <a:xfrm rot="9910028">
              <a:off x="536569" y="1948643"/>
              <a:ext cx="306885" cy="49905"/>
            </a:xfrm>
            <a:prstGeom prst="ellipse">
              <a:avLst/>
            </a:prstGeom>
            <a:gradFill>
              <a:gsLst>
                <a:gs pos="0">
                  <a:srgbClr val="FFFFFE">
                    <a:alpha val="32968"/>
                  </a:srgbClr>
                </a:gs>
                <a:gs pos="14286">
                  <a:srgbClr val="FFFFFE">
                    <a:alpha val="30764"/>
                  </a:srgbClr>
                </a:gs>
                <a:gs pos="28571">
                  <a:srgbClr val="FFFFFE">
                    <a:alpha val="24833"/>
                  </a:srgbClr>
                </a:gs>
                <a:gs pos="42857">
                  <a:srgbClr val="FFFFFE">
                    <a:alpha val="17075"/>
                  </a:srgbClr>
                </a:gs>
                <a:gs pos="57143">
                  <a:srgbClr val="FFFFFE">
                    <a:alpha val="9855"/>
                  </a:srgbClr>
                </a:gs>
                <a:gs pos="71429">
                  <a:srgbClr val="FFFFFE">
                    <a:alpha val="4740"/>
                  </a:srgbClr>
                </a:gs>
                <a:gs pos="85714">
                  <a:srgbClr val="FFFFFE">
                    <a:alpha val="1902"/>
                  </a:srgbClr>
                </a:gs>
                <a:gs pos="100000">
                  <a:srgbClr val="FFFFFE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Splat 1203"/>
            <p:cNvSpPr>
              <a:spLocks noGrp="1"/>
            </p:cNvSpPr>
            <p:nvPr/>
          </p:nvSpPr>
          <p:spPr>
            <a:xfrm rot="5312381">
              <a:off x="1213115" y="-11151"/>
              <a:ext cx="286138" cy="156570"/>
            </a:xfrm>
            <a:prstGeom prst="ellipse">
              <a:avLst/>
            </a:prstGeom>
            <a:gradFill>
              <a:gsLst>
                <a:gs pos="0">
                  <a:srgbClr val="DEDCDB">
                    <a:alpha val="32968"/>
                  </a:srgbClr>
                </a:gs>
                <a:gs pos="14286">
                  <a:srgbClr val="DEDCDB">
                    <a:alpha val="30764"/>
                  </a:srgbClr>
                </a:gs>
                <a:gs pos="28571">
                  <a:srgbClr val="DEDCDB">
                    <a:alpha val="24833"/>
                  </a:srgbClr>
                </a:gs>
                <a:gs pos="42857">
                  <a:srgbClr val="DEDCDB">
                    <a:alpha val="17075"/>
                  </a:srgbClr>
                </a:gs>
                <a:gs pos="57143">
                  <a:srgbClr val="DEDCDB">
                    <a:alpha val="9855"/>
                  </a:srgbClr>
                </a:gs>
                <a:gs pos="71429">
                  <a:srgbClr val="DEDCDB">
                    <a:alpha val="4740"/>
                  </a:srgbClr>
                </a:gs>
                <a:gs pos="85714">
                  <a:srgbClr val="DEDCDB">
                    <a:alpha val="1902"/>
                  </a:srgbClr>
                </a:gs>
                <a:gs pos="100000">
                  <a:srgbClr val="DEDCD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Splat 1204"/>
            <p:cNvSpPr>
              <a:spLocks noGrp="1"/>
            </p:cNvSpPr>
            <p:nvPr/>
          </p:nvSpPr>
          <p:spPr>
            <a:xfrm rot="8609942">
              <a:off x="575285" y="1118863"/>
              <a:ext cx="514982" cy="89325"/>
            </a:xfrm>
            <a:prstGeom prst="ellipse">
              <a:avLst/>
            </a:prstGeom>
            <a:gradFill>
              <a:gsLst>
                <a:gs pos="0">
                  <a:srgbClr val="291026">
                    <a:alpha val="30036"/>
                  </a:srgbClr>
                </a:gs>
                <a:gs pos="14286">
                  <a:srgbClr val="291026">
                    <a:alpha val="27985"/>
                  </a:srgbClr>
                </a:gs>
                <a:gs pos="28571">
                  <a:srgbClr val="291026">
                    <a:alpha val="22501"/>
                  </a:srgbClr>
                </a:gs>
                <a:gs pos="42857">
                  <a:srgbClr val="291026">
                    <a:alpha val="15397"/>
                  </a:srgbClr>
                </a:gs>
                <a:gs pos="57143">
                  <a:srgbClr val="291026">
                    <a:alpha val="8848"/>
                  </a:srgbClr>
                </a:gs>
                <a:gs pos="71429">
                  <a:srgbClr val="291026">
                    <a:alpha val="4244"/>
                  </a:srgbClr>
                </a:gs>
                <a:gs pos="85714">
                  <a:srgbClr val="291026">
                    <a:alpha val="1700"/>
                  </a:srgbClr>
                </a:gs>
                <a:gs pos="100000">
                  <a:srgbClr val="291026">
                    <a:alpha val="57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Splat 1205"/>
            <p:cNvSpPr>
              <a:spLocks noGrp="1"/>
            </p:cNvSpPr>
            <p:nvPr/>
          </p:nvSpPr>
          <p:spPr>
            <a:xfrm rot="9741899">
              <a:off x="2241382" y="2347213"/>
              <a:ext cx="471804" cy="245472"/>
            </a:xfrm>
            <a:prstGeom prst="ellipse">
              <a:avLst/>
            </a:prstGeom>
            <a:gradFill>
              <a:gsLst>
                <a:gs pos="0">
                  <a:srgbClr val="E8E8E7">
                    <a:alpha val="29738"/>
                  </a:srgbClr>
                </a:gs>
                <a:gs pos="14286">
                  <a:srgbClr val="E8E8E7">
                    <a:alpha val="27703"/>
                  </a:srgbClr>
                </a:gs>
                <a:gs pos="28571">
                  <a:srgbClr val="E8E8E7">
                    <a:alpha val="22266"/>
                  </a:srgbClr>
                </a:gs>
                <a:gs pos="42857">
                  <a:srgbClr val="E8E8E7">
                    <a:alpha val="15228"/>
                  </a:srgbClr>
                </a:gs>
                <a:gs pos="57143">
                  <a:srgbClr val="E8E8E7">
                    <a:alpha val="8748"/>
                  </a:srgbClr>
                </a:gs>
                <a:gs pos="71429">
                  <a:srgbClr val="E8E8E7">
                    <a:alpha val="4195"/>
                  </a:srgbClr>
                </a:gs>
                <a:gs pos="85714">
                  <a:srgbClr val="E8E8E7">
                    <a:alpha val="1680"/>
                  </a:srgbClr>
                </a:gs>
                <a:gs pos="100000">
                  <a:srgbClr val="E8E8E7">
                    <a:alpha val="56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Splat 1206"/>
            <p:cNvSpPr>
              <a:spLocks noGrp="1"/>
            </p:cNvSpPr>
            <p:nvPr/>
          </p:nvSpPr>
          <p:spPr>
            <a:xfrm rot="-10280241">
              <a:off x="2575735" y="2699371"/>
              <a:ext cx="352759" cy="75672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Splat 1207"/>
            <p:cNvSpPr>
              <a:spLocks noGrp="1"/>
            </p:cNvSpPr>
            <p:nvPr/>
          </p:nvSpPr>
          <p:spPr>
            <a:xfrm rot="6353706">
              <a:off x="3492798" y="2188708"/>
              <a:ext cx="133474" cy="49687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Splat 1208"/>
            <p:cNvSpPr>
              <a:spLocks noGrp="1"/>
            </p:cNvSpPr>
            <p:nvPr/>
          </p:nvSpPr>
          <p:spPr>
            <a:xfrm rot="3124913">
              <a:off x="2424669" y="259119"/>
              <a:ext cx="466105" cy="53346"/>
            </a:xfrm>
            <a:prstGeom prst="ellipse">
              <a:avLst/>
            </a:prstGeom>
            <a:gradFill>
              <a:gsLst>
                <a:gs pos="0">
                  <a:srgbClr val="ECECEC">
                    <a:alpha val="32968"/>
                  </a:srgbClr>
                </a:gs>
                <a:gs pos="14286">
                  <a:srgbClr val="ECECEC">
                    <a:alpha val="30764"/>
                  </a:srgbClr>
                </a:gs>
                <a:gs pos="28571">
                  <a:srgbClr val="ECECEC">
                    <a:alpha val="24833"/>
                  </a:srgbClr>
                </a:gs>
                <a:gs pos="42857">
                  <a:srgbClr val="ECECEC">
                    <a:alpha val="17075"/>
                  </a:srgbClr>
                </a:gs>
                <a:gs pos="57143">
                  <a:srgbClr val="ECECEC">
                    <a:alpha val="9855"/>
                  </a:srgbClr>
                </a:gs>
                <a:gs pos="71429">
                  <a:srgbClr val="ECECEC">
                    <a:alpha val="4740"/>
                  </a:srgbClr>
                </a:gs>
                <a:gs pos="85714">
                  <a:srgbClr val="ECECEC">
                    <a:alpha val="1902"/>
                  </a:srgbClr>
                </a:gs>
                <a:gs pos="100000">
                  <a:srgbClr val="ECECE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Splat 1209"/>
            <p:cNvSpPr>
              <a:spLocks noGrp="1"/>
            </p:cNvSpPr>
            <p:nvPr/>
          </p:nvSpPr>
          <p:spPr>
            <a:xfrm rot="4235680">
              <a:off x="2801913" y="165741"/>
              <a:ext cx="775358" cy="8459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Splat 1210"/>
            <p:cNvSpPr>
              <a:spLocks noGrp="1"/>
            </p:cNvSpPr>
            <p:nvPr/>
          </p:nvSpPr>
          <p:spPr>
            <a:xfrm rot="10152008">
              <a:off x="2332937" y="-10902"/>
              <a:ext cx="466126" cy="109866"/>
            </a:xfrm>
            <a:prstGeom prst="ellipse">
              <a:avLst/>
            </a:prstGeom>
            <a:gradFill>
              <a:gsLst>
                <a:gs pos="0">
                  <a:srgbClr val="BDB9BC">
                    <a:alpha val="32968"/>
                  </a:srgbClr>
                </a:gs>
                <a:gs pos="14286">
                  <a:srgbClr val="BDB9BC">
                    <a:alpha val="30764"/>
                  </a:srgbClr>
                </a:gs>
                <a:gs pos="28571">
                  <a:srgbClr val="BDB9BC">
                    <a:alpha val="24833"/>
                  </a:srgbClr>
                </a:gs>
                <a:gs pos="42857">
                  <a:srgbClr val="BDB9BC">
                    <a:alpha val="17075"/>
                  </a:srgbClr>
                </a:gs>
                <a:gs pos="57143">
                  <a:srgbClr val="BDB9BC">
                    <a:alpha val="9855"/>
                  </a:srgbClr>
                </a:gs>
                <a:gs pos="71429">
                  <a:srgbClr val="BDB9BC">
                    <a:alpha val="4740"/>
                  </a:srgbClr>
                </a:gs>
                <a:gs pos="85714">
                  <a:srgbClr val="BDB9BC">
                    <a:alpha val="1902"/>
                  </a:srgbClr>
                </a:gs>
                <a:gs pos="100000">
                  <a:srgbClr val="BDB9BC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Splat 1211"/>
            <p:cNvSpPr>
              <a:spLocks noGrp="1"/>
            </p:cNvSpPr>
            <p:nvPr/>
          </p:nvSpPr>
          <p:spPr>
            <a:xfrm rot="-8966540">
              <a:off x="3309728" y="1361177"/>
              <a:ext cx="580027" cy="735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Splat 1212"/>
            <p:cNvSpPr>
              <a:spLocks noGrp="1"/>
            </p:cNvSpPr>
            <p:nvPr/>
          </p:nvSpPr>
          <p:spPr>
            <a:xfrm rot="7928429">
              <a:off x="2666445" y="456802"/>
              <a:ext cx="688914" cy="149763"/>
            </a:xfrm>
            <a:prstGeom prst="ellipse">
              <a:avLst/>
            </a:prstGeom>
            <a:gradFill>
              <a:gsLst>
                <a:gs pos="0">
                  <a:srgbClr val="050019">
                    <a:alpha val="26551"/>
                  </a:srgbClr>
                </a:gs>
                <a:gs pos="14286">
                  <a:srgbClr val="050019">
                    <a:alpha val="24694"/>
                  </a:srgbClr>
                </a:gs>
                <a:gs pos="28571">
                  <a:srgbClr val="050019">
                    <a:alpha val="19765"/>
                  </a:srgbClr>
                </a:gs>
                <a:gs pos="42857">
                  <a:srgbClr val="050019">
                    <a:alpha val="13449"/>
                  </a:srgbClr>
                </a:gs>
                <a:gs pos="57143">
                  <a:srgbClr val="050019">
                    <a:alpha val="7692"/>
                  </a:srgbClr>
                </a:gs>
                <a:gs pos="71429">
                  <a:srgbClr val="050019">
                    <a:alpha val="3677"/>
                  </a:srgbClr>
                </a:gs>
                <a:gs pos="85714">
                  <a:srgbClr val="050019">
                    <a:alpha val="1471"/>
                  </a:srgbClr>
                </a:gs>
                <a:gs pos="100000">
                  <a:srgbClr val="050019">
                    <a:alpha val="4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Splat 1213"/>
            <p:cNvSpPr>
              <a:spLocks noGrp="1"/>
            </p:cNvSpPr>
            <p:nvPr/>
          </p:nvSpPr>
          <p:spPr>
            <a:xfrm rot="7430572">
              <a:off x="3410330" y="1377357"/>
              <a:ext cx="475490" cy="111998"/>
            </a:xfrm>
            <a:prstGeom prst="ellipse">
              <a:avLst/>
            </a:prstGeom>
            <a:gradFill>
              <a:gsLst>
                <a:gs pos="0">
                  <a:srgbClr val="D6D6DA">
                    <a:alpha val="29257"/>
                  </a:srgbClr>
                </a:gs>
                <a:gs pos="14286">
                  <a:srgbClr val="D6D6DA">
                    <a:alpha val="27249"/>
                  </a:srgbClr>
                </a:gs>
                <a:gs pos="28571">
                  <a:srgbClr val="D6D6DA">
                    <a:alpha val="21886"/>
                  </a:srgbClr>
                </a:gs>
                <a:gs pos="42857">
                  <a:srgbClr val="D6D6DA">
                    <a:alpha val="14957"/>
                  </a:srgbClr>
                </a:gs>
                <a:gs pos="57143">
                  <a:srgbClr val="D6D6DA">
                    <a:alpha val="8586"/>
                  </a:srgbClr>
                </a:gs>
                <a:gs pos="71429">
                  <a:srgbClr val="D6D6DA">
                    <a:alpha val="4115"/>
                  </a:srgbClr>
                </a:gs>
                <a:gs pos="85714">
                  <a:srgbClr val="D6D6DA">
                    <a:alpha val="1648"/>
                  </a:srgbClr>
                </a:gs>
                <a:gs pos="100000">
                  <a:srgbClr val="D6D6DA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Splat 1214"/>
            <p:cNvSpPr>
              <a:spLocks noGrp="1"/>
            </p:cNvSpPr>
            <p:nvPr/>
          </p:nvSpPr>
          <p:spPr>
            <a:xfrm rot="10315471">
              <a:off x="853730" y="-59688"/>
              <a:ext cx="744756" cy="119637"/>
            </a:xfrm>
            <a:prstGeom prst="ellipse">
              <a:avLst/>
            </a:prstGeom>
            <a:gradFill>
              <a:gsLst>
                <a:gs pos="0">
                  <a:srgbClr val="B0ABAF">
                    <a:alpha val="32968"/>
                  </a:srgbClr>
                </a:gs>
                <a:gs pos="14286">
                  <a:srgbClr val="B0ABAF">
                    <a:alpha val="30764"/>
                  </a:srgbClr>
                </a:gs>
                <a:gs pos="28571">
                  <a:srgbClr val="B0ABAF">
                    <a:alpha val="24833"/>
                  </a:srgbClr>
                </a:gs>
                <a:gs pos="42857">
                  <a:srgbClr val="B0ABAF">
                    <a:alpha val="17075"/>
                  </a:srgbClr>
                </a:gs>
                <a:gs pos="57143">
                  <a:srgbClr val="B0ABAF">
                    <a:alpha val="9855"/>
                  </a:srgbClr>
                </a:gs>
                <a:gs pos="71429">
                  <a:srgbClr val="B0ABAF">
                    <a:alpha val="4740"/>
                  </a:srgbClr>
                </a:gs>
                <a:gs pos="85714">
                  <a:srgbClr val="B0ABAF">
                    <a:alpha val="1902"/>
                  </a:srgbClr>
                </a:gs>
                <a:gs pos="100000">
                  <a:srgbClr val="B0ABA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Splat 1215"/>
            <p:cNvSpPr>
              <a:spLocks noGrp="1"/>
            </p:cNvSpPr>
            <p:nvPr/>
          </p:nvSpPr>
          <p:spPr>
            <a:xfrm rot="5313023">
              <a:off x="2406844" y="-51484"/>
              <a:ext cx="524967" cy="11866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Splat 1216"/>
            <p:cNvSpPr>
              <a:spLocks noGrp="1"/>
            </p:cNvSpPr>
            <p:nvPr/>
          </p:nvSpPr>
          <p:spPr>
            <a:xfrm rot="7702360">
              <a:off x="1444087" y="3509137"/>
              <a:ext cx="698685" cy="912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Splat 1217"/>
            <p:cNvSpPr>
              <a:spLocks noGrp="1"/>
            </p:cNvSpPr>
            <p:nvPr/>
          </p:nvSpPr>
          <p:spPr>
            <a:xfrm rot="-9130849">
              <a:off x="1117280" y="3478367"/>
              <a:ext cx="669047" cy="20396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Splat 1218"/>
            <p:cNvSpPr>
              <a:spLocks noGrp="1"/>
            </p:cNvSpPr>
            <p:nvPr/>
          </p:nvSpPr>
          <p:spPr>
            <a:xfrm rot="5298018">
              <a:off x="1235449" y="3445842"/>
              <a:ext cx="284574" cy="81784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Splat 1219"/>
            <p:cNvSpPr>
              <a:spLocks noGrp="1"/>
            </p:cNvSpPr>
            <p:nvPr/>
          </p:nvSpPr>
          <p:spPr>
            <a:xfrm rot="9818691">
              <a:off x="612793" y="3534982"/>
              <a:ext cx="636127" cy="1148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Splat 1220"/>
            <p:cNvSpPr>
              <a:spLocks noGrp="1"/>
            </p:cNvSpPr>
            <p:nvPr/>
          </p:nvSpPr>
          <p:spPr>
            <a:xfrm rot="4811032">
              <a:off x="247373" y="3537756"/>
              <a:ext cx="817902" cy="12935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Splat 1221"/>
            <p:cNvSpPr>
              <a:spLocks noGrp="1"/>
            </p:cNvSpPr>
            <p:nvPr/>
          </p:nvSpPr>
          <p:spPr>
            <a:xfrm rot="4357743">
              <a:off x="3115947" y="3260170"/>
              <a:ext cx="805953" cy="370993"/>
            </a:xfrm>
            <a:prstGeom prst="ellipse">
              <a:avLst/>
            </a:prstGeom>
            <a:gradFill>
              <a:gsLst>
                <a:gs pos="0">
                  <a:srgbClr val="000000">
                    <a:alpha val="16243"/>
                  </a:srgbClr>
                </a:gs>
                <a:gs pos="14286">
                  <a:srgbClr val="000000">
                    <a:alpha val="15034"/>
                  </a:srgbClr>
                </a:gs>
                <a:gs pos="28571">
                  <a:srgbClr val="000000">
                    <a:alpha val="11882"/>
                  </a:srgbClr>
                </a:gs>
                <a:gs pos="42857">
                  <a:srgbClr val="000000">
                    <a:alpha val="7962"/>
                  </a:srgbClr>
                </a:gs>
                <a:gs pos="57143">
                  <a:srgbClr val="000000">
                    <a:alpha val="4493"/>
                  </a:srgbClr>
                </a:gs>
                <a:gs pos="71429">
                  <a:srgbClr val="000000">
                    <a:alpha val="2129"/>
                  </a:srgbClr>
                </a:gs>
                <a:gs pos="85714">
                  <a:srgbClr val="000000">
                    <a:alpha val="847"/>
                  </a:srgbClr>
                </a:gs>
                <a:gs pos="100000">
                  <a:srgbClr val="0000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Splat 1222"/>
            <p:cNvSpPr>
              <a:spLocks noGrp="1"/>
            </p:cNvSpPr>
            <p:nvPr/>
          </p:nvSpPr>
          <p:spPr>
            <a:xfrm rot="6984303">
              <a:off x="1500904" y="3182650"/>
              <a:ext cx="504898" cy="10055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Splat 1223"/>
            <p:cNvSpPr>
              <a:spLocks noGrp="1"/>
            </p:cNvSpPr>
            <p:nvPr/>
          </p:nvSpPr>
          <p:spPr>
            <a:xfrm rot="8486000">
              <a:off x="-156797" y="3239615"/>
              <a:ext cx="477642" cy="354197"/>
            </a:xfrm>
            <a:prstGeom prst="ellipse">
              <a:avLst/>
            </a:prstGeom>
            <a:gradFill>
              <a:gsLst>
                <a:gs pos="0">
                  <a:srgbClr val="000000">
                    <a:alpha val="27924"/>
                  </a:srgbClr>
                </a:gs>
                <a:gs pos="14286">
                  <a:srgbClr val="000000">
                    <a:alpha val="25989"/>
                  </a:srgbClr>
                </a:gs>
                <a:gs pos="28571">
                  <a:srgbClr val="000000">
                    <a:alpha val="20838"/>
                  </a:srgbClr>
                </a:gs>
                <a:gs pos="42857">
                  <a:srgbClr val="000000">
                    <a:alpha val="14211"/>
                  </a:srgbClr>
                </a:gs>
                <a:gs pos="57143">
                  <a:srgbClr val="000000">
                    <a:alpha val="8142"/>
                  </a:srgbClr>
                </a:gs>
                <a:gs pos="71429">
                  <a:srgbClr val="000000">
                    <a:alpha val="3898"/>
                  </a:srgbClr>
                </a:gs>
                <a:gs pos="85714">
                  <a:srgbClr val="000000">
                    <a:alpha val="1560"/>
                  </a:srgbClr>
                </a:gs>
                <a:gs pos="100000">
                  <a:srgbClr val="000000">
                    <a:alpha val="5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Splat 1224"/>
            <p:cNvSpPr>
              <a:spLocks noGrp="1"/>
            </p:cNvSpPr>
            <p:nvPr/>
          </p:nvSpPr>
          <p:spPr>
            <a:xfrm rot="3776916">
              <a:off x="3145132" y="2980542"/>
              <a:ext cx="778047" cy="218945"/>
            </a:xfrm>
            <a:prstGeom prst="ellipse">
              <a:avLst/>
            </a:prstGeom>
            <a:gradFill>
              <a:gsLst>
                <a:gs pos="0">
                  <a:srgbClr val="000000">
                    <a:alpha val="29640"/>
                  </a:srgbClr>
                </a:gs>
                <a:gs pos="14286">
                  <a:srgbClr val="000000">
                    <a:alpha val="27611"/>
                  </a:srgbClr>
                </a:gs>
                <a:gs pos="28571">
                  <a:srgbClr val="000000">
                    <a:alpha val="22188"/>
                  </a:srgbClr>
                </a:gs>
                <a:gs pos="42857">
                  <a:srgbClr val="000000">
                    <a:alpha val="15173"/>
                  </a:srgbClr>
                </a:gs>
                <a:gs pos="57143">
                  <a:srgbClr val="000000">
                    <a:alpha val="8715"/>
                  </a:srgbClr>
                </a:gs>
                <a:gs pos="71429">
                  <a:srgbClr val="000000">
                    <a:alpha val="4178"/>
                  </a:srgbClr>
                </a:gs>
                <a:gs pos="85714">
                  <a:srgbClr val="000000">
                    <a:alpha val="1674"/>
                  </a:srgbClr>
                </a:gs>
                <a:gs pos="100000">
                  <a:srgbClr val="000000">
                    <a:alpha val="5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Splat 1225"/>
            <p:cNvSpPr>
              <a:spLocks noGrp="1"/>
            </p:cNvSpPr>
            <p:nvPr/>
          </p:nvSpPr>
          <p:spPr>
            <a:xfrm rot="7741100">
              <a:off x="2728320" y="3008589"/>
              <a:ext cx="890091" cy="228176"/>
            </a:xfrm>
            <a:prstGeom prst="ellipse">
              <a:avLst/>
            </a:prstGeom>
            <a:gradFill>
              <a:gsLst>
                <a:gs pos="0">
                  <a:srgbClr val="000000">
                    <a:alpha val="29853"/>
                  </a:srgbClr>
                </a:gs>
                <a:gs pos="14286">
                  <a:srgbClr val="000000">
                    <a:alpha val="27812"/>
                  </a:srgbClr>
                </a:gs>
                <a:gs pos="28571">
                  <a:srgbClr val="000000">
                    <a:alpha val="22356"/>
                  </a:srgbClr>
                </a:gs>
                <a:gs pos="42857">
                  <a:srgbClr val="000000">
                    <a:alpha val="15293"/>
                  </a:srgbClr>
                </a:gs>
                <a:gs pos="57143">
                  <a:srgbClr val="000000">
                    <a:alpha val="8786"/>
                  </a:srgbClr>
                </a:gs>
                <a:gs pos="71429">
                  <a:srgbClr val="000000">
                    <a:alpha val="4214"/>
                  </a:srgbClr>
                </a:gs>
                <a:gs pos="85714">
                  <a:srgbClr val="000000">
                    <a:alpha val="1688"/>
                  </a:srgbClr>
                </a:gs>
                <a:gs pos="100000">
                  <a:srgbClr val="000000">
                    <a:alpha val="56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Splat 1226"/>
            <p:cNvSpPr>
              <a:spLocks noGrp="1"/>
            </p:cNvSpPr>
            <p:nvPr/>
          </p:nvSpPr>
          <p:spPr>
            <a:xfrm rot="9776057">
              <a:off x="2316973" y="3017825"/>
              <a:ext cx="1008408" cy="97125"/>
            </a:xfrm>
            <a:prstGeom prst="ellipse">
              <a:avLst/>
            </a:prstGeom>
            <a:gradFill>
              <a:gsLst>
                <a:gs pos="0">
                  <a:srgbClr val="000000">
                    <a:alpha val="27802"/>
                  </a:srgbClr>
                </a:gs>
                <a:gs pos="14286">
                  <a:srgbClr val="000000">
                    <a:alpha val="25875"/>
                  </a:srgbClr>
                </a:gs>
                <a:gs pos="28571">
                  <a:srgbClr val="000000">
                    <a:alpha val="20743"/>
                  </a:srgbClr>
                </a:gs>
                <a:gs pos="42857">
                  <a:srgbClr val="000000">
                    <a:alpha val="14143"/>
                  </a:srgbClr>
                </a:gs>
                <a:gs pos="57143">
                  <a:srgbClr val="000000">
                    <a:alpha val="8102"/>
                  </a:srgbClr>
                </a:gs>
                <a:gs pos="71429">
                  <a:srgbClr val="000000">
                    <a:alpha val="3878"/>
                  </a:srgbClr>
                </a:gs>
                <a:gs pos="85714">
                  <a:srgbClr val="000000">
                    <a:alpha val="1552"/>
                  </a:srgbClr>
                </a:gs>
                <a:gs pos="100000">
                  <a:srgbClr val="000000">
                    <a:alpha val="52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Splat 1227"/>
            <p:cNvSpPr>
              <a:spLocks noGrp="1"/>
            </p:cNvSpPr>
            <p:nvPr/>
          </p:nvSpPr>
          <p:spPr>
            <a:xfrm rot="7696744">
              <a:off x="2078346" y="2833111"/>
              <a:ext cx="853677" cy="453888"/>
            </a:xfrm>
            <a:prstGeom prst="ellipse">
              <a:avLst/>
            </a:prstGeom>
            <a:gradFill>
              <a:gsLst>
                <a:gs pos="0">
                  <a:srgbClr val="000000">
                    <a:alpha val="32440"/>
                  </a:srgbClr>
                </a:gs>
                <a:gs pos="14286">
                  <a:srgbClr val="000000">
                    <a:alpha val="30262"/>
                  </a:srgbClr>
                </a:gs>
                <a:gs pos="28571">
                  <a:srgbClr val="000000">
                    <a:alpha val="24411"/>
                  </a:srgbClr>
                </a:gs>
                <a:gs pos="42857">
                  <a:srgbClr val="000000">
                    <a:alpha val="16770"/>
                  </a:srgbClr>
                </a:gs>
                <a:gs pos="57143">
                  <a:srgbClr val="000000">
                    <a:alpha val="9671"/>
                  </a:srgbClr>
                </a:gs>
                <a:gs pos="71429">
                  <a:srgbClr val="000000">
                    <a:alpha val="4650"/>
                  </a:srgbClr>
                </a:gs>
                <a:gs pos="85714">
                  <a:srgbClr val="000000">
                    <a:alpha val="1865"/>
                  </a:srgbClr>
                </a:gs>
                <a:gs pos="100000">
                  <a:srgbClr val="000000">
                    <a:alpha val="62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Splat 1228"/>
            <p:cNvSpPr>
              <a:spLocks noGrp="1"/>
            </p:cNvSpPr>
            <p:nvPr/>
          </p:nvSpPr>
          <p:spPr>
            <a:xfrm rot="3414022">
              <a:off x="1756387" y="3149997"/>
              <a:ext cx="998577" cy="71953"/>
            </a:xfrm>
            <a:prstGeom prst="ellipse">
              <a:avLst/>
            </a:prstGeom>
            <a:gradFill>
              <a:gsLst>
                <a:gs pos="0">
                  <a:srgbClr val="000000">
                    <a:alpha val="29264"/>
                  </a:srgbClr>
                </a:gs>
                <a:gs pos="14286">
                  <a:srgbClr val="000000">
                    <a:alpha val="27255"/>
                  </a:srgbClr>
                </a:gs>
                <a:gs pos="28571">
                  <a:srgbClr val="000000">
                    <a:alpha val="21892"/>
                  </a:srgbClr>
                </a:gs>
                <a:gs pos="42857">
                  <a:srgbClr val="000000">
                    <a:alpha val="14961"/>
                  </a:srgbClr>
                </a:gs>
                <a:gs pos="57143">
                  <a:srgbClr val="000000">
                    <a:alpha val="8588"/>
                  </a:srgbClr>
                </a:gs>
                <a:gs pos="71429">
                  <a:srgbClr val="000000">
                    <a:alpha val="4116"/>
                  </a:srgbClr>
                </a:gs>
                <a:gs pos="85714">
                  <a:srgbClr val="000000">
                    <a:alpha val="1648"/>
                  </a:srgbClr>
                </a:gs>
                <a:gs pos="100000">
                  <a:srgbClr val="000000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Splat 1229"/>
            <p:cNvSpPr>
              <a:spLocks noGrp="1"/>
            </p:cNvSpPr>
            <p:nvPr/>
          </p:nvSpPr>
          <p:spPr>
            <a:xfrm rot="8759346">
              <a:off x="1115944" y="2946721"/>
              <a:ext cx="745490" cy="318516"/>
            </a:xfrm>
            <a:prstGeom prst="ellipse">
              <a:avLst/>
            </a:prstGeom>
            <a:gradFill>
              <a:gsLst>
                <a:gs pos="0">
                  <a:srgbClr val="000000">
                    <a:alpha val="32672"/>
                  </a:srgbClr>
                </a:gs>
                <a:gs pos="14286">
                  <a:srgbClr val="000000">
                    <a:alpha val="30483"/>
                  </a:srgbClr>
                </a:gs>
                <a:gs pos="28571">
                  <a:srgbClr val="000000">
                    <a:alpha val="24596"/>
                  </a:srgbClr>
                </a:gs>
                <a:gs pos="42857">
                  <a:srgbClr val="000000">
                    <a:alpha val="16904"/>
                  </a:srgbClr>
                </a:gs>
                <a:gs pos="57143">
                  <a:srgbClr val="000000">
                    <a:alpha val="9752"/>
                  </a:srgbClr>
                </a:gs>
                <a:gs pos="71429">
                  <a:srgbClr val="000000">
                    <a:alpha val="4689"/>
                  </a:srgbClr>
                </a:gs>
                <a:gs pos="85714">
                  <a:srgbClr val="000000">
                    <a:alpha val="1881"/>
                  </a:srgbClr>
                </a:gs>
                <a:gs pos="100000">
                  <a:srgbClr val="000000">
                    <a:alpha val="6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Splat 1230"/>
            <p:cNvSpPr>
              <a:spLocks noGrp="1"/>
            </p:cNvSpPr>
            <p:nvPr/>
          </p:nvSpPr>
          <p:spPr>
            <a:xfrm rot="-8435600">
              <a:off x="501697" y="3106033"/>
              <a:ext cx="813654" cy="10896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Splat 1231"/>
            <p:cNvSpPr>
              <a:spLocks noGrp="1"/>
            </p:cNvSpPr>
            <p:nvPr/>
          </p:nvSpPr>
          <p:spPr>
            <a:xfrm rot="3847000">
              <a:off x="352359" y="3191063"/>
              <a:ext cx="638954" cy="11584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Splat 1232"/>
            <p:cNvSpPr>
              <a:spLocks noGrp="1"/>
            </p:cNvSpPr>
            <p:nvPr/>
          </p:nvSpPr>
          <p:spPr>
            <a:xfrm rot="-10047984">
              <a:off x="168251" y="2950946"/>
              <a:ext cx="776942" cy="212136"/>
            </a:xfrm>
            <a:prstGeom prst="ellipse">
              <a:avLst/>
            </a:prstGeom>
            <a:gradFill>
              <a:gsLst>
                <a:gs pos="0">
                  <a:srgbClr val="000000">
                    <a:alpha val="28955"/>
                  </a:srgbClr>
                </a:gs>
                <a:gs pos="14286">
                  <a:srgbClr val="000000">
                    <a:alpha val="26963"/>
                  </a:srgbClr>
                </a:gs>
                <a:gs pos="28571">
                  <a:srgbClr val="000000">
                    <a:alpha val="21648"/>
                  </a:srgbClr>
                </a:gs>
                <a:gs pos="42857">
                  <a:srgbClr val="000000">
                    <a:alpha val="14787"/>
                  </a:srgbClr>
                </a:gs>
                <a:gs pos="57143">
                  <a:srgbClr val="000000">
                    <a:alpha val="8485"/>
                  </a:srgbClr>
                </a:gs>
                <a:gs pos="71429">
                  <a:srgbClr val="000000">
                    <a:alpha val="4066"/>
                  </a:srgbClr>
                </a:gs>
                <a:gs pos="85714">
                  <a:srgbClr val="000000">
                    <a:alpha val="1628"/>
                  </a:srgbClr>
                </a:gs>
                <a:gs pos="100000">
                  <a:srgbClr val="000000">
                    <a:alpha val="54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Splat 1233"/>
            <p:cNvSpPr>
              <a:spLocks noGrp="1"/>
            </p:cNvSpPr>
            <p:nvPr/>
          </p:nvSpPr>
          <p:spPr>
            <a:xfrm rot="-10279979">
              <a:off x="-180076" y="2941432"/>
              <a:ext cx="837513" cy="3243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Splat 1234"/>
            <p:cNvSpPr>
              <a:spLocks noGrp="1"/>
            </p:cNvSpPr>
            <p:nvPr/>
          </p:nvSpPr>
          <p:spPr>
            <a:xfrm rot="3642834">
              <a:off x="-199758" y="3000100"/>
              <a:ext cx="724303" cy="15298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Splat 1235"/>
            <p:cNvSpPr>
              <a:spLocks noGrp="1"/>
            </p:cNvSpPr>
            <p:nvPr/>
          </p:nvSpPr>
          <p:spPr>
            <a:xfrm rot="-10508495">
              <a:off x="1824757" y="2685333"/>
              <a:ext cx="1032320" cy="404065"/>
            </a:xfrm>
            <a:prstGeom prst="ellipse">
              <a:avLst/>
            </a:prstGeom>
            <a:gradFill>
              <a:gsLst>
                <a:gs pos="0">
                  <a:srgbClr val="000000">
                    <a:alpha val="16754"/>
                  </a:srgbClr>
                </a:gs>
                <a:gs pos="14286">
                  <a:srgbClr val="000000">
                    <a:alpha val="15510"/>
                  </a:srgbClr>
                </a:gs>
                <a:gs pos="28571">
                  <a:srgbClr val="000000">
                    <a:alpha val="12266"/>
                  </a:srgbClr>
                </a:gs>
                <a:gs pos="42857">
                  <a:srgbClr val="000000">
                    <a:alpha val="8225"/>
                  </a:srgbClr>
                </a:gs>
                <a:gs pos="57143">
                  <a:srgbClr val="000000">
                    <a:alpha val="4645"/>
                  </a:srgbClr>
                </a:gs>
                <a:gs pos="71429">
                  <a:srgbClr val="000000">
                    <a:alpha val="2202"/>
                  </a:srgbClr>
                </a:gs>
                <a:gs pos="85714">
                  <a:srgbClr val="000000">
                    <a:alpha val="876"/>
                  </a:srgbClr>
                </a:gs>
                <a:gs pos="100000">
                  <a:srgbClr val="000000">
                    <a:alpha val="2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Splat 1236"/>
            <p:cNvSpPr>
              <a:spLocks noGrp="1"/>
            </p:cNvSpPr>
            <p:nvPr/>
          </p:nvSpPr>
          <p:spPr>
            <a:xfrm rot="7527793">
              <a:off x="1460923" y="2843132"/>
              <a:ext cx="964093" cy="69228"/>
            </a:xfrm>
            <a:prstGeom prst="ellipse">
              <a:avLst/>
            </a:prstGeom>
            <a:gradFill>
              <a:gsLst>
                <a:gs pos="0">
                  <a:srgbClr val="FDFCFC">
                    <a:alpha val="10597"/>
                  </a:srgbClr>
                </a:gs>
                <a:gs pos="14286">
                  <a:srgbClr val="FDFCFC">
                    <a:alpha val="9783"/>
                  </a:srgbClr>
                </a:gs>
                <a:gs pos="28571">
                  <a:srgbClr val="FDFCFC">
                    <a:alpha val="7682"/>
                  </a:srgbClr>
                </a:gs>
                <a:gs pos="42857">
                  <a:srgbClr val="FDFCFC">
                    <a:alpha val="5108"/>
                  </a:srgbClr>
                </a:gs>
                <a:gs pos="57143">
                  <a:srgbClr val="FDFCFC">
                    <a:alpha val="2863"/>
                  </a:srgbClr>
                </a:gs>
                <a:gs pos="71429">
                  <a:srgbClr val="FDFCFC">
                    <a:alpha val="1351"/>
                  </a:srgbClr>
                </a:gs>
                <a:gs pos="85714">
                  <a:srgbClr val="FDFCFC">
                    <a:alpha val="536"/>
                  </a:srgbClr>
                </a:gs>
                <a:gs pos="100000">
                  <a:srgbClr val="FDFCFC">
                    <a:alpha val="17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Splat 1237"/>
            <p:cNvSpPr>
              <a:spLocks noGrp="1"/>
            </p:cNvSpPr>
            <p:nvPr/>
          </p:nvSpPr>
          <p:spPr>
            <a:xfrm rot="3033657">
              <a:off x="1495396" y="3012906"/>
              <a:ext cx="599335" cy="56019"/>
            </a:xfrm>
            <a:prstGeom prst="ellipse">
              <a:avLst/>
            </a:prstGeom>
            <a:gradFill>
              <a:gsLst>
                <a:gs pos="0">
                  <a:srgbClr val="FDFBFC">
                    <a:alpha val="5709"/>
                  </a:srgbClr>
                </a:gs>
                <a:gs pos="14286">
                  <a:srgbClr val="FDFBFC">
                    <a:alpha val="5259"/>
                  </a:srgbClr>
                </a:gs>
                <a:gs pos="28571">
                  <a:srgbClr val="FDFBFC">
                    <a:alpha val="4108"/>
                  </a:srgbClr>
                </a:gs>
                <a:gs pos="42857">
                  <a:srgbClr val="FDFBFC">
                    <a:alpha val="2714"/>
                  </a:srgbClr>
                </a:gs>
                <a:gs pos="57143">
                  <a:srgbClr val="FDFBFC">
                    <a:alpha val="1513"/>
                  </a:srgbClr>
                </a:gs>
                <a:gs pos="71429">
                  <a:srgbClr val="FDFBFC">
                    <a:alpha val="711"/>
                  </a:srgbClr>
                </a:gs>
                <a:gs pos="85714">
                  <a:srgbClr val="FDFBFC">
                    <a:alpha val="282"/>
                  </a:srgbClr>
                </a:gs>
                <a:gs pos="100000">
                  <a:srgbClr val="FDFBFC">
                    <a:alpha val="9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Splat 1238"/>
            <p:cNvSpPr>
              <a:spLocks noGrp="1"/>
            </p:cNvSpPr>
            <p:nvPr/>
          </p:nvSpPr>
          <p:spPr>
            <a:xfrm rot="7259608">
              <a:off x="1171035" y="2836088"/>
              <a:ext cx="742075" cy="6711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Splat 1239"/>
            <p:cNvSpPr>
              <a:spLocks noGrp="1"/>
            </p:cNvSpPr>
            <p:nvPr/>
          </p:nvSpPr>
          <p:spPr>
            <a:xfrm rot="4219675">
              <a:off x="524127" y="2718035"/>
              <a:ext cx="719507" cy="36417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Splat 1240"/>
            <p:cNvSpPr>
              <a:spLocks noGrp="1"/>
            </p:cNvSpPr>
            <p:nvPr/>
          </p:nvSpPr>
          <p:spPr>
            <a:xfrm rot="-9760212">
              <a:off x="377163" y="2914558"/>
              <a:ext cx="871493" cy="12686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Splat 1241"/>
            <p:cNvSpPr>
              <a:spLocks noGrp="1"/>
            </p:cNvSpPr>
            <p:nvPr/>
          </p:nvSpPr>
          <p:spPr>
            <a:xfrm rot="8703074">
              <a:off x="-313434" y="2868622"/>
              <a:ext cx="736247" cy="18349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Splat 1242"/>
            <p:cNvSpPr>
              <a:spLocks noGrp="1"/>
            </p:cNvSpPr>
            <p:nvPr/>
          </p:nvSpPr>
          <p:spPr>
            <a:xfrm rot="3348854">
              <a:off x="3157680" y="2692295"/>
              <a:ext cx="801651" cy="149103"/>
            </a:xfrm>
            <a:prstGeom prst="ellipse">
              <a:avLst/>
            </a:prstGeom>
            <a:gradFill>
              <a:gsLst>
                <a:gs pos="0">
                  <a:srgbClr val="251617">
                    <a:alpha val="32968"/>
                  </a:srgbClr>
                </a:gs>
                <a:gs pos="14286">
                  <a:srgbClr val="251617">
                    <a:alpha val="30764"/>
                  </a:srgbClr>
                </a:gs>
                <a:gs pos="28571">
                  <a:srgbClr val="251617">
                    <a:alpha val="24833"/>
                  </a:srgbClr>
                </a:gs>
                <a:gs pos="42857">
                  <a:srgbClr val="251617">
                    <a:alpha val="17075"/>
                  </a:srgbClr>
                </a:gs>
                <a:gs pos="57143">
                  <a:srgbClr val="251617">
                    <a:alpha val="9855"/>
                  </a:srgbClr>
                </a:gs>
                <a:gs pos="71429">
                  <a:srgbClr val="251617">
                    <a:alpha val="4740"/>
                  </a:srgbClr>
                </a:gs>
                <a:gs pos="85714">
                  <a:srgbClr val="251617">
                    <a:alpha val="1902"/>
                  </a:srgbClr>
                </a:gs>
                <a:gs pos="100000">
                  <a:srgbClr val="251617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Splat 1243"/>
            <p:cNvSpPr>
              <a:spLocks noGrp="1"/>
            </p:cNvSpPr>
            <p:nvPr/>
          </p:nvSpPr>
          <p:spPr>
            <a:xfrm rot="7628933">
              <a:off x="2788690" y="2543207"/>
              <a:ext cx="610935" cy="407005"/>
            </a:xfrm>
            <a:prstGeom prst="ellipse">
              <a:avLst/>
            </a:prstGeom>
            <a:gradFill>
              <a:gsLst>
                <a:gs pos="0">
                  <a:srgbClr val="00000D">
                    <a:alpha val="27595"/>
                  </a:srgbClr>
                </a:gs>
                <a:gs pos="14286">
                  <a:srgbClr val="00000D">
                    <a:alpha val="25679"/>
                  </a:srgbClr>
                </a:gs>
                <a:gs pos="28571">
                  <a:srgbClr val="00000D">
                    <a:alpha val="20581"/>
                  </a:srgbClr>
                </a:gs>
                <a:gs pos="42857">
                  <a:srgbClr val="00000D">
                    <a:alpha val="14027"/>
                  </a:srgbClr>
                </a:gs>
                <a:gs pos="57143">
                  <a:srgbClr val="00000D">
                    <a:alpha val="8034"/>
                  </a:srgbClr>
                </a:gs>
                <a:gs pos="71429">
                  <a:srgbClr val="00000D">
                    <a:alpha val="3844"/>
                  </a:srgbClr>
                </a:gs>
                <a:gs pos="85714">
                  <a:srgbClr val="00000D">
                    <a:alpha val="1538"/>
                  </a:srgbClr>
                </a:gs>
                <a:gs pos="100000">
                  <a:srgbClr val="00000D">
                    <a:alpha val="51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Splat 1244"/>
            <p:cNvSpPr>
              <a:spLocks noGrp="1"/>
            </p:cNvSpPr>
            <p:nvPr/>
          </p:nvSpPr>
          <p:spPr>
            <a:xfrm rot="-10694403">
              <a:off x="2693202" y="2727091"/>
              <a:ext cx="552308" cy="23746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Splat 1245"/>
            <p:cNvSpPr>
              <a:spLocks noGrp="1"/>
            </p:cNvSpPr>
            <p:nvPr/>
          </p:nvSpPr>
          <p:spPr>
            <a:xfrm rot="-9915282">
              <a:off x="2287051" y="2580335"/>
              <a:ext cx="927191" cy="269580"/>
            </a:xfrm>
            <a:prstGeom prst="ellipse">
              <a:avLst/>
            </a:prstGeom>
            <a:gradFill>
              <a:gsLst>
                <a:gs pos="0">
                  <a:srgbClr val="000000">
                    <a:alpha val="30439"/>
                  </a:srgbClr>
                </a:gs>
                <a:gs pos="14286">
                  <a:srgbClr val="000000">
                    <a:alpha val="28367"/>
                  </a:srgbClr>
                </a:gs>
                <a:gs pos="28571">
                  <a:srgbClr val="000000">
                    <a:alpha val="22820"/>
                  </a:srgbClr>
                </a:gs>
                <a:gs pos="42857">
                  <a:srgbClr val="000000">
                    <a:alpha val="15626"/>
                  </a:srgbClr>
                </a:gs>
                <a:gs pos="57143">
                  <a:srgbClr val="000000">
                    <a:alpha val="8985"/>
                  </a:srgbClr>
                </a:gs>
                <a:gs pos="71429">
                  <a:srgbClr val="000000">
                    <a:alpha val="4311"/>
                  </a:srgbClr>
                </a:gs>
                <a:gs pos="85714">
                  <a:srgbClr val="000000">
                    <a:alpha val="1728"/>
                  </a:srgbClr>
                </a:gs>
                <a:gs pos="100000">
                  <a:srgbClr val="000000">
                    <a:alpha val="58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Splat 1246"/>
            <p:cNvSpPr>
              <a:spLocks noGrp="1"/>
            </p:cNvSpPr>
            <p:nvPr/>
          </p:nvSpPr>
          <p:spPr>
            <a:xfrm rot="-9083739">
              <a:off x="1760660" y="2641927"/>
              <a:ext cx="864128" cy="208617"/>
            </a:xfrm>
            <a:prstGeom prst="ellipse">
              <a:avLst/>
            </a:prstGeom>
            <a:gradFill>
              <a:gsLst>
                <a:gs pos="0">
                  <a:srgbClr val="000000">
                    <a:alpha val="31702"/>
                  </a:srgbClr>
                </a:gs>
                <a:gs pos="14286">
                  <a:srgbClr val="000000">
                    <a:alpha val="29563"/>
                  </a:srgbClr>
                </a:gs>
                <a:gs pos="28571">
                  <a:srgbClr val="000000">
                    <a:alpha val="23823"/>
                  </a:srgbClr>
                </a:gs>
                <a:gs pos="42857">
                  <a:srgbClr val="000000">
                    <a:alpha val="16346"/>
                  </a:srgbClr>
                </a:gs>
                <a:gs pos="57143">
                  <a:srgbClr val="000000">
                    <a:alpha val="9416"/>
                  </a:srgbClr>
                </a:gs>
                <a:gs pos="71429">
                  <a:srgbClr val="000000">
                    <a:alpha val="4524"/>
                  </a:srgbClr>
                </a:gs>
                <a:gs pos="85714">
                  <a:srgbClr val="000000">
                    <a:alpha val="1814"/>
                  </a:srgbClr>
                </a:gs>
                <a:gs pos="100000">
                  <a:srgbClr val="000000">
                    <a:alpha val="61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Splat 1247"/>
            <p:cNvSpPr>
              <a:spLocks noGrp="1"/>
            </p:cNvSpPr>
            <p:nvPr/>
          </p:nvSpPr>
          <p:spPr>
            <a:xfrm rot="4654679">
              <a:off x="1272163" y="2741352"/>
              <a:ext cx="769665" cy="174324"/>
            </a:xfrm>
            <a:prstGeom prst="ellipse">
              <a:avLst/>
            </a:prstGeom>
            <a:gradFill>
              <a:gsLst>
                <a:gs pos="0">
                  <a:srgbClr val="000000">
                    <a:alpha val="29892"/>
                  </a:srgbClr>
                </a:gs>
                <a:gs pos="14286">
                  <a:srgbClr val="000000">
                    <a:alpha val="27849"/>
                  </a:srgbClr>
                </a:gs>
                <a:gs pos="28571">
                  <a:srgbClr val="000000">
                    <a:alpha val="22387"/>
                  </a:srgbClr>
                </a:gs>
                <a:gs pos="42857">
                  <a:srgbClr val="000000">
                    <a:alpha val="15315"/>
                  </a:srgbClr>
                </a:gs>
                <a:gs pos="57143">
                  <a:srgbClr val="000000">
                    <a:alpha val="8800"/>
                  </a:srgbClr>
                </a:gs>
                <a:gs pos="71429">
                  <a:srgbClr val="000000">
                    <a:alpha val="4220"/>
                  </a:srgbClr>
                </a:gs>
                <a:gs pos="85714">
                  <a:srgbClr val="000000">
                    <a:alpha val="1691"/>
                  </a:srgbClr>
                </a:gs>
                <a:gs pos="100000">
                  <a:srgbClr val="000000">
                    <a:alpha val="5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Splat 1248"/>
            <p:cNvSpPr>
              <a:spLocks noGrp="1"/>
            </p:cNvSpPr>
            <p:nvPr/>
          </p:nvSpPr>
          <p:spPr>
            <a:xfrm rot="-9719413">
              <a:off x="522243" y="2499659"/>
              <a:ext cx="789512" cy="415550"/>
            </a:xfrm>
            <a:prstGeom prst="ellipse">
              <a:avLst/>
            </a:prstGeom>
            <a:gradFill>
              <a:gsLst>
                <a:gs pos="0">
                  <a:srgbClr val="000000">
                    <a:alpha val="17902"/>
                  </a:srgbClr>
                </a:gs>
                <a:gs pos="14286">
                  <a:srgbClr val="000000">
                    <a:alpha val="16582"/>
                  </a:srgbClr>
                </a:gs>
                <a:gs pos="28571">
                  <a:srgbClr val="000000">
                    <a:alpha val="13131"/>
                  </a:srgbClr>
                </a:gs>
                <a:gs pos="42857">
                  <a:srgbClr val="000000">
                    <a:alpha val="8820"/>
                  </a:srgbClr>
                </a:gs>
                <a:gs pos="57143">
                  <a:srgbClr val="000000">
                    <a:alpha val="4988"/>
                  </a:srgbClr>
                </a:gs>
                <a:gs pos="71429">
                  <a:srgbClr val="000000">
                    <a:alpha val="2366"/>
                  </a:srgbClr>
                </a:gs>
                <a:gs pos="85714">
                  <a:srgbClr val="000000">
                    <a:alpha val="943"/>
                  </a:srgbClr>
                </a:gs>
                <a:gs pos="100000">
                  <a:srgbClr val="000000">
                    <a:alpha val="31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Splat 1249"/>
            <p:cNvSpPr>
              <a:spLocks noGrp="1"/>
            </p:cNvSpPr>
            <p:nvPr/>
          </p:nvSpPr>
          <p:spPr>
            <a:xfrm rot="-9143658">
              <a:off x="-369348" y="2615483"/>
              <a:ext cx="755366" cy="26238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Splat 1250"/>
            <p:cNvSpPr>
              <a:spLocks noGrp="1"/>
            </p:cNvSpPr>
            <p:nvPr/>
          </p:nvSpPr>
          <p:spPr>
            <a:xfrm rot="10626089">
              <a:off x="3108435" y="2401576"/>
              <a:ext cx="871254" cy="281039"/>
            </a:xfrm>
            <a:prstGeom prst="ellipse">
              <a:avLst/>
            </a:prstGeom>
            <a:gradFill>
              <a:gsLst>
                <a:gs pos="0">
                  <a:srgbClr val="000009">
                    <a:alpha val="28334"/>
                  </a:srgbClr>
                </a:gs>
                <a:gs pos="14286">
                  <a:srgbClr val="000009">
                    <a:alpha val="26377"/>
                  </a:srgbClr>
                </a:gs>
                <a:gs pos="28571">
                  <a:srgbClr val="000009">
                    <a:alpha val="21161"/>
                  </a:srgbClr>
                </a:gs>
                <a:gs pos="42857">
                  <a:srgbClr val="000009">
                    <a:alpha val="14440"/>
                  </a:srgbClr>
                </a:gs>
                <a:gs pos="57143">
                  <a:srgbClr val="000009">
                    <a:alpha val="8278"/>
                  </a:srgbClr>
                </a:gs>
                <a:gs pos="71429">
                  <a:srgbClr val="000009">
                    <a:alpha val="3964"/>
                  </a:srgbClr>
                </a:gs>
                <a:gs pos="85714">
                  <a:srgbClr val="000009">
                    <a:alpha val="1587"/>
                  </a:srgbClr>
                </a:gs>
                <a:gs pos="100000">
                  <a:srgbClr val="000009">
                    <a:alpha val="5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Splat 1251"/>
            <p:cNvSpPr>
              <a:spLocks noGrp="1"/>
            </p:cNvSpPr>
            <p:nvPr/>
          </p:nvSpPr>
          <p:spPr>
            <a:xfrm rot="-10404110">
              <a:off x="2490341" y="2297380"/>
              <a:ext cx="1029994" cy="443925"/>
            </a:xfrm>
            <a:prstGeom prst="ellipse">
              <a:avLst/>
            </a:prstGeom>
            <a:gradFill>
              <a:gsLst>
                <a:gs pos="0">
                  <a:srgbClr val="000000">
                    <a:alpha val="18013"/>
                  </a:srgbClr>
                </a:gs>
                <a:gs pos="14286">
                  <a:srgbClr val="000000">
                    <a:alpha val="16685"/>
                  </a:srgbClr>
                </a:gs>
                <a:gs pos="28571">
                  <a:srgbClr val="000000">
                    <a:alpha val="13215"/>
                  </a:srgbClr>
                </a:gs>
                <a:gs pos="42857">
                  <a:srgbClr val="000000">
                    <a:alpha val="8878"/>
                  </a:srgbClr>
                </a:gs>
                <a:gs pos="57143">
                  <a:srgbClr val="000000">
                    <a:alpha val="5021"/>
                  </a:srgbClr>
                </a:gs>
                <a:gs pos="71429">
                  <a:srgbClr val="000000">
                    <a:alpha val="2382"/>
                  </a:srgbClr>
                </a:gs>
                <a:gs pos="85714">
                  <a:srgbClr val="000000">
                    <a:alpha val="949"/>
                  </a:srgbClr>
                </a:gs>
                <a:gs pos="100000">
                  <a:srgbClr val="000000">
                    <a:alpha val="3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Splat 1252"/>
            <p:cNvSpPr>
              <a:spLocks noGrp="1"/>
            </p:cNvSpPr>
            <p:nvPr/>
          </p:nvSpPr>
          <p:spPr>
            <a:xfrm rot="-9339593">
              <a:off x="2169433" y="2427600"/>
              <a:ext cx="1003202" cy="108501"/>
            </a:xfrm>
            <a:prstGeom prst="ellipse">
              <a:avLst/>
            </a:prstGeom>
            <a:gradFill>
              <a:gsLst>
                <a:gs pos="0">
                  <a:srgbClr val="C9CACA">
                    <a:alpha val="32968"/>
                  </a:srgbClr>
                </a:gs>
                <a:gs pos="14286">
                  <a:srgbClr val="C9CACA">
                    <a:alpha val="30764"/>
                  </a:srgbClr>
                </a:gs>
                <a:gs pos="28571">
                  <a:srgbClr val="C9CACA">
                    <a:alpha val="24833"/>
                  </a:srgbClr>
                </a:gs>
                <a:gs pos="42857">
                  <a:srgbClr val="C9CACA">
                    <a:alpha val="17075"/>
                  </a:srgbClr>
                </a:gs>
                <a:gs pos="57143">
                  <a:srgbClr val="C9CACA">
                    <a:alpha val="9855"/>
                  </a:srgbClr>
                </a:gs>
                <a:gs pos="71429">
                  <a:srgbClr val="C9CACA">
                    <a:alpha val="4740"/>
                  </a:srgbClr>
                </a:gs>
                <a:gs pos="85714">
                  <a:srgbClr val="C9CACA">
                    <a:alpha val="1902"/>
                  </a:srgbClr>
                </a:gs>
                <a:gs pos="100000">
                  <a:srgbClr val="C9CAC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Splat 1253"/>
            <p:cNvSpPr>
              <a:spLocks noGrp="1"/>
            </p:cNvSpPr>
            <p:nvPr/>
          </p:nvSpPr>
          <p:spPr>
            <a:xfrm rot="10518955">
              <a:off x="2090150" y="2381540"/>
              <a:ext cx="667139" cy="331699"/>
            </a:xfrm>
            <a:prstGeom prst="ellipse">
              <a:avLst/>
            </a:prstGeom>
            <a:gradFill>
              <a:gsLst>
                <a:gs pos="0">
                  <a:srgbClr val="051100">
                    <a:alpha val="32952"/>
                  </a:srgbClr>
                </a:gs>
                <a:gs pos="14286">
                  <a:srgbClr val="051100">
                    <a:alpha val="30749"/>
                  </a:srgbClr>
                </a:gs>
                <a:gs pos="28571">
                  <a:srgbClr val="051100">
                    <a:alpha val="24820"/>
                  </a:srgbClr>
                </a:gs>
                <a:gs pos="42857">
                  <a:srgbClr val="051100">
                    <a:alpha val="17066"/>
                  </a:srgbClr>
                </a:gs>
                <a:gs pos="57143">
                  <a:srgbClr val="051100">
                    <a:alpha val="9849"/>
                  </a:srgbClr>
                </a:gs>
                <a:gs pos="71429">
                  <a:srgbClr val="051100">
                    <a:alpha val="4738"/>
                  </a:srgbClr>
                </a:gs>
                <a:gs pos="85714">
                  <a:srgbClr val="051100">
                    <a:alpha val="1901"/>
                  </a:srgbClr>
                </a:gs>
                <a:gs pos="100000">
                  <a:srgbClr val="0511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Splat 1254"/>
            <p:cNvSpPr>
              <a:spLocks noGrp="1"/>
            </p:cNvSpPr>
            <p:nvPr/>
          </p:nvSpPr>
          <p:spPr>
            <a:xfrm rot="6410731">
              <a:off x="1851415" y="2464969"/>
              <a:ext cx="436417" cy="132859"/>
            </a:xfrm>
            <a:prstGeom prst="ellipse">
              <a:avLst/>
            </a:prstGeom>
            <a:gradFill>
              <a:gsLst>
                <a:gs pos="0">
                  <a:srgbClr val="FFFFFF">
                    <a:alpha val="32968"/>
                  </a:srgbClr>
                </a:gs>
                <a:gs pos="14286">
                  <a:srgbClr val="FFFFFF">
                    <a:alpha val="30764"/>
                  </a:srgbClr>
                </a:gs>
                <a:gs pos="28571">
                  <a:srgbClr val="FFFFFF">
                    <a:alpha val="24833"/>
                  </a:srgbClr>
                </a:gs>
                <a:gs pos="42857">
                  <a:srgbClr val="FFFFFF">
                    <a:alpha val="17075"/>
                  </a:srgbClr>
                </a:gs>
                <a:gs pos="57143">
                  <a:srgbClr val="FFFFFF">
                    <a:alpha val="9855"/>
                  </a:srgbClr>
                </a:gs>
                <a:gs pos="71429">
                  <a:srgbClr val="FFFFFF">
                    <a:alpha val="4740"/>
                  </a:srgbClr>
                </a:gs>
                <a:gs pos="85714">
                  <a:srgbClr val="FFFFFF">
                    <a:alpha val="1902"/>
                  </a:srgbClr>
                </a:gs>
                <a:gs pos="100000">
                  <a:srgbClr val="FFFFFF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Splat 1255"/>
            <p:cNvSpPr>
              <a:spLocks noGrp="1"/>
            </p:cNvSpPr>
            <p:nvPr/>
          </p:nvSpPr>
          <p:spPr>
            <a:xfrm rot="9723303">
              <a:off x="1487490" y="2399370"/>
              <a:ext cx="500353" cy="207867"/>
            </a:xfrm>
            <a:prstGeom prst="ellipse">
              <a:avLst/>
            </a:prstGeom>
            <a:gradFill>
              <a:gsLst>
                <a:gs pos="0">
                  <a:srgbClr val="000000">
                    <a:alpha val="15617"/>
                  </a:srgbClr>
                </a:gs>
                <a:gs pos="14286">
                  <a:srgbClr val="000000">
                    <a:alpha val="14450"/>
                  </a:srgbClr>
                </a:gs>
                <a:gs pos="28571">
                  <a:srgbClr val="000000">
                    <a:alpha val="11412"/>
                  </a:srgbClr>
                </a:gs>
                <a:gs pos="42857">
                  <a:srgbClr val="000000">
                    <a:alpha val="7641"/>
                  </a:srgbClr>
                </a:gs>
                <a:gs pos="57143">
                  <a:srgbClr val="000000">
                    <a:alpha val="4309"/>
                  </a:srgbClr>
                </a:gs>
                <a:gs pos="71429">
                  <a:srgbClr val="000000">
                    <a:alpha val="2040"/>
                  </a:srgbClr>
                </a:gs>
                <a:gs pos="85714">
                  <a:srgbClr val="000000">
                    <a:alpha val="812"/>
                  </a:srgbClr>
                </a:gs>
                <a:gs pos="100000">
                  <a:srgbClr val="000000">
                    <a:alpha val="27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Splat 1256"/>
            <p:cNvSpPr>
              <a:spLocks noGrp="1"/>
            </p:cNvSpPr>
            <p:nvPr/>
          </p:nvSpPr>
          <p:spPr>
            <a:xfrm rot="8883952">
              <a:off x="1123301" y="2609660"/>
              <a:ext cx="360167" cy="123345"/>
            </a:xfrm>
            <a:prstGeom prst="ellipse">
              <a:avLst/>
            </a:prstGeom>
            <a:gradFill>
              <a:gsLst>
                <a:gs pos="0">
                  <a:srgbClr val="EEEDEB">
                    <a:alpha val="32968"/>
                  </a:srgbClr>
                </a:gs>
                <a:gs pos="14286">
                  <a:srgbClr val="EEEDEB">
                    <a:alpha val="30764"/>
                  </a:srgbClr>
                </a:gs>
                <a:gs pos="28571">
                  <a:srgbClr val="EEEDEB">
                    <a:alpha val="24833"/>
                  </a:srgbClr>
                </a:gs>
                <a:gs pos="42857">
                  <a:srgbClr val="EEEDEB">
                    <a:alpha val="17075"/>
                  </a:srgbClr>
                </a:gs>
                <a:gs pos="57143">
                  <a:srgbClr val="EEEDEB">
                    <a:alpha val="9855"/>
                  </a:srgbClr>
                </a:gs>
                <a:gs pos="71429">
                  <a:srgbClr val="EEEDEB">
                    <a:alpha val="4740"/>
                  </a:srgbClr>
                </a:gs>
                <a:gs pos="85714">
                  <a:srgbClr val="EEEDEB">
                    <a:alpha val="1902"/>
                  </a:srgbClr>
                </a:gs>
                <a:gs pos="100000">
                  <a:srgbClr val="EEEDEB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Splat 1257"/>
            <p:cNvSpPr>
              <a:spLocks noGrp="1"/>
            </p:cNvSpPr>
            <p:nvPr/>
          </p:nvSpPr>
          <p:spPr>
            <a:xfrm rot="-9923658">
              <a:off x="342640" y="2530656"/>
              <a:ext cx="833038" cy="13563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Splat 1258"/>
            <p:cNvSpPr>
              <a:spLocks noGrp="1"/>
            </p:cNvSpPr>
            <p:nvPr/>
          </p:nvSpPr>
          <p:spPr>
            <a:xfrm rot="-9020930">
              <a:off x="286436" y="2426241"/>
              <a:ext cx="508422" cy="172494"/>
            </a:xfrm>
            <a:prstGeom prst="ellipse">
              <a:avLst/>
            </a:prstGeom>
            <a:gradFill>
              <a:gsLst>
                <a:gs pos="0">
                  <a:srgbClr val="FEFEFF">
                    <a:alpha val="9987"/>
                  </a:srgbClr>
                </a:gs>
                <a:gs pos="14286">
                  <a:srgbClr val="FEFEFF">
                    <a:alpha val="9217"/>
                  </a:srgbClr>
                </a:gs>
                <a:gs pos="28571">
                  <a:srgbClr val="FEFEFF">
                    <a:alpha val="7233"/>
                  </a:srgbClr>
                </a:gs>
                <a:gs pos="42857">
                  <a:srgbClr val="FEFEFF">
                    <a:alpha val="4806"/>
                  </a:srgbClr>
                </a:gs>
                <a:gs pos="57143">
                  <a:srgbClr val="FEFEFF">
                    <a:alpha val="2692"/>
                  </a:srgbClr>
                </a:gs>
                <a:gs pos="71429">
                  <a:srgbClr val="FEFEFF">
                    <a:alpha val="1269"/>
                  </a:srgbClr>
                </a:gs>
                <a:gs pos="85714">
                  <a:srgbClr val="FEFEFF">
                    <a:alpha val="504"/>
                  </a:srgbClr>
                </a:gs>
                <a:gs pos="100000">
                  <a:srgbClr val="FEFEFF">
                    <a:alpha val="16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Splat 1259"/>
            <p:cNvSpPr>
              <a:spLocks noGrp="1"/>
            </p:cNvSpPr>
            <p:nvPr/>
          </p:nvSpPr>
          <p:spPr>
            <a:xfrm rot="10187754">
              <a:off x="-376270" y="2526382"/>
              <a:ext cx="1034002" cy="99531"/>
            </a:xfrm>
            <a:prstGeom prst="ellipse">
              <a:avLst/>
            </a:prstGeom>
            <a:gradFill>
              <a:gsLst>
                <a:gs pos="0">
                  <a:srgbClr val="000000">
                    <a:alpha val="26390"/>
                  </a:srgbClr>
                </a:gs>
                <a:gs pos="14286">
                  <a:srgbClr val="000000">
                    <a:alpha val="24543"/>
                  </a:srgbClr>
                </a:gs>
                <a:gs pos="28571">
                  <a:srgbClr val="000000">
                    <a:alpha val="19640"/>
                  </a:srgbClr>
                </a:gs>
                <a:gs pos="42857">
                  <a:srgbClr val="000000">
                    <a:alpha val="13361"/>
                  </a:srgbClr>
                </a:gs>
                <a:gs pos="57143">
                  <a:srgbClr val="000000">
                    <a:alpha val="7639"/>
                  </a:srgbClr>
                </a:gs>
                <a:gs pos="71429">
                  <a:srgbClr val="000000">
                    <a:alpha val="3652"/>
                  </a:srgbClr>
                </a:gs>
                <a:gs pos="85714">
                  <a:srgbClr val="000000">
                    <a:alpha val="1460"/>
                  </a:srgbClr>
                </a:gs>
                <a:gs pos="100000">
                  <a:srgbClr val="000000">
                    <a:alpha val="49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Splat 1260"/>
            <p:cNvSpPr>
              <a:spLocks noGrp="1"/>
            </p:cNvSpPr>
            <p:nvPr/>
          </p:nvSpPr>
          <p:spPr>
            <a:xfrm rot="9684489">
              <a:off x="2639893" y="2267156"/>
              <a:ext cx="628537" cy="843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Splat 1261"/>
            <p:cNvSpPr>
              <a:spLocks noGrp="1"/>
            </p:cNvSpPr>
            <p:nvPr/>
          </p:nvSpPr>
          <p:spPr>
            <a:xfrm rot="7424727">
              <a:off x="2409056" y="2244189"/>
              <a:ext cx="760983" cy="178802"/>
            </a:xfrm>
            <a:prstGeom prst="ellipse">
              <a:avLst/>
            </a:prstGeom>
            <a:gradFill>
              <a:gsLst>
                <a:gs pos="0">
                  <a:srgbClr val="F3F4F4">
                    <a:alpha val="11871"/>
                  </a:srgbClr>
                </a:gs>
                <a:gs pos="14286">
                  <a:srgbClr val="F3F4F4">
                    <a:alpha val="10966"/>
                  </a:srgbClr>
                </a:gs>
                <a:gs pos="28571">
                  <a:srgbClr val="F3F4F4">
                    <a:alpha val="8624"/>
                  </a:srgbClr>
                </a:gs>
                <a:gs pos="42857">
                  <a:srgbClr val="F3F4F4">
                    <a:alpha val="5744"/>
                  </a:srgbClr>
                </a:gs>
                <a:gs pos="57143">
                  <a:srgbClr val="F3F4F4">
                    <a:alpha val="3225"/>
                  </a:srgbClr>
                </a:gs>
                <a:gs pos="71429">
                  <a:srgbClr val="F3F4F4">
                    <a:alpha val="1523"/>
                  </a:srgbClr>
                </a:gs>
                <a:gs pos="85714">
                  <a:srgbClr val="F3F4F4">
                    <a:alpha val="605"/>
                  </a:srgbClr>
                </a:gs>
                <a:gs pos="100000">
                  <a:srgbClr val="F3F4F4">
                    <a:alpha val="2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Splat 1262"/>
            <p:cNvSpPr>
              <a:spLocks noGrp="1"/>
            </p:cNvSpPr>
            <p:nvPr/>
          </p:nvSpPr>
          <p:spPr>
            <a:xfrm rot="-10683276">
              <a:off x="1778386" y="2201233"/>
              <a:ext cx="704987" cy="349336"/>
            </a:xfrm>
            <a:prstGeom prst="ellipse">
              <a:avLst/>
            </a:prstGeom>
            <a:gradFill>
              <a:gsLst>
                <a:gs pos="0">
                  <a:srgbClr val="000000">
                    <a:alpha val="32472"/>
                  </a:srgbClr>
                </a:gs>
                <a:gs pos="14286">
                  <a:srgbClr val="000000">
                    <a:alpha val="30293"/>
                  </a:srgbClr>
                </a:gs>
                <a:gs pos="28571">
                  <a:srgbClr val="000000">
                    <a:alpha val="24436"/>
                  </a:srgbClr>
                </a:gs>
                <a:gs pos="42857">
                  <a:srgbClr val="000000">
                    <a:alpha val="16789"/>
                  </a:srgbClr>
                </a:gs>
                <a:gs pos="57143">
                  <a:srgbClr val="000000">
                    <a:alpha val="9682"/>
                  </a:srgbClr>
                </a:gs>
                <a:gs pos="71429">
                  <a:srgbClr val="000000">
                    <a:alpha val="4655"/>
                  </a:srgbClr>
                </a:gs>
                <a:gs pos="85714">
                  <a:srgbClr val="000000">
                    <a:alpha val="1867"/>
                  </a:srgbClr>
                </a:gs>
                <a:gs pos="100000">
                  <a:srgbClr val="000000">
                    <a:alpha val="62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Splat 1263"/>
            <p:cNvSpPr>
              <a:spLocks noGrp="1"/>
            </p:cNvSpPr>
            <p:nvPr/>
          </p:nvSpPr>
          <p:spPr>
            <a:xfrm rot="-8688349">
              <a:off x="1393076" y="2293088"/>
              <a:ext cx="576507" cy="129906"/>
            </a:xfrm>
            <a:prstGeom prst="ellipse">
              <a:avLst/>
            </a:prstGeom>
            <a:gradFill>
              <a:gsLst>
                <a:gs pos="0">
                  <a:srgbClr val="F0EEF0">
                    <a:alpha val="14126"/>
                  </a:srgbClr>
                </a:gs>
                <a:gs pos="14286">
                  <a:srgbClr val="F0EEF0">
                    <a:alpha val="13062"/>
                  </a:srgbClr>
                </a:gs>
                <a:gs pos="28571">
                  <a:srgbClr val="F0EEF0">
                    <a:alpha val="10298"/>
                  </a:srgbClr>
                </a:gs>
                <a:gs pos="42857">
                  <a:srgbClr val="F0EEF0">
                    <a:alpha val="6880"/>
                  </a:srgbClr>
                </a:gs>
                <a:gs pos="57143">
                  <a:srgbClr val="F0EEF0">
                    <a:alpha val="3873"/>
                  </a:srgbClr>
                </a:gs>
                <a:gs pos="71429">
                  <a:srgbClr val="F0EEF0">
                    <a:alpha val="1832"/>
                  </a:srgbClr>
                </a:gs>
                <a:gs pos="85714">
                  <a:srgbClr val="F0EEF0">
                    <a:alpha val="728"/>
                  </a:srgbClr>
                </a:gs>
                <a:gs pos="100000">
                  <a:srgbClr val="F0EEF0">
                    <a:alpha val="24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Splat 1264"/>
            <p:cNvSpPr>
              <a:spLocks noGrp="1"/>
            </p:cNvSpPr>
            <p:nvPr/>
          </p:nvSpPr>
          <p:spPr>
            <a:xfrm rot="6363569">
              <a:off x="760808" y="2194876"/>
              <a:ext cx="685100" cy="180233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Splat 1265"/>
            <p:cNvSpPr>
              <a:spLocks noGrp="1"/>
            </p:cNvSpPr>
            <p:nvPr/>
          </p:nvSpPr>
          <p:spPr>
            <a:xfrm rot="7417183">
              <a:off x="482962" y="2179025"/>
              <a:ext cx="465402" cy="246706"/>
            </a:xfrm>
            <a:prstGeom prst="ellipse">
              <a:avLst/>
            </a:prstGeom>
            <a:gradFill>
              <a:gsLst>
                <a:gs pos="0">
                  <a:srgbClr val="080004">
                    <a:alpha val="32077"/>
                  </a:srgbClr>
                </a:gs>
                <a:gs pos="14286">
                  <a:srgbClr val="080004">
                    <a:alpha val="29918"/>
                  </a:srgbClr>
                </a:gs>
                <a:gs pos="28571">
                  <a:srgbClr val="080004">
                    <a:alpha val="24121"/>
                  </a:srgbClr>
                </a:gs>
                <a:gs pos="42857">
                  <a:srgbClr val="080004">
                    <a:alpha val="16561"/>
                  </a:srgbClr>
                </a:gs>
                <a:gs pos="57143">
                  <a:srgbClr val="080004">
                    <a:alpha val="9546"/>
                  </a:srgbClr>
                </a:gs>
                <a:gs pos="71429">
                  <a:srgbClr val="080004">
                    <a:alpha val="4588"/>
                  </a:srgbClr>
                </a:gs>
                <a:gs pos="85714">
                  <a:srgbClr val="080004">
                    <a:alpha val="1840"/>
                  </a:srgbClr>
                </a:gs>
                <a:gs pos="100000">
                  <a:srgbClr val="080004">
                    <a:alpha val="61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Splat 1266"/>
            <p:cNvSpPr>
              <a:spLocks noGrp="1"/>
            </p:cNvSpPr>
            <p:nvPr/>
          </p:nvSpPr>
          <p:spPr>
            <a:xfrm rot="-8216034">
              <a:off x="-190882" y="2042523"/>
              <a:ext cx="887412" cy="311581"/>
            </a:xfrm>
            <a:prstGeom prst="ellipse">
              <a:avLst/>
            </a:prstGeom>
            <a:gradFill>
              <a:gsLst>
                <a:gs pos="0">
                  <a:srgbClr val="000000">
                    <a:alpha val="18946"/>
                  </a:srgbClr>
                </a:gs>
                <a:gs pos="14286">
                  <a:srgbClr val="000000">
                    <a:alpha val="17557"/>
                  </a:srgbClr>
                </a:gs>
                <a:gs pos="28571">
                  <a:srgbClr val="000000">
                    <a:alpha val="13921"/>
                  </a:srgbClr>
                </a:gs>
                <a:gs pos="42857">
                  <a:srgbClr val="000000">
                    <a:alpha val="9365"/>
                  </a:srgbClr>
                </a:gs>
                <a:gs pos="57143">
                  <a:srgbClr val="000000">
                    <a:alpha val="5302"/>
                  </a:srgbClr>
                </a:gs>
                <a:gs pos="71429">
                  <a:srgbClr val="000000">
                    <a:alpha val="2518"/>
                  </a:srgbClr>
                </a:gs>
                <a:gs pos="85714">
                  <a:srgbClr val="000000">
                    <a:alpha val="1003"/>
                  </a:srgbClr>
                </a:gs>
                <a:gs pos="100000">
                  <a:srgbClr val="000000">
                    <a:alpha val="33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Splat 1267"/>
            <p:cNvSpPr>
              <a:spLocks noGrp="1"/>
            </p:cNvSpPr>
            <p:nvPr/>
          </p:nvSpPr>
          <p:spPr>
            <a:xfrm rot="3610230">
              <a:off x="2901653" y="2155919"/>
              <a:ext cx="1031410" cy="194926"/>
            </a:xfrm>
            <a:prstGeom prst="ellipse">
              <a:avLst/>
            </a:prstGeom>
            <a:gradFill>
              <a:gsLst>
                <a:gs pos="0">
                  <a:srgbClr val="000000">
                    <a:alpha val="26948"/>
                  </a:srgbClr>
                </a:gs>
                <a:gs pos="14286">
                  <a:srgbClr val="000000">
                    <a:alpha val="25069"/>
                  </a:srgbClr>
                </a:gs>
                <a:gs pos="28571">
                  <a:srgbClr val="000000">
                    <a:alpha val="20075"/>
                  </a:srgbClr>
                </a:gs>
                <a:gs pos="42857">
                  <a:srgbClr val="000000">
                    <a:alpha val="13669"/>
                  </a:srgbClr>
                </a:gs>
                <a:gs pos="57143">
                  <a:srgbClr val="000000">
                    <a:alpha val="7822"/>
                  </a:srgbClr>
                </a:gs>
                <a:gs pos="71429">
                  <a:srgbClr val="000000">
                    <a:alpha val="3741"/>
                  </a:srgbClr>
                </a:gs>
                <a:gs pos="85714">
                  <a:srgbClr val="000000">
                    <a:alpha val="1496"/>
                  </a:srgbClr>
                </a:gs>
                <a:gs pos="100000">
                  <a:srgbClr val="000000">
                    <a:alpha val="50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Splat 1268"/>
            <p:cNvSpPr>
              <a:spLocks noGrp="1"/>
            </p:cNvSpPr>
            <p:nvPr/>
          </p:nvSpPr>
          <p:spPr>
            <a:xfrm rot="6171318">
              <a:off x="2175116" y="2079800"/>
              <a:ext cx="715652" cy="208152"/>
            </a:xfrm>
            <a:prstGeom prst="ellipse">
              <a:avLst/>
            </a:prstGeom>
            <a:gradFill>
              <a:gsLst>
                <a:gs pos="0">
                  <a:srgbClr val="00000A">
                    <a:alpha val="32968"/>
                  </a:srgbClr>
                </a:gs>
                <a:gs pos="14286">
                  <a:srgbClr val="00000A">
                    <a:alpha val="30764"/>
                  </a:srgbClr>
                </a:gs>
                <a:gs pos="28571">
                  <a:srgbClr val="00000A">
                    <a:alpha val="24833"/>
                  </a:srgbClr>
                </a:gs>
                <a:gs pos="42857">
                  <a:srgbClr val="00000A">
                    <a:alpha val="17075"/>
                  </a:srgbClr>
                </a:gs>
                <a:gs pos="57143">
                  <a:srgbClr val="00000A">
                    <a:alpha val="9855"/>
                  </a:srgbClr>
                </a:gs>
                <a:gs pos="71429">
                  <a:srgbClr val="00000A">
                    <a:alpha val="4740"/>
                  </a:srgbClr>
                </a:gs>
                <a:gs pos="85714">
                  <a:srgbClr val="00000A">
                    <a:alpha val="1902"/>
                  </a:srgbClr>
                </a:gs>
                <a:gs pos="100000">
                  <a:srgbClr val="00000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Splat 1269"/>
            <p:cNvSpPr>
              <a:spLocks noGrp="1"/>
            </p:cNvSpPr>
            <p:nvPr/>
          </p:nvSpPr>
          <p:spPr>
            <a:xfrm rot="9917421">
              <a:off x="1905719" y="1902423"/>
              <a:ext cx="448445" cy="21675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Splat 1270"/>
            <p:cNvSpPr>
              <a:spLocks noGrp="1"/>
            </p:cNvSpPr>
            <p:nvPr/>
          </p:nvSpPr>
          <p:spPr>
            <a:xfrm rot="9359289">
              <a:off x="1541027" y="2090668"/>
              <a:ext cx="741430" cy="205207"/>
            </a:xfrm>
            <a:prstGeom prst="ellipse">
              <a:avLst/>
            </a:prstGeom>
            <a:gradFill>
              <a:gsLst>
                <a:gs pos="0">
                  <a:srgbClr val="000000">
                    <a:alpha val="22658"/>
                  </a:srgbClr>
                </a:gs>
                <a:gs pos="14286">
                  <a:srgbClr val="000000">
                    <a:alpha val="21034"/>
                  </a:srgbClr>
                </a:gs>
                <a:gs pos="28571">
                  <a:srgbClr val="000000">
                    <a:alpha val="16753"/>
                  </a:srgbClr>
                </a:gs>
                <a:gs pos="42857">
                  <a:srgbClr val="000000">
                    <a:alpha val="11332"/>
                  </a:srgbClr>
                </a:gs>
                <a:gs pos="57143">
                  <a:srgbClr val="000000">
                    <a:alpha val="6447"/>
                  </a:srgbClr>
                </a:gs>
                <a:gs pos="71429">
                  <a:srgbClr val="000000">
                    <a:alpha val="3071"/>
                  </a:srgbClr>
                </a:gs>
                <a:gs pos="85714">
                  <a:srgbClr val="000000">
                    <a:alpha val="1226"/>
                  </a:srgbClr>
                </a:gs>
                <a:gs pos="100000">
                  <a:srgbClr val="000000">
                    <a:alpha val="4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Splat 1271"/>
            <p:cNvSpPr>
              <a:spLocks noGrp="1"/>
            </p:cNvSpPr>
            <p:nvPr/>
          </p:nvSpPr>
          <p:spPr>
            <a:xfrm rot="5882907">
              <a:off x="989951" y="2073631"/>
              <a:ext cx="523791" cy="230558"/>
            </a:xfrm>
            <a:prstGeom prst="ellipse">
              <a:avLst/>
            </a:prstGeom>
            <a:gradFill>
              <a:gsLst>
                <a:gs pos="0">
                  <a:srgbClr val="DADBDD">
                    <a:alpha val="20191"/>
                  </a:srgbClr>
                </a:gs>
                <a:gs pos="14286">
                  <a:srgbClr val="DADBDD">
                    <a:alpha val="18722"/>
                  </a:srgbClr>
                </a:gs>
                <a:gs pos="28571">
                  <a:srgbClr val="DADBDD">
                    <a:alpha val="14867"/>
                  </a:srgbClr>
                </a:gs>
                <a:gs pos="42857">
                  <a:srgbClr val="DADBDD">
                    <a:alpha val="10019"/>
                  </a:srgbClr>
                </a:gs>
                <a:gs pos="57143">
                  <a:srgbClr val="DADBDD">
                    <a:alpha val="5682"/>
                  </a:srgbClr>
                </a:gs>
                <a:gs pos="71429">
                  <a:srgbClr val="DADBDD">
                    <a:alpha val="2701"/>
                  </a:srgbClr>
                </a:gs>
                <a:gs pos="85714">
                  <a:srgbClr val="DADBDD">
                    <a:alpha val="1077"/>
                  </a:srgbClr>
                </a:gs>
                <a:gs pos="100000">
                  <a:srgbClr val="DADBDD">
                    <a:alpha val="3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Splat 1272"/>
            <p:cNvSpPr>
              <a:spLocks noGrp="1"/>
            </p:cNvSpPr>
            <p:nvPr/>
          </p:nvSpPr>
          <p:spPr>
            <a:xfrm rot="10306081">
              <a:off x="2971246" y="1819000"/>
              <a:ext cx="1058481" cy="951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Splat 1273"/>
            <p:cNvSpPr>
              <a:spLocks noGrp="1"/>
            </p:cNvSpPr>
            <p:nvPr/>
          </p:nvSpPr>
          <p:spPr>
            <a:xfrm rot="5526543">
              <a:off x="2556311" y="1933177"/>
              <a:ext cx="1027394" cy="83652"/>
            </a:xfrm>
            <a:prstGeom prst="ellipse">
              <a:avLst/>
            </a:prstGeom>
            <a:gradFill>
              <a:gsLst>
                <a:gs pos="0">
                  <a:srgbClr val="000000">
                    <a:alpha val="30988"/>
                  </a:srgbClr>
                </a:gs>
                <a:gs pos="14286">
                  <a:srgbClr val="000000">
                    <a:alpha val="28886"/>
                  </a:srgbClr>
                </a:gs>
                <a:gs pos="28571">
                  <a:srgbClr val="000000">
                    <a:alpha val="23255"/>
                  </a:srgbClr>
                </a:gs>
                <a:gs pos="42857">
                  <a:srgbClr val="000000">
                    <a:alpha val="15938"/>
                  </a:srgbClr>
                </a:gs>
                <a:gs pos="57143">
                  <a:srgbClr val="000000">
                    <a:alpha val="9172"/>
                  </a:srgbClr>
                </a:gs>
                <a:gs pos="71429">
                  <a:srgbClr val="000000">
                    <a:alpha val="4403"/>
                  </a:srgbClr>
                </a:gs>
                <a:gs pos="85714">
                  <a:srgbClr val="000000">
                    <a:alpha val="1765"/>
                  </a:srgbClr>
                </a:gs>
                <a:gs pos="100000">
                  <a:srgbClr val="00000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Splat 1274"/>
            <p:cNvSpPr>
              <a:spLocks noGrp="1"/>
            </p:cNvSpPr>
            <p:nvPr/>
          </p:nvSpPr>
          <p:spPr>
            <a:xfrm rot="-9865570">
              <a:off x="2494102" y="1730957"/>
              <a:ext cx="750963" cy="314675"/>
            </a:xfrm>
            <a:prstGeom prst="ellipse">
              <a:avLst/>
            </a:prstGeom>
            <a:gradFill>
              <a:gsLst>
                <a:gs pos="0">
                  <a:srgbClr val="000000">
                    <a:alpha val="16267"/>
                  </a:srgbClr>
                </a:gs>
                <a:gs pos="14286">
                  <a:srgbClr val="000000">
                    <a:alpha val="15056"/>
                  </a:srgbClr>
                </a:gs>
                <a:gs pos="28571">
                  <a:srgbClr val="000000">
                    <a:alpha val="11900"/>
                  </a:srgbClr>
                </a:gs>
                <a:gs pos="42857">
                  <a:srgbClr val="000000">
                    <a:alpha val="7974"/>
                  </a:srgbClr>
                </a:gs>
                <a:gs pos="57143">
                  <a:srgbClr val="000000">
                    <a:alpha val="4500"/>
                  </a:srgbClr>
                </a:gs>
                <a:gs pos="71429">
                  <a:srgbClr val="000000">
                    <a:alpha val="2132"/>
                  </a:srgbClr>
                </a:gs>
                <a:gs pos="85714">
                  <a:srgbClr val="000000">
                    <a:alpha val="849"/>
                  </a:srgbClr>
                </a:gs>
                <a:gs pos="100000">
                  <a:srgbClr val="000000">
                    <a:alpha val="28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Splat 1275"/>
            <p:cNvSpPr>
              <a:spLocks noGrp="1"/>
            </p:cNvSpPr>
            <p:nvPr/>
          </p:nvSpPr>
          <p:spPr>
            <a:xfrm rot="6231753">
              <a:off x="2403404" y="1997322"/>
              <a:ext cx="319904" cy="146127"/>
            </a:xfrm>
            <a:prstGeom prst="ellipse">
              <a:avLst/>
            </a:prstGeom>
            <a:gradFill>
              <a:gsLst>
                <a:gs pos="0">
                  <a:srgbClr val="CECCCD">
                    <a:alpha val="32966"/>
                  </a:srgbClr>
                </a:gs>
                <a:gs pos="14286">
                  <a:srgbClr val="CECCCD">
                    <a:alpha val="30762"/>
                  </a:srgbClr>
                </a:gs>
                <a:gs pos="28571">
                  <a:srgbClr val="CECCCD">
                    <a:alpha val="24832"/>
                  </a:srgbClr>
                </a:gs>
                <a:gs pos="42857">
                  <a:srgbClr val="CECCCD">
                    <a:alpha val="17074"/>
                  </a:srgbClr>
                </a:gs>
                <a:gs pos="57143">
                  <a:srgbClr val="CECCCD">
                    <a:alpha val="9854"/>
                  </a:srgbClr>
                </a:gs>
                <a:gs pos="71429">
                  <a:srgbClr val="CECCCD">
                    <a:alpha val="4740"/>
                  </a:srgbClr>
                </a:gs>
                <a:gs pos="85714">
                  <a:srgbClr val="CECCCD">
                    <a:alpha val="1902"/>
                  </a:srgbClr>
                </a:gs>
                <a:gs pos="100000">
                  <a:srgbClr val="CECCCD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Splat 1276"/>
            <p:cNvSpPr>
              <a:spLocks noGrp="1"/>
            </p:cNvSpPr>
            <p:nvPr/>
          </p:nvSpPr>
          <p:spPr>
            <a:xfrm rot="8518307">
              <a:off x="952419" y="1952125"/>
              <a:ext cx="980661" cy="172773"/>
            </a:xfrm>
            <a:prstGeom prst="ellipse">
              <a:avLst/>
            </a:prstGeom>
            <a:gradFill>
              <a:gsLst>
                <a:gs pos="0">
                  <a:srgbClr val="000000">
                    <a:alpha val="28150"/>
                  </a:srgbClr>
                </a:gs>
                <a:gs pos="14286">
                  <a:srgbClr val="000000">
                    <a:alpha val="26202"/>
                  </a:srgbClr>
                </a:gs>
                <a:gs pos="28571">
                  <a:srgbClr val="000000">
                    <a:alpha val="21015"/>
                  </a:srgbClr>
                </a:gs>
                <a:gs pos="42857">
                  <a:srgbClr val="000000">
                    <a:alpha val="14337"/>
                  </a:srgbClr>
                </a:gs>
                <a:gs pos="57143">
                  <a:srgbClr val="000000">
                    <a:alpha val="8217"/>
                  </a:srgbClr>
                </a:gs>
                <a:gs pos="71429">
                  <a:srgbClr val="000000">
                    <a:alpha val="3934"/>
                  </a:srgbClr>
                </a:gs>
                <a:gs pos="85714">
                  <a:srgbClr val="000000">
                    <a:alpha val="1575"/>
                  </a:srgbClr>
                </a:gs>
                <a:gs pos="100000">
                  <a:srgbClr val="000000">
                    <a:alpha val="52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Splat 1277"/>
            <p:cNvSpPr>
              <a:spLocks noGrp="1"/>
            </p:cNvSpPr>
            <p:nvPr/>
          </p:nvSpPr>
          <p:spPr>
            <a:xfrm rot="-8934445">
              <a:off x="677366" y="1694266"/>
              <a:ext cx="601128" cy="27266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Splat 1278"/>
            <p:cNvSpPr>
              <a:spLocks noGrp="1"/>
            </p:cNvSpPr>
            <p:nvPr/>
          </p:nvSpPr>
          <p:spPr>
            <a:xfrm rot="8276689">
              <a:off x="398801" y="1692801"/>
              <a:ext cx="689160" cy="435194"/>
            </a:xfrm>
            <a:prstGeom prst="ellipse">
              <a:avLst/>
            </a:prstGeom>
            <a:gradFill>
              <a:gsLst>
                <a:gs pos="0">
                  <a:srgbClr val="000500">
                    <a:alpha val="20214"/>
                  </a:srgbClr>
                </a:gs>
                <a:gs pos="14286">
                  <a:srgbClr val="000500">
                    <a:alpha val="18743"/>
                  </a:srgbClr>
                </a:gs>
                <a:gs pos="28571">
                  <a:srgbClr val="000500">
                    <a:alpha val="14884"/>
                  </a:srgbClr>
                </a:gs>
                <a:gs pos="42857">
                  <a:srgbClr val="000500">
                    <a:alpha val="10031"/>
                  </a:srgbClr>
                </a:gs>
                <a:gs pos="57143">
                  <a:srgbClr val="000500">
                    <a:alpha val="5689"/>
                  </a:srgbClr>
                </a:gs>
                <a:gs pos="71429">
                  <a:srgbClr val="000500">
                    <a:alpha val="2704"/>
                  </a:srgbClr>
                </a:gs>
                <a:gs pos="85714">
                  <a:srgbClr val="000500">
                    <a:alpha val="1078"/>
                  </a:srgbClr>
                </a:gs>
                <a:gs pos="100000">
                  <a:srgbClr val="000500">
                    <a:alpha val="36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Splat 1279"/>
            <p:cNvSpPr>
              <a:spLocks noGrp="1"/>
            </p:cNvSpPr>
            <p:nvPr/>
          </p:nvSpPr>
          <p:spPr>
            <a:xfrm rot="6502869">
              <a:off x="58514" y="1820439"/>
              <a:ext cx="408166" cy="2267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Splat 1280"/>
            <p:cNvSpPr>
              <a:spLocks noGrp="1"/>
            </p:cNvSpPr>
            <p:nvPr/>
          </p:nvSpPr>
          <p:spPr>
            <a:xfrm rot="10729570">
              <a:off x="-200063" y="1790655"/>
              <a:ext cx="790495" cy="161585"/>
            </a:xfrm>
            <a:prstGeom prst="ellipse">
              <a:avLst/>
            </a:prstGeom>
            <a:gradFill>
              <a:gsLst>
                <a:gs pos="0">
                  <a:srgbClr val="000003">
                    <a:alpha val="32968"/>
                  </a:srgbClr>
                </a:gs>
                <a:gs pos="14286">
                  <a:srgbClr val="000003">
                    <a:alpha val="30764"/>
                  </a:srgbClr>
                </a:gs>
                <a:gs pos="28571">
                  <a:srgbClr val="000003">
                    <a:alpha val="24833"/>
                  </a:srgbClr>
                </a:gs>
                <a:gs pos="42857">
                  <a:srgbClr val="000003">
                    <a:alpha val="17075"/>
                  </a:srgbClr>
                </a:gs>
                <a:gs pos="57143">
                  <a:srgbClr val="000003">
                    <a:alpha val="9855"/>
                  </a:srgbClr>
                </a:gs>
                <a:gs pos="71429">
                  <a:srgbClr val="000003">
                    <a:alpha val="4740"/>
                  </a:srgbClr>
                </a:gs>
                <a:gs pos="85714">
                  <a:srgbClr val="000003">
                    <a:alpha val="1902"/>
                  </a:srgbClr>
                </a:gs>
                <a:gs pos="100000">
                  <a:srgbClr val="000003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Splat 1281"/>
            <p:cNvSpPr>
              <a:spLocks noGrp="1"/>
            </p:cNvSpPr>
            <p:nvPr/>
          </p:nvSpPr>
          <p:spPr>
            <a:xfrm rot="3761747">
              <a:off x="3270699" y="1644173"/>
              <a:ext cx="732409" cy="140481"/>
            </a:xfrm>
            <a:prstGeom prst="ellipse">
              <a:avLst/>
            </a:prstGeom>
            <a:gradFill>
              <a:gsLst>
                <a:gs pos="0">
                  <a:srgbClr val="F8FAFC">
                    <a:alpha val="15013"/>
                  </a:srgbClr>
                </a:gs>
                <a:gs pos="14286">
                  <a:srgbClr val="F8FAFC">
                    <a:alpha val="13887"/>
                  </a:srgbClr>
                </a:gs>
                <a:gs pos="28571">
                  <a:srgbClr val="F8FAFC">
                    <a:alpha val="10960"/>
                  </a:srgbClr>
                </a:gs>
                <a:gs pos="42857">
                  <a:srgbClr val="F8FAFC">
                    <a:alpha val="7332"/>
                  </a:srgbClr>
                </a:gs>
                <a:gs pos="57143">
                  <a:srgbClr val="F8FAFC">
                    <a:alpha val="4131"/>
                  </a:srgbClr>
                </a:gs>
                <a:gs pos="71429">
                  <a:srgbClr val="F8FAFC">
                    <a:alpha val="1956"/>
                  </a:srgbClr>
                </a:gs>
                <a:gs pos="85714">
                  <a:srgbClr val="F8FAFC">
                    <a:alpha val="778"/>
                  </a:srgbClr>
                </a:gs>
                <a:gs pos="100000">
                  <a:srgbClr val="F8FAFC">
                    <a:alpha val="26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Splat 1282"/>
            <p:cNvSpPr>
              <a:spLocks noGrp="1"/>
            </p:cNvSpPr>
            <p:nvPr/>
          </p:nvSpPr>
          <p:spPr>
            <a:xfrm rot="7056470">
              <a:off x="2878763" y="1651938"/>
              <a:ext cx="445154" cy="248660"/>
            </a:xfrm>
            <a:prstGeom prst="ellipse">
              <a:avLst/>
            </a:prstGeom>
            <a:gradFill>
              <a:gsLst>
                <a:gs pos="0">
                  <a:srgbClr val="F8F9F9">
                    <a:alpha val="7483"/>
                  </a:srgbClr>
                </a:gs>
                <a:gs pos="14286">
                  <a:srgbClr val="F8F9F9">
                    <a:alpha val="6899"/>
                  </a:srgbClr>
                </a:gs>
                <a:gs pos="28571">
                  <a:srgbClr val="F8F9F9">
                    <a:alpha val="5399"/>
                  </a:srgbClr>
                </a:gs>
                <a:gs pos="42857">
                  <a:srgbClr val="F8F9F9">
                    <a:alpha val="3575"/>
                  </a:srgbClr>
                </a:gs>
                <a:gs pos="57143">
                  <a:srgbClr val="F8F9F9">
                    <a:alpha val="1997"/>
                  </a:srgbClr>
                </a:gs>
                <a:gs pos="71429">
                  <a:srgbClr val="F8F9F9">
                    <a:alpha val="940"/>
                  </a:srgbClr>
                </a:gs>
                <a:gs pos="85714">
                  <a:srgbClr val="F8F9F9">
                    <a:alpha val="373"/>
                  </a:srgbClr>
                </a:gs>
                <a:gs pos="100000">
                  <a:srgbClr val="F8F9F9">
                    <a:alpha val="12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Splat 1283"/>
            <p:cNvSpPr>
              <a:spLocks noGrp="1"/>
            </p:cNvSpPr>
            <p:nvPr/>
          </p:nvSpPr>
          <p:spPr>
            <a:xfrm rot="7933055">
              <a:off x="2594396" y="1605117"/>
              <a:ext cx="853012" cy="231634"/>
            </a:xfrm>
            <a:prstGeom prst="ellipse">
              <a:avLst/>
            </a:prstGeom>
            <a:gradFill>
              <a:gsLst>
                <a:gs pos="0">
                  <a:srgbClr val="000B00">
                    <a:alpha val="12353"/>
                  </a:srgbClr>
                </a:gs>
                <a:gs pos="14286">
                  <a:srgbClr val="000B00">
                    <a:alpha val="11413"/>
                  </a:srgbClr>
                </a:gs>
                <a:gs pos="28571">
                  <a:srgbClr val="000B00">
                    <a:alpha val="8980"/>
                  </a:srgbClr>
                </a:gs>
                <a:gs pos="42857">
                  <a:srgbClr val="000B00">
                    <a:alpha val="5985"/>
                  </a:srgbClr>
                </a:gs>
                <a:gs pos="57143">
                  <a:srgbClr val="000B00">
                    <a:alpha val="3362"/>
                  </a:srgbClr>
                </a:gs>
                <a:gs pos="71429">
                  <a:srgbClr val="000B00">
                    <a:alpha val="1588"/>
                  </a:srgbClr>
                </a:gs>
                <a:gs pos="85714">
                  <a:srgbClr val="000B00">
                    <a:alpha val="631"/>
                  </a:srgbClr>
                </a:gs>
                <a:gs pos="100000">
                  <a:srgbClr val="000B00">
                    <a:alpha val="211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Splat 1284"/>
            <p:cNvSpPr>
              <a:spLocks noGrp="1"/>
            </p:cNvSpPr>
            <p:nvPr/>
          </p:nvSpPr>
          <p:spPr>
            <a:xfrm rot="-9638970">
              <a:off x="1035542" y="1696850"/>
              <a:ext cx="686153" cy="680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Splat 1285"/>
            <p:cNvSpPr>
              <a:spLocks noGrp="1"/>
            </p:cNvSpPr>
            <p:nvPr/>
          </p:nvSpPr>
          <p:spPr>
            <a:xfrm rot="-8199278">
              <a:off x="175125" y="1620580"/>
              <a:ext cx="784431" cy="150285"/>
            </a:xfrm>
            <a:prstGeom prst="ellipse">
              <a:avLst/>
            </a:prstGeom>
            <a:gradFill>
              <a:gsLst>
                <a:gs pos="0">
                  <a:srgbClr val="000000">
                    <a:alpha val="25587"/>
                  </a:srgbClr>
                </a:gs>
                <a:gs pos="14286">
                  <a:srgbClr val="000000">
                    <a:alpha val="23786"/>
                  </a:srgbClr>
                </a:gs>
                <a:gs pos="28571">
                  <a:srgbClr val="000000">
                    <a:alpha val="19015"/>
                  </a:srgbClr>
                </a:gs>
                <a:gs pos="42857">
                  <a:srgbClr val="000000">
                    <a:alpha val="12920"/>
                  </a:srgbClr>
                </a:gs>
                <a:gs pos="57143">
                  <a:srgbClr val="000000">
                    <a:alpha val="7379"/>
                  </a:srgbClr>
                </a:gs>
                <a:gs pos="71429">
                  <a:srgbClr val="000000">
                    <a:alpha val="3524"/>
                  </a:srgbClr>
                </a:gs>
                <a:gs pos="85714">
                  <a:srgbClr val="000000">
                    <a:alpha val="1409"/>
                  </a:srgbClr>
                </a:gs>
                <a:gs pos="100000">
                  <a:srgbClr val="000000">
                    <a:alpha val="4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Splat 1286"/>
            <p:cNvSpPr>
              <a:spLocks noGrp="1"/>
            </p:cNvSpPr>
            <p:nvPr/>
          </p:nvSpPr>
          <p:spPr>
            <a:xfrm rot="9659546">
              <a:off x="-188975" y="1415828"/>
              <a:ext cx="406646" cy="328589"/>
            </a:xfrm>
            <a:prstGeom prst="ellipse">
              <a:avLst/>
            </a:prstGeom>
            <a:gradFill>
              <a:gsLst>
                <a:gs pos="0">
                  <a:srgbClr val="000000">
                    <a:alpha val="26522"/>
                  </a:srgbClr>
                </a:gs>
                <a:gs pos="14286">
                  <a:srgbClr val="000000">
                    <a:alpha val="24667"/>
                  </a:srgbClr>
                </a:gs>
                <a:gs pos="28571">
                  <a:srgbClr val="000000">
                    <a:alpha val="19743"/>
                  </a:srgbClr>
                </a:gs>
                <a:gs pos="42857">
                  <a:srgbClr val="000000">
                    <a:alpha val="13434"/>
                  </a:srgbClr>
                </a:gs>
                <a:gs pos="57143">
                  <a:srgbClr val="000000">
                    <a:alpha val="7682"/>
                  </a:srgbClr>
                </a:gs>
                <a:gs pos="71429">
                  <a:srgbClr val="000000">
                    <a:alpha val="3673"/>
                  </a:srgbClr>
                </a:gs>
                <a:gs pos="85714">
                  <a:srgbClr val="000000">
                    <a:alpha val="1469"/>
                  </a:srgbClr>
                </a:gs>
                <a:gs pos="100000">
                  <a:srgbClr val="000000">
                    <a:alpha val="4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Splat 1287"/>
            <p:cNvSpPr>
              <a:spLocks noGrp="1"/>
            </p:cNvSpPr>
            <p:nvPr/>
          </p:nvSpPr>
          <p:spPr>
            <a:xfrm rot="9349203">
              <a:off x="1509519" y="1532894"/>
              <a:ext cx="958281" cy="161004"/>
            </a:xfrm>
            <a:prstGeom prst="ellipse">
              <a:avLst/>
            </a:prstGeom>
            <a:gradFill>
              <a:gsLst>
                <a:gs pos="0">
                  <a:srgbClr val="000000">
                    <a:alpha val="24286"/>
                  </a:srgbClr>
                </a:gs>
                <a:gs pos="14286">
                  <a:srgbClr val="000000">
                    <a:alpha val="22563"/>
                  </a:srgbClr>
                </a:gs>
                <a:gs pos="28571">
                  <a:srgbClr val="000000">
                    <a:alpha val="18008"/>
                  </a:srgbClr>
                </a:gs>
                <a:gs pos="42857">
                  <a:srgbClr val="000000">
                    <a:alpha val="12210"/>
                  </a:srgbClr>
                </a:gs>
                <a:gs pos="57143">
                  <a:srgbClr val="000000">
                    <a:alpha val="6962"/>
                  </a:srgbClr>
                </a:gs>
                <a:gs pos="71429">
                  <a:srgbClr val="000000">
                    <a:alpha val="3321"/>
                  </a:srgbClr>
                </a:gs>
                <a:gs pos="85714">
                  <a:srgbClr val="000000">
                    <a:alpha val="1327"/>
                  </a:srgbClr>
                </a:gs>
                <a:gs pos="100000">
                  <a:srgbClr val="000000">
                    <a:alpha val="44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Splat 1288"/>
            <p:cNvSpPr>
              <a:spLocks noGrp="1"/>
            </p:cNvSpPr>
            <p:nvPr/>
          </p:nvSpPr>
          <p:spPr>
            <a:xfrm rot="-10318401">
              <a:off x="1192798" y="1329119"/>
              <a:ext cx="978007" cy="138852"/>
            </a:xfrm>
            <a:prstGeom prst="ellipse">
              <a:avLst/>
            </a:prstGeom>
            <a:gradFill>
              <a:gsLst>
                <a:gs pos="0">
                  <a:srgbClr val="000000">
                    <a:alpha val="26246"/>
                  </a:srgbClr>
                </a:gs>
                <a:gs pos="14286">
                  <a:srgbClr val="000000">
                    <a:alpha val="24407"/>
                  </a:srgbClr>
                </a:gs>
                <a:gs pos="28571">
                  <a:srgbClr val="000000">
                    <a:alpha val="19528"/>
                  </a:srgbClr>
                </a:gs>
                <a:gs pos="42857">
                  <a:srgbClr val="000000">
                    <a:alpha val="13282"/>
                  </a:srgbClr>
                </a:gs>
                <a:gs pos="57143">
                  <a:srgbClr val="000000">
                    <a:alpha val="7592"/>
                  </a:srgbClr>
                </a:gs>
                <a:gs pos="71429">
                  <a:srgbClr val="000000">
                    <a:alpha val="3629"/>
                  </a:srgbClr>
                </a:gs>
                <a:gs pos="85714">
                  <a:srgbClr val="000000">
                    <a:alpha val="1451"/>
                  </a:srgbClr>
                </a:gs>
                <a:gs pos="100000">
                  <a:srgbClr val="000000">
                    <a:alpha val="48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Splat 1289"/>
            <p:cNvSpPr>
              <a:spLocks noGrp="1"/>
            </p:cNvSpPr>
            <p:nvPr/>
          </p:nvSpPr>
          <p:spPr>
            <a:xfrm rot="3279037">
              <a:off x="681419" y="1521208"/>
              <a:ext cx="877776" cy="177713"/>
            </a:xfrm>
            <a:prstGeom prst="ellipse">
              <a:avLst/>
            </a:prstGeom>
            <a:gradFill>
              <a:gsLst>
                <a:gs pos="0">
                  <a:srgbClr val="000000">
                    <a:alpha val="29530"/>
                  </a:srgbClr>
                </a:gs>
                <a:gs pos="14286">
                  <a:srgbClr val="000000">
                    <a:alpha val="27506"/>
                  </a:srgbClr>
                </a:gs>
                <a:gs pos="28571">
                  <a:srgbClr val="000000">
                    <a:alpha val="22101"/>
                  </a:srgbClr>
                </a:gs>
                <a:gs pos="42857">
                  <a:srgbClr val="000000">
                    <a:alpha val="15111"/>
                  </a:srgbClr>
                </a:gs>
                <a:gs pos="57143">
                  <a:srgbClr val="000000">
                    <a:alpha val="8678"/>
                  </a:srgbClr>
                </a:gs>
                <a:gs pos="71429">
                  <a:srgbClr val="000000">
                    <a:alpha val="4160"/>
                  </a:srgbClr>
                </a:gs>
                <a:gs pos="85714">
                  <a:srgbClr val="000000">
                    <a:alpha val="1666"/>
                  </a:srgbClr>
                </a:gs>
                <a:gs pos="100000">
                  <a:srgbClr val="000000">
                    <a:alpha val="56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Splat 1290"/>
            <p:cNvSpPr>
              <a:spLocks noGrp="1"/>
            </p:cNvSpPr>
            <p:nvPr/>
          </p:nvSpPr>
          <p:spPr>
            <a:xfrm rot="7609345">
              <a:off x="269251" y="1499307"/>
              <a:ext cx="831507" cy="12032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Splat 1291"/>
            <p:cNvSpPr>
              <a:spLocks noGrp="1"/>
            </p:cNvSpPr>
            <p:nvPr/>
          </p:nvSpPr>
          <p:spPr>
            <a:xfrm rot="-9970651">
              <a:off x="226710" y="1327521"/>
              <a:ext cx="736494" cy="299517"/>
            </a:xfrm>
            <a:prstGeom prst="ellipse">
              <a:avLst/>
            </a:prstGeom>
            <a:gradFill>
              <a:gsLst>
                <a:gs pos="0">
                  <a:srgbClr val="000000">
                    <a:alpha val="24853"/>
                  </a:srgbClr>
                </a:gs>
                <a:gs pos="14286">
                  <a:srgbClr val="000000">
                    <a:alpha val="23096"/>
                  </a:srgbClr>
                </a:gs>
                <a:gs pos="28571">
                  <a:srgbClr val="000000">
                    <a:alpha val="18446"/>
                  </a:srgbClr>
                </a:gs>
                <a:gs pos="42857">
                  <a:srgbClr val="000000">
                    <a:alpha val="12518"/>
                  </a:srgbClr>
                </a:gs>
                <a:gs pos="57143">
                  <a:srgbClr val="000000">
                    <a:alpha val="7143"/>
                  </a:srgbClr>
                </a:gs>
                <a:gs pos="71429">
                  <a:srgbClr val="000000">
                    <a:alpha val="3409"/>
                  </a:srgbClr>
                </a:gs>
                <a:gs pos="85714">
                  <a:srgbClr val="000000">
                    <a:alpha val="1362"/>
                  </a:srgbClr>
                </a:gs>
                <a:gs pos="100000">
                  <a:srgbClr val="000000">
                    <a:alpha val="45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Splat 1292"/>
            <p:cNvSpPr>
              <a:spLocks noGrp="1"/>
            </p:cNvSpPr>
            <p:nvPr/>
          </p:nvSpPr>
          <p:spPr>
            <a:xfrm rot="6144858">
              <a:off x="-135048" y="1555899"/>
              <a:ext cx="442115" cy="93356"/>
            </a:xfrm>
            <a:prstGeom prst="ellipse">
              <a:avLst/>
            </a:prstGeom>
            <a:gradFill>
              <a:gsLst>
                <a:gs pos="0">
                  <a:srgbClr val="F1EFEF">
                    <a:alpha val="14320"/>
                  </a:srgbClr>
                </a:gs>
                <a:gs pos="14286">
                  <a:srgbClr val="F1EFEF">
                    <a:alpha val="13242"/>
                  </a:srgbClr>
                </a:gs>
                <a:gs pos="28571">
                  <a:srgbClr val="F1EFEF">
                    <a:alpha val="10443"/>
                  </a:srgbClr>
                </a:gs>
                <a:gs pos="42857">
                  <a:srgbClr val="F1EFEF">
                    <a:alpha val="6979"/>
                  </a:srgbClr>
                </a:gs>
                <a:gs pos="57143">
                  <a:srgbClr val="F1EFEF">
                    <a:alpha val="3929"/>
                  </a:srgbClr>
                </a:gs>
                <a:gs pos="71429">
                  <a:srgbClr val="F1EFEF">
                    <a:alpha val="1859"/>
                  </a:srgbClr>
                </a:gs>
                <a:gs pos="85714">
                  <a:srgbClr val="F1EFEF">
                    <a:alpha val="739"/>
                  </a:srgbClr>
                </a:gs>
                <a:gs pos="100000">
                  <a:srgbClr val="F1EFEF">
                    <a:alpha val="24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Splat 1293"/>
            <p:cNvSpPr>
              <a:spLocks noGrp="1"/>
            </p:cNvSpPr>
            <p:nvPr/>
          </p:nvSpPr>
          <p:spPr>
            <a:xfrm rot="7919874">
              <a:off x="3030404" y="1122928"/>
              <a:ext cx="1064366" cy="186964"/>
            </a:xfrm>
            <a:prstGeom prst="ellipse">
              <a:avLst/>
            </a:prstGeom>
            <a:gradFill>
              <a:gsLst>
                <a:gs pos="0">
                  <a:srgbClr val="FFFEFF">
                    <a:alpha val="6383"/>
                  </a:srgbClr>
                </a:gs>
                <a:gs pos="14286">
                  <a:srgbClr val="FFFEFF">
                    <a:alpha val="5882"/>
                  </a:srgbClr>
                </a:gs>
                <a:gs pos="28571">
                  <a:srgbClr val="FFFEFF">
                    <a:alpha val="4598"/>
                  </a:srgbClr>
                </a:gs>
                <a:gs pos="42857">
                  <a:srgbClr val="FFFEFF">
                    <a:alpha val="3040"/>
                  </a:srgbClr>
                </a:gs>
                <a:gs pos="57143">
                  <a:srgbClr val="FFFEFF">
                    <a:alpha val="1696"/>
                  </a:srgbClr>
                </a:gs>
                <a:gs pos="71429">
                  <a:srgbClr val="FFFEFF">
                    <a:alpha val="798"/>
                  </a:srgbClr>
                </a:gs>
                <a:gs pos="85714">
                  <a:srgbClr val="FFFEFF">
                    <a:alpha val="316"/>
                  </a:srgbClr>
                </a:gs>
                <a:gs pos="100000">
                  <a:srgbClr val="FFFEFF">
                    <a:alpha val="10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Splat 1294"/>
            <p:cNvSpPr>
              <a:spLocks noGrp="1"/>
            </p:cNvSpPr>
            <p:nvPr/>
          </p:nvSpPr>
          <p:spPr>
            <a:xfrm rot="-10338826">
              <a:off x="2662869" y="1164164"/>
              <a:ext cx="648300" cy="258381"/>
            </a:xfrm>
            <a:prstGeom prst="ellipse">
              <a:avLst/>
            </a:prstGeom>
            <a:gradFill>
              <a:gsLst>
                <a:gs pos="0">
                  <a:srgbClr val="000000">
                    <a:alpha val="31652"/>
                  </a:srgbClr>
                </a:gs>
                <a:gs pos="14286">
                  <a:srgbClr val="000000">
                    <a:alpha val="29515"/>
                  </a:srgbClr>
                </a:gs>
                <a:gs pos="28571">
                  <a:srgbClr val="000000">
                    <a:alpha val="23783"/>
                  </a:srgbClr>
                </a:gs>
                <a:gs pos="42857">
                  <a:srgbClr val="000000">
                    <a:alpha val="16317"/>
                  </a:srgbClr>
                </a:gs>
                <a:gs pos="57143">
                  <a:srgbClr val="000000">
                    <a:alpha val="9399"/>
                  </a:srgbClr>
                </a:gs>
                <a:gs pos="71429">
                  <a:srgbClr val="000000">
                    <a:alpha val="4515"/>
                  </a:srgbClr>
                </a:gs>
                <a:gs pos="85714">
                  <a:srgbClr val="000000">
                    <a:alpha val="1810"/>
                  </a:srgbClr>
                </a:gs>
                <a:gs pos="100000">
                  <a:srgbClr val="000000">
                    <a:alpha val="60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Splat 1295"/>
            <p:cNvSpPr>
              <a:spLocks noGrp="1"/>
            </p:cNvSpPr>
            <p:nvPr/>
          </p:nvSpPr>
          <p:spPr>
            <a:xfrm rot="6901792">
              <a:off x="2490252" y="1189810"/>
              <a:ext cx="493873" cy="34339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Splat 1296"/>
            <p:cNvSpPr>
              <a:spLocks noGrp="1"/>
            </p:cNvSpPr>
            <p:nvPr/>
          </p:nvSpPr>
          <p:spPr>
            <a:xfrm rot="5363450">
              <a:off x="1268050" y="1293211"/>
              <a:ext cx="1177538" cy="9987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Splat 1297"/>
            <p:cNvSpPr>
              <a:spLocks noGrp="1"/>
            </p:cNvSpPr>
            <p:nvPr/>
          </p:nvSpPr>
          <p:spPr>
            <a:xfrm rot="4077234">
              <a:off x="588349" y="1264714"/>
              <a:ext cx="572609" cy="20582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Splat 1298"/>
            <p:cNvSpPr>
              <a:spLocks noGrp="1"/>
            </p:cNvSpPr>
            <p:nvPr/>
          </p:nvSpPr>
          <p:spPr>
            <a:xfrm rot="4956680">
              <a:off x="-109621" y="1207363"/>
              <a:ext cx="914789" cy="204682"/>
            </a:xfrm>
            <a:prstGeom prst="ellipse">
              <a:avLst/>
            </a:prstGeom>
            <a:gradFill>
              <a:gsLst>
                <a:gs pos="0">
                  <a:srgbClr val="000000">
                    <a:alpha val="18105"/>
                  </a:srgbClr>
                </a:gs>
                <a:gs pos="14286">
                  <a:srgbClr val="000000">
                    <a:alpha val="16771"/>
                  </a:srgbClr>
                </a:gs>
                <a:gs pos="28571">
                  <a:srgbClr val="000000">
                    <a:alpha val="13284"/>
                  </a:srgbClr>
                </a:gs>
                <a:gs pos="42857">
                  <a:srgbClr val="000000">
                    <a:alpha val="8925"/>
                  </a:srgbClr>
                </a:gs>
                <a:gs pos="57143">
                  <a:srgbClr val="000000">
                    <a:alpha val="5048"/>
                  </a:srgbClr>
                </a:gs>
                <a:gs pos="71429">
                  <a:srgbClr val="000000">
                    <a:alpha val="2396"/>
                  </a:srgbClr>
                </a:gs>
                <a:gs pos="85714">
                  <a:srgbClr val="000000">
                    <a:alpha val="954"/>
                  </a:srgbClr>
                </a:gs>
                <a:gs pos="100000">
                  <a:srgbClr val="000000">
                    <a:alpha val="32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Splat 1299"/>
            <p:cNvSpPr>
              <a:spLocks noGrp="1"/>
            </p:cNvSpPr>
            <p:nvPr/>
          </p:nvSpPr>
          <p:spPr>
            <a:xfrm rot="-9994757">
              <a:off x="-316895" y="1205611"/>
              <a:ext cx="838030" cy="195657"/>
            </a:xfrm>
            <a:prstGeom prst="ellipse">
              <a:avLst/>
            </a:prstGeom>
            <a:gradFill>
              <a:gsLst>
                <a:gs pos="0">
                  <a:srgbClr val="000000">
                    <a:alpha val="10813"/>
                  </a:srgbClr>
                </a:gs>
                <a:gs pos="14286">
                  <a:srgbClr val="000000">
                    <a:alpha val="9984"/>
                  </a:srgbClr>
                </a:gs>
                <a:gs pos="28571">
                  <a:srgbClr val="000000">
                    <a:alpha val="7842"/>
                  </a:srgbClr>
                </a:gs>
                <a:gs pos="42857">
                  <a:srgbClr val="000000">
                    <a:alpha val="5216"/>
                  </a:srgbClr>
                </a:gs>
                <a:gs pos="57143">
                  <a:srgbClr val="000000">
                    <a:alpha val="2925"/>
                  </a:srgbClr>
                </a:gs>
                <a:gs pos="71429">
                  <a:srgbClr val="000000">
                    <a:alpha val="1380"/>
                  </a:srgbClr>
                </a:gs>
                <a:gs pos="85714">
                  <a:srgbClr val="000000">
                    <a:alpha val="548"/>
                  </a:srgbClr>
                </a:gs>
                <a:gs pos="100000">
                  <a:srgbClr val="000000">
                    <a:alpha val="1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Splat 1300"/>
            <p:cNvSpPr>
              <a:spLocks noGrp="1"/>
            </p:cNvSpPr>
            <p:nvPr/>
          </p:nvSpPr>
          <p:spPr>
            <a:xfrm rot="3196299">
              <a:off x="2762727" y="1175550"/>
              <a:ext cx="986200" cy="99808"/>
            </a:xfrm>
            <a:prstGeom prst="ellipse">
              <a:avLst/>
            </a:prstGeom>
            <a:gradFill>
              <a:gsLst>
                <a:gs pos="0">
                  <a:srgbClr val="000000">
                    <a:alpha val="30969"/>
                  </a:srgbClr>
                </a:gs>
                <a:gs pos="14286">
                  <a:srgbClr val="000000">
                    <a:alpha val="28868"/>
                  </a:srgbClr>
                </a:gs>
                <a:gs pos="28571">
                  <a:srgbClr val="000000">
                    <a:alpha val="23240"/>
                  </a:srgbClr>
                </a:gs>
                <a:gs pos="42857">
                  <a:srgbClr val="000000">
                    <a:alpha val="15927"/>
                  </a:srgbClr>
                </a:gs>
                <a:gs pos="57143">
                  <a:srgbClr val="000000">
                    <a:alpha val="9165"/>
                  </a:srgbClr>
                </a:gs>
                <a:gs pos="71429">
                  <a:srgbClr val="000000">
                    <a:alpha val="4400"/>
                  </a:srgbClr>
                </a:gs>
                <a:gs pos="85714">
                  <a:srgbClr val="000000">
                    <a:alpha val="1764"/>
                  </a:srgbClr>
                </a:gs>
                <a:gs pos="100000">
                  <a:srgbClr val="000000">
                    <a:alpha val="59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Splat 1301"/>
            <p:cNvSpPr>
              <a:spLocks noGrp="1"/>
            </p:cNvSpPr>
            <p:nvPr/>
          </p:nvSpPr>
          <p:spPr>
            <a:xfrm rot="8744720">
              <a:off x="2667983" y="941858"/>
              <a:ext cx="330977" cy="99034"/>
            </a:xfrm>
            <a:prstGeom prst="ellipse">
              <a:avLst/>
            </a:prstGeom>
            <a:gradFill>
              <a:gsLst>
                <a:gs pos="0">
                  <a:srgbClr val="F3F3F4">
                    <a:alpha val="20803"/>
                  </a:srgbClr>
                </a:gs>
                <a:gs pos="14286">
                  <a:srgbClr val="F3F3F4">
                    <a:alpha val="19295"/>
                  </a:srgbClr>
                </a:gs>
                <a:gs pos="28571">
                  <a:srgbClr val="F3F3F4">
                    <a:alpha val="15333"/>
                  </a:srgbClr>
                </a:gs>
                <a:gs pos="42857">
                  <a:srgbClr val="F3F3F4">
                    <a:alpha val="10343"/>
                  </a:srgbClr>
                </a:gs>
                <a:gs pos="57143">
                  <a:srgbClr val="F3F3F4">
                    <a:alpha val="5870"/>
                  </a:srgbClr>
                </a:gs>
                <a:gs pos="71429">
                  <a:srgbClr val="F3F3F4">
                    <a:alpha val="2792"/>
                  </a:srgbClr>
                </a:gs>
                <a:gs pos="85714">
                  <a:srgbClr val="F3F3F4">
                    <a:alpha val="1113"/>
                  </a:srgbClr>
                </a:gs>
                <a:gs pos="100000">
                  <a:srgbClr val="F3F3F4">
                    <a:alpha val="3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Splat 1302"/>
            <p:cNvSpPr>
              <a:spLocks noGrp="1"/>
            </p:cNvSpPr>
            <p:nvPr/>
          </p:nvSpPr>
          <p:spPr>
            <a:xfrm rot="-9507365">
              <a:off x="1395549" y="1004043"/>
              <a:ext cx="524622" cy="202999"/>
            </a:xfrm>
            <a:prstGeom prst="ellipse">
              <a:avLst/>
            </a:prstGeom>
            <a:gradFill>
              <a:gsLst>
                <a:gs pos="0">
                  <a:srgbClr val="BABCBA">
                    <a:alpha val="32968"/>
                  </a:srgbClr>
                </a:gs>
                <a:gs pos="14286">
                  <a:srgbClr val="BABCBA">
                    <a:alpha val="30764"/>
                  </a:srgbClr>
                </a:gs>
                <a:gs pos="28571">
                  <a:srgbClr val="BABCBA">
                    <a:alpha val="24833"/>
                  </a:srgbClr>
                </a:gs>
                <a:gs pos="42857">
                  <a:srgbClr val="BABCBA">
                    <a:alpha val="17075"/>
                  </a:srgbClr>
                </a:gs>
                <a:gs pos="57143">
                  <a:srgbClr val="BABCBA">
                    <a:alpha val="9855"/>
                  </a:srgbClr>
                </a:gs>
                <a:gs pos="71429">
                  <a:srgbClr val="BABCBA">
                    <a:alpha val="4740"/>
                  </a:srgbClr>
                </a:gs>
                <a:gs pos="85714">
                  <a:srgbClr val="BABCBA">
                    <a:alpha val="1902"/>
                  </a:srgbClr>
                </a:gs>
                <a:gs pos="100000">
                  <a:srgbClr val="BABCB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Splat 1303"/>
            <p:cNvSpPr>
              <a:spLocks noGrp="1"/>
            </p:cNvSpPr>
            <p:nvPr/>
          </p:nvSpPr>
          <p:spPr>
            <a:xfrm rot="-8628000">
              <a:off x="788625" y="1060376"/>
              <a:ext cx="636053" cy="202617"/>
            </a:xfrm>
            <a:prstGeom prst="ellipse">
              <a:avLst/>
            </a:prstGeom>
            <a:gradFill>
              <a:gsLst>
                <a:gs pos="0">
                  <a:srgbClr val="000200">
                    <a:alpha val="32968"/>
                  </a:srgbClr>
                </a:gs>
                <a:gs pos="14286">
                  <a:srgbClr val="000200">
                    <a:alpha val="30764"/>
                  </a:srgbClr>
                </a:gs>
                <a:gs pos="28571">
                  <a:srgbClr val="000200">
                    <a:alpha val="24833"/>
                  </a:srgbClr>
                </a:gs>
                <a:gs pos="42857">
                  <a:srgbClr val="000200">
                    <a:alpha val="17075"/>
                  </a:srgbClr>
                </a:gs>
                <a:gs pos="57143">
                  <a:srgbClr val="000200">
                    <a:alpha val="9855"/>
                  </a:srgbClr>
                </a:gs>
                <a:gs pos="71429">
                  <a:srgbClr val="000200">
                    <a:alpha val="4740"/>
                  </a:srgbClr>
                </a:gs>
                <a:gs pos="85714">
                  <a:srgbClr val="000200">
                    <a:alpha val="1902"/>
                  </a:srgbClr>
                </a:gs>
                <a:gs pos="100000">
                  <a:srgbClr val="0002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Splat 1304"/>
            <p:cNvSpPr>
              <a:spLocks noGrp="1"/>
            </p:cNvSpPr>
            <p:nvPr/>
          </p:nvSpPr>
          <p:spPr>
            <a:xfrm rot="3886595">
              <a:off x="-120545" y="1049219"/>
              <a:ext cx="731522" cy="18155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Splat 1305"/>
            <p:cNvSpPr>
              <a:spLocks noGrp="1"/>
            </p:cNvSpPr>
            <p:nvPr/>
          </p:nvSpPr>
          <p:spPr>
            <a:xfrm rot="9010705">
              <a:off x="3011171" y="692644"/>
              <a:ext cx="821691" cy="554882"/>
            </a:xfrm>
            <a:prstGeom prst="ellipse">
              <a:avLst/>
            </a:prstGeom>
            <a:gradFill>
              <a:gsLst>
                <a:gs pos="0">
                  <a:srgbClr val="000B00">
                    <a:alpha val="26455"/>
                  </a:srgbClr>
                </a:gs>
                <a:gs pos="14286">
                  <a:srgbClr val="000B00">
                    <a:alpha val="24605"/>
                  </a:srgbClr>
                </a:gs>
                <a:gs pos="28571">
                  <a:srgbClr val="000B00">
                    <a:alpha val="19691"/>
                  </a:srgbClr>
                </a:gs>
                <a:gs pos="42857">
                  <a:srgbClr val="000B00">
                    <a:alpha val="13397"/>
                  </a:srgbClr>
                </a:gs>
                <a:gs pos="57143">
                  <a:srgbClr val="000B00">
                    <a:alpha val="7661"/>
                  </a:srgbClr>
                </a:gs>
                <a:gs pos="71429">
                  <a:srgbClr val="000B00">
                    <a:alpha val="3662"/>
                  </a:srgbClr>
                </a:gs>
                <a:gs pos="85714">
                  <a:srgbClr val="000B00">
                    <a:alpha val="1464"/>
                  </a:srgbClr>
                </a:gs>
                <a:gs pos="100000">
                  <a:srgbClr val="000B00">
                    <a:alpha val="49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Splat 1306"/>
            <p:cNvSpPr>
              <a:spLocks noGrp="1"/>
            </p:cNvSpPr>
            <p:nvPr/>
          </p:nvSpPr>
          <p:spPr>
            <a:xfrm rot="-8577328">
              <a:off x="2818302" y="912671"/>
              <a:ext cx="693107" cy="186892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Splat 1307"/>
            <p:cNvSpPr>
              <a:spLocks noGrp="1"/>
            </p:cNvSpPr>
            <p:nvPr/>
          </p:nvSpPr>
          <p:spPr>
            <a:xfrm rot="2716207">
              <a:off x="2351490" y="791982"/>
              <a:ext cx="1010191" cy="275758"/>
            </a:xfrm>
            <a:prstGeom prst="ellipse">
              <a:avLst/>
            </a:prstGeom>
            <a:gradFill>
              <a:gsLst>
                <a:gs pos="0">
                  <a:srgbClr val="000400">
                    <a:alpha val="23768"/>
                  </a:srgbClr>
                </a:gs>
                <a:gs pos="14286">
                  <a:srgbClr val="000400">
                    <a:alpha val="22076"/>
                  </a:srgbClr>
                </a:gs>
                <a:gs pos="28571">
                  <a:srgbClr val="000400">
                    <a:alpha val="17607"/>
                  </a:srgbClr>
                </a:gs>
                <a:gs pos="42857">
                  <a:srgbClr val="000400">
                    <a:alpha val="11930"/>
                  </a:srgbClr>
                </a:gs>
                <a:gs pos="57143">
                  <a:srgbClr val="000400">
                    <a:alpha val="6797"/>
                  </a:srgbClr>
                </a:gs>
                <a:gs pos="71429">
                  <a:srgbClr val="000400">
                    <a:alpha val="3241"/>
                  </a:srgbClr>
                </a:gs>
                <a:gs pos="85714">
                  <a:srgbClr val="000400">
                    <a:alpha val="1294"/>
                  </a:srgbClr>
                </a:gs>
                <a:gs pos="100000">
                  <a:srgbClr val="000400">
                    <a:alpha val="4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Splat 1308"/>
            <p:cNvSpPr>
              <a:spLocks noGrp="1"/>
            </p:cNvSpPr>
            <p:nvPr/>
          </p:nvSpPr>
          <p:spPr>
            <a:xfrm rot="5360259">
              <a:off x="2100284" y="747537"/>
              <a:ext cx="855888" cy="15755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Splat 1309"/>
            <p:cNvSpPr>
              <a:spLocks noGrp="1"/>
            </p:cNvSpPr>
            <p:nvPr/>
          </p:nvSpPr>
          <p:spPr>
            <a:xfrm rot="9402715">
              <a:off x="1999909" y="739530"/>
              <a:ext cx="642043" cy="311916"/>
            </a:xfrm>
            <a:prstGeom prst="ellipse">
              <a:avLst/>
            </a:prstGeom>
            <a:gradFill>
              <a:gsLst>
                <a:gs pos="0">
                  <a:srgbClr val="000000">
                    <a:alpha val="26064"/>
                  </a:srgbClr>
                </a:gs>
                <a:gs pos="14286">
                  <a:srgbClr val="000000">
                    <a:alpha val="24235"/>
                  </a:srgbClr>
                </a:gs>
                <a:gs pos="28571">
                  <a:srgbClr val="000000">
                    <a:alpha val="19386"/>
                  </a:srgbClr>
                </a:gs>
                <a:gs pos="42857">
                  <a:srgbClr val="000000">
                    <a:alpha val="13181"/>
                  </a:srgbClr>
                </a:gs>
                <a:gs pos="57143">
                  <a:srgbClr val="000000">
                    <a:alpha val="7533"/>
                  </a:srgbClr>
                </a:gs>
                <a:gs pos="71429">
                  <a:srgbClr val="000000">
                    <a:alpha val="3600"/>
                  </a:srgbClr>
                </a:gs>
                <a:gs pos="85714">
                  <a:srgbClr val="000000">
                    <a:alpha val="1439"/>
                  </a:srgbClr>
                </a:gs>
                <a:gs pos="100000">
                  <a:srgbClr val="000000">
                    <a:alpha val="48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Splat 1310"/>
            <p:cNvSpPr>
              <a:spLocks noGrp="1"/>
            </p:cNvSpPr>
            <p:nvPr/>
          </p:nvSpPr>
          <p:spPr>
            <a:xfrm rot="-8722713">
              <a:off x="1603681" y="895313"/>
              <a:ext cx="692387" cy="162756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Splat 1311"/>
            <p:cNvSpPr>
              <a:spLocks noGrp="1"/>
            </p:cNvSpPr>
            <p:nvPr/>
          </p:nvSpPr>
          <p:spPr>
            <a:xfrm rot="-10157876">
              <a:off x="1331407" y="851543"/>
              <a:ext cx="947643" cy="230320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Splat 1312"/>
            <p:cNvSpPr>
              <a:spLocks noGrp="1"/>
            </p:cNvSpPr>
            <p:nvPr/>
          </p:nvSpPr>
          <p:spPr>
            <a:xfrm rot="4944651">
              <a:off x="1302715" y="544222"/>
              <a:ext cx="622478" cy="464782"/>
            </a:xfrm>
            <a:prstGeom prst="ellipse">
              <a:avLst/>
            </a:prstGeom>
            <a:gradFill>
              <a:gsLst>
                <a:gs pos="0">
                  <a:srgbClr val="000001">
                    <a:alpha val="31175"/>
                  </a:srgbClr>
                </a:gs>
                <a:gs pos="14286">
                  <a:srgbClr val="000001">
                    <a:alpha val="29063"/>
                  </a:srgbClr>
                </a:gs>
                <a:gs pos="28571">
                  <a:srgbClr val="000001">
                    <a:alpha val="23403"/>
                  </a:srgbClr>
                </a:gs>
                <a:gs pos="42857">
                  <a:srgbClr val="000001">
                    <a:alpha val="16044"/>
                  </a:srgbClr>
                </a:gs>
                <a:gs pos="57143">
                  <a:srgbClr val="000001">
                    <a:alpha val="9236"/>
                  </a:srgbClr>
                </a:gs>
                <a:gs pos="71429">
                  <a:srgbClr val="000001">
                    <a:alpha val="4435"/>
                  </a:srgbClr>
                </a:gs>
                <a:gs pos="85714">
                  <a:srgbClr val="000001">
                    <a:alpha val="1778"/>
                  </a:srgbClr>
                </a:gs>
                <a:gs pos="100000">
                  <a:srgbClr val="000001">
                    <a:alpha val="597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Splat 1313"/>
            <p:cNvSpPr>
              <a:spLocks noGrp="1"/>
            </p:cNvSpPr>
            <p:nvPr/>
          </p:nvSpPr>
          <p:spPr>
            <a:xfrm rot="-10656307">
              <a:off x="1032922" y="732169"/>
              <a:ext cx="590119" cy="22465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Splat 1314"/>
            <p:cNvSpPr>
              <a:spLocks noGrp="1"/>
            </p:cNvSpPr>
            <p:nvPr/>
          </p:nvSpPr>
          <p:spPr>
            <a:xfrm rot="-9853261">
              <a:off x="623600" y="715830"/>
              <a:ext cx="599513" cy="29494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Splat 1315"/>
            <p:cNvSpPr>
              <a:spLocks noGrp="1"/>
            </p:cNvSpPr>
            <p:nvPr/>
          </p:nvSpPr>
          <p:spPr>
            <a:xfrm rot="-10233402">
              <a:off x="272089" y="722261"/>
              <a:ext cx="627711" cy="18242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Splat 1316"/>
            <p:cNvSpPr>
              <a:spLocks noGrp="1"/>
            </p:cNvSpPr>
            <p:nvPr/>
          </p:nvSpPr>
          <p:spPr>
            <a:xfrm rot="-10163928">
              <a:off x="3040255" y="619835"/>
              <a:ext cx="866545" cy="9611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Splat 1317"/>
            <p:cNvSpPr>
              <a:spLocks noGrp="1"/>
            </p:cNvSpPr>
            <p:nvPr/>
          </p:nvSpPr>
          <p:spPr>
            <a:xfrm rot="8382631">
              <a:off x="2919232" y="588436"/>
              <a:ext cx="850092" cy="199728"/>
            </a:xfrm>
            <a:prstGeom prst="ellipse">
              <a:avLst/>
            </a:prstGeom>
            <a:gradFill>
              <a:gsLst>
                <a:gs pos="0">
                  <a:srgbClr val="000000">
                    <a:alpha val="14719"/>
                  </a:srgbClr>
                </a:gs>
                <a:gs pos="14286">
                  <a:srgbClr val="000000">
                    <a:alpha val="13613"/>
                  </a:srgbClr>
                </a:gs>
                <a:gs pos="28571">
                  <a:srgbClr val="000000">
                    <a:alpha val="10741"/>
                  </a:srgbClr>
                </a:gs>
                <a:gs pos="42857">
                  <a:srgbClr val="000000">
                    <a:alpha val="7182"/>
                  </a:srgbClr>
                </a:gs>
                <a:gs pos="57143">
                  <a:srgbClr val="000000">
                    <a:alpha val="4046"/>
                  </a:srgbClr>
                </a:gs>
                <a:gs pos="71429">
                  <a:srgbClr val="000000">
                    <a:alpha val="1914"/>
                  </a:srgbClr>
                </a:gs>
                <a:gs pos="85714">
                  <a:srgbClr val="000000">
                    <a:alpha val="761"/>
                  </a:srgbClr>
                </a:gs>
                <a:gs pos="100000">
                  <a:srgbClr val="000000">
                    <a:alpha val="255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Splat 1318"/>
            <p:cNvSpPr>
              <a:spLocks noGrp="1"/>
            </p:cNvSpPr>
            <p:nvPr/>
          </p:nvSpPr>
          <p:spPr>
            <a:xfrm rot="6398858">
              <a:off x="1781052" y="677239"/>
              <a:ext cx="580496" cy="157409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Splat 1319"/>
            <p:cNvSpPr>
              <a:spLocks noGrp="1"/>
            </p:cNvSpPr>
            <p:nvPr/>
          </p:nvSpPr>
          <p:spPr>
            <a:xfrm rot="5688625">
              <a:off x="889210" y="560597"/>
              <a:ext cx="838225" cy="333890"/>
            </a:xfrm>
            <a:prstGeom prst="ellipse">
              <a:avLst/>
            </a:prstGeom>
            <a:gradFill>
              <a:gsLst>
                <a:gs pos="0">
                  <a:srgbClr val="000000">
                    <a:alpha val="28732"/>
                  </a:srgbClr>
                </a:gs>
                <a:gs pos="14286">
                  <a:srgbClr val="000000">
                    <a:alpha val="26753"/>
                  </a:srgbClr>
                </a:gs>
                <a:gs pos="28571">
                  <a:srgbClr val="000000">
                    <a:alpha val="21473"/>
                  </a:srgbClr>
                </a:gs>
                <a:gs pos="42857">
                  <a:srgbClr val="000000">
                    <a:alpha val="14662"/>
                  </a:srgbClr>
                </a:gs>
                <a:gs pos="57143">
                  <a:srgbClr val="000000">
                    <a:alpha val="8411"/>
                  </a:srgbClr>
                </a:gs>
                <a:gs pos="71429">
                  <a:srgbClr val="000000">
                    <a:alpha val="4029"/>
                  </a:srgbClr>
                </a:gs>
                <a:gs pos="85714">
                  <a:srgbClr val="000000">
                    <a:alpha val="1613"/>
                  </a:srgbClr>
                </a:gs>
                <a:gs pos="100000">
                  <a:srgbClr val="000000">
                    <a:alpha val="54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Splat 1320"/>
            <p:cNvSpPr>
              <a:spLocks noGrp="1"/>
            </p:cNvSpPr>
            <p:nvPr/>
          </p:nvSpPr>
          <p:spPr>
            <a:xfrm rot="7159740">
              <a:off x="298144" y="636703"/>
              <a:ext cx="772968" cy="6240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Splat 1321"/>
            <p:cNvSpPr>
              <a:spLocks noGrp="1"/>
            </p:cNvSpPr>
            <p:nvPr/>
          </p:nvSpPr>
          <p:spPr>
            <a:xfrm rot="7023618">
              <a:off x="-334414" y="613144"/>
              <a:ext cx="794963" cy="279624"/>
            </a:xfrm>
            <a:prstGeom prst="ellipse">
              <a:avLst/>
            </a:prstGeom>
            <a:gradFill>
              <a:gsLst>
                <a:gs pos="0">
                  <a:srgbClr val="040009">
                    <a:alpha val="14448"/>
                  </a:srgbClr>
                </a:gs>
                <a:gs pos="14286">
                  <a:srgbClr val="040009">
                    <a:alpha val="13361"/>
                  </a:srgbClr>
                </a:gs>
                <a:gs pos="28571">
                  <a:srgbClr val="040009">
                    <a:alpha val="10538"/>
                  </a:srgbClr>
                </a:gs>
                <a:gs pos="42857">
                  <a:srgbClr val="040009">
                    <a:alpha val="7044"/>
                  </a:srgbClr>
                </a:gs>
                <a:gs pos="57143">
                  <a:srgbClr val="040009">
                    <a:alpha val="3967"/>
                  </a:srgbClr>
                </a:gs>
                <a:gs pos="71429">
                  <a:srgbClr val="040009">
                    <a:alpha val="1877"/>
                  </a:srgbClr>
                </a:gs>
                <a:gs pos="85714">
                  <a:srgbClr val="040009">
                    <a:alpha val="746"/>
                  </a:srgbClr>
                </a:gs>
                <a:gs pos="100000">
                  <a:srgbClr val="040009">
                    <a:alpha val="250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Splat 1322"/>
            <p:cNvSpPr>
              <a:spLocks noGrp="1"/>
            </p:cNvSpPr>
            <p:nvPr/>
          </p:nvSpPr>
          <p:spPr>
            <a:xfrm rot="8044217">
              <a:off x="2846833" y="515894"/>
              <a:ext cx="579782" cy="231328"/>
            </a:xfrm>
            <a:prstGeom prst="ellipse">
              <a:avLst/>
            </a:prstGeom>
            <a:gradFill>
              <a:gsLst>
                <a:gs pos="0">
                  <a:srgbClr val="001000">
                    <a:alpha val="32330"/>
                  </a:srgbClr>
                </a:gs>
                <a:gs pos="14286">
                  <a:srgbClr val="001000">
                    <a:alpha val="30158"/>
                  </a:srgbClr>
                </a:gs>
                <a:gs pos="28571">
                  <a:srgbClr val="001000">
                    <a:alpha val="24323"/>
                  </a:srgbClr>
                </a:gs>
                <a:gs pos="42857">
                  <a:srgbClr val="001000">
                    <a:alpha val="16707"/>
                  </a:srgbClr>
                </a:gs>
                <a:gs pos="57143">
                  <a:srgbClr val="001000">
                    <a:alpha val="9633"/>
                  </a:srgbClr>
                </a:gs>
                <a:gs pos="71429">
                  <a:srgbClr val="001000">
                    <a:alpha val="4631"/>
                  </a:srgbClr>
                </a:gs>
                <a:gs pos="85714">
                  <a:srgbClr val="001000">
                    <a:alpha val="1857"/>
                  </a:srgbClr>
                </a:gs>
                <a:gs pos="100000">
                  <a:srgbClr val="001000">
                    <a:alpha val="62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Splat 1323"/>
            <p:cNvSpPr>
              <a:spLocks noGrp="1"/>
            </p:cNvSpPr>
            <p:nvPr/>
          </p:nvSpPr>
          <p:spPr>
            <a:xfrm rot="4317074">
              <a:off x="2755482" y="429311"/>
              <a:ext cx="403427" cy="102913"/>
            </a:xfrm>
            <a:prstGeom prst="ellipse">
              <a:avLst/>
            </a:prstGeom>
            <a:gradFill>
              <a:gsLst>
                <a:gs pos="0">
                  <a:srgbClr val="FEFEFE">
                    <a:alpha val="10967"/>
                  </a:srgbClr>
                </a:gs>
                <a:gs pos="14286">
                  <a:srgbClr val="FEFEFE">
                    <a:alpha val="10127"/>
                  </a:srgbClr>
                </a:gs>
                <a:gs pos="28571">
                  <a:srgbClr val="FEFEFE">
                    <a:alpha val="7956"/>
                  </a:srgbClr>
                </a:gs>
                <a:gs pos="42857">
                  <a:srgbClr val="FEFEFE">
                    <a:alpha val="5293"/>
                  </a:srgbClr>
                </a:gs>
                <a:gs pos="57143">
                  <a:srgbClr val="FEFEFE">
                    <a:alpha val="2968"/>
                  </a:srgbClr>
                </a:gs>
                <a:gs pos="71429">
                  <a:srgbClr val="FEFEFE">
                    <a:alpha val="1401"/>
                  </a:srgbClr>
                </a:gs>
                <a:gs pos="85714">
                  <a:srgbClr val="FEFEFE">
                    <a:alpha val="556"/>
                  </a:srgbClr>
                </a:gs>
                <a:gs pos="100000">
                  <a:srgbClr val="FEFEFE">
                    <a:alpha val="1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Splat 1324"/>
            <p:cNvSpPr>
              <a:spLocks noGrp="1"/>
            </p:cNvSpPr>
            <p:nvPr/>
          </p:nvSpPr>
          <p:spPr>
            <a:xfrm rot="5794594">
              <a:off x="1624422" y="547914"/>
              <a:ext cx="908094" cy="108435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Splat 1325"/>
            <p:cNvSpPr>
              <a:spLocks noGrp="1"/>
            </p:cNvSpPr>
            <p:nvPr/>
          </p:nvSpPr>
          <p:spPr>
            <a:xfrm rot="9370854">
              <a:off x="364655" y="471885"/>
              <a:ext cx="1004222" cy="102911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Splat 1326"/>
            <p:cNvSpPr>
              <a:spLocks noGrp="1"/>
            </p:cNvSpPr>
            <p:nvPr/>
          </p:nvSpPr>
          <p:spPr>
            <a:xfrm rot="3234734">
              <a:off x="484649" y="388272"/>
              <a:ext cx="516387" cy="141266"/>
            </a:xfrm>
            <a:prstGeom prst="ellipse">
              <a:avLst/>
            </a:prstGeom>
            <a:gradFill>
              <a:gsLst>
                <a:gs pos="0">
                  <a:srgbClr val="FEFEFF">
                    <a:alpha val="15430"/>
                  </a:srgbClr>
                </a:gs>
                <a:gs pos="14286">
                  <a:srgbClr val="FEFEFF">
                    <a:alpha val="14275"/>
                  </a:srgbClr>
                </a:gs>
                <a:gs pos="28571">
                  <a:srgbClr val="FEFEFF">
                    <a:alpha val="11272"/>
                  </a:srgbClr>
                </a:gs>
                <a:gs pos="42857">
                  <a:srgbClr val="FEFEFF">
                    <a:alpha val="7545"/>
                  </a:srgbClr>
                </a:gs>
                <a:gs pos="57143">
                  <a:srgbClr val="FEFEFF">
                    <a:alpha val="4254"/>
                  </a:srgbClr>
                </a:gs>
                <a:gs pos="71429">
                  <a:srgbClr val="FEFEFF">
                    <a:alpha val="2014"/>
                  </a:srgbClr>
                </a:gs>
                <a:gs pos="85714">
                  <a:srgbClr val="FEFEFF">
                    <a:alpha val="801"/>
                  </a:srgbClr>
                </a:gs>
                <a:gs pos="100000">
                  <a:srgbClr val="FEFEFF">
                    <a:alpha val="2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Splat 1327"/>
            <p:cNvSpPr>
              <a:spLocks noGrp="1"/>
            </p:cNvSpPr>
            <p:nvPr/>
          </p:nvSpPr>
          <p:spPr>
            <a:xfrm rot="6008845">
              <a:off x="411702" y="467699"/>
              <a:ext cx="250478" cy="112901"/>
            </a:xfrm>
            <a:prstGeom prst="ellipse">
              <a:avLst/>
            </a:prstGeom>
            <a:gradFill>
              <a:gsLst>
                <a:gs pos="0">
                  <a:srgbClr val="FEFEFF">
                    <a:alpha val="14930"/>
                  </a:srgbClr>
                </a:gs>
                <a:gs pos="14286">
                  <a:srgbClr val="FEFEFF">
                    <a:alpha val="13810"/>
                  </a:srgbClr>
                </a:gs>
                <a:gs pos="28571">
                  <a:srgbClr val="FEFEFF">
                    <a:alpha val="10898"/>
                  </a:srgbClr>
                </a:gs>
                <a:gs pos="42857">
                  <a:srgbClr val="FEFEFF">
                    <a:alpha val="7289"/>
                  </a:srgbClr>
                </a:gs>
                <a:gs pos="57143">
                  <a:srgbClr val="FEFEFF">
                    <a:alpha val="4107"/>
                  </a:srgbClr>
                </a:gs>
                <a:gs pos="71429">
                  <a:srgbClr val="FEFEFF">
                    <a:alpha val="1944"/>
                  </a:srgbClr>
                </a:gs>
                <a:gs pos="85714">
                  <a:srgbClr val="FEFEFF">
                    <a:alpha val="773"/>
                  </a:srgbClr>
                </a:gs>
                <a:gs pos="100000">
                  <a:srgbClr val="FEFEFF">
                    <a:alpha val="25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Splat 1328"/>
            <p:cNvSpPr>
              <a:spLocks noGrp="1"/>
            </p:cNvSpPr>
            <p:nvPr/>
          </p:nvSpPr>
          <p:spPr>
            <a:xfrm rot="8228091">
              <a:off x="79806" y="415457"/>
              <a:ext cx="350455" cy="136628"/>
            </a:xfrm>
            <a:prstGeom prst="ellipse">
              <a:avLst/>
            </a:prstGeom>
            <a:gradFill>
              <a:gsLst>
                <a:gs pos="0">
                  <a:srgbClr val="FDFAFA">
                    <a:alpha val="21053"/>
                  </a:srgbClr>
                </a:gs>
                <a:gs pos="14286">
                  <a:srgbClr val="FDFAFA">
                    <a:alpha val="19529"/>
                  </a:srgbClr>
                </a:gs>
                <a:gs pos="28571">
                  <a:srgbClr val="FDFAFA">
                    <a:alpha val="15524"/>
                  </a:srgbClr>
                </a:gs>
                <a:gs pos="42857">
                  <a:srgbClr val="FDFAFA">
                    <a:alpha val="10475"/>
                  </a:srgbClr>
                </a:gs>
                <a:gs pos="57143">
                  <a:srgbClr val="FDFAFA">
                    <a:alpha val="5947"/>
                  </a:srgbClr>
                </a:gs>
                <a:gs pos="71429">
                  <a:srgbClr val="FDFAFA">
                    <a:alpha val="2829"/>
                  </a:srgbClr>
                </a:gs>
                <a:gs pos="85714">
                  <a:srgbClr val="FDFAFA">
                    <a:alpha val="1129"/>
                  </a:srgbClr>
                </a:gs>
                <a:gs pos="100000">
                  <a:srgbClr val="FDFAFA">
                    <a:alpha val="37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Splat 1329"/>
            <p:cNvSpPr>
              <a:spLocks noGrp="1"/>
            </p:cNvSpPr>
            <p:nvPr/>
          </p:nvSpPr>
          <p:spPr>
            <a:xfrm rot="5408472">
              <a:off x="3157390" y="295498"/>
              <a:ext cx="373246" cy="109174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Splat 1330"/>
            <p:cNvSpPr>
              <a:spLocks noGrp="1"/>
            </p:cNvSpPr>
            <p:nvPr/>
          </p:nvSpPr>
          <p:spPr>
            <a:xfrm rot="-9927768">
              <a:off x="2354640" y="224731"/>
              <a:ext cx="806676" cy="171495"/>
            </a:xfrm>
            <a:prstGeom prst="ellipse">
              <a:avLst/>
            </a:prstGeom>
            <a:gradFill>
              <a:gsLst>
                <a:gs pos="0">
                  <a:srgbClr val="060012">
                    <a:alpha val="29263"/>
                  </a:srgbClr>
                </a:gs>
                <a:gs pos="14286">
                  <a:srgbClr val="060012">
                    <a:alpha val="27254"/>
                  </a:srgbClr>
                </a:gs>
                <a:gs pos="28571">
                  <a:srgbClr val="060012">
                    <a:alpha val="21891"/>
                  </a:srgbClr>
                </a:gs>
                <a:gs pos="42857">
                  <a:srgbClr val="060012">
                    <a:alpha val="14961"/>
                  </a:srgbClr>
                </a:gs>
                <a:gs pos="57143">
                  <a:srgbClr val="060012">
                    <a:alpha val="8588"/>
                  </a:srgbClr>
                </a:gs>
                <a:gs pos="71429">
                  <a:srgbClr val="060012">
                    <a:alpha val="4116"/>
                  </a:srgbClr>
                </a:gs>
                <a:gs pos="85714">
                  <a:srgbClr val="060012">
                    <a:alpha val="1648"/>
                  </a:srgbClr>
                </a:gs>
                <a:gs pos="100000">
                  <a:srgbClr val="060012">
                    <a:alpha val="55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Splat 1331"/>
            <p:cNvSpPr>
              <a:spLocks noGrp="1"/>
            </p:cNvSpPr>
            <p:nvPr/>
          </p:nvSpPr>
          <p:spPr>
            <a:xfrm rot="3973082">
              <a:off x="2385549" y="269051"/>
              <a:ext cx="275500" cy="129665"/>
            </a:xfrm>
            <a:prstGeom prst="ellipse">
              <a:avLst/>
            </a:prstGeom>
            <a:gradFill>
              <a:gsLst>
                <a:gs pos="0">
                  <a:srgbClr val="FDFFFF">
                    <a:alpha val="12449"/>
                  </a:srgbClr>
                </a:gs>
                <a:gs pos="14286">
                  <a:srgbClr val="FDFFFF">
                    <a:alpha val="11502"/>
                  </a:srgbClr>
                </a:gs>
                <a:gs pos="28571">
                  <a:srgbClr val="FDFFFF">
                    <a:alpha val="9051"/>
                  </a:srgbClr>
                </a:gs>
                <a:gs pos="42857">
                  <a:srgbClr val="FDFFFF">
                    <a:alpha val="6033"/>
                  </a:srgbClr>
                </a:gs>
                <a:gs pos="57143">
                  <a:srgbClr val="FDFFFF">
                    <a:alpha val="3389"/>
                  </a:srgbClr>
                </a:gs>
                <a:gs pos="71429">
                  <a:srgbClr val="FDFFFF">
                    <a:alpha val="1601"/>
                  </a:srgbClr>
                </a:gs>
                <a:gs pos="85714">
                  <a:srgbClr val="FDFFFF">
                    <a:alpha val="636"/>
                  </a:srgbClr>
                </a:gs>
                <a:gs pos="100000">
                  <a:srgbClr val="FDFFFF">
                    <a:alpha val="21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Splat 1332"/>
            <p:cNvSpPr>
              <a:spLocks noGrp="1"/>
            </p:cNvSpPr>
            <p:nvPr/>
          </p:nvSpPr>
          <p:spPr>
            <a:xfrm rot="5808590">
              <a:off x="2157882" y="285830"/>
              <a:ext cx="434880" cy="51504"/>
            </a:xfrm>
            <a:prstGeom prst="ellipse">
              <a:avLst/>
            </a:prstGeom>
            <a:gradFill>
              <a:gsLst>
                <a:gs pos="0">
                  <a:srgbClr val="FFFFFD">
                    <a:alpha val="15663"/>
                  </a:srgbClr>
                </a:gs>
                <a:gs pos="14286">
                  <a:srgbClr val="FFFFFD">
                    <a:alpha val="14493"/>
                  </a:srgbClr>
                </a:gs>
                <a:gs pos="28571">
                  <a:srgbClr val="FFFFFD">
                    <a:alpha val="11447"/>
                  </a:srgbClr>
                </a:gs>
                <a:gs pos="42857">
                  <a:srgbClr val="FFFFFD">
                    <a:alpha val="7664"/>
                  </a:srgbClr>
                </a:gs>
                <a:gs pos="57143">
                  <a:srgbClr val="FFFFFD">
                    <a:alpha val="4322"/>
                  </a:srgbClr>
                </a:gs>
                <a:gs pos="71429">
                  <a:srgbClr val="FFFFFD">
                    <a:alpha val="2047"/>
                  </a:srgbClr>
                </a:gs>
                <a:gs pos="85714">
                  <a:srgbClr val="FFFFFD">
                    <a:alpha val="814"/>
                  </a:srgbClr>
                </a:gs>
                <a:gs pos="100000">
                  <a:srgbClr val="FFFFFD">
                    <a:alpha val="27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Splat 1333"/>
            <p:cNvSpPr>
              <a:spLocks noGrp="1"/>
            </p:cNvSpPr>
            <p:nvPr/>
          </p:nvSpPr>
          <p:spPr>
            <a:xfrm rot="5908279">
              <a:off x="1516249" y="188337"/>
              <a:ext cx="981013" cy="331034"/>
            </a:xfrm>
            <a:prstGeom prst="ellipse">
              <a:avLst/>
            </a:prstGeom>
            <a:gradFill>
              <a:gsLst>
                <a:gs pos="0">
                  <a:srgbClr val="000000">
                    <a:alpha val="25740"/>
                  </a:srgbClr>
                </a:gs>
                <a:gs pos="14286">
                  <a:srgbClr val="000000">
                    <a:alpha val="23931"/>
                  </a:srgbClr>
                </a:gs>
                <a:gs pos="28571">
                  <a:srgbClr val="000000">
                    <a:alpha val="19134"/>
                  </a:srgbClr>
                </a:gs>
                <a:gs pos="42857">
                  <a:srgbClr val="000000">
                    <a:alpha val="13004"/>
                  </a:srgbClr>
                </a:gs>
                <a:gs pos="57143">
                  <a:srgbClr val="000000">
                    <a:alpha val="7429"/>
                  </a:srgbClr>
                </a:gs>
                <a:gs pos="71429">
                  <a:srgbClr val="000000">
                    <a:alpha val="3549"/>
                  </a:srgbClr>
                </a:gs>
                <a:gs pos="85714">
                  <a:srgbClr val="000000">
                    <a:alpha val="1419"/>
                  </a:srgbClr>
                </a:gs>
                <a:gs pos="100000">
                  <a:srgbClr val="000000">
                    <a:alpha val="47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Splat 1334"/>
            <p:cNvSpPr>
              <a:spLocks noGrp="1"/>
            </p:cNvSpPr>
            <p:nvPr/>
          </p:nvSpPr>
          <p:spPr>
            <a:xfrm rot="9307760">
              <a:off x="1407480" y="174032"/>
              <a:ext cx="337444" cy="138398"/>
            </a:xfrm>
            <a:prstGeom prst="ellipse">
              <a:avLst/>
            </a:prstGeom>
            <a:gradFill>
              <a:gsLst>
                <a:gs pos="0">
                  <a:srgbClr val="FEFFFD">
                    <a:alpha val="23677"/>
                  </a:srgbClr>
                </a:gs>
                <a:gs pos="14286">
                  <a:srgbClr val="FEFFFD">
                    <a:alpha val="21991"/>
                  </a:srgbClr>
                </a:gs>
                <a:gs pos="28571">
                  <a:srgbClr val="FEFFFD">
                    <a:alpha val="17538"/>
                  </a:srgbClr>
                </a:gs>
                <a:gs pos="42857">
                  <a:srgbClr val="FEFFFD">
                    <a:alpha val="11881"/>
                  </a:srgbClr>
                </a:gs>
                <a:gs pos="57143">
                  <a:srgbClr val="FEFFFD">
                    <a:alpha val="6768"/>
                  </a:srgbClr>
                </a:gs>
                <a:gs pos="71429">
                  <a:srgbClr val="FEFFFD">
                    <a:alpha val="3227"/>
                  </a:srgbClr>
                </a:gs>
                <a:gs pos="85714">
                  <a:srgbClr val="FEFFFD">
                    <a:alpha val="1289"/>
                  </a:srgbClr>
                </a:gs>
                <a:gs pos="100000">
                  <a:srgbClr val="FEFFFD">
                    <a:alpha val="432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Splat 1335"/>
            <p:cNvSpPr>
              <a:spLocks noGrp="1"/>
            </p:cNvSpPr>
            <p:nvPr/>
          </p:nvSpPr>
          <p:spPr>
            <a:xfrm rot="6576605">
              <a:off x="883598" y="251895"/>
              <a:ext cx="451615" cy="150098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Splat 1336"/>
            <p:cNvSpPr>
              <a:spLocks noGrp="1"/>
            </p:cNvSpPr>
            <p:nvPr/>
          </p:nvSpPr>
          <p:spPr>
            <a:xfrm rot="5527257">
              <a:off x="3140039" y="95854"/>
              <a:ext cx="1003082" cy="65555"/>
            </a:xfrm>
            <a:prstGeom prst="ellipse">
              <a:avLst/>
            </a:prstGeom>
            <a:gradFill>
              <a:gsLst>
                <a:gs pos="0">
                  <a:srgbClr val="C4C5C4">
                    <a:alpha val="23729"/>
                  </a:srgbClr>
                </a:gs>
                <a:gs pos="14286">
                  <a:srgbClr val="C4C5C4">
                    <a:alpha val="22039"/>
                  </a:srgbClr>
                </a:gs>
                <a:gs pos="28571">
                  <a:srgbClr val="C4C5C4">
                    <a:alpha val="17577"/>
                  </a:srgbClr>
                </a:gs>
                <a:gs pos="42857">
                  <a:srgbClr val="C4C5C4">
                    <a:alpha val="11909"/>
                  </a:srgbClr>
                </a:gs>
                <a:gs pos="57143">
                  <a:srgbClr val="C4C5C4">
                    <a:alpha val="6785"/>
                  </a:srgbClr>
                </a:gs>
                <a:gs pos="71429">
                  <a:srgbClr val="C4C5C4">
                    <a:alpha val="3235"/>
                  </a:srgbClr>
                </a:gs>
                <a:gs pos="85714">
                  <a:srgbClr val="C4C5C4">
                    <a:alpha val="1292"/>
                  </a:srgbClr>
                </a:gs>
                <a:gs pos="100000">
                  <a:srgbClr val="C4C5C4">
                    <a:alpha val="433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Splat 1337"/>
            <p:cNvSpPr>
              <a:spLocks noGrp="1"/>
            </p:cNvSpPr>
            <p:nvPr/>
          </p:nvSpPr>
          <p:spPr>
            <a:xfrm rot="7461746">
              <a:off x="2816699" y="-45032"/>
              <a:ext cx="901394" cy="269347"/>
            </a:xfrm>
            <a:prstGeom prst="ellipse">
              <a:avLst/>
            </a:prstGeom>
            <a:gradFill>
              <a:gsLst>
                <a:gs pos="0">
                  <a:srgbClr val="000200">
                    <a:alpha val="26188"/>
                  </a:srgbClr>
                </a:gs>
                <a:gs pos="14286">
                  <a:srgbClr val="000200">
                    <a:alpha val="24352"/>
                  </a:srgbClr>
                </a:gs>
                <a:gs pos="28571">
                  <a:srgbClr val="000200">
                    <a:alpha val="19482"/>
                  </a:srgbClr>
                </a:gs>
                <a:gs pos="42857">
                  <a:srgbClr val="000200">
                    <a:alpha val="13250"/>
                  </a:srgbClr>
                </a:gs>
                <a:gs pos="57143">
                  <a:srgbClr val="000200">
                    <a:alpha val="7574"/>
                  </a:srgbClr>
                </a:gs>
                <a:gs pos="71429">
                  <a:srgbClr val="000200">
                    <a:alpha val="3619"/>
                  </a:srgbClr>
                </a:gs>
                <a:gs pos="85714">
                  <a:srgbClr val="000200">
                    <a:alpha val="1447"/>
                  </a:srgbClr>
                </a:gs>
                <a:gs pos="100000">
                  <a:srgbClr val="000200">
                    <a:alpha val="486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Splat 1338"/>
            <p:cNvSpPr>
              <a:spLocks noGrp="1"/>
            </p:cNvSpPr>
            <p:nvPr/>
          </p:nvSpPr>
          <p:spPr>
            <a:xfrm rot="8302493">
              <a:off x="2415465" y="-50960"/>
              <a:ext cx="892109" cy="246260"/>
            </a:xfrm>
            <a:prstGeom prst="ellipse">
              <a:avLst/>
            </a:prstGeom>
            <a:gradFill>
              <a:gsLst>
                <a:gs pos="0">
                  <a:srgbClr val="000002">
                    <a:alpha val="32968"/>
                  </a:srgbClr>
                </a:gs>
                <a:gs pos="14286">
                  <a:srgbClr val="000002">
                    <a:alpha val="30764"/>
                  </a:srgbClr>
                </a:gs>
                <a:gs pos="28571">
                  <a:srgbClr val="000002">
                    <a:alpha val="24833"/>
                  </a:srgbClr>
                </a:gs>
                <a:gs pos="42857">
                  <a:srgbClr val="000002">
                    <a:alpha val="17075"/>
                  </a:srgbClr>
                </a:gs>
                <a:gs pos="57143">
                  <a:srgbClr val="000002">
                    <a:alpha val="9855"/>
                  </a:srgbClr>
                </a:gs>
                <a:gs pos="71429">
                  <a:srgbClr val="000002">
                    <a:alpha val="4740"/>
                  </a:srgbClr>
                </a:gs>
                <a:gs pos="85714">
                  <a:srgbClr val="000002">
                    <a:alpha val="1902"/>
                  </a:srgbClr>
                </a:gs>
                <a:gs pos="100000">
                  <a:srgbClr val="000002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Splat 1339"/>
            <p:cNvSpPr>
              <a:spLocks noGrp="1"/>
            </p:cNvSpPr>
            <p:nvPr/>
          </p:nvSpPr>
          <p:spPr>
            <a:xfrm rot="6277060">
              <a:off x="1764819" y="28079"/>
              <a:ext cx="758046" cy="119276"/>
            </a:xfrm>
            <a:prstGeom prst="ellipse">
              <a:avLst/>
            </a:prstGeom>
            <a:gradFill>
              <a:gsLst>
                <a:gs pos="0">
                  <a:srgbClr val="9C999A">
                    <a:alpha val="32968"/>
                  </a:srgbClr>
                </a:gs>
                <a:gs pos="14286">
                  <a:srgbClr val="9C999A">
                    <a:alpha val="30764"/>
                  </a:srgbClr>
                </a:gs>
                <a:gs pos="28571">
                  <a:srgbClr val="9C999A">
                    <a:alpha val="24833"/>
                  </a:srgbClr>
                </a:gs>
                <a:gs pos="42857">
                  <a:srgbClr val="9C999A">
                    <a:alpha val="17075"/>
                  </a:srgbClr>
                </a:gs>
                <a:gs pos="57143">
                  <a:srgbClr val="9C999A">
                    <a:alpha val="9855"/>
                  </a:srgbClr>
                </a:gs>
                <a:gs pos="71429">
                  <a:srgbClr val="9C999A">
                    <a:alpha val="4740"/>
                  </a:srgbClr>
                </a:gs>
                <a:gs pos="85714">
                  <a:srgbClr val="9C999A">
                    <a:alpha val="1902"/>
                  </a:srgbClr>
                </a:gs>
                <a:gs pos="100000">
                  <a:srgbClr val="9C999A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Splat 1340"/>
            <p:cNvSpPr>
              <a:spLocks noGrp="1"/>
            </p:cNvSpPr>
            <p:nvPr/>
          </p:nvSpPr>
          <p:spPr>
            <a:xfrm rot="10027703">
              <a:off x="1674956" y="20203"/>
              <a:ext cx="315731" cy="106326"/>
            </a:xfrm>
            <a:prstGeom prst="ellipse">
              <a:avLst/>
            </a:prstGeom>
            <a:gradFill>
              <a:gsLst>
                <a:gs pos="0">
                  <a:srgbClr val="F8F9F9">
                    <a:alpha val="32968"/>
                  </a:srgbClr>
                </a:gs>
                <a:gs pos="14286">
                  <a:srgbClr val="F8F9F9">
                    <a:alpha val="30764"/>
                  </a:srgbClr>
                </a:gs>
                <a:gs pos="28571">
                  <a:srgbClr val="F8F9F9">
                    <a:alpha val="24833"/>
                  </a:srgbClr>
                </a:gs>
                <a:gs pos="42857">
                  <a:srgbClr val="F8F9F9">
                    <a:alpha val="17075"/>
                  </a:srgbClr>
                </a:gs>
                <a:gs pos="57143">
                  <a:srgbClr val="F8F9F9">
                    <a:alpha val="9855"/>
                  </a:srgbClr>
                </a:gs>
                <a:gs pos="71429">
                  <a:srgbClr val="F8F9F9">
                    <a:alpha val="4740"/>
                  </a:srgbClr>
                </a:gs>
                <a:gs pos="85714">
                  <a:srgbClr val="F8F9F9">
                    <a:alpha val="1902"/>
                  </a:srgbClr>
                </a:gs>
                <a:gs pos="100000">
                  <a:srgbClr val="F8F9F9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Splat 1341"/>
            <p:cNvSpPr>
              <a:spLocks noGrp="1"/>
            </p:cNvSpPr>
            <p:nvPr/>
          </p:nvSpPr>
          <p:spPr>
            <a:xfrm rot="5884550">
              <a:off x="1181714" y="-151491"/>
              <a:ext cx="784503" cy="302981"/>
            </a:xfrm>
            <a:prstGeom prst="ellipse">
              <a:avLst/>
            </a:prstGeom>
            <a:gradFill>
              <a:gsLst>
                <a:gs pos="0">
                  <a:srgbClr val="000000">
                    <a:alpha val="25377"/>
                  </a:srgbClr>
                </a:gs>
                <a:gs pos="14286">
                  <a:srgbClr val="000000">
                    <a:alpha val="23589"/>
                  </a:srgbClr>
                </a:gs>
                <a:gs pos="28571">
                  <a:srgbClr val="000000">
                    <a:alpha val="18852"/>
                  </a:srgbClr>
                </a:gs>
                <a:gs pos="42857">
                  <a:srgbClr val="000000">
                    <a:alpha val="12805"/>
                  </a:srgbClr>
                </a:gs>
                <a:gs pos="57143">
                  <a:srgbClr val="000000">
                    <a:alpha val="7311"/>
                  </a:srgbClr>
                </a:gs>
                <a:gs pos="71429">
                  <a:srgbClr val="000000">
                    <a:alpha val="3492"/>
                  </a:srgbClr>
                </a:gs>
                <a:gs pos="85714">
                  <a:srgbClr val="000000">
                    <a:alpha val="1396"/>
                  </a:srgbClr>
                </a:gs>
                <a:gs pos="100000">
                  <a:srgbClr val="000000">
                    <a:alpha val="468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Splat 1342"/>
            <p:cNvSpPr>
              <a:spLocks noGrp="1"/>
            </p:cNvSpPr>
            <p:nvPr/>
          </p:nvSpPr>
          <p:spPr>
            <a:xfrm rot="9898705">
              <a:off x="850064" y="13748"/>
              <a:ext cx="985658" cy="86177"/>
            </a:xfrm>
            <a:prstGeom prst="ellipse">
              <a:avLst/>
            </a:prstGeom>
            <a:gradFill>
              <a:gsLst>
                <a:gs pos="0">
                  <a:srgbClr val="000000">
                    <a:alpha val="32968"/>
                  </a:srgbClr>
                </a:gs>
                <a:gs pos="14286">
                  <a:srgbClr val="000000">
                    <a:alpha val="30764"/>
                  </a:srgbClr>
                </a:gs>
                <a:gs pos="28571">
                  <a:srgbClr val="000000">
                    <a:alpha val="24833"/>
                  </a:srgbClr>
                </a:gs>
                <a:gs pos="42857">
                  <a:srgbClr val="000000">
                    <a:alpha val="17075"/>
                  </a:srgbClr>
                </a:gs>
                <a:gs pos="57143">
                  <a:srgbClr val="000000">
                    <a:alpha val="9855"/>
                  </a:srgbClr>
                </a:gs>
                <a:gs pos="71429">
                  <a:srgbClr val="000000">
                    <a:alpha val="4740"/>
                  </a:srgbClr>
                </a:gs>
                <a:gs pos="85714">
                  <a:srgbClr val="000000">
                    <a:alpha val="1902"/>
                  </a:srgbClr>
                </a:gs>
                <a:gs pos="100000">
                  <a:srgbClr val="000000">
                    <a:alpha val="63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Splat 1343"/>
            <p:cNvSpPr>
              <a:spLocks noGrp="1"/>
            </p:cNvSpPr>
            <p:nvPr/>
          </p:nvSpPr>
          <p:spPr>
            <a:xfrm rot="-8434359">
              <a:off x="732071" y="104211"/>
              <a:ext cx="610336" cy="113543"/>
            </a:xfrm>
            <a:prstGeom prst="ellipse">
              <a:avLst/>
            </a:prstGeom>
            <a:gradFill>
              <a:gsLst>
                <a:gs pos="0">
                  <a:srgbClr val="FEFFFE">
                    <a:alpha val="8046"/>
                  </a:srgbClr>
                </a:gs>
                <a:gs pos="14286">
                  <a:srgbClr val="FEFFFE">
                    <a:alpha val="7420"/>
                  </a:srgbClr>
                </a:gs>
                <a:gs pos="28571">
                  <a:srgbClr val="FEFFFE">
                    <a:alpha val="5811"/>
                  </a:srgbClr>
                </a:gs>
                <a:gs pos="42857">
                  <a:srgbClr val="FEFFFE">
                    <a:alpha val="3850"/>
                  </a:srgbClr>
                </a:gs>
                <a:gs pos="57143">
                  <a:srgbClr val="FEFFFE">
                    <a:alpha val="2152"/>
                  </a:srgbClr>
                </a:gs>
                <a:gs pos="71429">
                  <a:srgbClr val="FEFFFE">
                    <a:alpha val="1013"/>
                  </a:srgbClr>
                </a:gs>
                <a:gs pos="85714">
                  <a:srgbClr val="FEFFFE">
                    <a:alpha val="402"/>
                  </a:srgbClr>
                </a:gs>
                <a:gs pos="100000">
                  <a:srgbClr val="FEFFFE">
                    <a:alpha val="134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Splat 1344"/>
            <p:cNvSpPr>
              <a:spLocks noGrp="1"/>
            </p:cNvSpPr>
            <p:nvPr/>
          </p:nvSpPr>
          <p:spPr>
            <a:xfrm rot="3312002">
              <a:off x="246130" y="64663"/>
              <a:ext cx="710907" cy="194393"/>
            </a:xfrm>
            <a:prstGeom prst="ellipse">
              <a:avLst/>
            </a:prstGeom>
            <a:gradFill>
              <a:gsLst>
                <a:gs pos="0">
                  <a:srgbClr val="000000">
                    <a:alpha val="24464"/>
                  </a:srgbClr>
                </a:gs>
                <a:gs pos="14286">
                  <a:srgbClr val="000000">
                    <a:alpha val="22730"/>
                  </a:srgbClr>
                </a:gs>
                <a:gs pos="28571">
                  <a:srgbClr val="000000">
                    <a:alpha val="18145"/>
                  </a:srgbClr>
                </a:gs>
                <a:gs pos="42857">
                  <a:srgbClr val="000000">
                    <a:alpha val="12307"/>
                  </a:srgbClr>
                </a:gs>
                <a:gs pos="57143">
                  <a:srgbClr val="000000">
                    <a:alpha val="7019"/>
                  </a:srgbClr>
                </a:gs>
                <a:gs pos="71429">
                  <a:srgbClr val="000000">
                    <a:alpha val="3349"/>
                  </a:srgbClr>
                </a:gs>
                <a:gs pos="85714">
                  <a:srgbClr val="000000">
                    <a:alpha val="1338"/>
                  </a:srgbClr>
                </a:gs>
                <a:gs pos="100000">
                  <a:srgbClr val="000000">
                    <a:alpha val="449"/>
                  </a:srgbClr>
                </a:gs>
              </a:gsLst>
              <a:path path="shape">
            </a:path>
            </a:gra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platThis Theme">
  <a:themeElements>
    <a:clrScheme name="SplatThis">
      <a:dk1>
        <a:sysClr val="windowText" lastClr="000000"/>
      </a:dk1>
      <a:lt1>
        <a:sysClr val="window" lastClr="FFFFFF"/>
      </a:lt1>
      <a:dk2>
        <a:srgbClr val="1F1F1F"/>
      </a:dk2>
      <a:lt2>
        <a:srgbClr val="F2F2F2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platThi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SplatThi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19050" cap="flat" cmpd="sng" algn="ctr">
          <a:solidFill>
            <a:schemeClr val="phClr"/>
          </a:solidFill>
        </a:ln>
        <a:ln w="38100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SplatThis</Application>
  <Slides>1</Slides>
  <PresentationFormat>Custom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SplatThis Export</dc:title>
  <dc:creator>SplatThis</dc:creator>
  <cp:lastModifiedBy>SplatThis</cp:lastModifiedBy>
  <dcterms:created xsi:type="dcterms:W3CDTF">2026-08-02T19:02:40Z</dcterms:created>
  <dcterms:modified xsi:type="dcterms:W3CDTF">2026-08-02T19:02:40Z</dcterms:modified>
</cp:coreProperties>
</file>