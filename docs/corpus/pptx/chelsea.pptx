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2428875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657600" cy="2428875"/>
          <a:chOff x="0" y="0"/>
          <a:chExt cx="3657600" cy="2428875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657600" cy="2428875"/>
            <a:chOff x="0" y="0"/>
            <a:chExt cx="3657600" cy="2428875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657600" cy="2428875"/>
            </a:xfrm>
            <a:prstGeom prst="rect">
              <a:avLst/>
            </a:prstGeom>
            <a:solidFill>
              <a:srgbClr val="97746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5329636">
              <a:off x="1363404" y="814755"/>
              <a:ext cx="20912" cy="6668"/>
            </a:xfrm>
            <a:prstGeom prst="ellipse">
              <a:avLst/>
            </a:prstGeom>
            <a:gradFill>
              <a:gsLst>
                <a:gs pos="0">
                  <a:srgbClr val="94AAD7">
                    <a:alpha val="25024"/>
                  </a:srgbClr>
                </a:gs>
                <a:gs pos="14286">
                  <a:srgbClr val="94AAD7">
                    <a:alpha val="23257"/>
                  </a:srgbClr>
                </a:gs>
                <a:gs pos="28571">
                  <a:srgbClr val="94AAD7">
                    <a:alpha val="18578"/>
                  </a:srgbClr>
                </a:gs>
                <a:gs pos="42857">
                  <a:srgbClr val="94AAD7">
                    <a:alpha val="12612"/>
                  </a:srgbClr>
                </a:gs>
                <a:gs pos="57143">
                  <a:srgbClr val="94AAD7">
                    <a:alpha val="7198"/>
                  </a:srgbClr>
                </a:gs>
                <a:gs pos="71429">
                  <a:srgbClr val="94AAD7">
                    <a:alpha val="3436"/>
                  </a:srgbClr>
                </a:gs>
                <a:gs pos="85714">
                  <a:srgbClr val="94AAD7">
                    <a:alpha val="1373"/>
                  </a:srgbClr>
                </a:gs>
                <a:gs pos="100000">
                  <a:srgbClr val="94AAD7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4153376">
              <a:off x="1632485" y="141746"/>
              <a:ext cx="639423" cy="159640"/>
            </a:xfrm>
            <a:prstGeom prst="ellipse">
              <a:avLst/>
            </a:prstGeom>
            <a:gradFill>
              <a:gsLst>
                <a:gs pos="0">
                  <a:srgbClr val="D7C0AB">
                    <a:alpha val="32968"/>
                  </a:srgbClr>
                </a:gs>
                <a:gs pos="14286">
                  <a:srgbClr val="D7C0AB">
                    <a:alpha val="30764"/>
                  </a:srgbClr>
                </a:gs>
                <a:gs pos="28571">
                  <a:srgbClr val="D7C0AB">
                    <a:alpha val="24833"/>
                  </a:srgbClr>
                </a:gs>
                <a:gs pos="42857">
                  <a:srgbClr val="D7C0AB">
                    <a:alpha val="17075"/>
                  </a:srgbClr>
                </a:gs>
                <a:gs pos="57143">
                  <a:srgbClr val="D7C0AB">
                    <a:alpha val="9855"/>
                  </a:srgbClr>
                </a:gs>
                <a:gs pos="71429">
                  <a:srgbClr val="D7C0AB">
                    <a:alpha val="4740"/>
                  </a:srgbClr>
                </a:gs>
                <a:gs pos="85714">
                  <a:srgbClr val="D7C0AB">
                    <a:alpha val="1902"/>
                  </a:srgbClr>
                </a:gs>
                <a:gs pos="100000">
                  <a:srgbClr val="D7C0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-9782278">
              <a:off x="1667612" y="-69871"/>
              <a:ext cx="746308" cy="732766"/>
            </a:xfrm>
            <a:prstGeom prst="ellipse">
              <a:avLst/>
            </a:prstGeom>
            <a:gradFill>
              <a:gsLst>
                <a:gs pos="0">
                  <a:srgbClr val="955F00">
                    <a:alpha val="32968"/>
                  </a:srgbClr>
                </a:gs>
                <a:gs pos="14286">
                  <a:srgbClr val="955F00">
                    <a:alpha val="30764"/>
                  </a:srgbClr>
                </a:gs>
                <a:gs pos="28571">
                  <a:srgbClr val="955F00">
                    <a:alpha val="24833"/>
                  </a:srgbClr>
                </a:gs>
                <a:gs pos="42857">
                  <a:srgbClr val="955F00">
                    <a:alpha val="17075"/>
                  </a:srgbClr>
                </a:gs>
                <a:gs pos="57143">
                  <a:srgbClr val="955F00">
                    <a:alpha val="9855"/>
                  </a:srgbClr>
                </a:gs>
                <a:gs pos="71429">
                  <a:srgbClr val="955F00">
                    <a:alpha val="4740"/>
                  </a:srgbClr>
                </a:gs>
                <a:gs pos="85714">
                  <a:srgbClr val="955F00">
                    <a:alpha val="1902"/>
                  </a:srgbClr>
                </a:gs>
                <a:gs pos="100000">
                  <a:srgbClr val="955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6418388">
              <a:off x="1202153" y="216797"/>
              <a:ext cx="828320" cy="139268"/>
            </a:xfrm>
            <a:prstGeom prst="ellipse">
              <a:avLst/>
            </a:prstGeom>
            <a:gradFill>
              <a:gsLst>
                <a:gs pos="0">
                  <a:srgbClr val="FFD7AA">
                    <a:alpha val="32968"/>
                  </a:srgbClr>
                </a:gs>
                <a:gs pos="14286">
                  <a:srgbClr val="FFD7AA">
                    <a:alpha val="30764"/>
                  </a:srgbClr>
                </a:gs>
                <a:gs pos="28571">
                  <a:srgbClr val="FFD7AA">
                    <a:alpha val="24833"/>
                  </a:srgbClr>
                </a:gs>
                <a:gs pos="42857">
                  <a:srgbClr val="FFD7AA">
                    <a:alpha val="17075"/>
                  </a:srgbClr>
                </a:gs>
                <a:gs pos="57143">
                  <a:srgbClr val="FFD7AA">
                    <a:alpha val="9855"/>
                  </a:srgbClr>
                </a:gs>
                <a:gs pos="71429">
                  <a:srgbClr val="FFD7AA">
                    <a:alpha val="4740"/>
                  </a:srgbClr>
                </a:gs>
                <a:gs pos="85714">
                  <a:srgbClr val="FFD7AA">
                    <a:alpha val="1902"/>
                  </a:srgbClr>
                </a:gs>
                <a:gs pos="100000">
                  <a:srgbClr val="FFD7A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9355507">
              <a:off x="2219821" y="1060033"/>
              <a:ext cx="788004" cy="4112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5314787">
              <a:off x="1356563" y="824248"/>
              <a:ext cx="32692" cy="8173"/>
            </a:xfrm>
            <a:prstGeom prst="ellipse">
              <a:avLst/>
            </a:prstGeom>
            <a:gradFill>
              <a:gsLst>
                <a:gs pos="0">
                  <a:srgbClr val="7993C2">
                    <a:alpha val="23190"/>
                  </a:srgbClr>
                </a:gs>
                <a:gs pos="14286">
                  <a:srgbClr val="7993C2">
                    <a:alpha val="21534"/>
                  </a:srgbClr>
                </a:gs>
                <a:gs pos="28571">
                  <a:srgbClr val="7993C2">
                    <a:alpha val="17162"/>
                  </a:srgbClr>
                </a:gs>
                <a:gs pos="42857">
                  <a:srgbClr val="7993C2">
                    <a:alpha val="11618"/>
                  </a:srgbClr>
                </a:gs>
                <a:gs pos="57143">
                  <a:srgbClr val="7993C2">
                    <a:alpha val="6614"/>
                  </a:srgbClr>
                </a:gs>
                <a:gs pos="71429">
                  <a:srgbClr val="7993C2">
                    <a:alpha val="3153"/>
                  </a:srgbClr>
                </a:gs>
                <a:gs pos="85714">
                  <a:srgbClr val="7993C2">
                    <a:alpha val="1259"/>
                  </a:srgbClr>
                </a:gs>
                <a:gs pos="100000">
                  <a:srgbClr val="7993C2">
                    <a:alpha val="4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3330948">
              <a:off x="1229676" y="805559"/>
              <a:ext cx="908886" cy="79440"/>
            </a:xfrm>
            <a:prstGeom prst="ellipse">
              <a:avLst/>
            </a:prstGeom>
            <a:gradFill>
              <a:gsLst>
                <a:gs pos="0">
                  <a:srgbClr val="FFD2B1">
                    <a:alpha val="32968"/>
                  </a:srgbClr>
                </a:gs>
                <a:gs pos="14286">
                  <a:srgbClr val="FFD2B1">
                    <a:alpha val="30764"/>
                  </a:srgbClr>
                </a:gs>
                <a:gs pos="28571">
                  <a:srgbClr val="FFD2B1">
                    <a:alpha val="24833"/>
                  </a:srgbClr>
                </a:gs>
                <a:gs pos="42857">
                  <a:srgbClr val="FFD2B1">
                    <a:alpha val="17075"/>
                  </a:srgbClr>
                </a:gs>
                <a:gs pos="57143">
                  <a:srgbClr val="FFD2B1">
                    <a:alpha val="9855"/>
                  </a:srgbClr>
                </a:gs>
                <a:gs pos="71429">
                  <a:srgbClr val="FFD2B1">
                    <a:alpha val="4740"/>
                  </a:srgbClr>
                </a:gs>
                <a:gs pos="85714">
                  <a:srgbClr val="FFD2B1">
                    <a:alpha val="1902"/>
                  </a:srgbClr>
                </a:gs>
                <a:gs pos="100000">
                  <a:srgbClr val="FFD2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6474135">
              <a:off x="1813967" y="460247"/>
              <a:ext cx="693098" cy="47475"/>
            </a:xfrm>
            <a:prstGeom prst="ellipse">
              <a:avLst/>
            </a:prstGeom>
            <a:gradFill>
              <a:gsLst>
                <a:gs pos="0">
                  <a:srgbClr val="FFD3A5">
                    <a:alpha val="32968"/>
                  </a:srgbClr>
                </a:gs>
                <a:gs pos="14286">
                  <a:srgbClr val="FFD3A5">
                    <a:alpha val="30764"/>
                  </a:srgbClr>
                </a:gs>
                <a:gs pos="28571">
                  <a:srgbClr val="FFD3A5">
                    <a:alpha val="24833"/>
                  </a:srgbClr>
                </a:gs>
                <a:gs pos="42857">
                  <a:srgbClr val="FFD3A5">
                    <a:alpha val="17075"/>
                  </a:srgbClr>
                </a:gs>
                <a:gs pos="57143">
                  <a:srgbClr val="FFD3A5">
                    <a:alpha val="9855"/>
                  </a:srgbClr>
                </a:gs>
                <a:gs pos="71429">
                  <a:srgbClr val="FFD3A5">
                    <a:alpha val="4740"/>
                  </a:srgbClr>
                </a:gs>
                <a:gs pos="85714">
                  <a:srgbClr val="FFD3A5">
                    <a:alpha val="1902"/>
                  </a:srgbClr>
                </a:gs>
                <a:gs pos="100000">
                  <a:srgbClr val="FFD3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-8421335">
              <a:off x="1159395" y="1086330"/>
              <a:ext cx="57913" cy="14478"/>
            </a:xfrm>
            <a:prstGeom prst="ellipse">
              <a:avLst/>
            </a:prstGeom>
            <a:gradFill>
              <a:gsLst>
                <a:gs pos="0">
                  <a:srgbClr val="966A46">
                    <a:alpha val="18777"/>
                  </a:srgbClr>
                </a:gs>
                <a:gs pos="14286">
                  <a:srgbClr val="966A46">
                    <a:alpha val="17399"/>
                  </a:srgbClr>
                </a:gs>
                <a:gs pos="28571">
                  <a:srgbClr val="966A46">
                    <a:alpha val="13793"/>
                  </a:srgbClr>
                </a:gs>
                <a:gs pos="42857">
                  <a:srgbClr val="966A46">
                    <a:alpha val="9276"/>
                  </a:srgbClr>
                </a:gs>
                <a:gs pos="57143">
                  <a:srgbClr val="966A46">
                    <a:alpha val="5251"/>
                  </a:srgbClr>
                </a:gs>
                <a:gs pos="71429">
                  <a:srgbClr val="966A46">
                    <a:alpha val="2493"/>
                  </a:srgbClr>
                </a:gs>
                <a:gs pos="85714">
                  <a:srgbClr val="966A46">
                    <a:alpha val="993"/>
                  </a:srgbClr>
                </a:gs>
                <a:gs pos="100000">
                  <a:srgbClr val="966A46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5483536">
              <a:off x="1343936" y="804467"/>
              <a:ext cx="48818" cy="12204"/>
            </a:xfrm>
            <a:prstGeom prst="ellipse">
              <a:avLst/>
            </a:prstGeom>
            <a:gradFill>
              <a:gsLst>
                <a:gs pos="0">
                  <a:srgbClr val="808E9F">
                    <a:alpha val="20397"/>
                  </a:srgbClr>
                </a:gs>
                <a:gs pos="14286">
                  <a:srgbClr val="808E9F">
                    <a:alpha val="18914"/>
                  </a:srgbClr>
                </a:gs>
                <a:gs pos="28571">
                  <a:srgbClr val="808E9F">
                    <a:alpha val="15023"/>
                  </a:srgbClr>
                </a:gs>
                <a:gs pos="42857">
                  <a:srgbClr val="808E9F">
                    <a:alpha val="10128"/>
                  </a:srgbClr>
                </a:gs>
                <a:gs pos="57143">
                  <a:srgbClr val="808E9F">
                    <a:alpha val="5745"/>
                  </a:srgbClr>
                </a:gs>
                <a:gs pos="71429">
                  <a:srgbClr val="808E9F">
                    <a:alpha val="2732"/>
                  </a:srgbClr>
                </a:gs>
                <a:gs pos="85714">
                  <a:srgbClr val="808E9F">
                    <a:alpha val="1089"/>
                  </a:srgbClr>
                </a:gs>
                <a:gs pos="100000">
                  <a:srgbClr val="808E9F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10082006">
              <a:off x="649289" y="592425"/>
              <a:ext cx="340824" cy="34900"/>
            </a:xfrm>
            <a:prstGeom prst="ellipse">
              <a:avLst/>
            </a:prstGeom>
            <a:gradFill>
              <a:gsLst>
                <a:gs pos="0">
                  <a:srgbClr val="FFE7C0">
                    <a:alpha val="32968"/>
                  </a:srgbClr>
                </a:gs>
                <a:gs pos="14286">
                  <a:srgbClr val="FFE7C0">
                    <a:alpha val="30764"/>
                  </a:srgbClr>
                </a:gs>
                <a:gs pos="28571">
                  <a:srgbClr val="FFE7C0">
                    <a:alpha val="24833"/>
                  </a:srgbClr>
                </a:gs>
                <a:gs pos="42857">
                  <a:srgbClr val="FFE7C0">
                    <a:alpha val="17075"/>
                  </a:srgbClr>
                </a:gs>
                <a:gs pos="57143">
                  <a:srgbClr val="FFE7C0">
                    <a:alpha val="9855"/>
                  </a:srgbClr>
                </a:gs>
                <a:gs pos="71429">
                  <a:srgbClr val="FFE7C0">
                    <a:alpha val="4740"/>
                  </a:srgbClr>
                </a:gs>
                <a:gs pos="85714">
                  <a:srgbClr val="FFE7C0">
                    <a:alpha val="1902"/>
                  </a:srgbClr>
                </a:gs>
                <a:gs pos="100000">
                  <a:srgbClr val="FFE7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5651928">
              <a:off x="2144157" y="1203519"/>
              <a:ext cx="461433" cy="291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9570588">
              <a:off x="1746474" y="478323"/>
              <a:ext cx="670171" cy="562753"/>
            </a:xfrm>
            <a:prstGeom prst="ellipse">
              <a:avLst/>
            </a:prstGeom>
            <a:gradFill>
              <a:gsLst>
                <a:gs pos="0">
                  <a:srgbClr val="B77B00">
                    <a:alpha val="32968"/>
                  </a:srgbClr>
                </a:gs>
                <a:gs pos="14286">
                  <a:srgbClr val="B77B00">
                    <a:alpha val="30764"/>
                  </a:srgbClr>
                </a:gs>
                <a:gs pos="28571">
                  <a:srgbClr val="B77B00">
                    <a:alpha val="24833"/>
                  </a:srgbClr>
                </a:gs>
                <a:gs pos="42857">
                  <a:srgbClr val="B77B00">
                    <a:alpha val="17075"/>
                  </a:srgbClr>
                </a:gs>
                <a:gs pos="57143">
                  <a:srgbClr val="B77B00">
                    <a:alpha val="9855"/>
                  </a:srgbClr>
                </a:gs>
                <a:gs pos="71429">
                  <a:srgbClr val="B77B00">
                    <a:alpha val="4740"/>
                  </a:srgbClr>
                </a:gs>
                <a:gs pos="85714">
                  <a:srgbClr val="B77B00">
                    <a:alpha val="1902"/>
                  </a:srgbClr>
                </a:gs>
                <a:gs pos="100000">
                  <a:srgbClr val="B77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5244910">
              <a:off x="794431" y="744648"/>
              <a:ext cx="645045" cy="110307"/>
            </a:xfrm>
            <a:prstGeom prst="ellipse">
              <a:avLst/>
            </a:prstGeom>
            <a:gradFill>
              <a:gsLst>
                <a:gs pos="0">
                  <a:srgbClr val="970019">
                    <a:alpha val="32968"/>
                  </a:srgbClr>
                </a:gs>
                <a:gs pos="14286">
                  <a:srgbClr val="970019">
                    <a:alpha val="30764"/>
                  </a:srgbClr>
                </a:gs>
                <a:gs pos="28571">
                  <a:srgbClr val="970019">
                    <a:alpha val="24833"/>
                  </a:srgbClr>
                </a:gs>
                <a:gs pos="42857">
                  <a:srgbClr val="970019">
                    <a:alpha val="17075"/>
                  </a:srgbClr>
                </a:gs>
                <a:gs pos="57143">
                  <a:srgbClr val="970019">
                    <a:alpha val="9855"/>
                  </a:srgbClr>
                </a:gs>
                <a:gs pos="71429">
                  <a:srgbClr val="970019">
                    <a:alpha val="4740"/>
                  </a:srgbClr>
                </a:gs>
                <a:gs pos="85714">
                  <a:srgbClr val="970019">
                    <a:alpha val="1902"/>
                  </a:srgbClr>
                </a:gs>
                <a:gs pos="100000">
                  <a:srgbClr val="97001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9686000">
              <a:off x="989361" y="2096652"/>
              <a:ext cx="60606" cy="15152"/>
            </a:xfrm>
            <a:prstGeom prst="ellipse">
              <a:avLst/>
            </a:prstGeom>
            <a:gradFill>
              <a:gsLst>
                <a:gs pos="0">
                  <a:srgbClr val="A78371">
                    <a:alpha val="18291"/>
                  </a:srgbClr>
                </a:gs>
                <a:gs pos="14286">
                  <a:srgbClr val="A78371">
                    <a:alpha val="16945"/>
                  </a:srgbClr>
                </a:gs>
                <a:gs pos="28571">
                  <a:srgbClr val="A78371">
                    <a:alpha val="13425"/>
                  </a:srgbClr>
                </a:gs>
                <a:gs pos="42857">
                  <a:srgbClr val="A78371">
                    <a:alpha val="9022"/>
                  </a:srgbClr>
                </a:gs>
                <a:gs pos="57143">
                  <a:srgbClr val="A78371">
                    <a:alpha val="5104"/>
                  </a:srgbClr>
                </a:gs>
                <a:gs pos="71429">
                  <a:srgbClr val="A78371">
                    <a:alpha val="2423"/>
                  </a:srgbClr>
                </a:gs>
                <a:gs pos="85714">
                  <a:srgbClr val="A78371">
                    <a:alpha val="965"/>
                  </a:srgbClr>
                </a:gs>
                <a:gs pos="100000">
                  <a:srgbClr val="A78371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8391065">
              <a:off x="1064479" y="2058519"/>
              <a:ext cx="184775" cy="40308"/>
            </a:xfrm>
            <a:prstGeom prst="ellipse">
              <a:avLst/>
            </a:prstGeom>
            <a:gradFill>
              <a:gsLst>
                <a:gs pos="0">
                  <a:srgbClr val="29001A">
                    <a:alpha val="32968"/>
                  </a:srgbClr>
                </a:gs>
                <a:gs pos="14286">
                  <a:srgbClr val="29001A">
                    <a:alpha val="30764"/>
                  </a:srgbClr>
                </a:gs>
                <a:gs pos="28571">
                  <a:srgbClr val="29001A">
                    <a:alpha val="24833"/>
                  </a:srgbClr>
                </a:gs>
                <a:gs pos="42857">
                  <a:srgbClr val="29001A">
                    <a:alpha val="17075"/>
                  </a:srgbClr>
                </a:gs>
                <a:gs pos="57143">
                  <a:srgbClr val="29001A">
                    <a:alpha val="9855"/>
                  </a:srgbClr>
                </a:gs>
                <a:gs pos="71429">
                  <a:srgbClr val="29001A">
                    <a:alpha val="4740"/>
                  </a:srgbClr>
                </a:gs>
                <a:gs pos="85714">
                  <a:srgbClr val="29001A">
                    <a:alpha val="1902"/>
                  </a:srgbClr>
                </a:gs>
                <a:gs pos="100000">
                  <a:srgbClr val="2900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4738703">
              <a:off x="1842675" y="594200"/>
              <a:ext cx="452148" cy="358563"/>
            </a:xfrm>
            <a:prstGeom prst="ellipse">
              <a:avLst/>
            </a:prstGeom>
            <a:gradFill>
              <a:gsLst>
                <a:gs pos="0">
                  <a:srgbClr val="E7E4DC">
                    <a:alpha val="16677"/>
                  </a:srgbClr>
                </a:gs>
                <a:gs pos="14286">
                  <a:srgbClr val="E7E4DC">
                    <a:alpha val="15439"/>
                  </a:srgbClr>
                </a:gs>
                <a:gs pos="28571">
                  <a:srgbClr val="E7E4DC">
                    <a:alpha val="12208"/>
                  </a:srgbClr>
                </a:gs>
                <a:gs pos="42857">
                  <a:srgbClr val="E7E4DC">
                    <a:alpha val="8186"/>
                  </a:srgbClr>
                </a:gs>
                <a:gs pos="57143">
                  <a:srgbClr val="E7E4DC">
                    <a:alpha val="4622"/>
                  </a:srgbClr>
                </a:gs>
                <a:gs pos="71429">
                  <a:srgbClr val="E7E4DC">
                    <a:alpha val="2191"/>
                  </a:srgbClr>
                </a:gs>
                <a:gs pos="85714">
                  <a:srgbClr val="E7E4DC">
                    <a:alpha val="872"/>
                  </a:srgbClr>
                </a:gs>
                <a:gs pos="100000">
                  <a:srgbClr val="E7E4DC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4171230">
              <a:off x="1054559" y="944529"/>
              <a:ext cx="60808" cy="15202"/>
            </a:xfrm>
            <a:prstGeom prst="ellipse">
              <a:avLst/>
            </a:prstGeom>
            <a:gradFill>
              <a:gsLst>
                <a:gs pos="0">
                  <a:srgbClr val="A57C5C">
                    <a:alpha val="18254"/>
                  </a:srgbClr>
                </a:gs>
                <a:gs pos="14286">
                  <a:srgbClr val="A57C5C">
                    <a:alpha val="16911"/>
                  </a:srgbClr>
                </a:gs>
                <a:gs pos="28571">
                  <a:srgbClr val="A57C5C">
                    <a:alpha val="13397"/>
                  </a:srgbClr>
                </a:gs>
                <a:gs pos="42857">
                  <a:srgbClr val="A57C5C">
                    <a:alpha val="9003"/>
                  </a:srgbClr>
                </a:gs>
                <a:gs pos="57143">
                  <a:srgbClr val="A57C5C">
                    <a:alpha val="5093"/>
                  </a:srgbClr>
                </a:gs>
                <a:gs pos="71429">
                  <a:srgbClr val="A57C5C">
                    <a:alpha val="2417"/>
                  </a:srgbClr>
                </a:gs>
                <a:gs pos="85714">
                  <a:srgbClr val="A57C5C">
                    <a:alpha val="963"/>
                  </a:srgbClr>
                </a:gs>
                <a:gs pos="100000">
                  <a:srgbClr val="A57C5C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-9154043">
              <a:off x="1242813" y="667608"/>
              <a:ext cx="397400" cy="25629"/>
            </a:xfrm>
            <a:prstGeom prst="ellipse">
              <a:avLst/>
            </a:prstGeom>
            <a:gradFill>
              <a:gsLst>
                <a:gs pos="0">
                  <a:srgbClr val="FFC78D">
                    <a:alpha val="32968"/>
                  </a:srgbClr>
                </a:gs>
                <a:gs pos="14286">
                  <a:srgbClr val="FFC78D">
                    <a:alpha val="30764"/>
                  </a:srgbClr>
                </a:gs>
                <a:gs pos="28571">
                  <a:srgbClr val="FFC78D">
                    <a:alpha val="24833"/>
                  </a:srgbClr>
                </a:gs>
                <a:gs pos="42857">
                  <a:srgbClr val="FFC78D">
                    <a:alpha val="17075"/>
                  </a:srgbClr>
                </a:gs>
                <a:gs pos="57143">
                  <a:srgbClr val="FFC78D">
                    <a:alpha val="9855"/>
                  </a:srgbClr>
                </a:gs>
                <a:gs pos="71429">
                  <a:srgbClr val="FFC78D">
                    <a:alpha val="4740"/>
                  </a:srgbClr>
                </a:gs>
                <a:gs pos="85714">
                  <a:srgbClr val="FFC78D">
                    <a:alpha val="1902"/>
                  </a:srgbClr>
                </a:gs>
                <a:gs pos="100000">
                  <a:srgbClr val="FFC7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-9245801">
              <a:off x="764337" y="1912400"/>
              <a:ext cx="481483" cy="1535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5568654">
              <a:off x="2315915" y="1144166"/>
              <a:ext cx="60944" cy="15236"/>
            </a:xfrm>
            <a:prstGeom prst="ellipse">
              <a:avLst/>
            </a:prstGeom>
            <a:gradFill>
              <a:gsLst>
                <a:gs pos="0">
                  <a:srgbClr val="99765C">
                    <a:alpha val="18229"/>
                  </a:srgbClr>
                </a:gs>
                <a:gs pos="14286">
                  <a:srgbClr val="99765C">
                    <a:alpha val="16887"/>
                  </a:srgbClr>
                </a:gs>
                <a:gs pos="28571">
                  <a:srgbClr val="99765C">
                    <a:alpha val="13379"/>
                  </a:srgbClr>
                </a:gs>
                <a:gs pos="42857">
                  <a:srgbClr val="99765C">
                    <a:alpha val="8990"/>
                  </a:srgbClr>
                </a:gs>
                <a:gs pos="57143">
                  <a:srgbClr val="99765C">
                    <a:alpha val="5086"/>
                  </a:srgbClr>
                </a:gs>
                <a:gs pos="71429">
                  <a:srgbClr val="99765C">
                    <a:alpha val="2414"/>
                  </a:srgbClr>
                </a:gs>
                <a:gs pos="85714">
                  <a:srgbClr val="99765C">
                    <a:alpha val="962"/>
                  </a:srgbClr>
                </a:gs>
                <a:gs pos="100000">
                  <a:srgbClr val="99765C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5069118">
              <a:off x="1277537" y="912278"/>
              <a:ext cx="919087" cy="161002"/>
            </a:xfrm>
            <a:prstGeom prst="ellipse">
              <a:avLst/>
            </a:prstGeom>
            <a:gradFill>
              <a:gsLst>
                <a:gs pos="0">
                  <a:srgbClr val="FF7600">
                    <a:alpha val="32968"/>
                  </a:srgbClr>
                </a:gs>
                <a:gs pos="14286">
                  <a:srgbClr val="FF7600">
                    <a:alpha val="30764"/>
                  </a:srgbClr>
                </a:gs>
                <a:gs pos="28571">
                  <a:srgbClr val="FF7600">
                    <a:alpha val="24833"/>
                  </a:srgbClr>
                </a:gs>
                <a:gs pos="42857">
                  <a:srgbClr val="FF7600">
                    <a:alpha val="17075"/>
                  </a:srgbClr>
                </a:gs>
                <a:gs pos="57143">
                  <a:srgbClr val="FF7600">
                    <a:alpha val="9855"/>
                  </a:srgbClr>
                </a:gs>
                <a:gs pos="71429">
                  <a:srgbClr val="FF7600">
                    <a:alpha val="4740"/>
                  </a:srgbClr>
                </a:gs>
                <a:gs pos="85714">
                  <a:srgbClr val="FF7600">
                    <a:alpha val="1902"/>
                  </a:srgbClr>
                </a:gs>
                <a:gs pos="100000">
                  <a:srgbClr val="FF7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7183055">
              <a:off x="1584746" y="192888"/>
              <a:ext cx="872846" cy="151882"/>
            </a:xfrm>
            <a:prstGeom prst="ellipse">
              <a:avLst/>
            </a:prstGeom>
            <a:gradFill>
              <a:gsLst>
                <a:gs pos="0">
                  <a:srgbClr val="FFC08C">
                    <a:alpha val="32968"/>
                  </a:srgbClr>
                </a:gs>
                <a:gs pos="14286">
                  <a:srgbClr val="FFC08C">
                    <a:alpha val="30764"/>
                  </a:srgbClr>
                </a:gs>
                <a:gs pos="28571">
                  <a:srgbClr val="FFC08C">
                    <a:alpha val="24833"/>
                  </a:srgbClr>
                </a:gs>
                <a:gs pos="42857">
                  <a:srgbClr val="FFC08C">
                    <a:alpha val="17075"/>
                  </a:srgbClr>
                </a:gs>
                <a:gs pos="57143">
                  <a:srgbClr val="FFC08C">
                    <a:alpha val="9855"/>
                  </a:srgbClr>
                </a:gs>
                <a:gs pos="71429">
                  <a:srgbClr val="FFC08C">
                    <a:alpha val="4740"/>
                  </a:srgbClr>
                </a:gs>
                <a:gs pos="85714">
                  <a:srgbClr val="FFC08C">
                    <a:alpha val="1902"/>
                  </a:srgbClr>
                </a:gs>
                <a:gs pos="100000">
                  <a:srgbClr val="FFC0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10351501">
              <a:off x="521752" y="1886460"/>
              <a:ext cx="429532" cy="24633"/>
            </a:xfrm>
            <a:prstGeom prst="ellipse">
              <a:avLst/>
            </a:prstGeom>
            <a:gradFill>
              <a:gsLst>
                <a:gs pos="0">
                  <a:srgbClr val="FFF2F3">
                    <a:alpha val="32968"/>
                  </a:srgbClr>
                </a:gs>
                <a:gs pos="14286">
                  <a:srgbClr val="FFF2F3">
                    <a:alpha val="30764"/>
                  </a:srgbClr>
                </a:gs>
                <a:gs pos="28571">
                  <a:srgbClr val="FFF2F3">
                    <a:alpha val="24833"/>
                  </a:srgbClr>
                </a:gs>
                <a:gs pos="42857">
                  <a:srgbClr val="FFF2F3">
                    <a:alpha val="17075"/>
                  </a:srgbClr>
                </a:gs>
                <a:gs pos="57143">
                  <a:srgbClr val="FFF2F3">
                    <a:alpha val="9855"/>
                  </a:srgbClr>
                </a:gs>
                <a:gs pos="71429">
                  <a:srgbClr val="FFF2F3">
                    <a:alpha val="4740"/>
                  </a:srgbClr>
                </a:gs>
                <a:gs pos="85714">
                  <a:srgbClr val="FFF2F3">
                    <a:alpha val="1902"/>
                  </a:srgbClr>
                </a:gs>
                <a:gs pos="100000">
                  <a:srgbClr val="FFF2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5051604">
              <a:off x="2247358" y="611472"/>
              <a:ext cx="60718" cy="15179"/>
            </a:xfrm>
            <a:prstGeom prst="ellipse">
              <a:avLst/>
            </a:prstGeom>
            <a:gradFill>
              <a:gsLst>
                <a:gs pos="0">
                  <a:srgbClr val="8F6646">
                    <a:alpha val="18270"/>
                  </a:srgbClr>
                </a:gs>
                <a:gs pos="14286">
                  <a:srgbClr val="8F6646">
                    <a:alpha val="16926"/>
                  </a:srgbClr>
                </a:gs>
                <a:gs pos="28571">
                  <a:srgbClr val="8F6646">
                    <a:alpha val="13410"/>
                  </a:srgbClr>
                </a:gs>
                <a:gs pos="42857">
                  <a:srgbClr val="8F6646">
                    <a:alpha val="9012"/>
                  </a:srgbClr>
                </a:gs>
                <a:gs pos="57143">
                  <a:srgbClr val="8F6646">
                    <a:alpha val="5098"/>
                  </a:srgbClr>
                </a:gs>
                <a:gs pos="71429">
                  <a:srgbClr val="8F6646">
                    <a:alpha val="2420"/>
                  </a:srgbClr>
                </a:gs>
                <a:gs pos="85714">
                  <a:srgbClr val="8F6646">
                    <a:alpha val="964"/>
                  </a:srgbClr>
                </a:gs>
                <a:gs pos="100000">
                  <a:srgbClr val="8F6646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6135334">
              <a:off x="2127041" y="438989"/>
              <a:ext cx="962457" cy="78766"/>
            </a:xfrm>
            <a:prstGeom prst="ellipse">
              <a:avLst/>
            </a:prstGeom>
            <a:gradFill>
              <a:gsLst>
                <a:gs pos="0">
                  <a:srgbClr val="350019">
                    <a:alpha val="32968"/>
                  </a:srgbClr>
                </a:gs>
                <a:gs pos="14286">
                  <a:srgbClr val="350019">
                    <a:alpha val="30764"/>
                  </a:srgbClr>
                </a:gs>
                <a:gs pos="28571">
                  <a:srgbClr val="350019">
                    <a:alpha val="24833"/>
                  </a:srgbClr>
                </a:gs>
                <a:gs pos="42857">
                  <a:srgbClr val="350019">
                    <a:alpha val="17075"/>
                  </a:srgbClr>
                </a:gs>
                <a:gs pos="57143">
                  <a:srgbClr val="350019">
                    <a:alpha val="9855"/>
                  </a:srgbClr>
                </a:gs>
                <a:gs pos="71429">
                  <a:srgbClr val="350019">
                    <a:alpha val="4740"/>
                  </a:srgbClr>
                </a:gs>
                <a:gs pos="85714">
                  <a:srgbClr val="350019">
                    <a:alpha val="1902"/>
                  </a:srgbClr>
                </a:gs>
                <a:gs pos="100000">
                  <a:srgbClr val="35001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9432514">
              <a:off x="1137148" y="2077859"/>
              <a:ext cx="63034" cy="15758"/>
            </a:xfrm>
            <a:prstGeom prst="ellipse">
              <a:avLst/>
            </a:prstGeom>
            <a:gradFill>
              <a:gsLst>
                <a:gs pos="0">
                  <a:srgbClr val="9D7A64">
                    <a:alpha val="17850"/>
                  </a:srgbClr>
                </a:gs>
                <a:gs pos="14286">
                  <a:srgbClr val="9D7A64">
                    <a:alpha val="16533"/>
                  </a:srgbClr>
                </a:gs>
                <a:gs pos="28571">
                  <a:srgbClr val="9D7A64">
                    <a:alpha val="13092"/>
                  </a:srgbClr>
                </a:gs>
                <a:gs pos="42857">
                  <a:srgbClr val="9D7A64">
                    <a:alpha val="8793"/>
                  </a:srgbClr>
                </a:gs>
                <a:gs pos="57143">
                  <a:srgbClr val="9D7A64">
                    <a:alpha val="4972"/>
                  </a:srgbClr>
                </a:gs>
                <a:gs pos="71429">
                  <a:srgbClr val="9D7A64">
                    <a:alpha val="2359"/>
                  </a:srgbClr>
                </a:gs>
                <a:gs pos="85714">
                  <a:srgbClr val="9D7A64">
                    <a:alpha val="940"/>
                  </a:srgbClr>
                </a:gs>
                <a:gs pos="100000">
                  <a:srgbClr val="9D7A64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5208466">
              <a:off x="896209" y="726587"/>
              <a:ext cx="510582" cy="435333"/>
            </a:xfrm>
            <a:prstGeom prst="ellipse">
              <a:avLst/>
            </a:prstGeom>
            <a:gradFill>
              <a:gsLst>
                <a:gs pos="0">
                  <a:srgbClr val="D4A32A">
                    <a:alpha val="32968"/>
                  </a:srgbClr>
                </a:gs>
                <a:gs pos="14286">
                  <a:srgbClr val="D4A32A">
                    <a:alpha val="30764"/>
                  </a:srgbClr>
                </a:gs>
                <a:gs pos="28571">
                  <a:srgbClr val="D4A32A">
                    <a:alpha val="24833"/>
                  </a:srgbClr>
                </a:gs>
                <a:gs pos="42857">
                  <a:srgbClr val="D4A32A">
                    <a:alpha val="17075"/>
                  </a:srgbClr>
                </a:gs>
                <a:gs pos="57143">
                  <a:srgbClr val="D4A32A">
                    <a:alpha val="9855"/>
                  </a:srgbClr>
                </a:gs>
                <a:gs pos="71429">
                  <a:srgbClr val="D4A32A">
                    <a:alpha val="4740"/>
                  </a:srgbClr>
                </a:gs>
                <a:gs pos="85714">
                  <a:srgbClr val="D4A32A">
                    <a:alpha val="1902"/>
                  </a:srgbClr>
                </a:gs>
                <a:gs pos="100000">
                  <a:srgbClr val="D4A32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8920387">
              <a:off x="2307559" y="606153"/>
              <a:ext cx="663108" cy="67213"/>
            </a:xfrm>
            <a:prstGeom prst="ellipse">
              <a:avLst/>
            </a:prstGeom>
            <a:gradFill>
              <a:gsLst>
                <a:gs pos="0">
                  <a:srgbClr val="FFCD90">
                    <a:alpha val="32968"/>
                  </a:srgbClr>
                </a:gs>
                <a:gs pos="14286">
                  <a:srgbClr val="FFCD90">
                    <a:alpha val="30764"/>
                  </a:srgbClr>
                </a:gs>
                <a:gs pos="28571">
                  <a:srgbClr val="FFCD90">
                    <a:alpha val="24833"/>
                  </a:srgbClr>
                </a:gs>
                <a:gs pos="42857">
                  <a:srgbClr val="FFCD90">
                    <a:alpha val="17075"/>
                  </a:srgbClr>
                </a:gs>
                <a:gs pos="57143">
                  <a:srgbClr val="FFCD90">
                    <a:alpha val="9855"/>
                  </a:srgbClr>
                </a:gs>
                <a:gs pos="71429">
                  <a:srgbClr val="FFCD90">
                    <a:alpha val="4740"/>
                  </a:srgbClr>
                </a:gs>
                <a:gs pos="85714">
                  <a:srgbClr val="FFCD90">
                    <a:alpha val="1902"/>
                  </a:srgbClr>
                </a:gs>
                <a:gs pos="100000">
                  <a:srgbClr val="FFCD9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6252606">
              <a:off x="1789336" y="161892"/>
              <a:ext cx="427167" cy="414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6306504">
              <a:off x="1434298" y="172241"/>
              <a:ext cx="62974" cy="15743"/>
            </a:xfrm>
            <a:prstGeom prst="ellipse">
              <a:avLst/>
            </a:prstGeom>
            <a:gradFill>
              <a:gsLst>
                <a:gs pos="0">
                  <a:srgbClr val="A37E5E">
                    <a:alpha val="17861"/>
                  </a:srgbClr>
                </a:gs>
                <a:gs pos="14286">
                  <a:srgbClr val="A37E5E">
                    <a:alpha val="16543"/>
                  </a:srgbClr>
                </a:gs>
                <a:gs pos="28571">
                  <a:srgbClr val="A37E5E">
                    <a:alpha val="13100"/>
                  </a:srgbClr>
                </a:gs>
                <a:gs pos="42857">
                  <a:srgbClr val="A37E5E">
                    <a:alpha val="8799"/>
                  </a:srgbClr>
                </a:gs>
                <a:gs pos="57143">
                  <a:srgbClr val="A37E5E">
                    <a:alpha val="4975"/>
                  </a:srgbClr>
                </a:gs>
                <a:gs pos="71429">
                  <a:srgbClr val="A37E5E">
                    <a:alpha val="2361"/>
                  </a:srgbClr>
                </a:gs>
                <a:gs pos="85714">
                  <a:srgbClr val="A37E5E">
                    <a:alpha val="940"/>
                  </a:srgbClr>
                </a:gs>
                <a:gs pos="100000">
                  <a:srgbClr val="A37E5E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7153505">
              <a:off x="2256645" y="443789"/>
              <a:ext cx="768295" cy="280109"/>
            </a:xfrm>
            <a:prstGeom prst="ellipse">
              <a:avLst/>
            </a:prstGeom>
            <a:gradFill>
              <a:gsLst>
                <a:gs pos="0">
                  <a:srgbClr val="F2B400">
                    <a:alpha val="25166"/>
                  </a:srgbClr>
                </a:gs>
                <a:gs pos="14286">
                  <a:srgbClr val="F2B400">
                    <a:alpha val="23391"/>
                  </a:srgbClr>
                </a:gs>
                <a:gs pos="28571">
                  <a:srgbClr val="F2B400">
                    <a:alpha val="18689"/>
                  </a:srgbClr>
                </a:gs>
                <a:gs pos="42857">
                  <a:srgbClr val="F2B400">
                    <a:alpha val="12690"/>
                  </a:srgbClr>
                </a:gs>
                <a:gs pos="57143">
                  <a:srgbClr val="F2B400">
                    <a:alpha val="7243"/>
                  </a:srgbClr>
                </a:gs>
                <a:gs pos="71429">
                  <a:srgbClr val="F2B400">
                    <a:alpha val="3458"/>
                  </a:srgbClr>
                </a:gs>
                <a:gs pos="85714">
                  <a:srgbClr val="F2B400">
                    <a:alpha val="1382"/>
                  </a:srgbClr>
                </a:gs>
                <a:gs pos="100000">
                  <a:srgbClr val="F2B400">
                    <a:alpha val="4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5746674">
              <a:off x="2041272" y="612550"/>
              <a:ext cx="414105" cy="66112"/>
            </a:xfrm>
            <a:prstGeom prst="ellipse">
              <a:avLst/>
            </a:prstGeom>
            <a:gradFill>
              <a:gsLst>
                <a:gs pos="0">
                  <a:srgbClr val="FFE1BE">
                    <a:alpha val="32968"/>
                  </a:srgbClr>
                </a:gs>
                <a:gs pos="14286">
                  <a:srgbClr val="FFE1BE">
                    <a:alpha val="30764"/>
                  </a:srgbClr>
                </a:gs>
                <a:gs pos="28571">
                  <a:srgbClr val="FFE1BE">
                    <a:alpha val="24833"/>
                  </a:srgbClr>
                </a:gs>
                <a:gs pos="42857">
                  <a:srgbClr val="FFE1BE">
                    <a:alpha val="17075"/>
                  </a:srgbClr>
                </a:gs>
                <a:gs pos="57143">
                  <a:srgbClr val="FFE1BE">
                    <a:alpha val="9855"/>
                  </a:srgbClr>
                </a:gs>
                <a:gs pos="71429">
                  <a:srgbClr val="FFE1BE">
                    <a:alpha val="4740"/>
                  </a:srgbClr>
                </a:gs>
                <a:gs pos="85714">
                  <a:srgbClr val="FFE1BE">
                    <a:alpha val="1902"/>
                  </a:srgbClr>
                </a:gs>
                <a:gs pos="100000">
                  <a:srgbClr val="FFE1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5570036">
              <a:off x="1349190" y="301595"/>
              <a:ext cx="571378" cy="27139"/>
            </a:xfrm>
            <a:prstGeom prst="ellipse">
              <a:avLst/>
            </a:prstGeom>
            <a:gradFill>
              <a:gsLst>
                <a:gs pos="0">
                  <a:srgbClr val="3E0000">
                    <a:alpha val="32968"/>
                  </a:srgbClr>
                </a:gs>
                <a:gs pos="14286">
                  <a:srgbClr val="3E0000">
                    <a:alpha val="30764"/>
                  </a:srgbClr>
                </a:gs>
                <a:gs pos="28571">
                  <a:srgbClr val="3E0000">
                    <a:alpha val="24833"/>
                  </a:srgbClr>
                </a:gs>
                <a:gs pos="42857">
                  <a:srgbClr val="3E0000">
                    <a:alpha val="17075"/>
                  </a:srgbClr>
                </a:gs>
                <a:gs pos="57143">
                  <a:srgbClr val="3E0000">
                    <a:alpha val="9855"/>
                  </a:srgbClr>
                </a:gs>
                <a:gs pos="71429">
                  <a:srgbClr val="3E0000">
                    <a:alpha val="4740"/>
                  </a:srgbClr>
                </a:gs>
                <a:gs pos="85714">
                  <a:srgbClr val="3E0000">
                    <a:alpha val="1902"/>
                  </a:srgbClr>
                </a:gs>
                <a:gs pos="100000">
                  <a:srgbClr val="3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-9802308">
              <a:off x="1263087" y="703805"/>
              <a:ext cx="447963" cy="443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5178616">
              <a:off x="1523521" y="50194"/>
              <a:ext cx="629939" cy="1095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9562286">
              <a:off x="1103791" y="2039856"/>
              <a:ext cx="64402" cy="16101"/>
            </a:xfrm>
            <a:prstGeom prst="ellipse">
              <a:avLst/>
            </a:prstGeom>
            <a:gradFill>
              <a:gsLst>
                <a:gs pos="0">
                  <a:srgbClr val="A17B61">
                    <a:alpha val="17601"/>
                  </a:srgbClr>
                </a:gs>
                <a:gs pos="14286">
                  <a:srgbClr val="A17B61">
                    <a:alpha val="16300"/>
                  </a:srgbClr>
                </a:gs>
                <a:gs pos="28571">
                  <a:srgbClr val="A17B61">
                    <a:alpha val="12904"/>
                  </a:srgbClr>
                </a:gs>
                <a:gs pos="42857">
                  <a:srgbClr val="A17B61">
                    <a:alpha val="8663"/>
                  </a:srgbClr>
                </a:gs>
                <a:gs pos="57143">
                  <a:srgbClr val="A17B61">
                    <a:alpha val="4897"/>
                  </a:srgbClr>
                </a:gs>
                <a:gs pos="71429">
                  <a:srgbClr val="A17B61">
                    <a:alpha val="2323"/>
                  </a:srgbClr>
                </a:gs>
                <a:gs pos="85714">
                  <a:srgbClr val="A17B61">
                    <a:alpha val="925"/>
                  </a:srgbClr>
                </a:gs>
                <a:gs pos="100000">
                  <a:srgbClr val="A17B61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8138412">
              <a:off x="2146530" y="423188"/>
              <a:ext cx="409553" cy="57601"/>
            </a:xfrm>
            <a:prstGeom prst="ellipse">
              <a:avLst/>
            </a:prstGeom>
            <a:gradFill>
              <a:gsLst>
                <a:gs pos="0">
                  <a:srgbClr val="FFC378">
                    <a:alpha val="32968"/>
                  </a:srgbClr>
                </a:gs>
                <a:gs pos="14286">
                  <a:srgbClr val="FFC378">
                    <a:alpha val="30764"/>
                  </a:srgbClr>
                </a:gs>
                <a:gs pos="28571">
                  <a:srgbClr val="FFC378">
                    <a:alpha val="24833"/>
                  </a:srgbClr>
                </a:gs>
                <a:gs pos="42857">
                  <a:srgbClr val="FFC378">
                    <a:alpha val="17075"/>
                  </a:srgbClr>
                </a:gs>
                <a:gs pos="57143">
                  <a:srgbClr val="FFC378">
                    <a:alpha val="9855"/>
                  </a:srgbClr>
                </a:gs>
                <a:gs pos="71429">
                  <a:srgbClr val="FFC378">
                    <a:alpha val="4740"/>
                  </a:srgbClr>
                </a:gs>
                <a:gs pos="85714">
                  <a:srgbClr val="FFC378">
                    <a:alpha val="1902"/>
                  </a:srgbClr>
                </a:gs>
                <a:gs pos="100000">
                  <a:srgbClr val="FFC3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5589968">
              <a:off x="1312857" y="558468"/>
              <a:ext cx="718338" cy="604138"/>
            </a:xfrm>
            <a:prstGeom prst="ellipse">
              <a:avLst/>
            </a:prstGeom>
            <a:gradFill>
              <a:gsLst>
                <a:gs pos="0">
                  <a:srgbClr val="AD6000">
                    <a:alpha val="32968"/>
                  </a:srgbClr>
                </a:gs>
                <a:gs pos="14286">
                  <a:srgbClr val="AD6000">
                    <a:alpha val="30764"/>
                  </a:srgbClr>
                </a:gs>
                <a:gs pos="28571">
                  <a:srgbClr val="AD6000">
                    <a:alpha val="24833"/>
                  </a:srgbClr>
                </a:gs>
                <a:gs pos="42857">
                  <a:srgbClr val="AD6000">
                    <a:alpha val="17075"/>
                  </a:srgbClr>
                </a:gs>
                <a:gs pos="57143">
                  <a:srgbClr val="AD6000">
                    <a:alpha val="9855"/>
                  </a:srgbClr>
                </a:gs>
                <a:gs pos="71429">
                  <a:srgbClr val="AD6000">
                    <a:alpha val="4740"/>
                  </a:srgbClr>
                </a:gs>
                <a:gs pos="85714">
                  <a:srgbClr val="AD6000">
                    <a:alpha val="1902"/>
                  </a:srgbClr>
                </a:gs>
                <a:gs pos="100000">
                  <a:srgbClr val="AD6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10287949">
              <a:off x="2326953" y="1319227"/>
              <a:ext cx="397793" cy="49954"/>
            </a:xfrm>
            <a:prstGeom prst="ellipse">
              <a:avLst/>
            </a:prstGeom>
            <a:gradFill>
              <a:gsLst>
                <a:gs pos="0">
                  <a:srgbClr val="FF8100">
                    <a:alpha val="32968"/>
                  </a:srgbClr>
                </a:gs>
                <a:gs pos="14286">
                  <a:srgbClr val="FF8100">
                    <a:alpha val="30764"/>
                  </a:srgbClr>
                </a:gs>
                <a:gs pos="28571">
                  <a:srgbClr val="FF8100">
                    <a:alpha val="24833"/>
                  </a:srgbClr>
                </a:gs>
                <a:gs pos="42857">
                  <a:srgbClr val="FF8100">
                    <a:alpha val="17075"/>
                  </a:srgbClr>
                </a:gs>
                <a:gs pos="57143">
                  <a:srgbClr val="FF8100">
                    <a:alpha val="9855"/>
                  </a:srgbClr>
                </a:gs>
                <a:gs pos="71429">
                  <a:srgbClr val="FF8100">
                    <a:alpha val="4740"/>
                  </a:srgbClr>
                </a:gs>
                <a:gs pos="85714">
                  <a:srgbClr val="FF8100">
                    <a:alpha val="1902"/>
                  </a:srgbClr>
                </a:gs>
                <a:gs pos="100000">
                  <a:srgbClr val="FF8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5176195">
              <a:off x="1849051" y="355770"/>
              <a:ext cx="258406" cy="647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10051126">
              <a:off x="913119" y="2033242"/>
              <a:ext cx="64826" cy="16207"/>
            </a:xfrm>
            <a:prstGeom prst="ellipse">
              <a:avLst/>
            </a:prstGeom>
            <a:gradFill>
              <a:gsLst>
                <a:gs pos="0">
                  <a:srgbClr val="AD876A">
                    <a:alpha val="17523"/>
                  </a:srgbClr>
                </a:gs>
                <a:gs pos="14286">
                  <a:srgbClr val="AD876A">
                    <a:alpha val="16228"/>
                  </a:srgbClr>
                </a:gs>
                <a:gs pos="28571">
                  <a:srgbClr val="AD876A">
                    <a:alpha val="12845"/>
                  </a:srgbClr>
                </a:gs>
                <a:gs pos="42857">
                  <a:srgbClr val="AD876A">
                    <a:alpha val="8623"/>
                  </a:srgbClr>
                </a:gs>
                <a:gs pos="57143">
                  <a:srgbClr val="AD876A">
                    <a:alpha val="4874"/>
                  </a:srgbClr>
                </a:gs>
                <a:gs pos="71429">
                  <a:srgbClr val="AD876A">
                    <a:alpha val="2312"/>
                  </a:srgbClr>
                </a:gs>
                <a:gs pos="85714">
                  <a:srgbClr val="AD876A">
                    <a:alpha val="921"/>
                  </a:srgbClr>
                </a:gs>
                <a:gs pos="100000">
                  <a:srgbClr val="AD876A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5771679">
              <a:off x="2204816" y="646074"/>
              <a:ext cx="64872" cy="16218"/>
            </a:xfrm>
            <a:prstGeom prst="ellipse">
              <a:avLst/>
            </a:prstGeom>
            <a:gradFill>
              <a:gsLst>
                <a:gs pos="0">
                  <a:srgbClr val="B68353">
                    <a:alpha val="17515"/>
                  </a:srgbClr>
                </a:gs>
                <a:gs pos="14286">
                  <a:srgbClr val="B68353">
                    <a:alpha val="16220"/>
                  </a:srgbClr>
                </a:gs>
                <a:gs pos="28571">
                  <a:srgbClr val="B68353">
                    <a:alpha val="12839"/>
                  </a:srgbClr>
                </a:gs>
                <a:gs pos="42857">
                  <a:srgbClr val="B68353">
                    <a:alpha val="8619"/>
                  </a:srgbClr>
                </a:gs>
                <a:gs pos="57143">
                  <a:srgbClr val="B68353">
                    <a:alpha val="4872"/>
                  </a:srgbClr>
                </a:gs>
                <a:gs pos="71429">
                  <a:srgbClr val="B68353">
                    <a:alpha val="2311"/>
                  </a:srgbClr>
                </a:gs>
                <a:gs pos="85714">
                  <a:srgbClr val="B68353">
                    <a:alpha val="920"/>
                  </a:srgbClr>
                </a:gs>
                <a:gs pos="100000">
                  <a:srgbClr val="B68353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-9257865">
              <a:off x="2051276" y="464670"/>
              <a:ext cx="483828" cy="1023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4522876">
              <a:off x="1051399" y="884858"/>
              <a:ext cx="628280" cy="171779"/>
            </a:xfrm>
            <a:prstGeom prst="ellipse">
              <a:avLst/>
            </a:prstGeom>
            <a:gradFill>
              <a:gsLst>
                <a:gs pos="0">
                  <a:srgbClr val="002500">
                    <a:alpha val="32968"/>
                  </a:srgbClr>
                </a:gs>
                <a:gs pos="14286">
                  <a:srgbClr val="002500">
                    <a:alpha val="30764"/>
                  </a:srgbClr>
                </a:gs>
                <a:gs pos="28571">
                  <a:srgbClr val="002500">
                    <a:alpha val="24833"/>
                  </a:srgbClr>
                </a:gs>
                <a:gs pos="42857">
                  <a:srgbClr val="002500">
                    <a:alpha val="17075"/>
                  </a:srgbClr>
                </a:gs>
                <a:gs pos="57143">
                  <a:srgbClr val="002500">
                    <a:alpha val="9855"/>
                  </a:srgbClr>
                </a:gs>
                <a:gs pos="71429">
                  <a:srgbClr val="002500">
                    <a:alpha val="4740"/>
                  </a:srgbClr>
                </a:gs>
                <a:gs pos="85714">
                  <a:srgbClr val="002500">
                    <a:alpha val="1902"/>
                  </a:srgbClr>
                </a:gs>
                <a:gs pos="100000">
                  <a:srgbClr val="002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7122342">
              <a:off x="1536407" y="309075"/>
              <a:ext cx="483938" cy="161098"/>
            </a:xfrm>
            <a:prstGeom prst="ellipse">
              <a:avLst/>
            </a:prstGeom>
            <a:gradFill>
              <a:gsLst>
                <a:gs pos="0">
                  <a:srgbClr val="360000">
                    <a:alpha val="32968"/>
                  </a:srgbClr>
                </a:gs>
                <a:gs pos="14286">
                  <a:srgbClr val="360000">
                    <a:alpha val="30764"/>
                  </a:srgbClr>
                </a:gs>
                <a:gs pos="28571">
                  <a:srgbClr val="360000">
                    <a:alpha val="24833"/>
                  </a:srgbClr>
                </a:gs>
                <a:gs pos="42857">
                  <a:srgbClr val="360000">
                    <a:alpha val="17075"/>
                  </a:srgbClr>
                </a:gs>
                <a:gs pos="57143">
                  <a:srgbClr val="360000">
                    <a:alpha val="9855"/>
                  </a:srgbClr>
                </a:gs>
                <a:gs pos="71429">
                  <a:srgbClr val="360000">
                    <a:alpha val="4740"/>
                  </a:srgbClr>
                </a:gs>
                <a:gs pos="85714">
                  <a:srgbClr val="360000">
                    <a:alpha val="1902"/>
                  </a:srgbClr>
                </a:gs>
                <a:gs pos="100000">
                  <a:srgbClr val="3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10520809">
              <a:off x="836552" y="1856684"/>
              <a:ext cx="434679" cy="26909"/>
            </a:xfrm>
            <a:prstGeom prst="ellipse">
              <a:avLst/>
            </a:prstGeom>
            <a:gradFill>
              <a:gsLst>
                <a:gs pos="0">
                  <a:srgbClr val="FFEDDE">
                    <a:alpha val="32968"/>
                  </a:srgbClr>
                </a:gs>
                <a:gs pos="14286">
                  <a:srgbClr val="FFEDDE">
                    <a:alpha val="30764"/>
                  </a:srgbClr>
                </a:gs>
                <a:gs pos="28571">
                  <a:srgbClr val="FFEDDE">
                    <a:alpha val="24833"/>
                  </a:srgbClr>
                </a:gs>
                <a:gs pos="42857">
                  <a:srgbClr val="FFEDDE">
                    <a:alpha val="17075"/>
                  </a:srgbClr>
                </a:gs>
                <a:gs pos="57143">
                  <a:srgbClr val="FFEDDE">
                    <a:alpha val="9855"/>
                  </a:srgbClr>
                </a:gs>
                <a:gs pos="71429">
                  <a:srgbClr val="FFEDDE">
                    <a:alpha val="4740"/>
                  </a:srgbClr>
                </a:gs>
                <a:gs pos="85714">
                  <a:srgbClr val="FFEDDE">
                    <a:alpha val="1902"/>
                  </a:srgbClr>
                </a:gs>
                <a:gs pos="100000">
                  <a:srgbClr val="FFED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4470527">
              <a:off x="1368619" y="911624"/>
              <a:ext cx="582504" cy="936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6078017">
              <a:off x="1875821" y="384200"/>
              <a:ext cx="347485" cy="23994"/>
            </a:xfrm>
            <a:prstGeom prst="ellipse">
              <a:avLst/>
            </a:prstGeom>
            <a:gradFill>
              <a:gsLst>
                <a:gs pos="0">
                  <a:srgbClr val="FFD3AD">
                    <a:alpha val="32968"/>
                  </a:srgbClr>
                </a:gs>
                <a:gs pos="14286">
                  <a:srgbClr val="FFD3AD">
                    <a:alpha val="30764"/>
                  </a:srgbClr>
                </a:gs>
                <a:gs pos="28571">
                  <a:srgbClr val="FFD3AD">
                    <a:alpha val="24833"/>
                  </a:srgbClr>
                </a:gs>
                <a:gs pos="42857">
                  <a:srgbClr val="FFD3AD">
                    <a:alpha val="17075"/>
                  </a:srgbClr>
                </a:gs>
                <a:gs pos="57143">
                  <a:srgbClr val="FFD3AD">
                    <a:alpha val="9855"/>
                  </a:srgbClr>
                </a:gs>
                <a:gs pos="71429">
                  <a:srgbClr val="FFD3AD">
                    <a:alpha val="4740"/>
                  </a:srgbClr>
                </a:gs>
                <a:gs pos="85714">
                  <a:srgbClr val="FFD3AD">
                    <a:alpha val="1902"/>
                  </a:srgbClr>
                </a:gs>
                <a:gs pos="100000">
                  <a:srgbClr val="FFD3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-8561319">
              <a:off x="1205510" y="1137035"/>
              <a:ext cx="64774" cy="16193"/>
            </a:xfrm>
            <a:prstGeom prst="ellipse">
              <a:avLst/>
            </a:prstGeom>
            <a:gradFill>
              <a:gsLst>
                <a:gs pos="0">
                  <a:srgbClr val="B1845E">
                    <a:alpha val="17533"/>
                  </a:srgbClr>
                </a:gs>
                <a:gs pos="14286">
                  <a:srgbClr val="B1845E">
                    <a:alpha val="16237"/>
                  </a:srgbClr>
                </a:gs>
                <a:gs pos="28571">
                  <a:srgbClr val="B1845E">
                    <a:alpha val="12852"/>
                  </a:srgbClr>
                </a:gs>
                <a:gs pos="42857">
                  <a:srgbClr val="B1845E">
                    <a:alpha val="8628"/>
                  </a:srgbClr>
                </a:gs>
                <a:gs pos="57143">
                  <a:srgbClr val="B1845E">
                    <a:alpha val="4877"/>
                  </a:srgbClr>
                </a:gs>
                <a:gs pos="71429">
                  <a:srgbClr val="B1845E">
                    <a:alpha val="2313"/>
                  </a:srgbClr>
                </a:gs>
                <a:gs pos="85714">
                  <a:srgbClr val="B1845E">
                    <a:alpha val="921"/>
                  </a:srgbClr>
                </a:gs>
                <a:gs pos="100000">
                  <a:srgbClr val="B1845E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-8575022">
              <a:off x="1234077" y="1223119"/>
              <a:ext cx="65627" cy="16407"/>
            </a:xfrm>
            <a:prstGeom prst="ellipse">
              <a:avLst/>
            </a:prstGeom>
            <a:gradFill>
              <a:gsLst>
                <a:gs pos="0">
                  <a:srgbClr val="946538">
                    <a:alpha val="17377"/>
                  </a:srgbClr>
                </a:gs>
                <a:gs pos="14286">
                  <a:srgbClr val="946538">
                    <a:alpha val="16091"/>
                  </a:srgbClr>
                </a:gs>
                <a:gs pos="28571">
                  <a:srgbClr val="946538">
                    <a:alpha val="12735"/>
                  </a:srgbClr>
                </a:gs>
                <a:gs pos="42857">
                  <a:srgbClr val="946538">
                    <a:alpha val="8547"/>
                  </a:srgbClr>
                </a:gs>
                <a:gs pos="57143">
                  <a:srgbClr val="946538">
                    <a:alpha val="4830"/>
                  </a:srgbClr>
                </a:gs>
                <a:gs pos="71429">
                  <a:srgbClr val="946538">
                    <a:alpha val="2291"/>
                  </a:srgbClr>
                </a:gs>
                <a:gs pos="85714">
                  <a:srgbClr val="946538">
                    <a:alpha val="912"/>
                  </a:srgbClr>
                </a:gs>
                <a:gs pos="100000">
                  <a:srgbClr val="946538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-9844339">
              <a:off x="1116587" y="1132455"/>
              <a:ext cx="506294" cy="724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-10699610">
              <a:off x="431602" y="1725278"/>
              <a:ext cx="537968" cy="22551"/>
            </a:xfrm>
            <a:prstGeom prst="ellipse">
              <a:avLst/>
            </a:prstGeom>
            <a:gradFill>
              <a:gsLst>
                <a:gs pos="0">
                  <a:srgbClr val="FFFFF1">
                    <a:alpha val="32968"/>
                  </a:srgbClr>
                </a:gs>
                <a:gs pos="14286">
                  <a:srgbClr val="FFFFF1">
                    <a:alpha val="30764"/>
                  </a:srgbClr>
                </a:gs>
                <a:gs pos="28571">
                  <a:srgbClr val="FFFFF1">
                    <a:alpha val="24833"/>
                  </a:srgbClr>
                </a:gs>
                <a:gs pos="42857">
                  <a:srgbClr val="FFFFF1">
                    <a:alpha val="17075"/>
                  </a:srgbClr>
                </a:gs>
                <a:gs pos="57143">
                  <a:srgbClr val="FFFFF1">
                    <a:alpha val="9855"/>
                  </a:srgbClr>
                </a:gs>
                <a:gs pos="71429">
                  <a:srgbClr val="FFFFF1">
                    <a:alpha val="4740"/>
                  </a:srgbClr>
                </a:gs>
                <a:gs pos="85714">
                  <a:srgbClr val="FFFFF1">
                    <a:alpha val="1902"/>
                  </a:srgbClr>
                </a:gs>
                <a:gs pos="100000">
                  <a:srgbClr val="FFF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5857859">
              <a:off x="2394244" y="897201"/>
              <a:ext cx="65792" cy="16448"/>
            </a:xfrm>
            <a:prstGeom prst="ellipse">
              <a:avLst/>
            </a:prstGeom>
            <a:gradFill>
              <a:gsLst>
                <a:gs pos="0">
                  <a:srgbClr val="A87F62">
                    <a:alpha val="17346"/>
                  </a:srgbClr>
                </a:gs>
                <a:gs pos="14286">
                  <a:srgbClr val="A87F62">
                    <a:alpha val="16063"/>
                  </a:srgbClr>
                </a:gs>
                <a:gs pos="28571">
                  <a:srgbClr val="A87F62">
                    <a:alpha val="12712"/>
                  </a:srgbClr>
                </a:gs>
                <a:gs pos="42857">
                  <a:srgbClr val="A87F62">
                    <a:alpha val="8532"/>
                  </a:srgbClr>
                </a:gs>
                <a:gs pos="57143">
                  <a:srgbClr val="A87F62">
                    <a:alpha val="4821"/>
                  </a:srgbClr>
                </a:gs>
                <a:gs pos="71429">
                  <a:srgbClr val="A87F62">
                    <a:alpha val="2286"/>
                  </a:srgbClr>
                </a:gs>
                <a:gs pos="85714">
                  <a:srgbClr val="A87F62">
                    <a:alpha val="910"/>
                  </a:srgbClr>
                </a:gs>
                <a:gs pos="100000">
                  <a:srgbClr val="A87F62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-9808417">
              <a:off x="1120599" y="1354070"/>
              <a:ext cx="63137" cy="15784"/>
            </a:xfrm>
            <a:prstGeom prst="ellipse">
              <a:avLst/>
            </a:prstGeom>
            <a:gradFill>
              <a:gsLst>
                <a:gs pos="0">
                  <a:srgbClr val="AD8258">
                    <a:alpha val="17831"/>
                  </a:srgbClr>
                </a:gs>
                <a:gs pos="14286">
                  <a:srgbClr val="AD8258">
                    <a:alpha val="16516"/>
                  </a:srgbClr>
                </a:gs>
                <a:gs pos="28571">
                  <a:srgbClr val="AD8258">
                    <a:alpha val="13078"/>
                  </a:srgbClr>
                </a:gs>
                <a:gs pos="42857">
                  <a:srgbClr val="AD8258">
                    <a:alpha val="8783"/>
                  </a:srgbClr>
                </a:gs>
                <a:gs pos="57143">
                  <a:srgbClr val="AD8258">
                    <a:alpha val="4966"/>
                  </a:srgbClr>
                </a:gs>
                <a:gs pos="71429">
                  <a:srgbClr val="AD8258">
                    <a:alpha val="2356"/>
                  </a:srgbClr>
                </a:gs>
                <a:gs pos="85714">
                  <a:srgbClr val="AD8258">
                    <a:alpha val="938"/>
                  </a:srgbClr>
                </a:gs>
                <a:gs pos="100000">
                  <a:srgbClr val="AD8258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10525089">
              <a:off x="1432240" y="1793003"/>
              <a:ext cx="64632" cy="16158"/>
            </a:xfrm>
            <a:prstGeom prst="ellipse">
              <a:avLst/>
            </a:prstGeom>
            <a:gradFill>
              <a:gsLst>
                <a:gs pos="0">
                  <a:srgbClr val="AE7947">
                    <a:alpha val="17559"/>
                  </a:srgbClr>
                </a:gs>
                <a:gs pos="14286">
                  <a:srgbClr val="AE7947">
                    <a:alpha val="16261"/>
                  </a:srgbClr>
                </a:gs>
                <a:gs pos="28571">
                  <a:srgbClr val="AE7947">
                    <a:alpha val="12872"/>
                  </a:srgbClr>
                </a:gs>
                <a:gs pos="42857">
                  <a:srgbClr val="AE7947">
                    <a:alpha val="8642"/>
                  </a:srgbClr>
                </a:gs>
                <a:gs pos="57143">
                  <a:srgbClr val="AE7947">
                    <a:alpha val="4885"/>
                  </a:srgbClr>
                </a:gs>
                <a:gs pos="71429">
                  <a:srgbClr val="AE7947">
                    <a:alpha val="2317"/>
                  </a:srgbClr>
                </a:gs>
                <a:gs pos="85714">
                  <a:srgbClr val="AE7947">
                    <a:alpha val="923"/>
                  </a:srgbClr>
                </a:gs>
                <a:gs pos="100000">
                  <a:srgbClr val="AE7947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-10087644">
              <a:off x="1369629" y="1271077"/>
              <a:ext cx="66046" cy="16512"/>
            </a:xfrm>
            <a:prstGeom prst="ellipse">
              <a:avLst/>
            </a:prstGeom>
            <a:gradFill>
              <a:gsLst>
                <a:gs pos="0">
                  <a:srgbClr val="BB8A60">
                    <a:alpha val="17300"/>
                  </a:srgbClr>
                </a:gs>
                <a:gs pos="14286">
                  <a:srgbClr val="BB8A60">
                    <a:alpha val="16019"/>
                  </a:srgbClr>
                </a:gs>
                <a:gs pos="28571">
                  <a:srgbClr val="BB8A60">
                    <a:alpha val="12677"/>
                  </a:srgbClr>
                </a:gs>
                <a:gs pos="42857">
                  <a:srgbClr val="BB8A60">
                    <a:alpha val="8508"/>
                  </a:srgbClr>
                </a:gs>
                <a:gs pos="57143">
                  <a:srgbClr val="BB8A60">
                    <a:alpha val="4807"/>
                  </a:srgbClr>
                </a:gs>
                <a:gs pos="71429">
                  <a:srgbClr val="BB8A60">
                    <a:alpha val="2280"/>
                  </a:srgbClr>
                </a:gs>
                <a:gs pos="85714">
                  <a:srgbClr val="BB8A60">
                    <a:alpha val="908"/>
                  </a:srgbClr>
                </a:gs>
                <a:gs pos="100000">
                  <a:srgbClr val="BB8A60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4504538">
              <a:off x="875026" y="233242"/>
              <a:ext cx="310673" cy="21160"/>
            </a:xfrm>
            <a:prstGeom prst="ellipse">
              <a:avLst/>
            </a:prstGeom>
            <a:gradFill>
              <a:gsLst>
                <a:gs pos="0">
                  <a:srgbClr val="000020">
                    <a:alpha val="32968"/>
                  </a:srgbClr>
                </a:gs>
                <a:gs pos="14286">
                  <a:srgbClr val="000020">
                    <a:alpha val="30764"/>
                  </a:srgbClr>
                </a:gs>
                <a:gs pos="28571">
                  <a:srgbClr val="000020">
                    <a:alpha val="24833"/>
                  </a:srgbClr>
                </a:gs>
                <a:gs pos="42857">
                  <a:srgbClr val="000020">
                    <a:alpha val="17075"/>
                  </a:srgbClr>
                </a:gs>
                <a:gs pos="57143">
                  <a:srgbClr val="000020">
                    <a:alpha val="9855"/>
                  </a:srgbClr>
                </a:gs>
                <a:gs pos="71429">
                  <a:srgbClr val="000020">
                    <a:alpha val="4740"/>
                  </a:srgbClr>
                </a:gs>
                <a:gs pos="85714">
                  <a:srgbClr val="000020">
                    <a:alpha val="1902"/>
                  </a:srgbClr>
                </a:gs>
                <a:gs pos="100000">
                  <a:srgbClr val="00002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-10679293">
              <a:off x="585838" y="288412"/>
              <a:ext cx="626556" cy="534430"/>
            </a:xfrm>
            <a:prstGeom prst="ellipse">
              <a:avLst/>
            </a:prstGeom>
            <a:gradFill>
              <a:gsLst>
                <a:gs pos="0">
                  <a:srgbClr val="FFD11E">
                    <a:alpha val="7589"/>
                  </a:srgbClr>
                </a:gs>
                <a:gs pos="14286">
                  <a:srgbClr val="FFD11E">
                    <a:alpha val="6997"/>
                  </a:srgbClr>
                </a:gs>
                <a:gs pos="28571">
                  <a:srgbClr val="FFD11E">
                    <a:alpha val="5477"/>
                  </a:srgbClr>
                </a:gs>
                <a:gs pos="42857">
                  <a:srgbClr val="FFD11E">
                    <a:alpha val="3627"/>
                  </a:srgbClr>
                </a:gs>
                <a:gs pos="57143">
                  <a:srgbClr val="FFD11E">
                    <a:alpha val="2026"/>
                  </a:srgbClr>
                </a:gs>
                <a:gs pos="71429">
                  <a:srgbClr val="FFD11E">
                    <a:alpha val="954"/>
                  </a:srgbClr>
                </a:gs>
                <a:gs pos="85714">
                  <a:srgbClr val="FFD11E">
                    <a:alpha val="378"/>
                  </a:srgbClr>
                </a:gs>
                <a:gs pos="100000">
                  <a:srgbClr val="FFD11E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5743153">
              <a:off x="2103723" y="962234"/>
              <a:ext cx="66009" cy="16502"/>
            </a:xfrm>
            <a:prstGeom prst="ellipse">
              <a:avLst/>
            </a:prstGeom>
            <a:gradFill>
              <a:gsLst>
                <a:gs pos="0">
                  <a:srgbClr val="966D4D">
                    <a:alpha val="17307"/>
                  </a:srgbClr>
                </a:gs>
                <a:gs pos="14286">
                  <a:srgbClr val="966D4D">
                    <a:alpha val="16026"/>
                  </a:srgbClr>
                </a:gs>
                <a:gs pos="28571">
                  <a:srgbClr val="966D4D">
                    <a:alpha val="12682"/>
                  </a:srgbClr>
                </a:gs>
                <a:gs pos="42857">
                  <a:srgbClr val="966D4D">
                    <a:alpha val="8511"/>
                  </a:srgbClr>
                </a:gs>
                <a:gs pos="57143">
                  <a:srgbClr val="966D4D">
                    <a:alpha val="4809"/>
                  </a:srgbClr>
                </a:gs>
                <a:gs pos="71429">
                  <a:srgbClr val="966D4D">
                    <a:alpha val="2281"/>
                  </a:srgbClr>
                </a:gs>
                <a:gs pos="85714">
                  <a:srgbClr val="966D4D">
                    <a:alpha val="908"/>
                  </a:srgbClr>
                </a:gs>
                <a:gs pos="100000">
                  <a:srgbClr val="966D4D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-10553243">
              <a:off x="1452201" y="1198593"/>
              <a:ext cx="66135" cy="16534"/>
            </a:xfrm>
            <a:prstGeom prst="ellipse">
              <a:avLst/>
            </a:prstGeom>
            <a:gradFill>
              <a:gsLst>
                <a:gs pos="0">
                  <a:srgbClr val="8F5631">
                    <a:alpha val="17284"/>
                  </a:srgbClr>
                </a:gs>
                <a:gs pos="14286">
                  <a:srgbClr val="8F5631">
                    <a:alpha val="16004"/>
                  </a:srgbClr>
                </a:gs>
                <a:gs pos="28571">
                  <a:srgbClr val="8F5631">
                    <a:alpha val="12665"/>
                  </a:srgbClr>
                </a:gs>
                <a:gs pos="42857">
                  <a:srgbClr val="8F5631">
                    <a:alpha val="8499"/>
                  </a:srgbClr>
                </a:gs>
                <a:gs pos="57143">
                  <a:srgbClr val="8F5631">
                    <a:alpha val="4803"/>
                  </a:srgbClr>
                </a:gs>
                <a:gs pos="71429">
                  <a:srgbClr val="8F5631">
                    <a:alpha val="2277"/>
                  </a:srgbClr>
                </a:gs>
                <a:gs pos="85714">
                  <a:srgbClr val="8F5631">
                    <a:alpha val="907"/>
                  </a:srgbClr>
                </a:gs>
                <a:gs pos="100000">
                  <a:srgbClr val="8F5631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2921905">
              <a:off x="1518077" y="496528"/>
              <a:ext cx="66102" cy="16525"/>
            </a:xfrm>
            <a:prstGeom prst="ellipse">
              <a:avLst/>
            </a:prstGeom>
            <a:gradFill>
              <a:gsLst>
                <a:gs pos="0">
                  <a:srgbClr val="A07753">
                    <a:alpha val="17290"/>
                  </a:srgbClr>
                </a:gs>
                <a:gs pos="14286">
                  <a:srgbClr val="A07753">
                    <a:alpha val="16010"/>
                  </a:srgbClr>
                </a:gs>
                <a:gs pos="28571">
                  <a:srgbClr val="A07753">
                    <a:alpha val="12669"/>
                  </a:srgbClr>
                </a:gs>
                <a:gs pos="42857">
                  <a:srgbClr val="A07753">
                    <a:alpha val="8502"/>
                  </a:srgbClr>
                </a:gs>
                <a:gs pos="57143">
                  <a:srgbClr val="A07753">
                    <a:alpha val="4804"/>
                  </a:srgbClr>
                </a:gs>
                <a:gs pos="71429">
                  <a:srgbClr val="A07753">
                    <a:alpha val="2278"/>
                  </a:srgbClr>
                </a:gs>
                <a:gs pos="85714">
                  <a:srgbClr val="A07753">
                    <a:alpha val="907"/>
                  </a:srgbClr>
                </a:gs>
                <a:gs pos="100000">
                  <a:srgbClr val="A07753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6408988">
              <a:off x="1112705" y="820499"/>
              <a:ext cx="66695" cy="16674"/>
            </a:xfrm>
            <a:prstGeom prst="ellipse">
              <a:avLst/>
            </a:prstGeom>
            <a:gradFill>
              <a:gsLst>
                <a:gs pos="0">
                  <a:srgbClr val="7E5D28">
                    <a:alpha val="17181"/>
                  </a:srgbClr>
                </a:gs>
                <a:gs pos="14286">
                  <a:srgbClr val="7E5D28">
                    <a:alpha val="15908"/>
                  </a:srgbClr>
                </a:gs>
                <a:gs pos="28571">
                  <a:srgbClr val="7E5D28">
                    <a:alpha val="12587"/>
                  </a:srgbClr>
                </a:gs>
                <a:gs pos="42857">
                  <a:srgbClr val="7E5D28">
                    <a:alpha val="8446"/>
                  </a:srgbClr>
                </a:gs>
                <a:gs pos="57143">
                  <a:srgbClr val="7E5D28">
                    <a:alpha val="4772"/>
                  </a:srgbClr>
                </a:gs>
                <a:gs pos="71429">
                  <a:srgbClr val="7E5D28">
                    <a:alpha val="2263"/>
                  </a:srgbClr>
                </a:gs>
                <a:gs pos="85714">
                  <a:srgbClr val="7E5D28">
                    <a:alpha val="901"/>
                  </a:srgbClr>
                </a:gs>
                <a:gs pos="100000">
                  <a:srgbClr val="7E5D28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5287023">
              <a:off x="1601078" y="362000"/>
              <a:ext cx="571026" cy="44583"/>
            </a:xfrm>
            <a:prstGeom prst="ellipse">
              <a:avLst/>
            </a:prstGeom>
            <a:gradFill>
              <a:gsLst>
                <a:gs pos="0">
                  <a:srgbClr val="FFC899">
                    <a:alpha val="32968"/>
                  </a:srgbClr>
                </a:gs>
                <a:gs pos="14286">
                  <a:srgbClr val="FFC899">
                    <a:alpha val="30764"/>
                  </a:srgbClr>
                </a:gs>
                <a:gs pos="28571">
                  <a:srgbClr val="FFC899">
                    <a:alpha val="24833"/>
                  </a:srgbClr>
                </a:gs>
                <a:gs pos="42857">
                  <a:srgbClr val="FFC899">
                    <a:alpha val="17075"/>
                  </a:srgbClr>
                </a:gs>
                <a:gs pos="57143">
                  <a:srgbClr val="FFC899">
                    <a:alpha val="9855"/>
                  </a:srgbClr>
                </a:gs>
                <a:gs pos="71429">
                  <a:srgbClr val="FFC899">
                    <a:alpha val="4740"/>
                  </a:srgbClr>
                </a:gs>
                <a:gs pos="85714">
                  <a:srgbClr val="FFC899">
                    <a:alpha val="1902"/>
                  </a:srgbClr>
                </a:gs>
                <a:gs pos="100000">
                  <a:srgbClr val="FFC8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-8773610">
              <a:off x="462724" y="871183"/>
              <a:ext cx="570705" cy="104622"/>
            </a:xfrm>
            <a:prstGeom prst="ellipse">
              <a:avLst/>
            </a:prstGeom>
            <a:gradFill>
              <a:gsLst>
                <a:gs pos="0">
                  <a:srgbClr val="FFE5BB">
                    <a:alpha val="32968"/>
                  </a:srgbClr>
                </a:gs>
                <a:gs pos="14286">
                  <a:srgbClr val="FFE5BB">
                    <a:alpha val="30764"/>
                  </a:srgbClr>
                </a:gs>
                <a:gs pos="28571">
                  <a:srgbClr val="FFE5BB">
                    <a:alpha val="24833"/>
                  </a:srgbClr>
                </a:gs>
                <a:gs pos="42857">
                  <a:srgbClr val="FFE5BB">
                    <a:alpha val="17075"/>
                  </a:srgbClr>
                </a:gs>
                <a:gs pos="57143">
                  <a:srgbClr val="FFE5BB">
                    <a:alpha val="9855"/>
                  </a:srgbClr>
                </a:gs>
                <a:gs pos="71429">
                  <a:srgbClr val="FFE5BB">
                    <a:alpha val="4740"/>
                  </a:srgbClr>
                </a:gs>
                <a:gs pos="85714">
                  <a:srgbClr val="FFE5BB">
                    <a:alpha val="1902"/>
                  </a:srgbClr>
                </a:gs>
                <a:gs pos="100000">
                  <a:srgbClr val="FFE5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-10098425">
              <a:off x="1185378" y="995426"/>
              <a:ext cx="631484" cy="361862"/>
            </a:xfrm>
            <a:prstGeom prst="ellipse">
              <a:avLst/>
            </a:prstGeom>
            <a:gradFill>
              <a:gsLst>
                <a:gs pos="0">
                  <a:srgbClr val="5C0000">
                    <a:alpha val="32968"/>
                  </a:srgbClr>
                </a:gs>
                <a:gs pos="14286">
                  <a:srgbClr val="5C0000">
                    <a:alpha val="30764"/>
                  </a:srgbClr>
                </a:gs>
                <a:gs pos="28571">
                  <a:srgbClr val="5C0000">
                    <a:alpha val="24833"/>
                  </a:srgbClr>
                </a:gs>
                <a:gs pos="42857">
                  <a:srgbClr val="5C0000">
                    <a:alpha val="17075"/>
                  </a:srgbClr>
                </a:gs>
                <a:gs pos="57143">
                  <a:srgbClr val="5C0000">
                    <a:alpha val="9855"/>
                  </a:srgbClr>
                </a:gs>
                <a:gs pos="71429">
                  <a:srgbClr val="5C0000">
                    <a:alpha val="4740"/>
                  </a:srgbClr>
                </a:gs>
                <a:gs pos="85714">
                  <a:srgbClr val="5C0000">
                    <a:alpha val="1902"/>
                  </a:srgbClr>
                </a:gs>
                <a:gs pos="100000">
                  <a:srgbClr val="5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9275932">
              <a:off x="551282" y="544830"/>
              <a:ext cx="443437" cy="42648"/>
            </a:xfrm>
            <a:prstGeom prst="ellipse">
              <a:avLst/>
            </a:prstGeom>
            <a:gradFill>
              <a:gsLst>
                <a:gs pos="0">
                  <a:srgbClr val="330000">
                    <a:alpha val="32968"/>
                  </a:srgbClr>
                </a:gs>
                <a:gs pos="14286">
                  <a:srgbClr val="330000">
                    <a:alpha val="30764"/>
                  </a:srgbClr>
                </a:gs>
                <a:gs pos="28571">
                  <a:srgbClr val="330000">
                    <a:alpha val="24833"/>
                  </a:srgbClr>
                </a:gs>
                <a:gs pos="42857">
                  <a:srgbClr val="330000">
                    <a:alpha val="17075"/>
                  </a:srgbClr>
                </a:gs>
                <a:gs pos="57143">
                  <a:srgbClr val="330000">
                    <a:alpha val="9855"/>
                  </a:srgbClr>
                </a:gs>
                <a:gs pos="71429">
                  <a:srgbClr val="330000">
                    <a:alpha val="4740"/>
                  </a:srgbClr>
                </a:gs>
                <a:gs pos="85714">
                  <a:srgbClr val="330000">
                    <a:alpha val="1902"/>
                  </a:srgbClr>
                </a:gs>
                <a:gs pos="100000">
                  <a:srgbClr val="3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4743894">
              <a:off x="2243988" y="1599525"/>
              <a:ext cx="67007" cy="16752"/>
            </a:xfrm>
            <a:prstGeom prst="ellipse">
              <a:avLst/>
            </a:prstGeom>
            <a:gradFill>
              <a:gsLst>
                <a:gs pos="0">
                  <a:srgbClr val="BA8755">
                    <a:alpha val="17124"/>
                  </a:srgbClr>
                </a:gs>
                <a:gs pos="14286">
                  <a:srgbClr val="BA8755">
                    <a:alpha val="15855"/>
                  </a:srgbClr>
                </a:gs>
                <a:gs pos="28571">
                  <a:srgbClr val="BA8755">
                    <a:alpha val="12544"/>
                  </a:srgbClr>
                </a:gs>
                <a:gs pos="42857">
                  <a:srgbClr val="BA8755">
                    <a:alpha val="8416"/>
                  </a:srgbClr>
                </a:gs>
                <a:gs pos="57143">
                  <a:srgbClr val="BA8755">
                    <a:alpha val="4755"/>
                  </a:srgbClr>
                </a:gs>
                <a:gs pos="71429">
                  <a:srgbClr val="BA8755">
                    <a:alpha val="2255"/>
                  </a:srgbClr>
                </a:gs>
                <a:gs pos="85714">
                  <a:srgbClr val="BA8755">
                    <a:alpha val="898"/>
                  </a:srgbClr>
                </a:gs>
                <a:gs pos="100000">
                  <a:srgbClr val="BA8755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5121383">
              <a:off x="2259677" y="553279"/>
              <a:ext cx="66893" cy="16723"/>
            </a:xfrm>
            <a:prstGeom prst="ellipse">
              <a:avLst/>
            </a:prstGeom>
            <a:gradFill>
              <a:gsLst>
                <a:gs pos="0">
                  <a:srgbClr val="8D6139">
                    <a:alpha val="17145"/>
                  </a:srgbClr>
                </a:gs>
                <a:gs pos="14286">
                  <a:srgbClr val="8D6139">
                    <a:alpha val="15875"/>
                  </a:srgbClr>
                </a:gs>
                <a:gs pos="28571">
                  <a:srgbClr val="8D6139">
                    <a:alpha val="12560"/>
                  </a:srgbClr>
                </a:gs>
                <a:gs pos="42857">
                  <a:srgbClr val="8D6139">
                    <a:alpha val="8427"/>
                  </a:srgbClr>
                </a:gs>
                <a:gs pos="57143">
                  <a:srgbClr val="8D6139">
                    <a:alpha val="4761"/>
                  </a:srgbClr>
                </a:gs>
                <a:gs pos="71429">
                  <a:srgbClr val="8D6139">
                    <a:alpha val="2258"/>
                  </a:srgbClr>
                </a:gs>
                <a:gs pos="85714">
                  <a:srgbClr val="8D6139">
                    <a:alpha val="899"/>
                  </a:srgbClr>
                </a:gs>
                <a:gs pos="100000">
                  <a:srgbClr val="8D6139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10393031">
              <a:off x="849101" y="536838"/>
              <a:ext cx="547711" cy="40240"/>
            </a:xfrm>
            <a:prstGeom prst="ellipse">
              <a:avLst/>
            </a:prstGeom>
            <a:gradFill>
              <a:gsLst>
                <a:gs pos="0">
                  <a:srgbClr val="FFD29B">
                    <a:alpha val="32968"/>
                  </a:srgbClr>
                </a:gs>
                <a:gs pos="14286">
                  <a:srgbClr val="FFD29B">
                    <a:alpha val="30764"/>
                  </a:srgbClr>
                </a:gs>
                <a:gs pos="28571">
                  <a:srgbClr val="FFD29B">
                    <a:alpha val="24833"/>
                  </a:srgbClr>
                </a:gs>
                <a:gs pos="42857">
                  <a:srgbClr val="FFD29B">
                    <a:alpha val="17075"/>
                  </a:srgbClr>
                </a:gs>
                <a:gs pos="57143">
                  <a:srgbClr val="FFD29B">
                    <a:alpha val="9855"/>
                  </a:srgbClr>
                </a:gs>
                <a:gs pos="71429">
                  <a:srgbClr val="FFD29B">
                    <a:alpha val="4740"/>
                  </a:srgbClr>
                </a:gs>
                <a:gs pos="85714">
                  <a:srgbClr val="FFD29B">
                    <a:alpha val="1902"/>
                  </a:srgbClr>
                </a:gs>
                <a:gs pos="100000">
                  <a:srgbClr val="FFD2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4991541">
              <a:off x="1706715" y="1979757"/>
              <a:ext cx="690558" cy="1541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5950455">
              <a:off x="882358" y="238943"/>
              <a:ext cx="176799" cy="61319"/>
            </a:xfrm>
            <a:prstGeom prst="ellipse">
              <a:avLst/>
            </a:prstGeom>
            <a:gradFill>
              <a:gsLst>
                <a:gs pos="0">
                  <a:srgbClr val="FFD6B0">
                    <a:alpha val="32968"/>
                  </a:srgbClr>
                </a:gs>
                <a:gs pos="14286">
                  <a:srgbClr val="FFD6B0">
                    <a:alpha val="30764"/>
                  </a:srgbClr>
                </a:gs>
                <a:gs pos="28571">
                  <a:srgbClr val="FFD6B0">
                    <a:alpha val="24833"/>
                  </a:srgbClr>
                </a:gs>
                <a:gs pos="42857">
                  <a:srgbClr val="FFD6B0">
                    <a:alpha val="17075"/>
                  </a:srgbClr>
                </a:gs>
                <a:gs pos="57143">
                  <a:srgbClr val="FFD6B0">
                    <a:alpha val="9855"/>
                  </a:srgbClr>
                </a:gs>
                <a:gs pos="71429">
                  <a:srgbClr val="FFD6B0">
                    <a:alpha val="4740"/>
                  </a:srgbClr>
                </a:gs>
                <a:gs pos="85714">
                  <a:srgbClr val="FFD6B0">
                    <a:alpha val="1902"/>
                  </a:srgbClr>
                </a:gs>
                <a:gs pos="100000">
                  <a:srgbClr val="FFD6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5686548">
              <a:off x="2403318" y="354771"/>
              <a:ext cx="67220" cy="16805"/>
            </a:xfrm>
            <a:prstGeom prst="ellipse">
              <a:avLst/>
            </a:prstGeom>
            <a:gradFill>
              <a:gsLst>
                <a:gs pos="0">
                  <a:srgbClr val="876046">
                    <a:alpha val="17085"/>
                  </a:srgbClr>
                </a:gs>
                <a:gs pos="14286">
                  <a:srgbClr val="876046">
                    <a:alpha val="15818"/>
                  </a:srgbClr>
                </a:gs>
                <a:gs pos="28571">
                  <a:srgbClr val="876046">
                    <a:alpha val="12515"/>
                  </a:srgbClr>
                </a:gs>
                <a:gs pos="42857">
                  <a:srgbClr val="876046">
                    <a:alpha val="8396"/>
                  </a:srgbClr>
                </a:gs>
                <a:gs pos="57143">
                  <a:srgbClr val="876046">
                    <a:alpha val="4743"/>
                  </a:srgbClr>
                </a:gs>
                <a:gs pos="71429">
                  <a:srgbClr val="876046">
                    <a:alpha val="2249"/>
                  </a:srgbClr>
                </a:gs>
                <a:gs pos="85714">
                  <a:srgbClr val="876046">
                    <a:alpha val="895"/>
                  </a:srgbClr>
                </a:gs>
                <a:gs pos="100000">
                  <a:srgbClr val="876046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-10008423">
              <a:off x="1379284" y="1271269"/>
              <a:ext cx="67195" cy="16799"/>
            </a:xfrm>
            <a:prstGeom prst="ellipse">
              <a:avLst/>
            </a:prstGeom>
            <a:gradFill>
              <a:gsLst>
                <a:gs pos="0">
                  <a:srgbClr val="BE8F6A">
                    <a:alpha val="17089"/>
                  </a:srgbClr>
                </a:gs>
                <a:gs pos="14286">
                  <a:srgbClr val="BE8F6A">
                    <a:alpha val="15823"/>
                  </a:srgbClr>
                </a:gs>
                <a:gs pos="28571">
                  <a:srgbClr val="BE8F6A">
                    <a:alpha val="12518"/>
                  </a:srgbClr>
                </a:gs>
                <a:gs pos="42857">
                  <a:srgbClr val="BE8F6A">
                    <a:alpha val="8399"/>
                  </a:srgbClr>
                </a:gs>
                <a:gs pos="57143">
                  <a:srgbClr val="BE8F6A">
                    <a:alpha val="4745"/>
                  </a:srgbClr>
                </a:gs>
                <a:gs pos="71429">
                  <a:srgbClr val="BE8F6A">
                    <a:alpha val="2250"/>
                  </a:srgbClr>
                </a:gs>
                <a:gs pos="85714">
                  <a:srgbClr val="BE8F6A">
                    <a:alpha val="896"/>
                  </a:srgbClr>
                </a:gs>
                <a:gs pos="100000">
                  <a:srgbClr val="BE8F6A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5553392">
              <a:off x="806951" y="-136169"/>
              <a:ext cx="597678" cy="521489"/>
            </a:xfrm>
            <a:prstGeom prst="ellipse">
              <a:avLst/>
            </a:prstGeom>
            <a:gradFill>
              <a:gsLst>
                <a:gs pos="0">
                  <a:srgbClr val="FFC48C">
                    <a:alpha val="21457"/>
                  </a:srgbClr>
                </a:gs>
                <a:gs pos="14286">
                  <a:srgbClr val="FFC48C">
                    <a:alpha val="19907"/>
                  </a:srgbClr>
                </a:gs>
                <a:gs pos="28571">
                  <a:srgbClr val="FFC48C">
                    <a:alpha val="15832"/>
                  </a:srgbClr>
                </a:gs>
                <a:gs pos="42857">
                  <a:srgbClr val="FFC48C">
                    <a:alpha val="10690"/>
                  </a:srgbClr>
                </a:gs>
                <a:gs pos="57143">
                  <a:srgbClr val="FFC48C">
                    <a:alpha val="6072"/>
                  </a:srgbClr>
                </a:gs>
                <a:gs pos="71429">
                  <a:srgbClr val="FFC48C">
                    <a:alpha val="2890"/>
                  </a:srgbClr>
                </a:gs>
                <a:gs pos="85714">
                  <a:srgbClr val="FFC48C">
                    <a:alpha val="1153"/>
                  </a:srgbClr>
                </a:gs>
                <a:gs pos="100000">
                  <a:srgbClr val="FFC48C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6519706">
              <a:off x="2383516" y="1045877"/>
              <a:ext cx="67121" cy="16780"/>
            </a:xfrm>
            <a:prstGeom prst="ellipse">
              <a:avLst/>
            </a:prstGeom>
            <a:gradFill>
              <a:gsLst>
                <a:gs pos="0">
                  <a:srgbClr val="715736">
                    <a:alpha val="17103"/>
                  </a:srgbClr>
                </a:gs>
                <a:gs pos="14286">
                  <a:srgbClr val="715736">
                    <a:alpha val="15836"/>
                  </a:srgbClr>
                </a:gs>
                <a:gs pos="28571">
                  <a:srgbClr val="715736">
                    <a:alpha val="12528"/>
                  </a:srgbClr>
                </a:gs>
                <a:gs pos="42857">
                  <a:srgbClr val="715736">
                    <a:alpha val="8406"/>
                  </a:srgbClr>
                </a:gs>
                <a:gs pos="57143">
                  <a:srgbClr val="715736">
                    <a:alpha val="4749"/>
                  </a:srgbClr>
                </a:gs>
                <a:gs pos="71429">
                  <a:srgbClr val="715736">
                    <a:alpha val="2252"/>
                  </a:srgbClr>
                </a:gs>
                <a:gs pos="85714">
                  <a:srgbClr val="715736">
                    <a:alpha val="896"/>
                  </a:srgbClr>
                </a:gs>
                <a:gs pos="100000">
                  <a:srgbClr val="715736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4617420">
              <a:off x="1949199" y="38573"/>
              <a:ext cx="67276" cy="16819"/>
            </a:xfrm>
            <a:prstGeom prst="ellipse">
              <a:avLst/>
            </a:prstGeom>
            <a:gradFill>
              <a:gsLst>
                <a:gs pos="0">
                  <a:srgbClr val="694F36">
                    <a:alpha val="17074"/>
                  </a:srgbClr>
                </a:gs>
                <a:gs pos="14286">
                  <a:srgbClr val="694F36">
                    <a:alpha val="15809"/>
                  </a:srgbClr>
                </a:gs>
                <a:gs pos="28571">
                  <a:srgbClr val="694F36">
                    <a:alpha val="12507"/>
                  </a:srgbClr>
                </a:gs>
                <a:gs pos="42857">
                  <a:srgbClr val="694F36">
                    <a:alpha val="8391"/>
                  </a:srgbClr>
                </a:gs>
                <a:gs pos="57143">
                  <a:srgbClr val="694F36">
                    <a:alpha val="4740"/>
                  </a:srgbClr>
                </a:gs>
                <a:gs pos="71429">
                  <a:srgbClr val="694F36">
                    <a:alpha val="2247"/>
                  </a:srgbClr>
                </a:gs>
                <a:gs pos="85714">
                  <a:srgbClr val="694F36">
                    <a:alpha val="895"/>
                  </a:srgbClr>
                </a:gs>
                <a:gs pos="100000">
                  <a:srgbClr val="694F36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5471175">
              <a:off x="1514646" y="1828802"/>
              <a:ext cx="214815" cy="913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7408816">
              <a:off x="1660118" y="247633"/>
              <a:ext cx="202160" cy="30528"/>
            </a:xfrm>
            <a:prstGeom prst="ellipse">
              <a:avLst/>
            </a:prstGeom>
            <a:gradFill>
              <a:gsLst>
                <a:gs pos="0">
                  <a:srgbClr val="000026">
                    <a:alpha val="32968"/>
                  </a:srgbClr>
                </a:gs>
                <a:gs pos="14286">
                  <a:srgbClr val="000026">
                    <a:alpha val="30764"/>
                  </a:srgbClr>
                </a:gs>
                <a:gs pos="28571">
                  <a:srgbClr val="000026">
                    <a:alpha val="24833"/>
                  </a:srgbClr>
                </a:gs>
                <a:gs pos="42857">
                  <a:srgbClr val="000026">
                    <a:alpha val="17075"/>
                  </a:srgbClr>
                </a:gs>
                <a:gs pos="57143">
                  <a:srgbClr val="000026">
                    <a:alpha val="9855"/>
                  </a:srgbClr>
                </a:gs>
                <a:gs pos="71429">
                  <a:srgbClr val="000026">
                    <a:alpha val="4740"/>
                  </a:srgbClr>
                </a:gs>
                <a:gs pos="85714">
                  <a:srgbClr val="000026">
                    <a:alpha val="1902"/>
                  </a:srgbClr>
                </a:gs>
                <a:gs pos="100000">
                  <a:srgbClr val="00002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5850298">
              <a:off x="1888816" y="323604"/>
              <a:ext cx="201512" cy="16837"/>
            </a:xfrm>
            <a:prstGeom prst="ellipse">
              <a:avLst/>
            </a:prstGeom>
            <a:gradFill>
              <a:gsLst>
                <a:gs pos="0">
                  <a:srgbClr val="F4BE94">
                    <a:alpha val="32968"/>
                  </a:srgbClr>
                </a:gs>
                <a:gs pos="14286">
                  <a:srgbClr val="F4BE94">
                    <a:alpha val="30764"/>
                  </a:srgbClr>
                </a:gs>
                <a:gs pos="28571">
                  <a:srgbClr val="F4BE94">
                    <a:alpha val="24833"/>
                  </a:srgbClr>
                </a:gs>
                <a:gs pos="42857">
                  <a:srgbClr val="F4BE94">
                    <a:alpha val="17075"/>
                  </a:srgbClr>
                </a:gs>
                <a:gs pos="57143">
                  <a:srgbClr val="F4BE94">
                    <a:alpha val="9855"/>
                  </a:srgbClr>
                </a:gs>
                <a:gs pos="71429">
                  <a:srgbClr val="F4BE94">
                    <a:alpha val="4740"/>
                  </a:srgbClr>
                </a:gs>
                <a:gs pos="85714">
                  <a:srgbClr val="F4BE94">
                    <a:alpha val="1902"/>
                  </a:srgbClr>
                </a:gs>
                <a:gs pos="100000">
                  <a:srgbClr val="F4BE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4830459">
              <a:off x="2285559" y="621313"/>
              <a:ext cx="373393" cy="77860"/>
            </a:xfrm>
            <a:prstGeom prst="ellipse">
              <a:avLst/>
            </a:prstGeom>
            <a:gradFill>
              <a:gsLst>
                <a:gs pos="0">
                  <a:srgbClr val="FEC200">
                    <a:alpha val="31287"/>
                  </a:srgbClr>
                </a:gs>
                <a:gs pos="14286">
                  <a:srgbClr val="FEC200">
                    <a:alpha val="29170"/>
                  </a:srgbClr>
                </a:gs>
                <a:gs pos="28571">
                  <a:srgbClr val="FEC200">
                    <a:alpha val="23493"/>
                  </a:srgbClr>
                </a:gs>
                <a:gs pos="42857">
                  <a:srgbClr val="FEC200">
                    <a:alpha val="16109"/>
                  </a:srgbClr>
                </a:gs>
                <a:gs pos="57143">
                  <a:srgbClr val="FEC200">
                    <a:alpha val="9274"/>
                  </a:srgbClr>
                </a:gs>
                <a:gs pos="71429">
                  <a:srgbClr val="FEC200">
                    <a:alpha val="4454"/>
                  </a:srgbClr>
                </a:gs>
                <a:gs pos="85714">
                  <a:srgbClr val="FEC200">
                    <a:alpha val="1785"/>
                  </a:srgbClr>
                </a:gs>
                <a:gs pos="100000">
                  <a:srgbClr val="FEC200">
                    <a:alpha val="6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9415595">
              <a:off x="1611710" y="1570248"/>
              <a:ext cx="67313" cy="16828"/>
            </a:xfrm>
            <a:prstGeom prst="ellipse">
              <a:avLst/>
            </a:prstGeom>
            <a:gradFill>
              <a:gsLst>
                <a:gs pos="0">
                  <a:srgbClr val="9D7148">
                    <a:alpha val="17068"/>
                  </a:srgbClr>
                </a:gs>
                <a:gs pos="14286">
                  <a:srgbClr val="9D7148">
                    <a:alpha val="15803"/>
                  </a:srgbClr>
                </a:gs>
                <a:gs pos="28571">
                  <a:srgbClr val="9D7148">
                    <a:alpha val="12502"/>
                  </a:srgbClr>
                </a:gs>
                <a:gs pos="42857">
                  <a:srgbClr val="9D7148">
                    <a:alpha val="8387"/>
                  </a:srgbClr>
                </a:gs>
                <a:gs pos="57143">
                  <a:srgbClr val="9D7148">
                    <a:alpha val="4738"/>
                  </a:srgbClr>
                </a:gs>
                <a:gs pos="71429">
                  <a:srgbClr val="9D7148">
                    <a:alpha val="2247"/>
                  </a:srgbClr>
                </a:gs>
                <a:gs pos="85714">
                  <a:srgbClr val="9D7148">
                    <a:alpha val="894"/>
                  </a:srgbClr>
                </a:gs>
                <a:gs pos="100000">
                  <a:srgbClr val="9D7148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4410646">
              <a:off x="1196192" y="1500971"/>
              <a:ext cx="477647" cy="61959"/>
            </a:xfrm>
            <a:prstGeom prst="ellipse">
              <a:avLst/>
            </a:prstGeom>
            <a:gradFill>
              <a:gsLst>
                <a:gs pos="0">
                  <a:srgbClr val="450025">
                    <a:alpha val="32968"/>
                  </a:srgbClr>
                </a:gs>
                <a:gs pos="14286">
                  <a:srgbClr val="450025">
                    <a:alpha val="30764"/>
                  </a:srgbClr>
                </a:gs>
                <a:gs pos="28571">
                  <a:srgbClr val="450025">
                    <a:alpha val="24833"/>
                  </a:srgbClr>
                </a:gs>
                <a:gs pos="42857">
                  <a:srgbClr val="450025">
                    <a:alpha val="17075"/>
                  </a:srgbClr>
                </a:gs>
                <a:gs pos="57143">
                  <a:srgbClr val="450025">
                    <a:alpha val="9855"/>
                  </a:srgbClr>
                </a:gs>
                <a:gs pos="71429">
                  <a:srgbClr val="450025">
                    <a:alpha val="4740"/>
                  </a:srgbClr>
                </a:gs>
                <a:gs pos="85714">
                  <a:srgbClr val="450025">
                    <a:alpha val="1902"/>
                  </a:srgbClr>
                </a:gs>
                <a:gs pos="100000">
                  <a:srgbClr val="45002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3817746">
              <a:off x="1432324" y="884954"/>
              <a:ext cx="465415" cy="1496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5494404">
              <a:off x="1669757" y="322758"/>
              <a:ext cx="66312" cy="16578"/>
            </a:xfrm>
            <a:prstGeom prst="ellipse">
              <a:avLst/>
            </a:prstGeom>
            <a:gradFill>
              <a:gsLst>
                <a:gs pos="0">
                  <a:srgbClr val="7E5C48">
                    <a:alpha val="17251"/>
                  </a:srgbClr>
                </a:gs>
                <a:gs pos="14286">
                  <a:srgbClr val="7E5C48">
                    <a:alpha val="15974"/>
                  </a:srgbClr>
                </a:gs>
                <a:gs pos="28571">
                  <a:srgbClr val="7E5C48">
                    <a:alpha val="12640"/>
                  </a:srgbClr>
                </a:gs>
                <a:gs pos="42857">
                  <a:srgbClr val="7E5C48">
                    <a:alpha val="8482"/>
                  </a:srgbClr>
                </a:gs>
                <a:gs pos="57143">
                  <a:srgbClr val="7E5C48">
                    <a:alpha val="4793"/>
                  </a:srgbClr>
                </a:gs>
                <a:gs pos="71429">
                  <a:srgbClr val="7E5C48">
                    <a:alpha val="2273"/>
                  </a:srgbClr>
                </a:gs>
                <a:gs pos="85714">
                  <a:srgbClr val="7E5C48">
                    <a:alpha val="905"/>
                  </a:srgbClr>
                </a:gs>
                <a:gs pos="100000">
                  <a:srgbClr val="7E5C48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-8903969">
              <a:off x="962864" y="1114778"/>
              <a:ext cx="152490" cy="27405"/>
            </a:xfrm>
            <a:prstGeom prst="ellipse">
              <a:avLst/>
            </a:prstGeom>
            <a:gradFill>
              <a:gsLst>
                <a:gs pos="0">
                  <a:srgbClr val="FFEEA8">
                    <a:alpha val="32968"/>
                  </a:srgbClr>
                </a:gs>
                <a:gs pos="14286">
                  <a:srgbClr val="FFEEA8">
                    <a:alpha val="30764"/>
                  </a:srgbClr>
                </a:gs>
                <a:gs pos="28571">
                  <a:srgbClr val="FFEEA8">
                    <a:alpha val="24833"/>
                  </a:srgbClr>
                </a:gs>
                <a:gs pos="42857">
                  <a:srgbClr val="FFEEA8">
                    <a:alpha val="17075"/>
                  </a:srgbClr>
                </a:gs>
                <a:gs pos="57143">
                  <a:srgbClr val="FFEEA8">
                    <a:alpha val="9855"/>
                  </a:srgbClr>
                </a:gs>
                <a:gs pos="71429">
                  <a:srgbClr val="FFEEA8">
                    <a:alpha val="4740"/>
                  </a:srgbClr>
                </a:gs>
                <a:gs pos="85714">
                  <a:srgbClr val="FFEEA8">
                    <a:alpha val="1902"/>
                  </a:srgbClr>
                </a:gs>
                <a:gs pos="100000">
                  <a:srgbClr val="FFEE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-10227405">
              <a:off x="1068605" y="605704"/>
              <a:ext cx="428565" cy="49283"/>
            </a:xfrm>
            <a:prstGeom prst="ellipse">
              <a:avLst/>
            </a:prstGeom>
            <a:gradFill>
              <a:gsLst>
                <a:gs pos="0">
                  <a:srgbClr val="FFE1BF">
                    <a:alpha val="32968"/>
                  </a:srgbClr>
                </a:gs>
                <a:gs pos="14286">
                  <a:srgbClr val="FFE1BF">
                    <a:alpha val="30764"/>
                  </a:srgbClr>
                </a:gs>
                <a:gs pos="28571">
                  <a:srgbClr val="FFE1BF">
                    <a:alpha val="24833"/>
                  </a:srgbClr>
                </a:gs>
                <a:gs pos="42857">
                  <a:srgbClr val="FFE1BF">
                    <a:alpha val="17075"/>
                  </a:srgbClr>
                </a:gs>
                <a:gs pos="57143">
                  <a:srgbClr val="FFE1BF">
                    <a:alpha val="9855"/>
                  </a:srgbClr>
                </a:gs>
                <a:gs pos="71429">
                  <a:srgbClr val="FFE1BF">
                    <a:alpha val="4740"/>
                  </a:srgbClr>
                </a:gs>
                <a:gs pos="85714">
                  <a:srgbClr val="FFE1BF">
                    <a:alpha val="1902"/>
                  </a:srgbClr>
                </a:gs>
                <a:gs pos="100000">
                  <a:srgbClr val="FFE1B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-9400465">
              <a:off x="1287569" y="613795"/>
              <a:ext cx="170670" cy="43257"/>
            </a:xfrm>
            <a:prstGeom prst="ellipse">
              <a:avLst/>
            </a:prstGeom>
            <a:gradFill>
              <a:gsLst>
                <a:gs pos="0">
                  <a:srgbClr val="FFFDD8">
                    <a:alpha val="32968"/>
                  </a:srgbClr>
                </a:gs>
                <a:gs pos="14286">
                  <a:srgbClr val="FFFDD8">
                    <a:alpha val="30764"/>
                  </a:srgbClr>
                </a:gs>
                <a:gs pos="28571">
                  <a:srgbClr val="FFFDD8">
                    <a:alpha val="24833"/>
                  </a:srgbClr>
                </a:gs>
                <a:gs pos="42857">
                  <a:srgbClr val="FFFDD8">
                    <a:alpha val="17075"/>
                  </a:srgbClr>
                </a:gs>
                <a:gs pos="57143">
                  <a:srgbClr val="FFFDD8">
                    <a:alpha val="9855"/>
                  </a:srgbClr>
                </a:gs>
                <a:gs pos="71429">
                  <a:srgbClr val="FFFDD8">
                    <a:alpha val="4740"/>
                  </a:srgbClr>
                </a:gs>
                <a:gs pos="85714">
                  <a:srgbClr val="FFFDD8">
                    <a:alpha val="1902"/>
                  </a:srgbClr>
                </a:gs>
                <a:gs pos="100000">
                  <a:srgbClr val="FFFDD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-8916975">
              <a:off x="999118" y="1092420"/>
              <a:ext cx="399113" cy="37705"/>
            </a:xfrm>
            <a:prstGeom prst="ellipse">
              <a:avLst/>
            </a:prstGeom>
            <a:gradFill>
              <a:gsLst>
                <a:gs pos="0">
                  <a:srgbClr val="FFFF96">
                    <a:alpha val="32968"/>
                  </a:srgbClr>
                </a:gs>
                <a:gs pos="14286">
                  <a:srgbClr val="FFFF96">
                    <a:alpha val="30764"/>
                  </a:srgbClr>
                </a:gs>
                <a:gs pos="28571">
                  <a:srgbClr val="FFFF96">
                    <a:alpha val="24833"/>
                  </a:srgbClr>
                </a:gs>
                <a:gs pos="42857">
                  <a:srgbClr val="FFFF96">
                    <a:alpha val="17075"/>
                  </a:srgbClr>
                </a:gs>
                <a:gs pos="57143">
                  <a:srgbClr val="FFFF96">
                    <a:alpha val="9855"/>
                  </a:srgbClr>
                </a:gs>
                <a:gs pos="71429">
                  <a:srgbClr val="FFFF96">
                    <a:alpha val="4740"/>
                  </a:srgbClr>
                </a:gs>
                <a:gs pos="85714">
                  <a:srgbClr val="FFFF96">
                    <a:alpha val="1902"/>
                  </a:srgbClr>
                </a:gs>
                <a:gs pos="100000">
                  <a:srgbClr val="FFFF9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5279784">
              <a:off x="2011243" y="543714"/>
              <a:ext cx="678036" cy="894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-10404227">
              <a:off x="874225" y="222377"/>
              <a:ext cx="358518" cy="92685"/>
            </a:xfrm>
            <a:prstGeom prst="ellipse">
              <a:avLst/>
            </a:prstGeom>
            <a:gradFill>
              <a:gsLst>
                <a:gs pos="0">
                  <a:srgbClr val="310000">
                    <a:alpha val="32968"/>
                  </a:srgbClr>
                </a:gs>
                <a:gs pos="14286">
                  <a:srgbClr val="310000">
                    <a:alpha val="30764"/>
                  </a:srgbClr>
                </a:gs>
                <a:gs pos="28571">
                  <a:srgbClr val="310000">
                    <a:alpha val="24833"/>
                  </a:srgbClr>
                </a:gs>
                <a:gs pos="42857">
                  <a:srgbClr val="310000">
                    <a:alpha val="17075"/>
                  </a:srgbClr>
                </a:gs>
                <a:gs pos="57143">
                  <a:srgbClr val="310000">
                    <a:alpha val="9855"/>
                  </a:srgbClr>
                </a:gs>
                <a:gs pos="71429">
                  <a:srgbClr val="310000">
                    <a:alpha val="4740"/>
                  </a:srgbClr>
                </a:gs>
                <a:gs pos="85714">
                  <a:srgbClr val="310000">
                    <a:alpha val="1902"/>
                  </a:srgbClr>
                </a:gs>
                <a:gs pos="100000">
                  <a:srgbClr val="3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-9845185">
              <a:off x="747896" y="426531"/>
              <a:ext cx="67875" cy="16969"/>
            </a:xfrm>
            <a:prstGeom prst="ellipse">
              <a:avLst/>
            </a:prstGeom>
            <a:gradFill>
              <a:gsLst>
                <a:gs pos="0">
                  <a:srgbClr val="906E51">
                    <a:alpha val="16964"/>
                  </a:srgbClr>
                </a:gs>
                <a:gs pos="14286">
                  <a:srgbClr val="906E51">
                    <a:alpha val="15706"/>
                  </a:srgbClr>
                </a:gs>
                <a:gs pos="28571">
                  <a:srgbClr val="906E51">
                    <a:alpha val="12424"/>
                  </a:srgbClr>
                </a:gs>
                <a:gs pos="42857">
                  <a:srgbClr val="906E51">
                    <a:alpha val="8334"/>
                  </a:srgbClr>
                </a:gs>
                <a:gs pos="57143">
                  <a:srgbClr val="906E51">
                    <a:alpha val="4707"/>
                  </a:srgbClr>
                </a:gs>
                <a:gs pos="71429">
                  <a:srgbClr val="906E51">
                    <a:alpha val="2232"/>
                  </a:srgbClr>
                </a:gs>
                <a:gs pos="85714">
                  <a:srgbClr val="906E51">
                    <a:alpha val="889"/>
                  </a:srgbClr>
                </a:gs>
                <a:gs pos="100000">
                  <a:srgbClr val="906E51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-10275180">
              <a:off x="1500642" y="1818172"/>
              <a:ext cx="67874" cy="16968"/>
            </a:xfrm>
            <a:prstGeom prst="ellipse">
              <a:avLst/>
            </a:prstGeom>
            <a:gradFill>
              <a:gsLst>
                <a:gs pos="0">
                  <a:srgbClr val="804C18">
                    <a:alpha val="16964"/>
                  </a:srgbClr>
                </a:gs>
                <a:gs pos="14286">
                  <a:srgbClr val="804C18">
                    <a:alpha val="15706"/>
                  </a:srgbClr>
                </a:gs>
                <a:gs pos="28571">
                  <a:srgbClr val="804C18">
                    <a:alpha val="12424"/>
                  </a:srgbClr>
                </a:gs>
                <a:gs pos="42857">
                  <a:srgbClr val="804C18">
                    <a:alpha val="8334"/>
                  </a:srgbClr>
                </a:gs>
                <a:gs pos="57143">
                  <a:srgbClr val="804C18">
                    <a:alpha val="4707"/>
                  </a:srgbClr>
                </a:gs>
                <a:gs pos="71429">
                  <a:srgbClr val="804C18">
                    <a:alpha val="2232"/>
                  </a:srgbClr>
                </a:gs>
                <a:gs pos="85714">
                  <a:srgbClr val="804C18">
                    <a:alpha val="889"/>
                  </a:srgbClr>
                </a:gs>
                <a:gs pos="100000">
                  <a:srgbClr val="804C18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-10753183">
              <a:off x="981671" y="611606"/>
              <a:ext cx="174655" cy="23994"/>
            </a:xfrm>
            <a:prstGeom prst="ellipse">
              <a:avLst/>
            </a:prstGeom>
            <a:gradFill>
              <a:gsLst>
                <a:gs pos="0">
                  <a:srgbClr val="FFDECD">
                    <a:alpha val="32968"/>
                  </a:srgbClr>
                </a:gs>
                <a:gs pos="14286">
                  <a:srgbClr val="FFDECD">
                    <a:alpha val="30764"/>
                  </a:srgbClr>
                </a:gs>
                <a:gs pos="28571">
                  <a:srgbClr val="FFDECD">
                    <a:alpha val="24833"/>
                  </a:srgbClr>
                </a:gs>
                <a:gs pos="42857">
                  <a:srgbClr val="FFDECD">
                    <a:alpha val="17075"/>
                  </a:srgbClr>
                </a:gs>
                <a:gs pos="57143">
                  <a:srgbClr val="FFDECD">
                    <a:alpha val="9855"/>
                  </a:srgbClr>
                </a:gs>
                <a:gs pos="71429">
                  <a:srgbClr val="FFDECD">
                    <a:alpha val="4740"/>
                  </a:srgbClr>
                </a:gs>
                <a:gs pos="85714">
                  <a:srgbClr val="FFDECD">
                    <a:alpha val="1902"/>
                  </a:srgbClr>
                </a:gs>
                <a:gs pos="100000">
                  <a:srgbClr val="FFDE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-9192746">
              <a:off x="691612" y="314205"/>
              <a:ext cx="68023" cy="17006"/>
            </a:xfrm>
            <a:prstGeom prst="ellipse">
              <a:avLst/>
            </a:prstGeom>
            <a:gradFill>
              <a:gsLst>
                <a:gs pos="0">
                  <a:srgbClr val="89644C">
                    <a:alpha val="16937"/>
                  </a:srgbClr>
                </a:gs>
                <a:gs pos="14286">
                  <a:srgbClr val="89644C">
                    <a:alpha val="15681"/>
                  </a:srgbClr>
                </a:gs>
                <a:gs pos="28571">
                  <a:srgbClr val="89644C">
                    <a:alpha val="12404"/>
                  </a:srgbClr>
                </a:gs>
                <a:gs pos="42857">
                  <a:srgbClr val="89644C">
                    <a:alpha val="8320"/>
                  </a:srgbClr>
                </a:gs>
                <a:gs pos="57143">
                  <a:srgbClr val="89644C">
                    <a:alpha val="4699"/>
                  </a:srgbClr>
                </a:gs>
                <a:gs pos="71429">
                  <a:srgbClr val="89644C">
                    <a:alpha val="2228"/>
                  </a:srgbClr>
                </a:gs>
                <a:gs pos="85714">
                  <a:srgbClr val="89644C">
                    <a:alpha val="887"/>
                  </a:srgbClr>
                </a:gs>
                <a:gs pos="100000">
                  <a:srgbClr val="89644C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-8819666">
              <a:off x="879853" y="944596"/>
              <a:ext cx="67757" cy="16939"/>
            </a:xfrm>
            <a:prstGeom prst="ellipse">
              <a:avLst/>
            </a:prstGeom>
            <a:gradFill>
              <a:gsLst>
                <a:gs pos="0">
                  <a:srgbClr val="A67A54">
                    <a:alpha val="16986"/>
                  </a:srgbClr>
                </a:gs>
                <a:gs pos="14286">
                  <a:srgbClr val="A67A54">
                    <a:alpha val="15727"/>
                  </a:srgbClr>
                </a:gs>
                <a:gs pos="28571">
                  <a:srgbClr val="A67A54">
                    <a:alpha val="12441"/>
                  </a:srgbClr>
                </a:gs>
                <a:gs pos="42857">
                  <a:srgbClr val="A67A54">
                    <a:alpha val="8345"/>
                  </a:srgbClr>
                </a:gs>
                <a:gs pos="57143">
                  <a:srgbClr val="A67A54">
                    <a:alpha val="4714"/>
                  </a:srgbClr>
                </a:gs>
                <a:gs pos="71429">
                  <a:srgbClr val="A67A54">
                    <a:alpha val="2235"/>
                  </a:srgbClr>
                </a:gs>
                <a:gs pos="85714">
                  <a:srgbClr val="A67A54">
                    <a:alpha val="890"/>
                  </a:srgbClr>
                </a:gs>
                <a:gs pos="100000">
                  <a:srgbClr val="A67A54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8964620">
              <a:off x="2595647" y="1259176"/>
              <a:ext cx="68163" cy="17041"/>
            </a:xfrm>
            <a:prstGeom prst="ellipse">
              <a:avLst/>
            </a:prstGeom>
            <a:gradFill>
              <a:gsLst>
                <a:gs pos="0">
                  <a:srgbClr val="624922">
                    <a:alpha val="16911"/>
                  </a:srgbClr>
                </a:gs>
                <a:gs pos="14286">
                  <a:srgbClr val="624922">
                    <a:alpha val="15657"/>
                  </a:srgbClr>
                </a:gs>
                <a:gs pos="28571">
                  <a:srgbClr val="624922">
                    <a:alpha val="12384"/>
                  </a:srgbClr>
                </a:gs>
                <a:gs pos="42857">
                  <a:srgbClr val="624922">
                    <a:alpha val="8306"/>
                  </a:srgbClr>
                </a:gs>
                <a:gs pos="57143">
                  <a:srgbClr val="624922">
                    <a:alpha val="4692"/>
                  </a:srgbClr>
                </a:gs>
                <a:gs pos="71429">
                  <a:srgbClr val="624922">
                    <a:alpha val="2224"/>
                  </a:srgbClr>
                </a:gs>
                <a:gs pos="85714">
                  <a:srgbClr val="624922">
                    <a:alpha val="885"/>
                  </a:srgbClr>
                </a:gs>
                <a:gs pos="100000">
                  <a:srgbClr val="624922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9725336">
              <a:off x="2146163" y="1092982"/>
              <a:ext cx="774037" cy="3942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5929786">
              <a:off x="2127282" y="244738"/>
              <a:ext cx="275306" cy="32624"/>
            </a:xfrm>
            <a:prstGeom prst="ellipse">
              <a:avLst/>
            </a:prstGeom>
            <a:gradFill>
              <a:gsLst>
                <a:gs pos="0">
                  <a:srgbClr val="FFF2D4">
                    <a:alpha val="32968"/>
                  </a:srgbClr>
                </a:gs>
                <a:gs pos="14286">
                  <a:srgbClr val="FFF2D4">
                    <a:alpha val="30764"/>
                  </a:srgbClr>
                </a:gs>
                <a:gs pos="28571">
                  <a:srgbClr val="FFF2D4">
                    <a:alpha val="24833"/>
                  </a:srgbClr>
                </a:gs>
                <a:gs pos="42857">
                  <a:srgbClr val="FFF2D4">
                    <a:alpha val="17075"/>
                  </a:srgbClr>
                </a:gs>
                <a:gs pos="57143">
                  <a:srgbClr val="FFF2D4">
                    <a:alpha val="9855"/>
                  </a:srgbClr>
                </a:gs>
                <a:gs pos="71429">
                  <a:srgbClr val="FFF2D4">
                    <a:alpha val="4740"/>
                  </a:srgbClr>
                </a:gs>
                <a:gs pos="85714">
                  <a:srgbClr val="FFF2D4">
                    <a:alpha val="1902"/>
                  </a:srgbClr>
                </a:gs>
                <a:gs pos="100000">
                  <a:srgbClr val="FFF2D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6167513">
              <a:off x="2375854" y="1078358"/>
              <a:ext cx="68163" cy="17041"/>
            </a:xfrm>
            <a:prstGeom prst="ellipse">
              <a:avLst/>
            </a:prstGeom>
            <a:gradFill>
              <a:gsLst>
                <a:gs pos="0">
                  <a:srgbClr val="705835">
                    <a:alpha val="16911"/>
                  </a:srgbClr>
                </a:gs>
                <a:gs pos="14286">
                  <a:srgbClr val="705835">
                    <a:alpha val="15657"/>
                  </a:srgbClr>
                </a:gs>
                <a:gs pos="28571">
                  <a:srgbClr val="705835">
                    <a:alpha val="12384"/>
                  </a:srgbClr>
                </a:gs>
                <a:gs pos="42857">
                  <a:srgbClr val="705835">
                    <a:alpha val="8306"/>
                  </a:srgbClr>
                </a:gs>
                <a:gs pos="57143">
                  <a:srgbClr val="705835">
                    <a:alpha val="4691"/>
                  </a:srgbClr>
                </a:gs>
                <a:gs pos="71429">
                  <a:srgbClr val="705835">
                    <a:alpha val="2224"/>
                  </a:srgbClr>
                </a:gs>
                <a:gs pos="85714">
                  <a:srgbClr val="705835">
                    <a:alpha val="885"/>
                  </a:srgbClr>
                </a:gs>
                <a:gs pos="100000">
                  <a:srgbClr val="705835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6196860">
              <a:off x="1841648" y="590044"/>
              <a:ext cx="67840" cy="16960"/>
            </a:xfrm>
            <a:prstGeom prst="ellipse">
              <a:avLst/>
            </a:prstGeom>
            <a:gradFill>
              <a:gsLst>
                <a:gs pos="0">
                  <a:srgbClr val="C69A76">
                    <a:alpha val="16971"/>
                  </a:srgbClr>
                </a:gs>
                <a:gs pos="14286">
                  <a:srgbClr val="C69A76">
                    <a:alpha val="15712"/>
                  </a:srgbClr>
                </a:gs>
                <a:gs pos="28571">
                  <a:srgbClr val="C69A76">
                    <a:alpha val="12429"/>
                  </a:srgbClr>
                </a:gs>
                <a:gs pos="42857">
                  <a:srgbClr val="C69A76">
                    <a:alpha val="8337"/>
                  </a:srgbClr>
                </a:gs>
                <a:gs pos="57143">
                  <a:srgbClr val="C69A76">
                    <a:alpha val="4709"/>
                  </a:srgbClr>
                </a:gs>
                <a:gs pos="71429">
                  <a:srgbClr val="C69A76">
                    <a:alpha val="2233"/>
                  </a:srgbClr>
                </a:gs>
                <a:gs pos="85714">
                  <a:srgbClr val="C69A76">
                    <a:alpha val="889"/>
                  </a:srgbClr>
                </a:gs>
                <a:gs pos="100000">
                  <a:srgbClr val="C69A76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4865291">
              <a:off x="1748162" y="1194442"/>
              <a:ext cx="67557" cy="16889"/>
            </a:xfrm>
            <a:prstGeom prst="ellipse">
              <a:avLst/>
            </a:prstGeom>
            <a:gradFill>
              <a:gsLst>
                <a:gs pos="0">
                  <a:srgbClr val="8B5F42">
                    <a:alpha val="17023"/>
                  </a:srgbClr>
                </a:gs>
                <a:gs pos="14286">
                  <a:srgbClr val="8B5F42">
                    <a:alpha val="15761"/>
                  </a:srgbClr>
                </a:gs>
                <a:gs pos="28571">
                  <a:srgbClr val="8B5F42">
                    <a:alpha val="12468"/>
                  </a:srgbClr>
                </a:gs>
                <a:gs pos="42857">
                  <a:srgbClr val="8B5F42">
                    <a:alpha val="8364"/>
                  </a:srgbClr>
                </a:gs>
                <a:gs pos="57143">
                  <a:srgbClr val="8B5F42">
                    <a:alpha val="4725"/>
                  </a:srgbClr>
                </a:gs>
                <a:gs pos="71429">
                  <a:srgbClr val="8B5F42">
                    <a:alpha val="2240"/>
                  </a:srgbClr>
                </a:gs>
                <a:gs pos="85714">
                  <a:srgbClr val="8B5F42">
                    <a:alpha val="892"/>
                  </a:srgbClr>
                </a:gs>
                <a:gs pos="100000">
                  <a:srgbClr val="8B5F42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10162119">
              <a:off x="1890102" y="2063140"/>
              <a:ext cx="460245" cy="1000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4216615">
              <a:off x="1953401" y="344648"/>
              <a:ext cx="68461" cy="17179"/>
            </a:xfrm>
            <a:prstGeom prst="ellipse">
              <a:avLst/>
            </a:prstGeom>
            <a:gradFill>
              <a:gsLst>
                <a:gs pos="0">
                  <a:srgbClr val="795637">
                    <a:alpha val="16809"/>
                  </a:srgbClr>
                </a:gs>
                <a:gs pos="14286">
                  <a:srgbClr val="795637">
                    <a:alpha val="15562"/>
                  </a:srgbClr>
                </a:gs>
                <a:gs pos="28571">
                  <a:srgbClr val="795637">
                    <a:alpha val="12307"/>
                  </a:srgbClr>
                </a:gs>
                <a:gs pos="42857">
                  <a:srgbClr val="795637">
                    <a:alpha val="8254"/>
                  </a:srgbClr>
                </a:gs>
                <a:gs pos="57143">
                  <a:srgbClr val="795637">
                    <a:alpha val="4661"/>
                  </a:srgbClr>
                </a:gs>
                <a:gs pos="71429">
                  <a:srgbClr val="795637">
                    <a:alpha val="2210"/>
                  </a:srgbClr>
                </a:gs>
                <a:gs pos="85714">
                  <a:srgbClr val="795637">
                    <a:alpha val="880"/>
                  </a:srgbClr>
                </a:gs>
                <a:gs pos="100000">
                  <a:srgbClr val="795637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-8937491">
              <a:off x="1647939" y="1820409"/>
              <a:ext cx="511615" cy="1092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2777514">
              <a:off x="371535" y="621964"/>
              <a:ext cx="722233" cy="549284"/>
            </a:xfrm>
            <a:prstGeom prst="ellipse">
              <a:avLst/>
            </a:prstGeom>
            <a:gradFill>
              <a:gsLst>
                <a:gs pos="0">
                  <a:srgbClr val="FFB334">
                    <a:alpha val="32478"/>
                  </a:srgbClr>
                </a:gs>
                <a:gs pos="14286">
                  <a:srgbClr val="FFB334">
                    <a:alpha val="30298"/>
                  </a:srgbClr>
                </a:gs>
                <a:gs pos="28571">
                  <a:srgbClr val="FFB334">
                    <a:alpha val="24441"/>
                  </a:srgbClr>
                </a:gs>
                <a:gs pos="42857">
                  <a:srgbClr val="FFB334">
                    <a:alpha val="16792"/>
                  </a:srgbClr>
                </a:gs>
                <a:gs pos="57143">
                  <a:srgbClr val="FFB334">
                    <a:alpha val="9684"/>
                  </a:srgbClr>
                </a:gs>
                <a:gs pos="71429">
                  <a:srgbClr val="FFB334">
                    <a:alpha val="4656"/>
                  </a:srgbClr>
                </a:gs>
                <a:gs pos="85714">
                  <a:srgbClr val="FFB334">
                    <a:alpha val="1868"/>
                  </a:srgbClr>
                </a:gs>
                <a:gs pos="100000">
                  <a:srgbClr val="FFB334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4941123">
              <a:off x="1356422" y="276314"/>
              <a:ext cx="461796" cy="234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5171104">
              <a:off x="1234711" y="142904"/>
              <a:ext cx="263571" cy="33315"/>
            </a:xfrm>
            <a:prstGeom prst="ellipse">
              <a:avLst/>
            </a:prstGeom>
            <a:gradFill>
              <a:gsLst>
                <a:gs pos="0">
                  <a:srgbClr val="FDD5B5">
                    <a:alpha val="32917"/>
                  </a:srgbClr>
                </a:gs>
                <a:gs pos="14286">
                  <a:srgbClr val="FDD5B5">
                    <a:alpha val="30716"/>
                  </a:srgbClr>
                </a:gs>
                <a:gs pos="28571">
                  <a:srgbClr val="FDD5B5">
                    <a:alpha val="24792"/>
                  </a:srgbClr>
                </a:gs>
                <a:gs pos="42857">
                  <a:srgbClr val="FDD5B5">
                    <a:alpha val="17046"/>
                  </a:srgbClr>
                </a:gs>
                <a:gs pos="57143">
                  <a:srgbClr val="FDD5B5">
                    <a:alpha val="9837"/>
                  </a:srgbClr>
                </a:gs>
                <a:gs pos="71429">
                  <a:srgbClr val="FDD5B5">
                    <a:alpha val="4732"/>
                  </a:srgbClr>
                </a:gs>
                <a:gs pos="85714">
                  <a:srgbClr val="FDD5B5">
                    <a:alpha val="1898"/>
                  </a:srgbClr>
                </a:gs>
                <a:gs pos="100000">
                  <a:srgbClr val="FDD5B5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-10558402">
              <a:off x="1454807" y="1188961"/>
              <a:ext cx="68461" cy="17251"/>
            </a:xfrm>
            <a:prstGeom prst="ellipse">
              <a:avLst/>
            </a:prstGeom>
            <a:gradFill>
              <a:gsLst>
                <a:gs pos="0">
                  <a:srgbClr val="713F21">
                    <a:alpha val="16756"/>
                  </a:srgbClr>
                </a:gs>
                <a:gs pos="14286">
                  <a:srgbClr val="713F21">
                    <a:alpha val="15512"/>
                  </a:srgbClr>
                </a:gs>
                <a:gs pos="28571">
                  <a:srgbClr val="713F21">
                    <a:alpha val="12268"/>
                  </a:srgbClr>
                </a:gs>
                <a:gs pos="42857">
                  <a:srgbClr val="713F21">
                    <a:alpha val="8226"/>
                  </a:srgbClr>
                </a:gs>
                <a:gs pos="57143">
                  <a:srgbClr val="713F21">
                    <a:alpha val="4645"/>
                  </a:srgbClr>
                </a:gs>
                <a:gs pos="71429">
                  <a:srgbClr val="713F21">
                    <a:alpha val="2202"/>
                  </a:srgbClr>
                </a:gs>
                <a:gs pos="85714">
                  <a:srgbClr val="713F21">
                    <a:alpha val="877"/>
                  </a:srgbClr>
                </a:gs>
                <a:gs pos="100000">
                  <a:srgbClr val="713F21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10430718">
              <a:off x="115899" y="1990688"/>
              <a:ext cx="68461" cy="17235"/>
            </a:xfrm>
            <a:prstGeom prst="ellipse">
              <a:avLst/>
            </a:prstGeom>
            <a:gradFill>
              <a:gsLst>
                <a:gs pos="0">
                  <a:srgbClr val="734A30">
                    <a:alpha val="16768"/>
                  </a:srgbClr>
                </a:gs>
                <a:gs pos="14286">
                  <a:srgbClr val="734A30">
                    <a:alpha val="15523"/>
                  </a:srgbClr>
                </a:gs>
                <a:gs pos="28571">
                  <a:srgbClr val="734A30">
                    <a:alpha val="12276"/>
                  </a:srgbClr>
                </a:gs>
                <a:gs pos="42857">
                  <a:srgbClr val="734A30">
                    <a:alpha val="8233"/>
                  </a:srgbClr>
                </a:gs>
                <a:gs pos="57143">
                  <a:srgbClr val="734A30">
                    <a:alpha val="4649"/>
                  </a:srgbClr>
                </a:gs>
                <a:gs pos="71429">
                  <a:srgbClr val="734A30">
                    <a:alpha val="2204"/>
                  </a:srgbClr>
                </a:gs>
                <a:gs pos="85714">
                  <a:srgbClr val="734A30">
                    <a:alpha val="877"/>
                  </a:srgbClr>
                </a:gs>
                <a:gs pos="100000">
                  <a:srgbClr val="734A30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5669227">
              <a:off x="2225925" y="1706181"/>
              <a:ext cx="68461" cy="17250"/>
            </a:xfrm>
            <a:prstGeom prst="ellipse">
              <a:avLst/>
            </a:prstGeom>
            <a:gradFill>
              <a:gsLst>
                <a:gs pos="0">
                  <a:srgbClr val="BF8F6B">
                    <a:alpha val="16757"/>
                  </a:srgbClr>
                </a:gs>
                <a:gs pos="14286">
                  <a:srgbClr val="BF8F6B">
                    <a:alpha val="15513"/>
                  </a:srgbClr>
                </a:gs>
                <a:gs pos="28571">
                  <a:srgbClr val="BF8F6B">
                    <a:alpha val="12268"/>
                  </a:srgbClr>
                </a:gs>
                <a:gs pos="42857">
                  <a:srgbClr val="BF8F6B">
                    <a:alpha val="8227"/>
                  </a:srgbClr>
                </a:gs>
                <a:gs pos="57143">
                  <a:srgbClr val="BF8F6B">
                    <a:alpha val="4646"/>
                  </a:srgbClr>
                </a:gs>
                <a:gs pos="71429">
                  <a:srgbClr val="BF8F6B">
                    <a:alpha val="2202"/>
                  </a:srgbClr>
                </a:gs>
                <a:gs pos="85714">
                  <a:srgbClr val="BF8F6B">
                    <a:alpha val="877"/>
                  </a:srgbClr>
                </a:gs>
                <a:gs pos="100000">
                  <a:srgbClr val="BF8F6B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6528903">
              <a:off x="2318690" y="1322671"/>
              <a:ext cx="68461" cy="17274"/>
            </a:xfrm>
            <a:prstGeom prst="ellipse">
              <a:avLst/>
            </a:prstGeom>
            <a:gradFill>
              <a:gsLst>
                <a:gs pos="0">
                  <a:srgbClr val="9F754A">
                    <a:alpha val="16739"/>
                  </a:srgbClr>
                </a:gs>
                <a:gs pos="14286">
                  <a:srgbClr val="9F754A">
                    <a:alpha val="15496"/>
                  </a:srgbClr>
                </a:gs>
                <a:gs pos="28571">
                  <a:srgbClr val="9F754A">
                    <a:alpha val="12255"/>
                  </a:srgbClr>
                </a:gs>
                <a:gs pos="42857">
                  <a:srgbClr val="9F754A">
                    <a:alpha val="8218"/>
                  </a:srgbClr>
                </a:gs>
                <a:gs pos="57143">
                  <a:srgbClr val="9F754A">
                    <a:alpha val="4640"/>
                  </a:srgbClr>
                </a:gs>
                <a:gs pos="71429">
                  <a:srgbClr val="9F754A">
                    <a:alpha val="2200"/>
                  </a:srgbClr>
                </a:gs>
                <a:gs pos="85714">
                  <a:srgbClr val="9F754A">
                    <a:alpha val="876"/>
                  </a:srgbClr>
                </a:gs>
                <a:gs pos="100000">
                  <a:srgbClr val="9F754A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10051711">
              <a:off x="1831127" y="180628"/>
              <a:ext cx="68461" cy="17194"/>
            </a:xfrm>
            <a:prstGeom prst="ellipse">
              <a:avLst/>
            </a:prstGeom>
            <a:gradFill>
              <a:gsLst>
                <a:gs pos="0">
                  <a:srgbClr val="8C664A">
                    <a:alpha val="16798"/>
                  </a:srgbClr>
                </a:gs>
                <a:gs pos="14286">
                  <a:srgbClr val="8C664A">
                    <a:alpha val="15552"/>
                  </a:srgbClr>
                </a:gs>
                <a:gs pos="28571">
                  <a:srgbClr val="8C664A">
                    <a:alpha val="12299"/>
                  </a:srgbClr>
                </a:gs>
                <a:gs pos="42857">
                  <a:srgbClr val="8C664A">
                    <a:alpha val="8248"/>
                  </a:srgbClr>
                </a:gs>
                <a:gs pos="57143">
                  <a:srgbClr val="8C664A">
                    <a:alpha val="4658"/>
                  </a:srgbClr>
                </a:gs>
                <a:gs pos="71429">
                  <a:srgbClr val="8C664A">
                    <a:alpha val="2208"/>
                  </a:srgbClr>
                </a:gs>
                <a:gs pos="85714">
                  <a:srgbClr val="8C664A">
                    <a:alpha val="879"/>
                  </a:srgbClr>
                </a:gs>
                <a:gs pos="100000">
                  <a:srgbClr val="8C664A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4610088">
              <a:off x="1733435" y="343711"/>
              <a:ext cx="174335" cy="19807"/>
            </a:xfrm>
            <a:prstGeom prst="ellipse">
              <a:avLst/>
            </a:prstGeom>
            <a:gradFill>
              <a:gsLst>
                <a:gs pos="0">
                  <a:srgbClr val="DBB184">
                    <a:alpha val="32968"/>
                  </a:srgbClr>
                </a:gs>
                <a:gs pos="14286">
                  <a:srgbClr val="DBB184">
                    <a:alpha val="30764"/>
                  </a:srgbClr>
                </a:gs>
                <a:gs pos="28571">
                  <a:srgbClr val="DBB184">
                    <a:alpha val="24833"/>
                  </a:srgbClr>
                </a:gs>
                <a:gs pos="42857">
                  <a:srgbClr val="DBB184">
                    <a:alpha val="17075"/>
                  </a:srgbClr>
                </a:gs>
                <a:gs pos="57143">
                  <a:srgbClr val="DBB184">
                    <a:alpha val="9855"/>
                  </a:srgbClr>
                </a:gs>
                <a:gs pos="71429">
                  <a:srgbClr val="DBB184">
                    <a:alpha val="4740"/>
                  </a:srgbClr>
                </a:gs>
                <a:gs pos="85714">
                  <a:srgbClr val="DBB184">
                    <a:alpha val="1902"/>
                  </a:srgbClr>
                </a:gs>
                <a:gs pos="100000">
                  <a:srgbClr val="DBB1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8508502">
              <a:off x="2677206" y="1276753"/>
              <a:ext cx="68399" cy="17100"/>
            </a:xfrm>
            <a:prstGeom prst="ellipse">
              <a:avLst/>
            </a:prstGeom>
            <a:gradFill>
              <a:gsLst>
                <a:gs pos="0">
                  <a:srgbClr val="996D4A">
                    <a:alpha val="16868"/>
                  </a:srgbClr>
                </a:gs>
                <a:gs pos="14286">
                  <a:srgbClr val="996D4A">
                    <a:alpha val="15616"/>
                  </a:srgbClr>
                </a:gs>
                <a:gs pos="28571">
                  <a:srgbClr val="996D4A">
                    <a:alpha val="12352"/>
                  </a:srgbClr>
                </a:gs>
                <a:gs pos="42857">
                  <a:srgbClr val="996D4A">
                    <a:alpha val="8284"/>
                  </a:srgbClr>
                </a:gs>
                <a:gs pos="57143">
                  <a:srgbClr val="996D4A">
                    <a:alpha val="4679"/>
                  </a:srgbClr>
                </a:gs>
                <a:gs pos="71429">
                  <a:srgbClr val="996D4A">
                    <a:alpha val="2218"/>
                  </a:srgbClr>
                </a:gs>
                <a:gs pos="85714">
                  <a:srgbClr val="996D4A">
                    <a:alpha val="883"/>
                  </a:srgbClr>
                </a:gs>
                <a:gs pos="100000">
                  <a:srgbClr val="996D4A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8072639">
              <a:off x="1452906" y="59551"/>
              <a:ext cx="67819" cy="16955"/>
            </a:xfrm>
            <a:prstGeom prst="ellipse">
              <a:avLst/>
            </a:prstGeom>
            <a:gradFill>
              <a:gsLst>
                <a:gs pos="0">
                  <a:srgbClr val="311A09">
                    <a:alpha val="16974"/>
                  </a:srgbClr>
                </a:gs>
                <a:gs pos="14286">
                  <a:srgbClr val="311A09">
                    <a:alpha val="15716"/>
                  </a:srgbClr>
                </a:gs>
                <a:gs pos="28571">
                  <a:srgbClr val="311A09">
                    <a:alpha val="12432"/>
                  </a:srgbClr>
                </a:gs>
                <a:gs pos="42857">
                  <a:srgbClr val="311A09">
                    <a:alpha val="8339"/>
                  </a:srgbClr>
                </a:gs>
                <a:gs pos="57143">
                  <a:srgbClr val="311A09">
                    <a:alpha val="4710"/>
                  </a:srgbClr>
                </a:gs>
                <a:gs pos="71429">
                  <a:srgbClr val="311A09">
                    <a:alpha val="2233"/>
                  </a:srgbClr>
                </a:gs>
                <a:gs pos="85714">
                  <a:srgbClr val="311A09">
                    <a:alpha val="889"/>
                  </a:srgbClr>
                </a:gs>
                <a:gs pos="100000">
                  <a:srgbClr val="311A09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4027544">
              <a:off x="2272164" y="562081"/>
              <a:ext cx="256078" cy="83563"/>
            </a:xfrm>
            <a:prstGeom prst="ellipse">
              <a:avLst/>
            </a:prstGeom>
            <a:gradFill>
              <a:gsLst>
                <a:gs pos="0">
                  <a:srgbClr val="E7B78C">
                    <a:alpha val="32968"/>
                  </a:srgbClr>
                </a:gs>
                <a:gs pos="14286">
                  <a:srgbClr val="E7B78C">
                    <a:alpha val="30764"/>
                  </a:srgbClr>
                </a:gs>
                <a:gs pos="28571">
                  <a:srgbClr val="E7B78C">
                    <a:alpha val="24833"/>
                  </a:srgbClr>
                </a:gs>
                <a:gs pos="42857">
                  <a:srgbClr val="E7B78C">
                    <a:alpha val="17075"/>
                  </a:srgbClr>
                </a:gs>
                <a:gs pos="57143">
                  <a:srgbClr val="E7B78C">
                    <a:alpha val="9855"/>
                  </a:srgbClr>
                </a:gs>
                <a:gs pos="71429">
                  <a:srgbClr val="E7B78C">
                    <a:alpha val="4740"/>
                  </a:srgbClr>
                </a:gs>
                <a:gs pos="85714">
                  <a:srgbClr val="E7B78C">
                    <a:alpha val="1902"/>
                  </a:srgbClr>
                </a:gs>
                <a:gs pos="100000">
                  <a:srgbClr val="E7B7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10375675">
              <a:off x="1518343" y="283296"/>
              <a:ext cx="606915" cy="549967"/>
            </a:xfrm>
            <a:prstGeom prst="ellipse">
              <a:avLst/>
            </a:prstGeom>
            <a:gradFill>
              <a:gsLst>
                <a:gs pos="0">
                  <a:srgbClr val="B98100">
                    <a:alpha val="32968"/>
                  </a:srgbClr>
                </a:gs>
                <a:gs pos="14286">
                  <a:srgbClr val="B98100">
                    <a:alpha val="30764"/>
                  </a:srgbClr>
                </a:gs>
                <a:gs pos="28571">
                  <a:srgbClr val="B98100">
                    <a:alpha val="24833"/>
                  </a:srgbClr>
                </a:gs>
                <a:gs pos="42857">
                  <a:srgbClr val="B98100">
                    <a:alpha val="17075"/>
                  </a:srgbClr>
                </a:gs>
                <a:gs pos="57143">
                  <a:srgbClr val="B98100">
                    <a:alpha val="9855"/>
                  </a:srgbClr>
                </a:gs>
                <a:gs pos="71429">
                  <a:srgbClr val="B98100">
                    <a:alpha val="4740"/>
                  </a:srgbClr>
                </a:gs>
                <a:gs pos="85714">
                  <a:srgbClr val="B98100">
                    <a:alpha val="1902"/>
                  </a:srgbClr>
                </a:gs>
                <a:gs pos="100000">
                  <a:srgbClr val="B98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3985767">
              <a:off x="2340763" y="407592"/>
              <a:ext cx="211703" cy="67405"/>
            </a:xfrm>
            <a:prstGeom prst="ellipse">
              <a:avLst/>
            </a:prstGeom>
            <a:gradFill>
              <a:gsLst>
                <a:gs pos="0">
                  <a:srgbClr val="FFD6AA">
                    <a:alpha val="32968"/>
                  </a:srgbClr>
                </a:gs>
                <a:gs pos="14286">
                  <a:srgbClr val="FFD6AA">
                    <a:alpha val="30764"/>
                  </a:srgbClr>
                </a:gs>
                <a:gs pos="28571">
                  <a:srgbClr val="FFD6AA">
                    <a:alpha val="24833"/>
                  </a:srgbClr>
                </a:gs>
                <a:gs pos="42857">
                  <a:srgbClr val="FFD6AA">
                    <a:alpha val="17075"/>
                  </a:srgbClr>
                </a:gs>
                <a:gs pos="57143">
                  <a:srgbClr val="FFD6AA">
                    <a:alpha val="9855"/>
                  </a:srgbClr>
                </a:gs>
                <a:gs pos="71429">
                  <a:srgbClr val="FFD6AA">
                    <a:alpha val="4740"/>
                  </a:srgbClr>
                </a:gs>
                <a:gs pos="85714">
                  <a:srgbClr val="FFD6AA">
                    <a:alpha val="1902"/>
                  </a:srgbClr>
                </a:gs>
                <a:gs pos="100000">
                  <a:srgbClr val="FFD6A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8819456">
              <a:off x="1026954" y="2125795"/>
              <a:ext cx="393192" cy="24724"/>
            </a:xfrm>
            <a:prstGeom prst="ellipse">
              <a:avLst/>
            </a:prstGeom>
            <a:gradFill>
              <a:gsLst>
                <a:gs pos="0">
                  <a:srgbClr val="FFE2D5">
                    <a:alpha val="32840"/>
                  </a:srgbClr>
                </a:gs>
                <a:gs pos="14286">
                  <a:srgbClr val="FFE2D5">
                    <a:alpha val="30642"/>
                  </a:srgbClr>
                </a:gs>
                <a:gs pos="28571">
                  <a:srgbClr val="FFE2D5">
                    <a:alpha val="24731"/>
                  </a:srgbClr>
                </a:gs>
                <a:gs pos="42857">
                  <a:srgbClr val="FFE2D5">
                    <a:alpha val="17001"/>
                  </a:srgbClr>
                </a:gs>
                <a:gs pos="57143">
                  <a:srgbClr val="FFE2D5">
                    <a:alpha val="9810"/>
                  </a:srgbClr>
                </a:gs>
                <a:gs pos="71429">
                  <a:srgbClr val="FFE2D5">
                    <a:alpha val="4718"/>
                  </a:srgbClr>
                </a:gs>
                <a:gs pos="85714">
                  <a:srgbClr val="FFE2D5">
                    <a:alpha val="1893"/>
                  </a:srgbClr>
                </a:gs>
                <a:gs pos="100000">
                  <a:srgbClr val="FFE2D5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10354308">
              <a:off x="1649420" y="-120701"/>
              <a:ext cx="561766" cy="358953"/>
            </a:xfrm>
            <a:prstGeom prst="ellipse">
              <a:avLst/>
            </a:prstGeom>
            <a:gradFill>
              <a:gsLst>
                <a:gs pos="0">
                  <a:srgbClr val="030000">
                    <a:alpha val="32968"/>
                  </a:srgbClr>
                </a:gs>
                <a:gs pos="14286">
                  <a:srgbClr val="030000">
                    <a:alpha val="30764"/>
                  </a:srgbClr>
                </a:gs>
                <a:gs pos="28571">
                  <a:srgbClr val="030000">
                    <a:alpha val="24833"/>
                  </a:srgbClr>
                </a:gs>
                <a:gs pos="42857">
                  <a:srgbClr val="030000">
                    <a:alpha val="17075"/>
                  </a:srgbClr>
                </a:gs>
                <a:gs pos="57143">
                  <a:srgbClr val="030000">
                    <a:alpha val="9855"/>
                  </a:srgbClr>
                </a:gs>
                <a:gs pos="71429">
                  <a:srgbClr val="030000">
                    <a:alpha val="4740"/>
                  </a:srgbClr>
                </a:gs>
                <a:gs pos="85714">
                  <a:srgbClr val="030000">
                    <a:alpha val="1902"/>
                  </a:srgbClr>
                </a:gs>
                <a:gs pos="100000">
                  <a:srgbClr val="0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5206870">
              <a:off x="1567123" y="609578"/>
              <a:ext cx="68119" cy="17030"/>
            </a:xfrm>
            <a:prstGeom prst="ellipse">
              <a:avLst/>
            </a:prstGeom>
            <a:gradFill>
              <a:gsLst>
                <a:gs pos="0">
                  <a:srgbClr val="906A51">
                    <a:alpha val="16919"/>
                  </a:srgbClr>
                </a:gs>
                <a:gs pos="14286">
                  <a:srgbClr val="906A51">
                    <a:alpha val="15664"/>
                  </a:srgbClr>
                </a:gs>
                <a:gs pos="28571">
                  <a:srgbClr val="906A51">
                    <a:alpha val="12390"/>
                  </a:srgbClr>
                </a:gs>
                <a:gs pos="42857">
                  <a:srgbClr val="906A51">
                    <a:alpha val="8311"/>
                  </a:srgbClr>
                </a:gs>
                <a:gs pos="57143">
                  <a:srgbClr val="906A51">
                    <a:alpha val="4694"/>
                  </a:srgbClr>
                </a:gs>
                <a:gs pos="71429">
                  <a:srgbClr val="906A51">
                    <a:alpha val="2225"/>
                  </a:srgbClr>
                </a:gs>
                <a:gs pos="85714">
                  <a:srgbClr val="906A51">
                    <a:alpha val="886"/>
                  </a:srgbClr>
                </a:gs>
                <a:gs pos="100000">
                  <a:srgbClr val="906A51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6341088">
              <a:off x="2024678" y="400033"/>
              <a:ext cx="408938" cy="542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5196050">
              <a:off x="2116039" y="618727"/>
              <a:ext cx="68461" cy="17236"/>
            </a:xfrm>
            <a:prstGeom prst="ellipse">
              <a:avLst/>
            </a:prstGeom>
            <a:gradFill>
              <a:gsLst>
                <a:gs pos="0">
                  <a:srgbClr val="8B6D55">
                    <a:alpha val="16767"/>
                  </a:srgbClr>
                </a:gs>
                <a:gs pos="14286">
                  <a:srgbClr val="8B6D55">
                    <a:alpha val="15523"/>
                  </a:srgbClr>
                </a:gs>
                <a:gs pos="28571">
                  <a:srgbClr val="8B6D55">
                    <a:alpha val="12276"/>
                  </a:srgbClr>
                </a:gs>
                <a:gs pos="42857">
                  <a:srgbClr val="8B6D55">
                    <a:alpha val="8232"/>
                  </a:srgbClr>
                </a:gs>
                <a:gs pos="57143">
                  <a:srgbClr val="8B6D55">
                    <a:alpha val="4649"/>
                  </a:srgbClr>
                </a:gs>
                <a:gs pos="71429">
                  <a:srgbClr val="8B6D55">
                    <a:alpha val="2204"/>
                  </a:srgbClr>
                </a:gs>
                <a:gs pos="85714">
                  <a:srgbClr val="8B6D55">
                    <a:alpha val="877"/>
                  </a:srgbClr>
                </a:gs>
                <a:gs pos="100000">
                  <a:srgbClr val="8B6D55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3326131">
              <a:off x="1917406" y="588615"/>
              <a:ext cx="724921" cy="111574"/>
            </a:xfrm>
            <a:prstGeom prst="ellipse">
              <a:avLst/>
            </a:prstGeom>
            <a:gradFill>
              <a:gsLst>
                <a:gs pos="0">
                  <a:srgbClr val="FFDEA1">
                    <a:alpha val="14613"/>
                  </a:srgbClr>
                </a:gs>
                <a:gs pos="14286">
                  <a:srgbClr val="FFDEA1">
                    <a:alpha val="13515"/>
                  </a:srgbClr>
                </a:gs>
                <a:gs pos="28571">
                  <a:srgbClr val="FFDEA1">
                    <a:alpha val="10662"/>
                  </a:srgbClr>
                </a:gs>
                <a:gs pos="42857">
                  <a:srgbClr val="FFDEA1">
                    <a:alpha val="7128"/>
                  </a:srgbClr>
                </a:gs>
                <a:gs pos="57143">
                  <a:srgbClr val="FFDEA1">
                    <a:alpha val="4015"/>
                  </a:srgbClr>
                </a:gs>
                <a:gs pos="71429">
                  <a:srgbClr val="FFDEA1">
                    <a:alpha val="1900"/>
                  </a:srgbClr>
                </a:gs>
                <a:gs pos="85714">
                  <a:srgbClr val="FFDEA1">
                    <a:alpha val="756"/>
                  </a:srgbClr>
                </a:gs>
                <a:gs pos="100000">
                  <a:srgbClr val="FFDEA1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3749290">
              <a:off x="1686338" y="379999"/>
              <a:ext cx="441163" cy="131408"/>
            </a:xfrm>
            <a:prstGeom prst="ellipse">
              <a:avLst/>
            </a:prstGeom>
            <a:gradFill>
              <a:gsLst>
                <a:gs pos="0">
                  <a:srgbClr val="F7D8C4">
                    <a:alpha val="17162"/>
                  </a:srgbClr>
                </a:gs>
                <a:gs pos="14286">
                  <a:srgbClr val="F7D8C4">
                    <a:alpha val="15891"/>
                  </a:srgbClr>
                </a:gs>
                <a:gs pos="28571">
                  <a:srgbClr val="F7D8C4">
                    <a:alpha val="12573"/>
                  </a:srgbClr>
                </a:gs>
                <a:gs pos="42857">
                  <a:srgbClr val="F7D8C4">
                    <a:alpha val="8436"/>
                  </a:srgbClr>
                </a:gs>
                <a:gs pos="57143">
                  <a:srgbClr val="F7D8C4">
                    <a:alpha val="4766"/>
                  </a:srgbClr>
                </a:gs>
                <a:gs pos="71429">
                  <a:srgbClr val="F7D8C4">
                    <a:alpha val="2260"/>
                  </a:srgbClr>
                </a:gs>
                <a:gs pos="85714">
                  <a:srgbClr val="F7D8C4">
                    <a:alpha val="900"/>
                  </a:srgbClr>
                </a:gs>
                <a:gs pos="100000">
                  <a:srgbClr val="F7D8C4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7508776">
              <a:off x="796136" y="689714"/>
              <a:ext cx="717489" cy="1256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10694682">
              <a:off x="1442059" y="1942397"/>
              <a:ext cx="68461" cy="17396"/>
            </a:xfrm>
            <a:prstGeom prst="ellipse">
              <a:avLst/>
            </a:prstGeom>
            <a:gradFill>
              <a:gsLst>
                <a:gs pos="0">
                  <a:srgbClr val="A36C39">
                    <a:alpha val="16649"/>
                  </a:srgbClr>
                </a:gs>
                <a:gs pos="14286">
                  <a:srgbClr val="A36C39">
                    <a:alpha val="15412"/>
                  </a:srgbClr>
                </a:gs>
                <a:gs pos="28571">
                  <a:srgbClr val="A36C39">
                    <a:alpha val="12187"/>
                  </a:srgbClr>
                </a:gs>
                <a:gs pos="42857">
                  <a:srgbClr val="A36C39">
                    <a:alpha val="8171"/>
                  </a:srgbClr>
                </a:gs>
                <a:gs pos="57143">
                  <a:srgbClr val="A36C39">
                    <a:alpha val="4614"/>
                  </a:srgbClr>
                </a:gs>
                <a:gs pos="71429">
                  <a:srgbClr val="A36C39">
                    <a:alpha val="2187"/>
                  </a:srgbClr>
                </a:gs>
                <a:gs pos="85714">
                  <a:srgbClr val="A36C39">
                    <a:alpha val="870"/>
                  </a:srgbClr>
                </a:gs>
                <a:gs pos="100000">
                  <a:srgbClr val="A36C39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7872156">
              <a:off x="2034364" y="2016703"/>
              <a:ext cx="441059" cy="149074"/>
            </a:xfrm>
            <a:prstGeom prst="ellipse">
              <a:avLst/>
            </a:prstGeom>
            <a:gradFill>
              <a:gsLst>
                <a:gs pos="0">
                  <a:srgbClr val="EBC2B6">
                    <a:alpha val="32968"/>
                  </a:srgbClr>
                </a:gs>
                <a:gs pos="14286">
                  <a:srgbClr val="EBC2B6">
                    <a:alpha val="30764"/>
                  </a:srgbClr>
                </a:gs>
                <a:gs pos="28571">
                  <a:srgbClr val="EBC2B6">
                    <a:alpha val="24833"/>
                  </a:srgbClr>
                </a:gs>
                <a:gs pos="42857">
                  <a:srgbClr val="EBC2B6">
                    <a:alpha val="17075"/>
                  </a:srgbClr>
                </a:gs>
                <a:gs pos="57143">
                  <a:srgbClr val="EBC2B6">
                    <a:alpha val="9855"/>
                  </a:srgbClr>
                </a:gs>
                <a:gs pos="71429">
                  <a:srgbClr val="EBC2B6">
                    <a:alpha val="4740"/>
                  </a:srgbClr>
                </a:gs>
                <a:gs pos="85714">
                  <a:srgbClr val="EBC2B6">
                    <a:alpha val="1902"/>
                  </a:srgbClr>
                </a:gs>
                <a:gs pos="100000">
                  <a:srgbClr val="EBC2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3680852">
              <a:off x="2376046" y="650669"/>
              <a:ext cx="305201" cy="104517"/>
            </a:xfrm>
            <a:prstGeom prst="ellipse">
              <a:avLst/>
            </a:prstGeom>
            <a:gradFill>
              <a:gsLst>
                <a:gs pos="0">
                  <a:srgbClr val="3F0000">
                    <a:alpha val="32968"/>
                  </a:srgbClr>
                </a:gs>
                <a:gs pos="14286">
                  <a:srgbClr val="3F0000">
                    <a:alpha val="30764"/>
                  </a:srgbClr>
                </a:gs>
                <a:gs pos="28571">
                  <a:srgbClr val="3F0000">
                    <a:alpha val="24833"/>
                  </a:srgbClr>
                </a:gs>
                <a:gs pos="42857">
                  <a:srgbClr val="3F0000">
                    <a:alpha val="17075"/>
                  </a:srgbClr>
                </a:gs>
                <a:gs pos="57143">
                  <a:srgbClr val="3F0000">
                    <a:alpha val="9855"/>
                  </a:srgbClr>
                </a:gs>
                <a:gs pos="71429">
                  <a:srgbClr val="3F0000">
                    <a:alpha val="4740"/>
                  </a:srgbClr>
                </a:gs>
                <a:gs pos="85714">
                  <a:srgbClr val="3F0000">
                    <a:alpha val="1902"/>
                  </a:srgbClr>
                </a:gs>
                <a:gs pos="100000">
                  <a:srgbClr val="3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6809233">
              <a:off x="2626441" y="390858"/>
              <a:ext cx="68461" cy="17413"/>
            </a:xfrm>
            <a:prstGeom prst="ellipse">
              <a:avLst/>
            </a:prstGeom>
            <a:gradFill>
              <a:gsLst>
                <a:gs pos="0">
                  <a:srgbClr val="AE8C74">
                    <a:alpha val="16636"/>
                  </a:srgbClr>
                </a:gs>
                <a:gs pos="14286">
                  <a:srgbClr val="AE8C74">
                    <a:alpha val="15401"/>
                  </a:srgbClr>
                </a:gs>
                <a:gs pos="28571">
                  <a:srgbClr val="AE8C74">
                    <a:alpha val="12178"/>
                  </a:srgbClr>
                </a:gs>
                <a:gs pos="42857">
                  <a:srgbClr val="AE8C74">
                    <a:alpha val="8165"/>
                  </a:srgbClr>
                </a:gs>
                <a:gs pos="57143">
                  <a:srgbClr val="AE8C74">
                    <a:alpha val="4610"/>
                  </a:srgbClr>
                </a:gs>
                <a:gs pos="71429">
                  <a:srgbClr val="AE8C74">
                    <a:alpha val="2185"/>
                  </a:srgbClr>
                </a:gs>
                <a:gs pos="85714">
                  <a:srgbClr val="AE8C74">
                    <a:alpha val="870"/>
                  </a:srgbClr>
                </a:gs>
                <a:gs pos="100000">
                  <a:srgbClr val="AE8C74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-8334655">
              <a:off x="1834334" y="251199"/>
              <a:ext cx="468081" cy="62084"/>
            </a:xfrm>
            <a:prstGeom prst="ellipse">
              <a:avLst/>
            </a:prstGeom>
            <a:gradFill>
              <a:gsLst>
                <a:gs pos="0">
                  <a:srgbClr val="FFC796">
                    <a:alpha val="32968"/>
                  </a:srgbClr>
                </a:gs>
                <a:gs pos="14286">
                  <a:srgbClr val="FFC796">
                    <a:alpha val="30764"/>
                  </a:srgbClr>
                </a:gs>
                <a:gs pos="28571">
                  <a:srgbClr val="FFC796">
                    <a:alpha val="24833"/>
                  </a:srgbClr>
                </a:gs>
                <a:gs pos="42857">
                  <a:srgbClr val="FFC796">
                    <a:alpha val="17075"/>
                  </a:srgbClr>
                </a:gs>
                <a:gs pos="57143">
                  <a:srgbClr val="FFC796">
                    <a:alpha val="9855"/>
                  </a:srgbClr>
                </a:gs>
                <a:gs pos="71429">
                  <a:srgbClr val="FFC796">
                    <a:alpha val="4740"/>
                  </a:srgbClr>
                </a:gs>
                <a:gs pos="85714">
                  <a:srgbClr val="FFC796">
                    <a:alpha val="1902"/>
                  </a:srgbClr>
                </a:gs>
                <a:gs pos="100000">
                  <a:srgbClr val="FFC79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3006170">
              <a:off x="1182480" y="1055731"/>
              <a:ext cx="68461" cy="17434"/>
            </a:xfrm>
            <a:prstGeom prst="ellipse">
              <a:avLst/>
            </a:prstGeom>
            <a:gradFill>
              <a:gsLst>
                <a:gs pos="0">
                  <a:srgbClr val="7E5D19">
                    <a:alpha val="16621"/>
                  </a:srgbClr>
                </a:gs>
                <a:gs pos="14286">
                  <a:srgbClr val="7E5D19">
                    <a:alpha val="15386"/>
                  </a:srgbClr>
                </a:gs>
                <a:gs pos="28571">
                  <a:srgbClr val="7E5D19">
                    <a:alpha val="12166"/>
                  </a:srgbClr>
                </a:gs>
                <a:gs pos="42857">
                  <a:srgbClr val="7E5D19">
                    <a:alpha val="8157"/>
                  </a:srgbClr>
                </a:gs>
                <a:gs pos="57143">
                  <a:srgbClr val="7E5D19">
                    <a:alpha val="4605"/>
                  </a:srgbClr>
                </a:gs>
                <a:gs pos="71429">
                  <a:srgbClr val="7E5D19">
                    <a:alpha val="2183"/>
                  </a:srgbClr>
                </a:gs>
                <a:gs pos="85714">
                  <a:srgbClr val="7E5D19">
                    <a:alpha val="869"/>
                  </a:srgbClr>
                </a:gs>
                <a:gs pos="100000">
                  <a:srgbClr val="7E5D19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-8699244">
              <a:off x="934498" y="1243217"/>
              <a:ext cx="188860" cy="25331"/>
            </a:xfrm>
            <a:prstGeom prst="ellipse">
              <a:avLst/>
            </a:prstGeom>
            <a:gradFill>
              <a:gsLst>
                <a:gs pos="0">
                  <a:srgbClr val="FFDAA3">
                    <a:alpha val="32968"/>
                  </a:srgbClr>
                </a:gs>
                <a:gs pos="14286">
                  <a:srgbClr val="FFDAA3">
                    <a:alpha val="30764"/>
                  </a:srgbClr>
                </a:gs>
                <a:gs pos="28571">
                  <a:srgbClr val="FFDAA3">
                    <a:alpha val="24833"/>
                  </a:srgbClr>
                </a:gs>
                <a:gs pos="42857">
                  <a:srgbClr val="FFDAA3">
                    <a:alpha val="17075"/>
                  </a:srgbClr>
                </a:gs>
                <a:gs pos="57143">
                  <a:srgbClr val="FFDAA3">
                    <a:alpha val="9855"/>
                  </a:srgbClr>
                </a:gs>
                <a:gs pos="71429">
                  <a:srgbClr val="FFDAA3">
                    <a:alpha val="4740"/>
                  </a:srgbClr>
                </a:gs>
                <a:gs pos="85714">
                  <a:srgbClr val="FFDAA3">
                    <a:alpha val="1902"/>
                  </a:srgbClr>
                </a:gs>
                <a:gs pos="100000">
                  <a:srgbClr val="FFDAA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6291487">
              <a:off x="1055317" y="129175"/>
              <a:ext cx="462699" cy="21994"/>
            </a:xfrm>
            <a:prstGeom prst="ellipse">
              <a:avLst/>
            </a:prstGeom>
            <a:gradFill>
              <a:gsLst>
                <a:gs pos="0">
                  <a:srgbClr val="00001C">
                    <a:alpha val="32968"/>
                  </a:srgbClr>
                </a:gs>
                <a:gs pos="14286">
                  <a:srgbClr val="00001C">
                    <a:alpha val="30764"/>
                  </a:srgbClr>
                </a:gs>
                <a:gs pos="28571">
                  <a:srgbClr val="00001C">
                    <a:alpha val="24833"/>
                  </a:srgbClr>
                </a:gs>
                <a:gs pos="42857">
                  <a:srgbClr val="00001C">
                    <a:alpha val="17075"/>
                  </a:srgbClr>
                </a:gs>
                <a:gs pos="57143">
                  <a:srgbClr val="00001C">
                    <a:alpha val="9855"/>
                  </a:srgbClr>
                </a:gs>
                <a:gs pos="71429">
                  <a:srgbClr val="00001C">
                    <a:alpha val="4740"/>
                  </a:srgbClr>
                </a:gs>
                <a:gs pos="85714">
                  <a:srgbClr val="00001C">
                    <a:alpha val="1902"/>
                  </a:srgbClr>
                </a:gs>
                <a:gs pos="100000">
                  <a:srgbClr val="0000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7104809">
              <a:off x="1723544" y="334410"/>
              <a:ext cx="415961" cy="64028"/>
            </a:xfrm>
            <a:prstGeom prst="ellipse">
              <a:avLst/>
            </a:prstGeom>
            <a:gradFill>
              <a:gsLst>
                <a:gs pos="0">
                  <a:srgbClr val="380000">
                    <a:alpha val="32968"/>
                  </a:srgbClr>
                </a:gs>
                <a:gs pos="14286">
                  <a:srgbClr val="380000">
                    <a:alpha val="30764"/>
                  </a:srgbClr>
                </a:gs>
                <a:gs pos="28571">
                  <a:srgbClr val="380000">
                    <a:alpha val="24833"/>
                  </a:srgbClr>
                </a:gs>
                <a:gs pos="42857">
                  <a:srgbClr val="380000">
                    <a:alpha val="17075"/>
                  </a:srgbClr>
                </a:gs>
                <a:gs pos="57143">
                  <a:srgbClr val="380000">
                    <a:alpha val="9855"/>
                  </a:srgbClr>
                </a:gs>
                <a:gs pos="71429">
                  <a:srgbClr val="380000">
                    <a:alpha val="4740"/>
                  </a:srgbClr>
                </a:gs>
                <a:gs pos="85714">
                  <a:srgbClr val="380000">
                    <a:alpha val="1902"/>
                  </a:srgbClr>
                </a:gs>
                <a:gs pos="100000">
                  <a:srgbClr val="3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10189958">
              <a:off x="24191" y="2039115"/>
              <a:ext cx="68461" cy="17280"/>
            </a:xfrm>
            <a:prstGeom prst="ellipse">
              <a:avLst/>
            </a:prstGeom>
            <a:gradFill>
              <a:gsLst>
                <a:gs pos="0">
                  <a:srgbClr val="936E5C">
                    <a:alpha val="16735"/>
                  </a:srgbClr>
                </a:gs>
                <a:gs pos="14286">
                  <a:srgbClr val="936E5C">
                    <a:alpha val="15492"/>
                  </a:srgbClr>
                </a:gs>
                <a:gs pos="28571">
                  <a:srgbClr val="936E5C">
                    <a:alpha val="12252"/>
                  </a:srgbClr>
                </a:gs>
                <a:gs pos="42857">
                  <a:srgbClr val="936E5C">
                    <a:alpha val="8216"/>
                  </a:srgbClr>
                </a:gs>
                <a:gs pos="57143">
                  <a:srgbClr val="936E5C">
                    <a:alpha val="4639"/>
                  </a:srgbClr>
                </a:gs>
                <a:gs pos="71429">
                  <a:srgbClr val="936E5C">
                    <a:alpha val="2199"/>
                  </a:srgbClr>
                </a:gs>
                <a:gs pos="85714">
                  <a:srgbClr val="936E5C">
                    <a:alpha val="875"/>
                  </a:srgbClr>
                </a:gs>
                <a:gs pos="100000">
                  <a:srgbClr val="936E5C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-8290839">
              <a:off x="1465422" y="1727257"/>
              <a:ext cx="267291" cy="531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-10616588">
              <a:off x="1199871" y="1012242"/>
              <a:ext cx="584096" cy="3091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6679051">
              <a:off x="1620903" y="1028447"/>
              <a:ext cx="68461" cy="17505"/>
            </a:xfrm>
            <a:prstGeom prst="ellipse">
              <a:avLst/>
            </a:prstGeom>
            <a:gradFill>
              <a:gsLst>
                <a:gs pos="0">
                  <a:srgbClr val="463645">
                    <a:alpha val="16568"/>
                  </a:srgbClr>
                </a:gs>
                <a:gs pos="14286">
                  <a:srgbClr val="463645">
                    <a:alpha val="15337"/>
                  </a:srgbClr>
                </a:gs>
                <a:gs pos="28571">
                  <a:srgbClr val="463645">
                    <a:alpha val="12126"/>
                  </a:srgbClr>
                </a:gs>
                <a:gs pos="42857">
                  <a:srgbClr val="463645">
                    <a:alpha val="8130"/>
                  </a:srgbClr>
                </a:gs>
                <a:gs pos="57143">
                  <a:srgbClr val="463645">
                    <a:alpha val="4590"/>
                  </a:srgbClr>
                </a:gs>
                <a:gs pos="71429">
                  <a:srgbClr val="463645">
                    <a:alpha val="2175"/>
                  </a:srgbClr>
                </a:gs>
                <a:gs pos="85714">
                  <a:srgbClr val="463645">
                    <a:alpha val="866"/>
                  </a:srgbClr>
                </a:gs>
                <a:gs pos="100000">
                  <a:srgbClr val="463645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2883492">
              <a:off x="1309171" y="778419"/>
              <a:ext cx="571054" cy="419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4806617">
              <a:off x="1992554" y="299047"/>
              <a:ext cx="68461" cy="17244"/>
            </a:xfrm>
            <a:prstGeom prst="ellipse">
              <a:avLst/>
            </a:prstGeom>
            <a:gradFill>
              <a:gsLst>
                <a:gs pos="0">
                  <a:srgbClr val="977455">
                    <a:alpha val="16762"/>
                  </a:srgbClr>
                </a:gs>
                <a:gs pos="14286">
                  <a:srgbClr val="977455">
                    <a:alpha val="15517"/>
                  </a:srgbClr>
                </a:gs>
                <a:gs pos="28571">
                  <a:srgbClr val="977455">
                    <a:alpha val="12272"/>
                  </a:srgbClr>
                </a:gs>
                <a:gs pos="42857">
                  <a:srgbClr val="977455">
                    <a:alpha val="8229"/>
                  </a:srgbClr>
                </a:gs>
                <a:gs pos="57143">
                  <a:srgbClr val="977455">
                    <a:alpha val="4647"/>
                  </a:srgbClr>
                </a:gs>
                <a:gs pos="71429">
                  <a:srgbClr val="977455">
                    <a:alpha val="2203"/>
                  </a:srgbClr>
                </a:gs>
                <a:gs pos="85714">
                  <a:srgbClr val="977455">
                    <a:alpha val="877"/>
                  </a:srgbClr>
                </a:gs>
                <a:gs pos="100000">
                  <a:srgbClr val="977455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8374822">
              <a:off x="887012" y="-109854"/>
              <a:ext cx="661491" cy="472867"/>
            </a:xfrm>
            <a:prstGeom prst="ellipse">
              <a:avLst/>
            </a:prstGeom>
            <a:gradFill>
              <a:gsLst>
                <a:gs pos="0">
                  <a:srgbClr val="7A5500">
                    <a:alpha val="18279"/>
                  </a:srgbClr>
                </a:gs>
                <a:gs pos="14286">
                  <a:srgbClr val="7A5500">
                    <a:alpha val="16934"/>
                  </a:srgbClr>
                </a:gs>
                <a:gs pos="28571">
                  <a:srgbClr val="7A5500">
                    <a:alpha val="13416"/>
                  </a:srgbClr>
                </a:gs>
                <a:gs pos="42857">
                  <a:srgbClr val="7A5500">
                    <a:alpha val="9016"/>
                  </a:srgbClr>
                </a:gs>
                <a:gs pos="57143">
                  <a:srgbClr val="7A5500">
                    <a:alpha val="5101"/>
                  </a:srgbClr>
                </a:gs>
                <a:gs pos="71429">
                  <a:srgbClr val="7A5500">
                    <a:alpha val="2421"/>
                  </a:srgbClr>
                </a:gs>
                <a:gs pos="85714">
                  <a:srgbClr val="7A5500">
                    <a:alpha val="964"/>
                  </a:srgbClr>
                </a:gs>
                <a:gs pos="100000">
                  <a:srgbClr val="7A5500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4263096">
              <a:off x="1578685" y="524248"/>
              <a:ext cx="68461" cy="17393"/>
            </a:xfrm>
            <a:prstGeom prst="ellipse">
              <a:avLst/>
            </a:prstGeom>
            <a:gradFill>
              <a:gsLst>
                <a:gs pos="0">
                  <a:srgbClr val="AF8A6D">
                    <a:alpha val="16651"/>
                  </a:srgbClr>
                </a:gs>
                <a:gs pos="14286">
                  <a:srgbClr val="AF8A6D">
                    <a:alpha val="15414"/>
                  </a:srgbClr>
                </a:gs>
                <a:gs pos="28571">
                  <a:srgbClr val="AF8A6D">
                    <a:alpha val="12189"/>
                  </a:srgbClr>
                </a:gs>
                <a:gs pos="42857">
                  <a:srgbClr val="AF8A6D">
                    <a:alpha val="8172"/>
                  </a:srgbClr>
                </a:gs>
                <a:gs pos="57143">
                  <a:srgbClr val="AF8A6D">
                    <a:alpha val="4614"/>
                  </a:srgbClr>
                </a:gs>
                <a:gs pos="71429">
                  <a:srgbClr val="AF8A6D">
                    <a:alpha val="2187"/>
                  </a:srgbClr>
                </a:gs>
                <a:gs pos="85714">
                  <a:srgbClr val="AF8A6D">
                    <a:alpha val="871"/>
                  </a:srgbClr>
                </a:gs>
                <a:gs pos="100000">
                  <a:srgbClr val="AF8A6D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5935392">
              <a:off x="2384566" y="319489"/>
              <a:ext cx="134377" cy="36104"/>
            </a:xfrm>
            <a:prstGeom prst="ellipse">
              <a:avLst/>
            </a:prstGeom>
            <a:gradFill>
              <a:gsLst>
                <a:gs pos="0">
                  <a:srgbClr val="FFFFCD">
                    <a:alpha val="32968"/>
                  </a:srgbClr>
                </a:gs>
                <a:gs pos="14286">
                  <a:srgbClr val="FFFFCD">
                    <a:alpha val="30764"/>
                  </a:srgbClr>
                </a:gs>
                <a:gs pos="28571">
                  <a:srgbClr val="FFFFCD">
                    <a:alpha val="24833"/>
                  </a:srgbClr>
                </a:gs>
                <a:gs pos="42857">
                  <a:srgbClr val="FFFFCD">
                    <a:alpha val="17075"/>
                  </a:srgbClr>
                </a:gs>
                <a:gs pos="57143">
                  <a:srgbClr val="FFFFCD">
                    <a:alpha val="9855"/>
                  </a:srgbClr>
                </a:gs>
                <a:gs pos="71429">
                  <a:srgbClr val="FFFFCD">
                    <a:alpha val="4740"/>
                  </a:srgbClr>
                </a:gs>
                <a:gs pos="85714">
                  <a:srgbClr val="FFFFCD">
                    <a:alpha val="1902"/>
                  </a:srgbClr>
                </a:gs>
                <a:gs pos="100000">
                  <a:srgbClr val="FFFF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10252361">
              <a:off x="2588691" y="1363396"/>
              <a:ext cx="294852" cy="11277"/>
            </a:xfrm>
            <a:prstGeom prst="ellipse">
              <a:avLst/>
            </a:prstGeom>
            <a:gradFill>
              <a:gsLst>
                <a:gs pos="0">
                  <a:srgbClr val="3C002A">
                    <a:alpha val="32968"/>
                  </a:srgbClr>
                </a:gs>
                <a:gs pos="14286">
                  <a:srgbClr val="3C002A">
                    <a:alpha val="30764"/>
                  </a:srgbClr>
                </a:gs>
                <a:gs pos="28571">
                  <a:srgbClr val="3C002A">
                    <a:alpha val="24833"/>
                  </a:srgbClr>
                </a:gs>
                <a:gs pos="42857">
                  <a:srgbClr val="3C002A">
                    <a:alpha val="17075"/>
                  </a:srgbClr>
                </a:gs>
                <a:gs pos="57143">
                  <a:srgbClr val="3C002A">
                    <a:alpha val="9855"/>
                  </a:srgbClr>
                </a:gs>
                <a:gs pos="71429">
                  <a:srgbClr val="3C002A">
                    <a:alpha val="4740"/>
                  </a:srgbClr>
                </a:gs>
                <a:gs pos="85714">
                  <a:srgbClr val="3C002A">
                    <a:alpha val="1902"/>
                  </a:srgbClr>
                </a:gs>
                <a:gs pos="100000">
                  <a:srgbClr val="3C002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9124110">
              <a:off x="549839" y="660349"/>
              <a:ext cx="160979" cy="848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4045941">
              <a:off x="850128" y="221201"/>
              <a:ext cx="68461" cy="17593"/>
            </a:xfrm>
            <a:prstGeom prst="ellipse">
              <a:avLst/>
            </a:prstGeom>
            <a:gradFill>
              <a:gsLst>
                <a:gs pos="0">
                  <a:srgbClr val="A37D5E">
                    <a:alpha val="16503"/>
                  </a:srgbClr>
                </a:gs>
                <a:gs pos="14286">
                  <a:srgbClr val="A37D5E">
                    <a:alpha val="15276"/>
                  </a:srgbClr>
                </a:gs>
                <a:gs pos="28571">
                  <a:srgbClr val="A37D5E">
                    <a:alpha val="12078"/>
                  </a:srgbClr>
                </a:gs>
                <a:gs pos="42857">
                  <a:srgbClr val="A37D5E">
                    <a:alpha val="8096"/>
                  </a:srgbClr>
                </a:gs>
                <a:gs pos="57143">
                  <a:srgbClr val="A37D5E">
                    <a:alpha val="4570"/>
                  </a:srgbClr>
                </a:gs>
                <a:gs pos="71429">
                  <a:srgbClr val="A37D5E">
                    <a:alpha val="2166"/>
                  </a:srgbClr>
                </a:gs>
                <a:gs pos="85714">
                  <a:srgbClr val="A37D5E">
                    <a:alpha val="862"/>
                  </a:srgbClr>
                </a:gs>
                <a:gs pos="100000">
                  <a:srgbClr val="A37D5E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5512992">
              <a:off x="130679" y="392512"/>
              <a:ext cx="240881" cy="88068"/>
            </a:xfrm>
            <a:prstGeom prst="ellipse">
              <a:avLst/>
            </a:prstGeom>
            <a:gradFill>
              <a:gsLst>
                <a:gs pos="0">
                  <a:srgbClr val="FFF2EB">
                    <a:alpha val="32968"/>
                  </a:srgbClr>
                </a:gs>
                <a:gs pos="14286">
                  <a:srgbClr val="FFF2EB">
                    <a:alpha val="30764"/>
                  </a:srgbClr>
                </a:gs>
                <a:gs pos="28571">
                  <a:srgbClr val="FFF2EB">
                    <a:alpha val="24833"/>
                  </a:srgbClr>
                </a:gs>
                <a:gs pos="42857">
                  <a:srgbClr val="FFF2EB">
                    <a:alpha val="17075"/>
                  </a:srgbClr>
                </a:gs>
                <a:gs pos="57143">
                  <a:srgbClr val="FFF2EB">
                    <a:alpha val="9855"/>
                  </a:srgbClr>
                </a:gs>
                <a:gs pos="71429">
                  <a:srgbClr val="FFF2EB">
                    <a:alpha val="4740"/>
                  </a:srgbClr>
                </a:gs>
                <a:gs pos="85714">
                  <a:srgbClr val="FFF2EB">
                    <a:alpha val="1902"/>
                  </a:srgbClr>
                </a:gs>
                <a:gs pos="100000">
                  <a:srgbClr val="FFF2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10005906">
              <a:off x="1349875" y="1565394"/>
              <a:ext cx="68461" cy="17598"/>
            </a:xfrm>
            <a:prstGeom prst="ellipse">
              <a:avLst/>
            </a:prstGeom>
            <a:gradFill>
              <a:gsLst>
                <a:gs pos="0">
                  <a:srgbClr val="A37852">
                    <a:alpha val="16500"/>
                  </a:srgbClr>
                </a:gs>
                <a:gs pos="14286">
                  <a:srgbClr val="A37852">
                    <a:alpha val="15273"/>
                  </a:srgbClr>
                </a:gs>
                <a:gs pos="28571">
                  <a:srgbClr val="A37852">
                    <a:alpha val="12075"/>
                  </a:srgbClr>
                </a:gs>
                <a:gs pos="42857">
                  <a:srgbClr val="A37852">
                    <a:alpha val="8094"/>
                  </a:srgbClr>
                </a:gs>
                <a:gs pos="57143">
                  <a:srgbClr val="A37852">
                    <a:alpha val="4569"/>
                  </a:srgbClr>
                </a:gs>
                <a:gs pos="71429">
                  <a:srgbClr val="A37852">
                    <a:alpha val="2165"/>
                  </a:srgbClr>
                </a:gs>
                <a:gs pos="85714">
                  <a:srgbClr val="A37852">
                    <a:alpha val="862"/>
                  </a:srgbClr>
                </a:gs>
                <a:gs pos="100000">
                  <a:srgbClr val="A37852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2837059">
              <a:off x="2291332" y="83559"/>
              <a:ext cx="68461" cy="17480"/>
            </a:xfrm>
            <a:prstGeom prst="ellipse">
              <a:avLst/>
            </a:prstGeom>
            <a:gradFill>
              <a:gsLst>
                <a:gs pos="0">
                  <a:srgbClr val="855A36">
                    <a:alpha val="16587"/>
                  </a:srgbClr>
                </a:gs>
                <a:gs pos="14286">
                  <a:srgbClr val="855A36">
                    <a:alpha val="15355"/>
                  </a:srgbClr>
                </a:gs>
                <a:gs pos="28571">
                  <a:srgbClr val="855A36">
                    <a:alpha val="12141"/>
                  </a:srgbClr>
                </a:gs>
                <a:gs pos="42857">
                  <a:srgbClr val="855A36">
                    <a:alpha val="8139"/>
                  </a:srgbClr>
                </a:gs>
                <a:gs pos="57143">
                  <a:srgbClr val="855A36">
                    <a:alpha val="4595"/>
                  </a:srgbClr>
                </a:gs>
                <a:gs pos="71429">
                  <a:srgbClr val="855A36">
                    <a:alpha val="2178"/>
                  </a:srgbClr>
                </a:gs>
                <a:gs pos="85714">
                  <a:srgbClr val="855A36">
                    <a:alpha val="867"/>
                  </a:srgbClr>
                </a:gs>
                <a:gs pos="100000">
                  <a:srgbClr val="855A36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10023739">
              <a:off x="1413555" y="1601009"/>
              <a:ext cx="68461" cy="17290"/>
            </a:xfrm>
            <a:prstGeom prst="ellipse">
              <a:avLst/>
            </a:prstGeom>
            <a:gradFill>
              <a:gsLst>
                <a:gs pos="0">
                  <a:srgbClr val="B08463">
                    <a:alpha val="16727"/>
                  </a:srgbClr>
                </a:gs>
                <a:gs pos="14286">
                  <a:srgbClr val="B08463">
                    <a:alpha val="15485"/>
                  </a:srgbClr>
                </a:gs>
                <a:gs pos="28571">
                  <a:srgbClr val="B08463">
                    <a:alpha val="12246"/>
                  </a:srgbClr>
                </a:gs>
                <a:gs pos="42857">
                  <a:srgbClr val="B08463">
                    <a:alpha val="8212"/>
                  </a:srgbClr>
                </a:gs>
                <a:gs pos="57143">
                  <a:srgbClr val="B08463">
                    <a:alpha val="4637"/>
                  </a:srgbClr>
                </a:gs>
                <a:gs pos="71429">
                  <a:srgbClr val="B08463">
                    <a:alpha val="2198"/>
                  </a:srgbClr>
                </a:gs>
                <a:gs pos="85714">
                  <a:srgbClr val="B08463">
                    <a:alpha val="875"/>
                  </a:srgbClr>
                </a:gs>
                <a:gs pos="100000">
                  <a:srgbClr val="B08463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-9517069">
              <a:off x="2346739" y="1312226"/>
              <a:ext cx="257418" cy="63894"/>
            </a:xfrm>
            <a:prstGeom prst="ellipse">
              <a:avLst/>
            </a:prstGeom>
            <a:gradFill>
              <a:gsLst>
                <a:gs pos="0">
                  <a:srgbClr val="FFA131">
                    <a:alpha val="32968"/>
                  </a:srgbClr>
                </a:gs>
                <a:gs pos="14286">
                  <a:srgbClr val="FFA131">
                    <a:alpha val="30764"/>
                  </a:srgbClr>
                </a:gs>
                <a:gs pos="28571">
                  <a:srgbClr val="FFA131">
                    <a:alpha val="24833"/>
                  </a:srgbClr>
                </a:gs>
                <a:gs pos="42857">
                  <a:srgbClr val="FFA131">
                    <a:alpha val="17075"/>
                  </a:srgbClr>
                </a:gs>
                <a:gs pos="57143">
                  <a:srgbClr val="FFA131">
                    <a:alpha val="9855"/>
                  </a:srgbClr>
                </a:gs>
                <a:gs pos="71429">
                  <a:srgbClr val="FFA131">
                    <a:alpha val="4740"/>
                  </a:srgbClr>
                </a:gs>
                <a:gs pos="85714">
                  <a:srgbClr val="FFA131">
                    <a:alpha val="1902"/>
                  </a:srgbClr>
                </a:gs>
                <a:gs pos="100000">
                  <a:srgbClr val="FFA1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10238393">
              <a:off x="1137793" y="641989"/>
              <a:ext cx="68461" cy="17638"/>
            </a:xfrm>
            <a:prstGeom prst="ellipse">
              <a:avLst/>
            </a:prstGeom>
            <a:gradFill>
              <a:gsLst>
                <a:gs pos="0">
                  <a:srgbClr val="B0896B">
                    <a:alpha val="16470"/>
                  </a:srgbClr>
                </a:gs>
                <a:gs pos="14286">
                  <a:srgbClr val="B0896B">
                    <a:alpha val="15245"/>
                  </a:srgbClr>
                </a:gs>
                <a:gs pos="28571">
                  <a:srgbClr val="B0896B">
                    <a:alpha val="12053"/>
                  </a:srgbClr>
                </a:gs>
                <a:gs pos="42857">
                  <a:srgbClr val="B0896B">
                    <a:alpha val="8079"/>
                  </a:srgbClr>
                </a:gs>
                <a:gs pos="57143">
                  <a:srgbClr val="B0896B">
                    <a:alpha val="4561"/>
                  </a:srgbClr>
                </a:gs>
                <a:gs pos="71429">
                  <a:srgbClr val="B0896B">
                    <a:alpha val="2161"/>
                  </a:srgbClr>
                </a:gs>
                <a:gs pos="85714">
                  <a:srgbClr val="B0896B">
                    <a:alpha val="860"/>
                  </a:srgbClr>
                </a:gs>
                <a:gs pos="100000">
                  <a:srgbClr val="B0896B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6910994">
              <a:off x="3176942" y="20902"/>
              <a:ext cx="68461" cy="17533"/>
            </a:xfrm>
            <a:prstGeom prst="ellipse">
              <a:avLst/>
            </a:prstGeom>
            <a:gradFill>
              <a:gsLst>
                <a:gs pos="0">
                  <a:srgbClr val="9D6460">
                    <a:alpha val="16548"/>
                  </a:srgbClr>
                </a:gs>
                <a:gs pos="14286">
                  <a:srgbClr val="9D6460">
                    <a:alpha val="15318"/>
                  </a:srgbClr>
                </a:gs>
                <a:gs pos="28571">
                  <a:srgbClr val="9D6460">
                    <a:alpha val="12111"/>
                  </a:srgbClr>
                </a:gs>
                <a:gs pos="42857">
                  <a:srgbClr val="9D6460">
                    <a:alpha val="8119"/>
                  </a:srgbClr>
                </a:gs>
                <a:gs pos="57143">
                  <a:srgbClr val="9D6460">
                    <a:alpha val="4584"/>
                  </a:srgbClr>
                </a:gs>
                <a:gs pos="71429">
                  <a:srgbClr val="9D6460">
                    <a:alpha val="2172"/>
                  </a:srgbClr>
                </a:gs>
                <a:gs pos="85714">
                  <a:srgbClr val="9D6460">
                    <a:alpha val="865"/>
                  </a:srgbClr>
                </a:gs>
                <a:gs pos="100000">
                  <a:srgbClr val="9D6460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7797809">
              <a:off x="1805915" y="209337"/>
              <a:ext cx="68461" cy="17605"/>
            </a:xfrm>
            <a:prstGeom prst="ellipse">
              <a:avLst/>
            </a:prstGeom>
            <a:gradFill>
              <a:gsLst>
                <a:gs pos="0">
                  <a:srgbClr val="5E4025">
                    <a:alpha val="16495"/>
                  </a:srgbClr>
                </a:gs>
                <a:gs pos="14286">
                  <a:srgbClr val="5E4025">
                    <a:alpha val="15268"/>
                  </a:srgbClr>
                </a:gs>
                <a:gs pos="28571">
                  <a:srgbClr val="5E4025">
                    <a:alpha val="12071"/>
                  </a:srgbClr>
                </a:gs>
                <a:gs pos="42857">
                  <a:srgbClr val="5E4025">
                    <a:alpha val="8092"/>
                  </a:srgbClr>
                </a:gs>
                <a:gs pos="57143">
                  <a:srgbClr val="5E4025">
                    <a:alpha val="4568"/>
                  </a:srgbClr>
                </a:gs>
                <a:gs pos="71429">
                  <a:srgbClr val="5E4025">
                    <a:alpha val="2165"/>
                  </a:srgbClr>
                </a:gs>
                <a:gs pos="85714">
                  <a:srgbClr val="5E4025">
                    <a:alpha val="862"/>
                  </a:srgbClr>
                </a:gs>
                <a:gs pos="100000">
                  <a:srgbClr val="5E4025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-10191552">
              <a:off x="1325739" y="555634"/>
              <a:ext cx="68461" cy="17594"/>
            </a:xfrm>
            <a:prstGeom prst="ellipse">
              <a:avLst/>
            </a:prstGeom>
            <a:gradFill>
              <a:gsLst>
                <a:gs pos="0">
                  <a:srgbClr val="9C7451">
                    <a:alpha val="16503"/>
                  </a:srgbClr>
                </a:gs>
                <a:gs pos="14286">
                  <a:srgbClr val="9C7451">
                    <a:alpha val="15276"/>
                  </a:srgbClr>
                </a:gs>
                <a:gs pos="28571">
                  <a:srgbClr val="9C7451">
                    <a:alpha val="12077"/>
                  </a:srgbClr>
                </a:gs>
                <a:gs pos="42857">
                  <a:srgbClr val="9C7451">
                    <a:alpha val="8096"/>
                  </a:srgbClr>
                </a:gs>
                <a:gs pos="57143">
                  <a:srgbClr val="9C7451">
                    <a:alpha val="4570"/>
                  </a:srgbClr>
                </a:gs>
                <a:gs pos="71429">
                  <a:srgbClr val="9C7451">
                    <a:alpha val="2166"/>
                  </a:srgbClr>
                </a:gs>
                <a:gs pos="85714">
                  <a:srgbClr val="9C7451">
                    <a:alpha val="862"/>
                  </a:srgbClr>
                </a:gs>
                <a:gs pos="100000">
                  <a:srgbClr val="9C7451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7175798">
              <a:off x="1797017" y="1211375"/>
              <a:ext cx="68461" cy="17656"/>
            </a:xfrm>
            <a:prstGeom prst="ellipse">
              <a:avLst/>
            </a:prstGeom>
            <a:gradFill>
              <a:gsLst>
                <a:gs pos="0">
                  <a:srgbClr val="BB8F75">
                    <a:alpha val="16457"/>
                  </a:srgbClr>
                </a:gs>
                <a:gs pos="14286">
                  <a:srgbClr val="BB8F75">
                    <a:alpha val="15233"/>
                  </a:srgbClr>
                </a:gs>
                <a:gs pos="28571">
                  <a:srgbClr val="BB8F75">
                    <a:alpha val="12043"/>
                  </a:srgbClr>
                </a:gs>
                <a:gs pos="42857">
                  <a:srgbClr val="BB8F75">
                    <a:alpha val="8072"/>
                  </a:srgbClr>
                </a:gs>
                <a:gs pos="57143">
                  <a:srgbClr val="BB8F75">
                    <a:alpha val="4557"/>
                  </a:srgbClr>
                </a:gs>
                <a:gs pos="71429">
                  <a:srgbClr val="BB8F75">
                    <a:alpha val="2159"/>
                  </a:srgbClr>
                </a:gs>
                <a:gs pos="85714">
                  <a:srgbClr val="BB8F75">
                    <a:alpha val="860"/>
                  </a:srgbClr>
                </a:gs>
                <a:gs pos="100000">
                  <a:srgbClr val="BB8F75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9786461">
              <a:off x="1341420" y="1973446"/>
              <a:ext cx="412788" cy="326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4549687">
              <a:off x="485473" y="353589"/>
              <a:ext cx="588135" cy="92909"/>
            </a:xfrm>
            <a:prstGeom prst="ellipse">
              <a:avLst/>
            </a:prstGeom>
            <a:gradFill>
              <a:gsLst>
                <a:gs pos="0">
                  <a:srgbClr val="3D0000">
                    <a:alpha val="32968"/>
                  </a:srgbClr>
                </a:gs>
                <a:gs pos="14286">
                  <a:srgbClr val="3D0000">
                    <a:alpha val="30764"/>
                  </a:srgbClr>
                </a:gs>
                <a:gs pos="28571">
                  <a:srgbClr val="3D0000">
                    <a:alpha val="24833"/>
                  </a:srgbClr>
                </a:gs>
                <a:gs pos="42857">
                  <a:srgbClr val="3D0000">
                    <a:alpha val="17075"/>
                  </a:srgbClr>
                </a:gs>
                <a:gs pos="57143">
                  <a:srgbClr val="3D0000">
                    <a:alpha val="9855"/>
                  </a:srgbClr>
                </a:gs>
                <a:gs pos="71429">
                  <a:srgbClr val="3D0000">
                    <a:alpha val="4740"/>
                  </a:srgbClr>
                </a:gs>
                <a:gs pos="85714">
                  <a:srgbClr val="3D0000">
                    <a:alpha val="1902"/>
                  </a:srgbClr>
                </a:gs>
                <a:gs pos="100000">
                  <a:srgbClr val="3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5839680">
              <a:off x="1337842" y="75570"/>
              <a:ext cx="68461" cy="17541"/>
            </a:xfrm>
            <a:prstGeom prst="ellipse">
              <a:avLst/>
            </a:prstGeom>
            <a:gradFill>
              <a:gsLst>
                <a:gs pos="0">
                  <a:srgbClr val="9B7351">
                    <a:alpha val="16542"/>
                  </a:srgbClr>
                </a:gs>
                <a:gs pos="14286">
                  <a:srgbClr val="9B7351">
                    <a:alpha val="15312"/>
                  </a:srgbClr>
                </a:gs>
                <a:gs pos="28571">
                  <a:srgbClr val="9B7351">
                    <a:alpha val="12107"/>
                  </a:srgbClr>
                </a:gs>
                <a:gs pos="42857">
                  <a:srgbClr val="9B7351">
                    <a:alpha val="8116"/>
                  </a:srgbClr>
                </a:gs>
                <a:gs pos="57143">
                  <a:srgbClr val="9B7351">
                    <a:alpha val="4582"/>
                  </a:srgbClr>
                </a:gs>
                <a:gs pos="71429">
                  <a:srgbClr val="9B7351">
                    <a:alpha val="2171"/>
                  </a:srgbClr>
                </a:gs>
                <a:gs pos="85714">
                  <a:srgbClr val="9B7351">
                    <a:alpha val="864"/>
                  </a:srgbClr>
                </a:gs>
                <a:gs pos="100000">
                  <a:srgbClr val="9B7351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5647390">
              <a:off x="1773264" y="665790"/>
              <a:ext cx="68461" cy="17696"/>
            </a:xfrm>
            <a:prstGeom prst="ellipse">
              <a:avLst/>
            </a:prstGeom>
            <a:gradFill>
              <a:gsLst>
                <a:gs pos="0">
                  <a:srgbClr val="B58052">
                    <a:alpha val="16427"/>
                  </a:srgbClr>
                </a:gs>
                <a:gs pos="14286">
                  <a:srgbClr val="B58052">
                    <a:alpha val="15205"/>
                  </a:srgbClr>
                </a:gs>
                <a:gs pos="28571">
                  <a:srgbClr val="B58052">
                    <a:alpha val="12020"/>
                  </a:srgbClr>
                </a:gs>
                <a:gs pos="42857">
                  <a:srgbClr val="B58052">
                    <a:alpha val="8057"/>
                  </a:srgbClr>
                </a:gs>
                <a:gs pos="57143">
                  <a:srgbClr val="B58052">
                    <a:alpha val="4548"/>
                  </a:srgbClr>
                </a:gs>
                <a:gs pos="71429">
                  <a:srgbClr val="B58052">
                    <a:alpha val="2155"/>
                  </a:srgbClr>
                </a:gs>
                <a:gs pos="85714">
                  <a:srgbClr val="B58052">
                    <a:alpha val="858"/>
                  </a:srgbClr>
                </a:gs>
                <a:gs pos="100000">
                  <a:srgbClr val="B58052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7400404">
              <a:off x="1861736" y="1261002"/>
              <a:ext cx="68461" cy="17700"/>
            </a:xfrm>
            <a:prstGeom prst="ellipse">
              <a:avLst/>
            </a:prstGeom>
            <a:gradFill>
              <a:gsLst>
                <a:gs pos="0">
                  <a:srgbClr val="B9895B">
                    <a:alpha val="16425"/>
                  </a:srgbClr>
                </a:gs>
                <a:gs pos="14286">
                  <a:srgbClr val="B9895B">
                    <a:alpha val="15203"/>
                  </a:srgbClr>
                </a:gs>
                <a:gs pos="28571">
                  <a:srgbClr val="B9895B">
                    <a:alpha val="12018"/>
                  </a:srgbClr>
                </a:gs>
                <a:gs pos="42857">
                  <a:srgbClr val="B9895B">
                    <a:alpha val="8056"/>
                  </a:srgbClr>
                </a:gs>
                <a:gs pos="57143">
                  <a:srgbClr val="B9895B">
                    <a:alpha val="4547"/>
                  </a:srgbClr>
                </a:gs>
                <a:gs pos="71429">
                  <a:srgbClr val="B9895B">
                    <a:alpha val="2155"/>
                  </a:srgbClr>
                </a:gs>
                <a:gs pos="85714">
                  <a:srgbClr val="B9895B">
                    <a:alpha val="858"/>
                  </a:srgbClr>
                </a:gs>
                <a:gs pos="100000">
                  <a:srgbClr val="B9895B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-10377775">
              <a:off x="1411975" y="1535398"/>
              <a:ext cx="67616" cy="16904"/>
            </a:xfrm>
            <a:prstGeom prst="ellipse">
              <a:avLst/>
            </a:prstGeom>
            <a:gradFill>
              <a:gsLst>
                <a:gs pos="0">
                  <a:srgbClr val="B48561">
                    <a:alpha val="17012"/>
                  </a:srgbClr>
                </a:gs>
                <a:gs pos="14286">
                  <a:srgbClr val="B48561">
                    <a:alpha val="15751"/>
                  </a:srgbClr>
                </a:gs>
                <a:gs pos="28571">
                  <a:srgbClr val="B48561">
                    <a:alpha val="12460"/>
                  </a:srgbClr>
                </a:gs>
                <a:gs pos="42857">
                  <a:srgbClr val="B48561">
                    <a:alpha val="8359"/>
                  </a:srgbClr>
                </a:gs>
                <a:gs pos="57143">
                  <a:srgbClr val="B48561">
                    <a:alpha val="4721"/>
                  </a:srgbClr>
                </a:gs>
                <a:gs pos="71429">
                  <a:srgbClr val="B48561">
                    <a:alpha val="2239"/>
                  </a:srgbClr>
                </a:gs>
                <a:gs pos="85714">
                  <a:srgbClr val="B48561">
                    <a:alpha val="891"/>
                  </a:srgbClr>
                </a:gs>
                <a:gs pos="100000">
                  <a:srgbClr val="B48561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9019290">
              <a:off x="1218221" y="2040530"/>
              <a:ext cx="394462" cy="25370"/>
            </a:xfrm>
            <a:prstGeom prst="ellipse">
              <a:avLst/>
            </a:prstGeom>
            <a:gradFill>
              <a:gsLst>
                <a:gs pos="0">
                  <a:srgbClr val="FFFFE9">
                    <a:alpha val="32968"/>
                  </a:srgbClr>
                </a:gs>
                <a:gs pos="14286">
                  <a:srgbClr val="FFFFE9">
                    <a:alpha val="30764"/>
                  </a:srgbClr>
                </a:gs>
                <a:gs pos="28571">
                  <a:srgbClr val="FFFFE9">
                    <a:alpha val="24833"/>
                  </a:srgbClr>
                </a:gs>
                <a:gs pos="42857">
                  <a:srgbClr val="FFFFE9">
                    <a:alpha val="17075"/>
                  </a:srgbClr>
                </a:gs>
                <a:gs pos="57143">
                  <a:srgbClr val="FFFFE9">
                    <a:alpha val="9855"/>
                  </a:srgbClr>
                </a:gs>
                <a:gs pos="71429">
                  <a:srgbClr val="FFFFE9">
                    <a:alpha val="4740"/>
                  </a:srgbClr>
                </a:gs>
                <a:gs pos="85714">
                  <a:srgbClr val="FFFFE9">
                    <a:alpha val="1902"/>
                  </a:srgbClr>
                </a:gs>
                <a:gs pos="100000">
                  <a:srgbClr val="FFFF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9658386">
              <a:off x="1014060" y="1413576"/>
              <a:ext cx="419576" cy="550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8683100">
              <a:off x="2056187" y="1114924"/>
              <a:ext cx="64464" cy="16116"/>
            </a:xfrm>
            <a:prstGeom prst="ellipse">
              <a:avLst/>
            </a:prstGeom>
            <a:gradFill>
              <a:gsLst>
                <a:gs pos="0">
                  <a:srgbClr val="C2977C">
                    <a:alpha val="17589"/>
                  </a:srgbClr>
                </a:gs>
                <a:gs pos="14286">
                  <a:srgbClr val="C2977C">
                    <a:alpha val="16290"/>
                  </a:srgbClr>
                </a:gs>
                <a:gs pos="28571">
                  <a:srgbClr val="C2977C">
                    <a:alpha val="12895"/>
                  </a:srgbClr>
                </a:gs>
                <a:gs pos="42857">
                  <a:srgbClr val="C2977C">
                    <a:alpha val="8658"/>
                  </a:srgbClr>
                </a:gs>
                <a:gs pos="57143">
                  <a:srgbClr val="C2977C">
                    <a:alpha val="4894"/>
                  </a:srgbClr>
                </a:gs>
                <a:gs pos="71429">
                  <a:srgbClr val="C2977C">
                    <a:alpha val="2321"/>
                  </a:srgbClr>
                </a:gs>
                <a:gs pos="85714">
                  <a:srgbClr val="C2977C">
                    <a:alpha val="924"/>
                  </a:srgbClr>
                </a:gs>
                <a:gs pos="100000">
                  <a:srgbClr val="C2977C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7614607">
              <a:off x="1584456" y="141528"/>
              <a:ext cx="68461" cy="17371"/>
            </a:xfrm>
            <a:prstGeom prst="ellipse">
              <a:avLst/>
            </a:prstGeom>
            <a:gradFill>
              <a:gsLst>
                <a:gs pos="0">
                  <a:srgbClr val="6E4D35">
                    <a:alpha val="16668"/>
                  </a:srgbClr>
                </a:gs>
                <a:gs pos="14286">
                  <a:srgbClr val="6E4D35">
                    <a:alpha val="15430"/>
                  </a:srgbClr>
                </a:gs>
                <a:gs pos="28571">
                  <a:srgbClr val="6E4D35">
                    <a:alpha val="12201"/>
                  </a:srgbClr>
                </a:gs>
                <a:gs pos="42857">
                  <a:srgbClr val="6E4D35">
                    <a:alpha val="8181"/>
                  </a:srgbClr>
                </a:gs>
                <a:gs pos="57143">
                  <a:srgbClr val="6E4D35">
                    <a:alpha val="4619"/>
                  </a:srgbClr>
                </a:gs>
                <a:gs pos="71429">
                  <a:srgbClr val="6E4D35">
                    <a:alpha val="2189"/>
                  </a:srgbClr>
                </a:gs>
                <a:gs pos="85714">
                  <a:srgbClr val="6E4D35">
                    <a:alpha val="872"/>
                  </a:srgbClr>
                </a:gs>
                <a:gs pos="100000">
                  <a:srgbClr val="6E4D35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5015751">
              <a:off x="1662644" y="665583"/>
              <a:ext cx="68461" cy="17710"/>
            </a:xfrm>
            <a:prstGeom prst="ellipse">
              <a:avLst/>
            </a:prstGeom>
            <a:gradFill>
              <a:gsLst>
                <a:gs pos="0">
                  <a:srgbClr val="9A6539">
                    <a:alpha val="16417"/>
                  </a:srgbClr>
                </a:gs>
                <a:gs pos="14286">
                  <a:srgbClr val="9A6539">
                    <a:alpha val="15196"/>
                  </a:srgbClr>
                </a:gs>
                <a:gs pos="28571">
                  <a:srgbClr val="9A6539">
                    <a:alpha val="12013"/>
                  </a:srgbClr>
                </a:gs>
                <a:gs pos="42857">
                  <a:srgbClr val="9A6539">
                    <a:alpha val="8052"/>
                  </a:srgbClr>
                </a:gs>
                <a:gs pos="57143">
                  <a:srgbClr val="9A6539">
                    <a:alpha val="4545"/>
                  </a:srgbClr>
                </a:gs>
                <a:gs pos="71429">
                  <a:srgbClr val="9A6539">
                    <a:alpha val="2154"/>
                  </a:srgbClr>
                </a:gs>
                <a:gs pos="85714">
                  <a:srgbClr val="9A6539">
                    <a:alpha val="857"/>
                  </a:srgbClr>
                </a:gs>
                <a:gs pos="100000">
                  <a:srgbClr val="9A6539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5230488">
              <a:off x="1720926" y="678783"/>
              <a:ext cx="780594" cy="184314"/>
            </a:xfrm>
            <a:prstGeom prst="ellipse">
              <a:avLst/>
            </a:prstGeom>
            <a:gradFill>
              <a:gsLst>
                <a:gs pos="0">
                  <a:srgbClr val="000000">
                    <a:alpha val="16959"/>
                  </a:srgbClr>
                </a:gs>
                <a:gs pos="14286">
                  <a:srgbClr val="000000">
                    <a:alpha val="15701"/>
                  </a:srgbClr>
                </a:gs>
                <a:gs pos="28571">
                  <a:srgbClr val="000000">
                    <a:alpha val="12420"/>
                  </a:srgbClr>
                </a:gs>
                <a:gs pos="42857">
                  <a:srgbClr val="000000">
                    <a:alpha val="8331"/>
                  </a:srgbClr>
                </a:gs>
                <a:gs pos="57143">
                  <a:srgbClr val="000000">
                    <a:alpha val="4706"/>
                  </a:srgbClr>
                </a:gs>
                <a:gs pos="71429">
                  <a:srgbClr val="000000">
                    <a:alpha val="2231"/>
                  </a:srgbClr>
                </a:gs>
                <a:gs pos="85714">
                  <a:srgbClr val="000000">
                    <a:alpha val="888"/>
                  </a:srgbClr>
                </a:gs>
                <a:gs pos="100000">
                  <a:srgbClr val="000000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-9084770">
              <a:off x="2299084" y="417480"/>
              <a:ext cx="718336" cy="388872"/>
            </a:xfrm>
            <a:prstGeom prst="ellipse">
              <a:avLst/>
            </a:prstGeom>
            <a:gradFill>
              <a:gsLst>
                <a:gs pos="0">
                  <a:srgbClr val="381E00">
                    <a:alpha val="32968"/>
                  </a:srgbClr>
                </a:gs>
                <a:gs pos="14286">
                  <a:srgbClr val="381E00">
                    <a:alpha val="30764"/>
                  </a:srgbClr>
                </a:gs>
                <a:gs pos="28571">
                  <a:srgbClr val="381E00">
                    <a:alpha val="24833"/>
                  </a:srgbClr>
                </a:gs>
                <a:gs pos="42857">
                  <a:srgbClr val="381E00">
                    <a:alpha val="17075"/>
                  </a:srgbClr>
                </a:gs>
                <a:gs pos="57143">
                  <a:srgbClr val="381E00">
                    <a:alpha val="9855"/>
                  </a:srgbClr>
                </a:gs>
                <a:gs pos="71429">
                  <a:srgbClr val="381E00">
                    <a:alpha val="4740"/>
                  </a:srgbClr>
                </a:gs>
                <a:gs pos="85714">
                  <a:srgbClr val="381E00">
                    <a:alpha val="1902"/>
                  </a:srgbClr>
                </a:gs>
                <a:gs pos="100000">
                  <a:srgbClr val="381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7223216">
              <a:off x="1613868" y="123443"/>
              <a:ext cx="68461" cy="17329"/>
            </a:xfrm>
            <a:prstGeom prst="ellipse">
              <a:avLst/>
            </a:prstGeom>
            <a:gradFill>
              <a:gsLst>
                <a:gs pos="0">
                  <a:srgbClr val="AE8B77">
                    <a:alpha val="16698"/>
                  </a:srgbClr>
                </a:gs>
                <a:gs pos="14286">
                  <a:srgbClr val="AE8B77">
                    <a:alpha val="15458"/>
                  </a:srgbClr>
                </a:gs>
                <a:gs pos="28571">
                  <a:srgbClr val="AE8B77">
                    <a:alpha val="12224"/>
                  </a:srgbClr>
                </a:gs>
                <a:gs pos="42857">
                  <a:srgbClr val="AE8B77">
                    <a:alpha val="8197"/>
                  </a:srgbClr>
                </a:gs>
                <a:gs pos="57143">
                  <a:srgbClr val="AE8B77">
                    <a:alpha val="4628"/>
                  </a:srgbClr>
                </a:gs>
                <a:gs pos="71429">
                  <a:srgbClr val="AE8B77">
                    <a:alpha val="2194"/>
                  </a:srgbClr>
                </a:gs>
                <a:gs pos="85714">
                  <a:srgbClr val="AE8B77">
                    <a:alpha val="873"/>
                  </a:srgbClr>
                </a:gs>
                <a:gs pos="100000">
                  <a:srgbClr val="AE8B77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10585680">
              <a:off x="2668088" y="792929"/>
              <a:ext cx="68461" cy="17769"/>
            </a:xfrm>
            <a:prstGeom prst="ellipse">
              <a:avLst/>
            </a:prstGeom>
            <a:gradFill>
              <a:gsLst>
                <a:gs pos="0">
                  <a:srgbClr val="B9957A">
                    <a:alpha val="16374"/>
                  </a:srgbClr>
                </a:gs>
                <a:gs pos="14286">
                  <a:srgbClr val="B9957A">
                    <a:alpha val="15155"/>
                  </a:srgbClr>
                </a:gs>
                <a:gs pos="28571">
                  <a:srgbClr val="B9957A">
                    <a:alpha val="11980"/>
                  </a:srgbClr>
                </a:gs>
                <a:gs pos="42857">
                  <a:srgbClr val="B9957A">
                    <a:alpha val="8029"/>
                  </a:srgbClr>
                </a:gs>
                <a:gs pos="57143">
                  <a:srgbClr val="B9957A">
                    <a:alpha val="4532"/>
                  </a:srgbClr>
                </a:gs>
                <a:gs pos="71429">
                  <a:srgbClr val="B9957A">
                    <a:alpha val="2148"/>
                  </a:srgbClr>
                </a:gs>
                <a:gs pos="85714">
                  <a:srgbClr val="B9957A">
                    <a:alpha val="855"/>
                  </a:srgbClr>
                </a:gs>
                <a:gs pos="100000">
                  <a:srgbClr val="B9957A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5936678">
              <a:off x="1041861" y="165776"/>
              <a:ext cx="322634" cy="40262"/>
            </a:xfrm>
            <a:prstGeom prst="ellipse">
              <a:avLst/>
            </a:prstGeom>
            <a:gradFill>
              <a:gsLst>
                <a:gs pos="0">
                  <a:srgbClr val="040000">
                    <a:alpha val="32968"/>
                  </a:srgbClr>
                </a:gs>
                <a:gs pos="14286">
                  <a:srgbClr val="040000">
                    <a:alpha val="30764"/>
                  </a:srgbClr>
                </a:gs>
                <a:gs pos="28571">
                  <a:srgbClr val="040000">
                    <a:alpha val="24833"/>
                  </a:srgbClr>
                </a:gs>
                <a:gs pos="42857">
                  <a:srgbClr val="040000">
                    <a:alpha val="17075"/>
                  </a:srgbClr>
                </a:gs>
                <a:gs pos="57143">
                  <a:srgbClr val="040000">
                    <a:alpha val="9855"/>
                  </a:srgbClr>
                </a:gs>
                <a:gs pos="71429">
                  <a:srgbClr val="040000">
                    <a:alpha val="4740"/>
                  </a:srgbClr>
                </a:gs>
                <a:gs pos="85714">
                  <a:srgbClr val="040000">
                    <a:alpha val="1902"/>
                  </a:srgbClr>
                </a:gs>
                <a:gs pos="100000">
                  <a:srgbClr val="0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6703067">
              <a:off x="1433781" y="191520"/>
              <a:ext cx="68461" cy="17224"/>
            </a:xfrm>
            <a:prstGeom prst="ellipse">
              <a:avLst/>
            </a:prstGeom>
            <a:gradFill>
              <a:gsLst>
                <a:gs pos="0">
                  <a:srgbClr val="6D4D36">
                    <a:alpha val="16776"/>
                  </a:srgbClr>
                </a:gs>
                <a:gs pos="14286">
                  <a:srgbClr val="6D4D36">
                    <a:alpha val="15531"/>
                  </a:srgbClr>
                </a:gs>
                <a:gs pos="28571">
                  <a:srgbClr val="6D4D36">
                    <a:alpha val="12283"/>
                  </a:srgbClr>
                </a:gs>
                <a:gs pos="42857">
                  <a:srgbClr val="6D4D36">
                    <a:alpha val="8237"/>
                  </a:srgbClr>
                </a:gs>
                <a:gs pos="57143">
                  <a:srgbClr val="6D4D36">
                    <a:alpha val="4651"/>
                  </a:srgbClr>
                </a:gs>
                <a:gs pos="71429">
                  <a:srgbClr val="6D4D36">
                    <a:alpha val="2205"/>
                  </a:srgbClr>
                </a:gs>
                <a:gs pos="85714">
                  <a:srgbClr val="6D4D36">
                    <a:alpha val="878"/>
                  </a:srgbClr>
                </a:gs>
                <a:gs pos="100000">
                  <a:srgbClr val="6D4D36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4166663">
              <a:off x="770023" y="838667"/>
              <a:ext cx="662474" cy="127542"/>
            </a:xfrm>
            <a:prstGeom prst="ellipse">
              <a:avLst/>
            </a:prstGeom>
            <a:gradFill>
              <a:gsLst>
                <a:gs pos="0">
                  <a:srgbClr val="640000">
                    <a:alpha val="32968"/>
                  </a:srgbClr>
                </a:gs>
                <a:gs pos="14286">
                  <a:srgbClr val="640000">
                    <a:alpha val="30764"/>
                  </a:srgbClr>
                </a:gs>
                <a:gs pos="28571">
                  <a:srgbClr val="640000">
                    <a:alpha val="24833"/>
                  </a:srgbClr>
                </a:gs>
                <a:gs pos="42857">
                  <a:srgbClr val="640000">
                    <a:alpha val="17075"/>
                  </a:srgbClr>
                </a:gs>
                <a:gs pos="57143">
                  <a:srgbClr val="640000">
                    <a:alpha val="9855"/>
                  </a:srgbClr>
                </a:gs>
                <a:gs pos="71429">
                  <a:srgbClr val="640000">
                    <a:alpha val="4740"/>
                  </a:srgbClr>
                </a:gs>
                <a:gs pos="85714">
                  <a:srgbClr val="640000">
                    <a:alpha val="1902"/>
                  </a:srgbClr>
                </a:gs>
                <a:gs pos="100000">
                  <a:srgbClr val="6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-10143378">
              <a:off x="1115166" y="1544039"/>
              <a:ext cx="68461" cy="17790"/>
            </a:xfrm>
            <a:prstGeom prst="ellipse">
              <a:avLst/>
            </a:prstGeom>
            <a:gradFill>
              <a:gsLst>
                <a:gs pos="0">
                  <a:srgbClr val="976B4B">
                    <a:alpha val="16358"/>
                  </a:srgbClr>
                </a:gs>
                <a:gs pos="14286">
                  <a:srgbClr val="976B4B">
                    <a:alpha val="15140"/>
                  </a:srgbClr>
                </a:gs>
                <a:gs pos="28571">
                  <a:srgbClr val="976B4B">
                    <a:alpha val="11968"/>
                  </a:srgbClr>
                </a:gs>
                <a:gs pos="42857">
                  <a:srgbClr val="976B4B">
                    <a:alpha val="8021"/>
                  </a:srgbClr>
                </a:gs>
                <a:gs pos="57143">
                  <a:srgbClr val="976B4B">
                    <a:alpha val="4527"/>
                  </a:srgbClr>
                </a:gs>
                <a:gs pos="71429">
                  <a:srgbClr val="976B4B">
                    <a:alpha val="2145"/>
                  </a:srgbClr>
                </a:gs>
                <a:gs pos="85714">
                  <a:srgbClr val="976B4B">
                    <a:alpha val="854"/>
                  </a:srgbClr>
                </a:gs>
                <a:gs pos="100000">
                  <a:srgbClr val="976B4B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5346805">
              <a:off x="214616" y="421940"/>
              <a:ext cx="68461" cy="17847"/>
            </a:xfrm>
            <a:prstGeom prst="ellipse">
              <a:avLst/>
            </a:prstGeom>
            <a:gradFill>
              <a:gsLst>
                <a:gs pos="0">
                  <a:srgbClr val="A38B87">
                    <a:alpha val="16316"/>
                  </a:srgbClr>
                </a:gs>
                <a:gs pos="14286">
                  <a:srgbClr val="A38B87">
                    <a:alpha val="15101"/>
                  </a:srgbClr>
                </a:gs>
                <a:gs pos="28571">
                  <a:srgbClr val="A38B87">
                    <a:alpha val="11937"/>
                  </a:srgbClr>
                </a:gs>
                <a:gs pos="42857">
                  <a:srgbClr val="A38B87">
                    <a:alpha val="8000"/>
                  </a:srgbClr>
                </a:gs>
                <a:gs pos="57143">
                  <a:srgbClr val="A38B87">
                    <a:alpha val="4515"/>
                  </a:srgbClr>
                </a:gs>
                <a:gs pos="71429">
                  <a:srgbClr val="A38B87">
                    <a:alpha val="2139"/>
                  </a:srgbClr>
                </a:gs>
                <a:gs pos="85714">
                  <a:srgbClr val="A38B87">
                    <a:alpha val="852"/>
                  </a:srgbClr>
                </a:gs>
                <a:gs pos="100000">
                  <a:srgbClr val="A38B87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10091118">
              <a:off x="-86013" y="1757081"/>
              <a:ext cx="443872" cy="27689"/>
            </a:xfrm>
            <a:prstGeom prst="ellipse">
              <a:avLst/>
            </a:prstGeom>
            <a:gradFill>
              <a:gsLst>
                <a:gs pos="0">
                  <a:srgbClr val="FFF8E0">
                    <a:alpha val="32968"/>
                  </a:srgbClr>
                </a:gs>
                <a:gs pos="14286">
                  <a:srgbClr val="FFF8E0">
                    <a:alpha val="30764"/>
                  </a:srgbClr>
                </a:gs>
                <a:gs pos="28571">
                  <a:srgbClr val="FFF8E0">
                    <a:alpha val="24833"/>
                  </a:srgbClr>
                </a:gs>
                <a:gs pos="42857">
                  <a:srgbClr val="FFF8E0">
                    <a:alpha val="17075"/>
                  </a:srgbClr>
                </a:gs>
                <a:gs pos="57143">
                  <a:srgbClr val="FFF8E0">
                    <a:alpha val="9855"/>
                  </a:srgbClr>
                </a:gs>
                <a:gs pos="71429">
                  <a:srgbClr val="FFF8E0">
                    <a:alpha val="4740"/>
                  </a:srgbClr>
                </a:gs>
                <a:gs pos="85714">
                  <a:srgbClr val="FFF8E0">
                    <a:alpha val="1902"/>
                  </a:srgbClr>
                </a:gs>
                <a:gs pos="100000">
                  <a:srgbClr val="FFF8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4730034">
              <a:off x="1927943" y="47670"/>
              <a:ext cx="68461" cy="17819"/>
            </a:xfrm>
            <a:prstGeom prst="ellipse">
              <a:avLst/>
            </a:prstGeom>
            <a:gradFill>
              <a:gsLst>
                <a:gs pos="0">
                  <a:srgbClr val="946F54">
                    <a:alpha val="16337"/>
                  </a:srgbClr>
                </a:gs>
                <a:gs pos="14286">
                  <a:srgbClr val="946F54">
                    <a:alpha val="15121"/>
                  </a:srgbClr>
                </a:gs>
                <a:gs pos="28571">
                  <a:srgbClr val="946F54">
                    <a:alpha val="11952"/>
                  </a:srgbClr>
                </a:gs>
                <a:gs pos="42857">
                  <a:srgbClr val="946F54">
                    <a:alpha val="8010"/>
                  </a:srgbClr>
                </a:gs>
                <a:gs pos="57143">
                  <a:srgbClr val="946F54">
                    <a:alpha val="4521"/>
                  </a:srgbClr>
                </a:gs>
                <a:gs pos="71429">
                  <a:srgbClr val="946F54">
                    <a:alpha val="2142"/>
                  </a:srgbClr>
                </a:gs>
                <a:gs pos="85714">
                  <a:srgbClr val="946F54">
                    <a:alpha val="853"/>
                  </a:srgbClr>
                </a:gs>
                <a:gs pos="100000">
                  <a:srgbClr val="946F54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7496984">
              <a:off x="3159428" y="84376"/>
              <a:ext cx="68461" cy="17859"/>
            </a:xfrm>
            <a:prstGeom prst="ellipse">
              <a:avLst/>
            </a:prstGeom>
            <a:gradFill>
              <a:gsLst>
                <a:gs pos="0">
                  <a:srgbClr val="724F46">
                    <a:alpha val="16307"/>
                  </a:srgbClr>
                </a:gs>
                <a:gs pos="14286">
                  <a:srgbClr val="724F46">
                    <a:alpha val="15093"/>
                  </a:srgbClr>
                </a:gs>
                <a:gs pos="28571">
                  <a:srgbClr val="724F46">
                    <a:alpha val="11930"/>
                  </a:srgbClr>
                </a:gs>
                <a:gs pos="42857">
                  <a:srgbClr val="724F46">
                    <a:alpha val="7995"/>
                  </a:srgbClr>
                </a:gs>
                <a:gs pos="57143">
                  <a:srgbClr val="724F46">
                    <a:alpha val="4512"/>
                  </a:srgbClr>
                </a:gs>
                <a:gs pos="71429">
                  <a:srgbClr val="724F46">
                    <a:alpha val="2138"/>
                  </a:srgbClr>
                </a:gs>
                <a:gs pos="85714">
                  <a:srgbClr val="724F46">
                    <a:alpha val="851"/>
                  </a:srgbClr>
                </a:gs>
                <a:gs pos="100000">
                  <a:srgbClr val="724F46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2722826">
              <a:off x="487199" y="230363"/>
              <a:ext cx="68461" cy="17855"/>
            </a:xfrm>
            <a:prstGeom prst="ellipse">
              <a:avLst/>
            </a:prstGeom>
            <a:gradFill>
              <a:gsLst>
                <a:gs pos="0">
                  <a:srgbClr val="88593B">
                    <a:alpha val="16309"/>
                  </a:srgbClr>
                </a:gs>
                <a:gs pos="14286">
                  <a:srgbClr val="88593B">
                    <a:alpha val="15095"/>
                  </a:srgbClr>
                </a:gs>
                <a:gs pos="28571">
                  <a:srgbClr val="88593B">
                    <a:alpha val="11932"/>
                  </a:srgbClr>
                </a:gs>
                <a:gs pos="42857">
                  <a:srgbClr val="88593B">
                    <a:alpha val="7996"/>
                  </a:srgbClr>
                </a:gs>
                <a:gs pos="57143">
                  <a:srgbClr val="88593B">
                    <a:alpha val="4513"/>
                  </a:srgbClr>
                </a:gs>
                <a:gs pos="71429">
                  <a:srgbClr val="88593B">
                    <a:alpha val="2138"/>
                  </a:srgbClr>
                </a:gs>
                <a:gs pos="85714">
                  <a:srgbClr val="88593B">
                    <a:alpha val="851"/>
                  </a:srgbClr>
                </a:gs>
                <a:gs pos="100000">
                  <a:srgbClr val="88593B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5876871">
              <a:off x="1977243" y="145796"/>
              <a:ext cx="68461" cy="17867"/>
            </a:xfrm>
            <a:prstGeom prst="ellipse">
              <a:avLst/>
            </a:prstGeom>
            <a:gradFill>
              <a:gsLst>
                <a:gs pos="0">
                  <a:srgbClr val="5D412F">
                    <a:alpha val="16301"/>
                  </a:srgbClr>
                </a:gs>
                <a:gs pos="14286">
                  <a:srgbClr val="5D412F">
                    <a:alpha val="15088"/>
                  </a:srgbClr>
                </a:gs>
                <a:gs pos="28571">
                  <a:srgbClr val="5D412F">
                    <a:alpha val="11925"/>
                  </a:srgbClr>
                </a:gs>
                <a:gs pos="42857">
                  <a:srgbClr val="5D412F">
                    <a:alpha val="7992"/>
                  </a:srgbClr>
                </a:gs>
                <a:gs pos="57143">
                  <a:srgbClr val="5D412F">
                    <a:alpha val="4510"/>
                  </a:srgbClr>
                </a:gs>
                <a:gs pos="71429">
                  <a:srgbClr val="5D412F">
                    <a:alpha val="2137"/>
                  </a:srgbClr>
                </a:gs>
                <a:gs pos="85714">
                  <a:srgbClr val="5D412F">
                    <a:alpha val="851"/>
                  </a:srgbClr>
                </a:gs>
                <a:gs pos="100000">
                  <a:srgbClr val="5D412F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9766707">
              <a:off x="699228" y="1993279"/>
              <a:ext cx="556504" cy="26684"/>
            </a:xfrm>
            <a:prstGeom prst="ellipse">
              <a:avLst/>
            </a:prstGeom>
            <a:gradFill>
              <a:gsLst>
                <a:gs pos="0">
                  <a:srgbClr val="FFEFDF">
                    <a:alpha val="32968"/>
                  </a:srgbClr>
                </a:gs>
                <a:gs pos="14286">
                  <a:srgbClr val="FFEFDF">
                    <a:alpha val="30764"/>
                  </a:srgbClr>
                </a:gs>
                <a:gs pos="28571">
                  <a:srgbClr val="FFEFDF">
                    <a:alpha val="24833"/>
                  </a:srgbClr>
                </a:gs>
                <a:gs pos="42857">
                  <a:srgbClr val="FFEFDF">
                    <a:alpha val="17075"/>
                  </a:srgbClr>
                </a:gs>
                <a:gs pos="57143">
                  <a:srgbClr val="FFEFDF">
                    <a:alpha val="9855"/>
                  </a:srgbClr>
                </a:gs>
                <a:gs pos="71429">
                  <a:srgbClr val="FFEFDF">
                    <a:alpha val="4740"/>
                  </a:srgbClr>
                </a:gs>
                <a:gs pos="85714">
                  <a:srgbClr val="FFEFDF">
                    <a:alpha val="1902"/>
                  </a:srgbClr>
                </a:gs>
                <a:gs pos="100000">
                  <a:srgbClr val="FFEF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10343679">
              <a:off x="1759389" y="1874186"/>
              <a:ext cx="68461" cy="17869"/>
            </a:xfrm>
            <a:prstGeom prst="ellipse">
              <a:avLst/>
            </a:prstGeom>
            <a:gradFill>
              <a:gsLst>
                <a:gs pos="0">
                  <a:srgbClr val="BB8E5E">
                    <a:alpha val="16299"/>
                  </a:srgbClr>
                </a:gs>
                <a:gs pos="14286">
                  <a:srgbClr val="BB8E5E">
                    <a:alpha val="15086"/>
                  </a:srgbClr>
                </a:gs>
                <a:gs pos="28571">
                  <a:srgbClr val="BB8E5E">
                    <a:alpha val="11924"/>
                  </a:srgbClr>
                </a:gs>
                <a:gs pos="42857">
                  <a:srgbClr val="BB8E5E">
                    <a:alpha val="7991"/>
                  </a:srgbClr>
                </a:gs>
                <a:gs pos="57143">
                  <a:srgbClr val="BB8E5E">
                    <a:alpha val="4510"/>
                  </a:srgbClr>
                </a:gs>
                <a:gs pos="71429">
                  <a:srgbClr val="BB8E5E">
                    <a:alpha val="2137"/>
                  </a:srgbClr>
                </a:gs>
                <a:gs pos="85714">
                  <a:srgbClr val="BB8E5E">
                    <a:alpha val="851"/>
                  </a:srgbClr>
                </a:gs>
                <a:gs pos="100000">
                  <a:srgbClr val="BB8E5E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5069812">
              <a:off x="2084512" y="1357646"/>
              <a:ext cx="498404" cy="107888"/>
            </a:xfrm>
            <a:prstGeom prst="ellipse">
              <a:avLst/>
            </a:prstGeom>
            <a:gradFill>
              <a:gsLst>
                <a:gs pos="0">
                  <a:srgbClr val="FFD392">
                    <a:alpha val="32968"/>
                  </a:srgbClr>
                </a:gs>
                <a:gs pos="14286">
                  <a:srgbClr val="FFD392">
                    <a:alpha val="30764"/>
                  </a:srgbClr>
                </a:gs>
                <a:gs pos="28571">
                  <a:srgbClr val="FFD392">
                    <a:alpha val="24833"/>
                  </a:srgbClr>
                </a:gs>
                <a:gs pos="42857">
                  <a:srgbClr val="FFD392">
                    <a:alpha val="17075"/>
                  </a:srgbClr>
                </a:gs>
                <a:gs pos="57143">
                  <a:srgbClr val="FFD392">
                    <a:alpha val="9855"/>
                  </a:srgbClr>
                </a:gs>
                <a:gs pos="71429">
                  <a:srgbClr val="FFD392">
                    <a:alpha val="4740"/>
                  </a:srgbClr>
                </a:gs>
                <a:gs pos="85714">
                  <a:srgbClr val="FFD392">
                    <a:alpha val="1902"/>
                  </a:srgbClr>
                </a:gs>
                <a:gs pos="100000">
                  <a:srgbClr val="FFD3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7117208">
              <a:off x="2401784" y="1405869"/>
              <a:ext cx="278051" cy="77867"/>
            </a:xfrm>
            <a:prstGeom prst="ellipse">
              <a:avLst/>
            </a:prstGeom>
            <a:gradFill>
              <a:gsLst>
                <a:gs pos="0">
                  <a:srgbClr val="500000">
                    <a:alpha val="32968"/>
                  </a:srgbClr>
                </a:gs>
                <a:gs pos="14286">
                  <a:srgbClr val="500000">
                    <a:alpha val="30764"/>
                  </a:srgbClr>
                </a:gs>
                <a:gs pos="28571">
                  <a:srgbClr val="500000">
                    <a:alpha val="24833"/>
                  </a:srgbClr>
                </a:gs>
                <a:gs pos="42857">
                  <a:srgbClr val="500000">
                    <a:alpha val="17075"/>
                  </a:srgbClr>
                </a:gs>
                <a:gs pos="57143">
                  <a:srgbClr val="500000">
                    <a:alpha val="9855"/>
                  </a:srgbClr>
                </a:gs>
                <a:gs pos="71429">
                  <a:srgbClr val="500000">
                    <a:alpha val="4740"/>
                  </a:srgbClr>
                </a:gs>
                <a:gs pos="85714">
                  <a:srgbClr val="500000">
                    <a:alpha val="1902"/>
                  </a:srgbClr>
                </a:gs>
                <a:gs pos="100000">
                  <a:srgbClr val="5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6053410">
              <a:off x="2555781" y="727430"/>
              <a:ext cx="68461" cy="17889"/>
            </a:xfrm>
            <a:prstGeom prst="ellipse">
              <a:avLst/>
            </a:prstGeom>
            <a:gradFill>
              <a:gsLst>
                <a:gs pos="0">
                  <a:srgbClr val="9C744C">
                    <a:alpha val="16284"/>
                  </a:srgbClr>
                </a:gs>
                <a:gs pos="14286">
                  <a:srgbClr val="9C744C">
                    <a:alpha val="15072"/>
                  </a:srgbClr>
                </a:gs>
                <a:gs pos="28571">
                  <a:srgbClr val="9C744C">
                    <a:alpha val="11913"/>
                  </a:srgbClr>
                </a:gs>
                <a:gs pos="42857">
                  <a:srgbClr val="9C744C">
                    <a:alpha val="7983"/>
                  </a:srgbClr>
                </a:gs>
                <a:gs pos="57143">
                  <a:srgbClr val="9C744C">
                    <a:alpha val="4505"/>
                  </a:srgbClr>
                </a:gs>
                <a:gs pos="71429">
                  <a:srgbClr val="9C744C">
                    <a:alpha val="2135"/>
                  </a:srgbClr>
                </a:gs>
                <a:gs pos="85714">
                  <a:srgbClr val="9C744C">
                    <a:alpha val="850"/>
                  </a:srgbClr>
                </a:gs>
                <a:gs pos="100000">
                  <a:srgbClr val="9C744C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-9155053">
              <a:off x="316069" y="1080422"/>
              <a:ext cx="231881" cy="150897"/>
            </a:xfrm>
            <a:prstGeom prst="ellipse">
              <a:avLst/>
            </a:prstGeom>
            <a:gradFill>
              <a:gsLst>
                <a:gs pos="0">
                  <a:srgbClr val="F9DAC3">
                    <a:alpha val="32929"/>
                  </a:srgbClr>
                </a:gs>
                <a:gs pos="14286">
                  <a:srgbClr val="F9DAC3">
                    <a:alpha val="30726"/>
                  </a:srgbClr>
                </a:gs>
                <a:gs pos="28571">
                  <a:srgbClr val="F9DAC3">
                    <a:alpha val="24801"/>
                  </a:srgbClr>
                </a:gs>
                <a:gs pos="42857">
                  <a:srgbClr val="F9DAC3">
                    <a:alpha val="17052"/>
                  </a:srgbClr>
                </a:gs>
                <a:gs pos="57143">
                  <a:srgbClr val="F9DAC3">
                    <a:alpha val="9841"/>
                  </a:srgbClr>
                </a:gs>
                <a:gs pos="71429">
                  <a:srgbClr val="F9DAC3">
                    <a:alpha val="4734"/>
                  </a:srgbClr>
                </a:gs>
                <a:gs pos="85714">
                  <a:srgbClr val="F9DAC3">
                    <a:alpha val="1899"/>
                  </a:srgbClr>
                </a:gs>
                <a:gs pos="100000">
                  <a:srgbClr val="F9DA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4972996">
              <a:off x="2275356" y="704173"/>
              <a:ext cx="406708" cy="72602"/>
            </a:xfrm>
            <a:prstGeom prst="ellipse">
              <a:avLst/>
            </a:prstGeom>
            <a:gradFill>
              <a:gsLst>
                <a:gs pos="0">
                  <a:srgbClr val="FFE2D3">
                    <a:alpha val="32968"/>
                  </a:srgbClr>
                </a:gs>
                <a:gs pos="14286">
                  <a:srgbClr val="FFE2D3">
                    <a:alpha val="30764"/>
                  </a:srgbClr>
                </a:gs>
                <a:gs pos="28571">
                  <a:srgbClr val="FFE2D3">
                    <a:alpha val="24833"/>
                  </a:srgbClr>
                </a:gs>
                <a:gs pos="42857">
                  <a:srgbClr val="FFE2D3">
                    <a:alpha val="17075"/>
                  </a:srgbClr>
                </a:gs>
                <a:gs pos="57143">
                  <a:srgbClr val="FFE2D3">
                    <a:alpha val="9855"/>
                  </a:srgbClr>
                </a:gs>
                <a:gs pos="71429">
                  <a:srgbClr val="FFE2D3">
                    <a:alpha val="4740"/>
                  </a:srgbClr>
                </a:gs>
                <a:gs pos="85714">
                  <a:srgbClr val="FFE2D3">
                    <a:alpha val="1902"/>
                  </a:srgbClr>
                </a:gs>
                <a:gs pos="100000">
                  <a:srgbClr val="FFE2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5272782">
              <a:off x="2050903" y="174005"/>
              <a:ext cx="68461" cy="17724"/>
            </a:xfrm>
            <a:prstGeom prst="ellipse">
              <a:avLst/>
            </a:prstGeom>
            <a:gradFill>
              <a:gsLst>
                <a:gs pos="0">
                  <a:srgbClr val="8A664D">
                    <a:alpha val="16407"/>
                  </a:srgbClr>
                </a:gs>
                <a:gs pos="14286">
                  <a:srgbClr val="8A664D">
                    <a:alpha val="15186"/>
                  </a:srgbClr>
                </a:gs>
                <a:gs pos="28571">
                  <a:srgbClr val="8A664D">
                    <a:alpha val="12005"/>
                  </a:srgbClr>
                </a:gs>
                <a:gs pos="42857">
                  <a:srgbClr val="8A664D">
                    <a:alpha val="8046"/>
                  </a:srgbClr>
                </a:gs>
                <a:gs pos="57143">
                  <a:srgbClr val="8A664D">
                    <a:alpha val="4542"/>
                  </a:srgbClr>
                </a:gs>
                <a:gs pos="71429">
                  <a:srgbClr val="8A664D">
                    <a:alpha val="2152"/>
                  </a:srgbClr>
                </a:gs>
                <a:gs pos="85714">
                  <a:srgbClr val="8A664D">
                    <a:alpha val="857"/>
                  </a:srgbClr>
                </a:gs>
                <a:gs pos="100000">
                  <a:srgbClr val="8A664D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9685884">
              <a:off x="686805" y="2033481"/>
              <a:ext cx="515484" cy="22890"/>
            </a:xfrm>
            <a:prstGeom prst="ellipse">
              <a:avLst/>
            </a:prstGeom>
            <a:gradFill>
              <a:gsLst>
                <a:gs pos="0">
                  <a:srgbClr val="FFE8D7">
                    <a:alpha val="32968"/>
                  </a:srgbClr>
                </a:gs>
                <a:gs pos="14286">
                  <a:srgbClr val="FFE8D7">
                    <a:alpha val="30764"/>
                  </a:srgbClr>
                </a:gs>
                <a:gs pos="28571">
                  <a:srgbClr val="FFE8D7">
                    <a:alpha val="24833"/>
                  </a:srgbClr>
                </a:gs>
                <a:gs pos="42857">
                  <a:srgbClr val="FFE8D7">
                    <a:alpha val="17075"/>
                  </a:srgbClr>
                </a:gs>
                <a:gs pos="57143">
                  <a:srgbClr val="FFE8D7">
                    <a:alpha val="9855"/>
                  </a:srgbClr>
                </a:gs>
                <a:gs pos="71429">
                  <a:srgbClr val="FFE8D7">
                    <a:alpha val="4740"/>
                  </a:srgbClr>
                </a:gs>
                <a:gs pos="85714">
                  <a:srgbClr val="FFE8D7">
                    <a:alpha val="1902"/>
                  </a:srgbClr>
                </a:gs>
                <a:gs pos="100000">
                  <a:srgbClr val="FFE8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4435875">
              <a:off x="1286883" y="216946"/>
              <a:ext cx="68461" cy="17598"/>
            </a:xfrm>
            <a:prstGeom prst="ellipse">
              <a:avLst/>
            </a:prstGeom>
            <a:gradFill>
              <a:gsLst>
                <a:gs pos="0">
                  <a:srgbClr val="A17D62">
                    <a:alpha val="16500"/>
                  </a:srgbClr>
                </a:gs>
                <a:gs pos="14286">
                  <a:srgbClr val="A17D62">
                    <a:alpha val="15273"/>
                  </a:srgbClr>
                </a:gs>
                <a:gs pos="28571">
                  <a:srgbClr val="A17D62">
                    <a:alpha val="12075"/>
                  </a:srgbClr>
                </a:gs>
                <a:gs pos="42857">
                  <a:srgbClr val="A17D62">
                    <a:alpha val="8095"/>
                  </a:srgbClr>
                </a:gs>
                <a:gs pos="57143">
                  <a:srgbClr val="A17D62">
                    <a:alpha val="4569"/>
                  </a:srgbClr>
                </a:gs>
                <a:gs pos="71429">
                  <a:srgbClr val="A17D62">
                    <a:alpha val="2166"/>
                  </a:srgbClr>
                </a:gs>
                <a:gs pos="85714">
                  <a:srgbClr val="A17D62">
                    <a:alpha val="862"/>
                  </a:srgbClr>
                </a:gs>
                <a:gs pos="100000">
                  <a:srgbClr val="A17D62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-9944539">
              <a:off x="1585364" y="1921564"/>
              <a:ext cx="68461" cy="17870"/>
            </a:xfrm>
            <a:prstGeom prst="ellipse">
              <a:avLst/>
            </a:prstGeom>
            <a:gradFill>
              <a:gsLst>
                <a:gs pos="0">
                  <a:srgbClr val="B37E4E">
                    <a:alpha val="16299"/>
                  </a:srgbClr>
                </a:gs>
                <a:gs pos="14286">
                  <a:srgbClr val="B37E4E">
                    <a:alpha val="15085"/>
                  </a:srgbClr>
                </a:gs>
                <a:gs pos="28571">
                  <a:srgbClr val="B37E4E">
                    <a:alpha val="11924"/>
                  </a:srgbClr>
                </a:gs>
                <a:gs pos="42857">
                  <a:srgbClr val="B37E4E">
                    <a:alpha val="7991"/>
                  </a:srgbClr>
                </a:gs>
                <a:gs pos="57143">
                  <a:srgbClr val="B37E4E">
                    <a:alpha val="4510"/>
                  </a:srgbClr>
                </a:gs>
                <a:gs pos="71429">
                  <a:srgbClr val="B37E4E">
                    <a:alpha val="2137"/>
                  </a:srgbClr>
                </a:gs>
                <a:gs pos="85714">
                  <a:srgbClr val="B37E4E">
                    <a:alpha val="851"/>
                  </a:srgbClr>
                </a:gs>
                <a:gs pos="100000">
                  <a:srgbClr val="B37E4E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7209689">
              <a:off x="2014033" y="1030854"/>
              <a:ext cx="67521" cy="16880"/>
            </a:xfrm>
            <a:prstGeom prst="ellipse">
              <a:avLst/>
            </a:prstGeom>
            <a:gradFill>
              <a:gsLst>
                <a:gs pos="0">
                  <a:srgbClr val="B28F77">
                    <a:alpha val="17029"/>
                  </a:srgbClr>
                </a:gs>
                <a:gs pos="14286">
                  <a:srgbClr val="B28F77">
                    <a:alpha val="15767"/>
                  </a:srgbClr>
                </a:gs>
                <a:gs pos="28571">
                  <a:srgbClr val="B28F77">
                    <a:alpha val="12473"/>
                  </a:srgbClr>
                </a:gs>
                <a:gs pos="42857">
                  <a:srgbClr val="B28F77">
                    <a:alpha val="8368"/>
                  </a:srgbClr>
                </a:gs>
                <a:gs pos="57143">
                  <a:srgbClr val="B28F77">
                    <a:alpha val="4727"/>
                  </a:srgbClr>
                </a:gs>
                <a:gs pos="71429">
                  <a:srgbClr val="B28F77">
                    <a:alpha val="2241"/>
                  </a:srgbClr>
                </a:gs>
                <a:gs pos="85714">
                  <a:srgbClr val="B28F77">
                    <a:alpha val="892"/>
                  </a:srgbClr>
                </a:gs>
                <a:gs pos="100000">
                  <a:srgbClr val="B28F77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7243220">
              <a:off x="2604369" y="1141364"/>
              <a:ext cx="68461" cy="17936"/>
            </a:xfrm>
            <a:prstGeom prst="ellipse">
              <a:avLst/>
            </a:prstGeom>
            <a:gradFill>
              <a:gsLst>
                <a:gs pos="0">
                  <a:srgbClr val="755C35">
                    <a:alpha val="16249"/>
                  </a:srgbClr>
                </a:gs>
                <a:gs pos="14286">
                  <a:srgbClr val="755C35">
                    <a:alpha val="15040"/>
                  </a:srgbClr>
                </a:gs>
                <a:gs pos="28571">
                  <a:srgbClr val="755C35">
                    <a:alpha val="11887"/>
                  </a:srgbClr>
                </a:gs>
                <a:gs pos="42857">
                  <a:srgbClr val="755C35">
                    <a:alpha val="7965"/>
                  </a:srgbClr>
                </a:gs>
                <a:gs pos="57143">
                  <a:srgbClr val="755C35">
                    <a:alpha val="4495"/>
                  </a:srgbClr>
                </a:gs>
                <a:gs pos="71429">
                  <a:srgbClr val="755C35">
                    <a:alpha val="2130"/>
                  </a:srgbClr>
                </a:gs>
                <a:gs pos="85714">
                  <a:srgbClr val="755C35">
                    <a:alpha val="848"/>
                  </a:srgbClr>
                </a:gs>
                <a:gs pos="100000">
                  <a:srgbClr val="755C35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10462837">
              <a:off x="1197977" y="1062941"/>
              <a:ext cx="379078" cy="103079"/>
            </a:xfrm>
            <a:prstGeom prst="ellipse">
              <a:avLst/>
            </a:prstGeom>
            <a:gradFill>
              <a:gsLst>
                <a:gs pos="0">
                  <a:srgbClr val="FFC30C">
                    <a:alpha val="32968"/>
                  </a:srgbClr>
                </a:gs>
                <a:gs pos="14286">
                  <a:srgbClr val="FFC30C">
                    <a:alpha val="30764"/>
                  </a:srgbClr>
                </a:gs>
                <a:gs pos="28571">
                  <a:srgbClr val="FFC30C">
                    <a:alpha val="24833"/>
                  </a:srgbClr>
                </a:gs>
                <a:gs pos="42857">
                  <a:srgbClr val="FFC30C">
                    <a:alpha val="17075"/>
                  </a:srgbClr>
                </a:gs>
                <a:gs pos="57143">
                  <a:srgbClr val="FFC30C">
                    <a:alpha val="9855"/>
                  </a:srgbClr>
                </a:gs>
                <a:gs pos="71429">
                  <a:srgbClr val="FFC30C">
                    <a:alpha val="4740"/>
                  </a:srgbClr>
                </a:gs>
                <a:gs pos="85714">
                  <a:srgbClr val="FFC30C">
                    <a:alpha val="1902"/>
                  </a:srgbClr>
                </a:gs>
                <a:gs pos="100000">
                  <a:srgbClr val="FFC3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-10097110">
              <a:off x="744743" y="638124"/>
              <a:ext cx="68461" cy="17826"/>
            </a:xfrm>
            <a:prstGeom prst="ellipse">
              <a:avLst/>
            </a:prstGeom>
            <a:gradFill>
              <a:gsLst>
                <a:gs pos="0">
                  <a:srgbClr val="AC8B6B">
                    <a:alpha val="16331"/>
                  </a:srgbClr>
                </a:gs>
                <a:gs pos="14286">
                  <a:srgbClr val="AC8B6B">
                    <a:alpha val="15116"/>
                  </a:srgbClr>
                </a:gs>
                <a:gs pos="28571">
                  <a:srgbClr val="AC8B6B">
                    <a:alpha val="11948"/>
                  </a:srgbClr>
                </a:gs>
                <a:gs pos="42857">
                  <a:srgbClr val="AC8B6B">
                    <a:alpha val="8007"/>
                  </a:srgbClr>
                </a:gs>
                <a:gs pos="57143">
                  <a:srgbClr val="AC8B6B">
                    <a:alpha val="4519"/>
                  </a:srgbClr>
                </a:gs>
                <a:gs pos="71429">
                  <a:srgbClr val="AC8B6B">
                    <a:alpha val="2142"/>
                  </a:srgbClr>
                </a:gs>
                <a:gs pos="85714">
                  <a:srgbClr val="AC8B6B">
                    <a:alpha val="852"/>
                  </a:srgbClr>
                </a:gs>
                <a:gs pos="100000">
                  <a:srgbClr val="AC8B6B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4500730">
              <a:off x="1315975" y="1789734"/>
              <a:ext cx="277379" cy="100209"/>
            </a:xfrm>
            <a:prstGeom prst="ellipse">
              <a:avLst/>
            </a:prstGeom>
            <a:gradFill>
              <a:gsLst>
                <a:gs pos="0">
                  <a:srgbClr val="FFC45D">
                    <a:alpha val="32968"/>
                  </a:srgbClr>
                </a:gs>
                <a:gs pos="14286">
                  <a:srgbClr val="FFC45D">
                    <a:alpha val="30764"/>
                  </a:srgbClr>
                </a:gs>
                <a:gs pos="28571">
                  <a:srgbClr val="FFC45D">
                    <a:alpha val="24833"/>
                  </a:srgbClr>
                </a:gs>
                <a:gs pos="42857">
                  <a:srgbClr val="FFC45D">
                    <a:alpha val="17075"/>
                  </a:srgbClr>
                </a:gs>
                <a:gs pos="57143">
                  <a:srgbClr val="FFC45D">
                    <a:alpha val="9855"/>
                  </a:srgbClr>
                </a:gs>
                <a:gs pos="71429">
                  <a:srgbClr val="FFC45D">
                    <a:alpha val="4740"/>
                  </a:srgbClr>
                </a:gs>
                <a:gs pos="85714">
                  <a:srgbClr val="FFC45D">
                    <a:alpha val="1902"/>
                  </a:srgbClr>
                </a:gs>
                <a:gs pos="100000">
                  <a:srgbClr val="FFC4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2776750">
              <a:off x="930611" y="1051539"/>
              <a:ext cx="68461" cy="17789"/>
            </a:xfrm>
            <a:prstGeom prst="ellipse">
              <a:avLst/>
            </a:prstGeom>
            <a:gradFill>
              <a:gsLst>
                <a:gs pos="0">
                  <a:srgbClr val="996C48">
                    <a:alpha val="16359"/>
                  </a:srgbClr>
                </a:gs>
                <a:gs pos="14286">
                  <a:srgbClr val="996C48">
                    <a:alpha val="15141"/>
                  </a:srgbClr>
                </a:gs>
                <a:gs pos="28571">
                  <a:srgbClr val="996C48">
                    <a:alpha val="11969"/>
                  </a:srgbClr>
                </a:gs>
                <a:gs pos="42857">
                  <a:srgbClr val="996C48">
                    <a:alpha val="8022"/>
                  </a:srgbClr>
                </a:gs>
                <a:gs pos="57143">
                  <a:srgbClr val="996C48">
                    <a:alpha val="4528"/>
                  </a:srgbClr>
                </a:gs>
                <a:gs pos="71429">
                  <a:srgbClr val="996C48">
                    <a:alpha val="2145"/>
                  </a:srgbClr>
                </a:gs>
                <a:gs pos="85714">
                  <a:srgbClr val="996C48">
                    <a:alpha val="854"/>
                  </a:srgbClr>
                </a:gs>
                <a:gs pos="100000">
                  <a:srgbClr val="996C48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5482701">
              <a:off x="622353" y="156437"/>
              <a:ext cx="840083" cy="78423"/>
            </a:xfrm>
            <a:prstGeom prst="ellipse">
              <a:avLst/>
            </a:prstGeom>
            <a:gradFill>
              <a:gsLst>
                <a:gs pos="0">
                  <a:srgbClr val="9B765D">
                    <a:alpha val="32968"/>
                  </a:srgbClr>
                </a:gs>
                <a:gs pos="14286">
                  <a:srgbClr val="9B765D">
                    <a:alpha val="30764"/>
                  </a:srgbClr>
                </a:gs>
                <a:gs pos="28571">
                  <a:srgbClr val="9B765D">
                    <a:alpha val="24833"/>
                  </a:srgbClr>
                </a:gs>
                <a:gs pos="42857">
                  <a:srgbClr val="9B765D">
                    <a:alpha val="17075"/>
                  </a:srgbClr>
                </a:gs>
                <a:gs pos="57143">
                  <a:srgbClr val="9B765D">
                    <a:alpha val="9855"/>
                  </a:srgbClr>
                </a:gs>
                <a:gs pos="71429">
                  <a:srgbClr val="9B765D">
                    <a:alpha val="4740"/>
                  </a:srgbClr>
                </a:gs>
                <a:gs pos="85714">
                  <a:srgbClr val="9B765D">
                    <a:alpha val="1902"/>
                  </a:srgbClr>
                </a:gs>
                <a:gs pos="100000">
                  <a:srgbClr val="9B76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5302043">
              <a:off x="1898864" y="1228608"/>
              <a:ext cx="68461" cy="17847"/>
            </a:xfrm>
            <a:prstGeom prst="ellipse">
              <a:avLst/>
            </a:prstGeom>
            <a:gradFill>
              <a:gsLst>
                <a:gs pos="0">
                  <a:srgbClr val="BC8F6F">
                    <a:alpha val="16315"/>
                  </a:srgbClr>
                </a:gs>
                <a:gs pos="14286">
                  <a:srgbClr val="BC8F6F">
                    <a:alpha val="15101"/>
                  </a:srgbClr>
                </a:gs>
                <a:gs pos="28571">
                  <a:srgbClr val="BC8F6F">
                    <a:alpha val="11936"/>
                  </a:srgbClr>
                </a:gs>
                <a:gs pos="42857">
                  <a:srgbClr val="BC8F6F">
                    <a:alpha val="7999"/>
                  </a:srgbClr>
                </a:gs>
                <a:gs pos="57143">
                  <a:srgbClr val="BC8F6F">
                    <a:alpha val="4515"/>
                  </a:srgbClr>
                </a:gs>
                <a:gs pos="71429">
                  <a:srgbClr val="BC8F6F">
                    <a:alpha val="2139"/>
                  </a:srgbClr>
                </a:gs>
                <a:gs pos="85714">
                  <a:srgbClr val="BC8F6F">
                    <a:alpha val="851"/>
                  </a:srgbClr>
                </a:gs>
                <a:gs pos="100000">
                  <a:srgbClr val="BC8F6F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5753610">
              <a:off x="1660206" y="350146"/>
              <a:ext cx="68461" cy="17864"/>
            </a:xfrm>
            <a:prstGeom prst="ellipse">
              <a:avLst/>
            </a:prstGeom>
            <a:gradFill>
              <a:gsLst>
                <a:gs pos="0">
                  <a:srgbClr val="AC856D">
                    <a:alpha val="16303"/>
                  </a:srgbClr>
                </a:gs>
                <a:gs pos="14286">
                  <a:srgbClr val="AC856D">
                    <a:alpha val="15090"/>
                  </a:srgbClr>
                </a:gs>
                <a:gs pos="28571">
                  <a:srgbClr val="AC856D">
                    <a:alpha val="11927"/>
                  </a:srgbClr>
                </a:gs>
                <a:gs pos="42857">
                  <a:srgbClr val="AC856D">
                    <a:alpha val="7993"/>
                  </a:srgbClr>
                </a:gs>
                <a:gs pos="57143">
                  <a:srgbClr val="AC856D">
                    <a:alpha val="4511"/>
                  </a:srgbClr>
                </a:gs>
                <a:gs pos="71429">
                  <a:srgbClr val="AC856D">
                    <a:alpha val="2138"/>
                  </a:srgbClr>
                </a:gs>
                <a:gs pos="85714">
                  <a:srgbClr val="AC856D">
                    <a:alpha val="851"/>
                  </a:srgbClr>
                </a:gs>
                <a:gs pos="100000">
                  <a:srgbClr val="AC856D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7079495">
              <a:off x="2184479" y="473833"/>
              <a:ext cx="366743" cy="95266"/>
            </a:xfrm>
            <a:prstGeom prst="ellipse">
              <a:avLst/>
            </a:prstGeom>
            <a:gradFill>
              <a:gsLst>
                <a:gs pos="0">
                  <a:srgbClr val="FFBB37">
                    <a:alpha val="8070"/>
                  </a:srgbClr>
                </a:gs>
                <a:gs pos="14286">
                  <a:srgbClr val="FFBB37">
                    <a:alpha val="7443"/>
                  </a:srgbClr>
                </a:gs>
                <a:gs pos="28571">
                  <a:srgbClr val="FFBB37">
                    <a:alpha val="5828"/>
                  </a:srgbClr>
                </a:gs>
                <a:gs pos="42857">
                  <a:srgbClr val="FFBB37">
                    <a:alpha val="3862"/>
                  </a:srgbClr>
                </a:gs>
                <a:gs pos="57143">
                  <a:srgbClr val="FFBB37">
                    <a:alpha val="2159"/>
                  </a:srgbClr>
                </a:gs>
                <a:gs pos="71429">
                  <a:srgbClr val="FFBB37">
                    <a:alpha val="1016"/>
                  </a:srgbClr>
                </a:gs>
                <a:gs pos="85714">
                  <a:srgbClr val="FFBB37">
                    <a:alpha val="403"/>
                  </a:srgbClr>
                </a:gs>
                <a:gs pos="100000">
                  <a:srgbClr val="FFBB37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5593956">
              <a:off x="1796692" y="121640"/>
              <a:ext cx="68461" cy="17950"/>
            </a:xfrm>
            <a:prstGeom prst="ellipse">
              <a:avLst/>
            </a:prstGeom>
            <a:gradFill>
              <a:gsLst>
                <a:gs pos="0">
                  <a:srgbClr val="453123">
                    <a:alpha val="16239"/>
                  </a:srgbClr>
                </a:gs>
                <a:gs pos="14286">
                  <a:srgbClr val="453123">
                    <a:alpha val="15030"/>
                  </a:srgbClr>
                </a:gs>
                <a:gs pos="28571">
                  <a:srgbClr val="453123">
                    <a:alpha val="11879"/>
                  </a:srgbClr>
                </a:gs>
                <a:gs pos="42857">
                  <a:srgbClr val="453123">
                    <a:alpha val="7960"/>
                  </a:srgbClr>
                </a:gs>
                <a:gs pos="57143">
                  <a:srgbClr val="453123">
                    <a:alpha val="4492"/>
                  </a:srgbClr>
                </a:gs>
                <a:gs pos="71429">
                  <a:srgbClr val="453123">
                    <a:alpha val="2128"/>
                  </a:srgbClr>
                </a:gs>
                <a:gs pos="85714">
                  <a:srgbClr val="453123">
                    <a:alpha val="847"/>
                  </a:srgbClr>
                </a:gs>
                <a:gs pos="100000">
                  <a:srgbClr val="453123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4359154">
              <a:off x="2216098" y="1609857"/>
              <a:ext cx="68461" cy="17888"/>
            </a:xfrm>
            <a:prstGeom prst="ellipse">
              <a:avLst/>
            </a:prstGeom>
            <a:gradFill>
              <a:gsLst>
                <a:gs pos="0">
                  <a:srgbClr val="CCA07A">
                    <a:alpha val="16285"/>
                  </a:srgbClr>
                </a:gs>
                <a:gs pos="14286">
                  <a:srgbClr val="CCA07A">
                    <a:alpha val="15073"/>
                  </a:srgbClr>
                </a:gs>
                <a:gs pos="28571">
                  <a:srgbClr val="CCA07A">
                    <a:alpha val="11914"/>
                  </a:srgbClr>
                </a:gs>
                <a:gs pos="42857">
                  <a:srgbClr val="CCA07A">
                    <a:alpha val="7984"/>
                  </a:srgbClr>
                </a:gs>
                <a:gs pos="57143">
                  <a:srgbClr val="CCA07A">
                    <a:alpha val="4506"/>
                  </a:srgbClr>
                </a:gs>
                <a:gs pos="71429">
                  <a:srgbClr val="CCA07A">
                    <a:alpha val="2135"/>
                  </a:srgbClr>
                </a:gs>
                <a:gs pos="85714">
                  <a:srgbClr val="CCA07A">
                    <a:alpha val="850"/>
                  </a:srgbClr>
                </a:gs>
                <a:gs pos="100000">
                  <a:srgbClr val="CCA07A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6259137">
              <a:off x="2339669" y="343601"/>
              <a:ext cx="486651" cy="138406"/>
            </a:xfrm>
            <a:prstGeom prst="ellipse">
              <a:avLst/>
            </a:prstGeom>
            <a:gradFill>
              <a:gsLst>
                <a:gs pos="0">
                  <a:srgbClr val="CAA695">
                    <a:alpha val="32968"/>
                  </a:srgbClr>
                </a:gs>
                <a:gs pos="14286">
                  <a:srgbClr val="CAA695">
                    <a:alpha val="30764"/>
                  </a:srgbClr>
                </a:gs>
                <a:gs pos="28571">
                  <a:srgbClr val="CAA695">
                    <a:alpha val="24833"/>
                  </a:srgbClr>
                </a:gs>
                <a:gs pos="42857">
                  <a:srgbClr val="CAA695">
                    <a:alpha val="17075"/>
                  </a:srgbClr>
                </a:gs>
                <a:gs pos="57143">
                  <a:srgbClr val="CAA695">
                    <a:alpha val="9855"/>
                  </a:srgbClr>
                </a:gs>
                <a:gs pos="71429">
                  <a:srgbClr val="CAA695">
                    <a:alpha val="4740"/>
                  </a:srgbClr>
                </a:gs>
                <a:gs pos="85714">
                  <a:srgbClr val="CAA695">
                    <a:alpha val="1902"/>
                  </a:srgbClr>
                </a:gs>
                <a:gs pos="100000">
                  <a:srgbClr val="CAA6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-10551876">
              <a:off x="1968142" y="1908068"/>
              <a:ext cx="68461" cy="18002"/>
            </a:xfrm>
            <a:prstGeom prst="ellipse">
              <a:avLst/>
            </a:prstGeom>
            <a:gradFill>
              <a:gsLst>
                <a:gs pos="0">
                  <a:srgbClr val="652308">
                    <a:alpha val="16200"/>
                  </a:srgbClr>
                </a:gs>
                <a:gs pos="14286">
                  <a:srgbClr val="652308">
                    <a:alpha val="14994"/>
                  </a:srgbClr>
                </a:gs>
                <a:gs pos="28571">
                  <a:srgbClr val="652308">
                    <a:alpha val="11850"/>
                  </a:srgbClr>
                </a:gs>
                <a:gs pos="42857">
                  <a:srgbClr val="652308">
                    <a:alpha val="7940"/>
                  </a:srgbClr>
                </a:gs>
                <a:gs pos="57143">
                  <a:srgbClr val="652308">
                    <a:alpha val="4481"/>
                  </a:srgbClr>
                </a:gs>
                <a:gs pos="71429">
                  <a:srgbClr val="652308">
                    <a:alpha val="2123"/>
                  </a:srgbClr>
                </a:gs>
                <a:gs pos="85714">
                  <a:srgbClr val="652308">
                    <a:alpha val="845"/>
                  </a:srgbClr>
                </a:gs>
                <a:gs pos="100000">
                  <a:srgbClr val="652308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10034224">
              <a:off x="1498938" y="1752750"/>
              <a:ext cx="261669" cy="106190"/>
            </a:xfrm>
            <a:prstGeom prst="ellipse">
              <a:avLst/>
            </a:prstGeom>
            <a:gradFill>
              <a:gsLst>
                <a:gs pos="0">
                  <a:srgbClr val="FEBC63">
                    <a:alpha val="32031"/>
                  </a:srgbClr>
                </a:gs>
                <a:gs pos="14286">
                  <a:srgbClr val="FEBC63">
                    <a:alpha val="29874"/>
                  </a:srgbClr>
                </a:gs>
                <a:gs pos="28571">
                  <a:srgbClr val="FEBC63">
                    <a:alpha val="24084"/>
                  </a:srgbClr>
                </a:gs>
                <a:gs pos="42857">
                  <a:srgbClr val="FEBC63">
                    <a:alpha val="16534"/>
                  </a:srgbClr>
                </a:gs>
                <a:gs pos="57143">
                  <a:srgbClr val="FEBC63">
                    <a:alpha val="9530"/>
                  </a:srgbClr>
                </a:gs>
                <a:gs pos="71429">
                  <a:srgbClr val="FEBC63">
                    <a:alpha val="4580"/>
                  </a:srgbClr>
                </a:gs>
                <a:gs pos="85714">
                  <a:srgbClr val="FEBC63">
                    <a:alpha val="1837"/>
                  </a:srgbClr>
                </a:gs>
                <a:gs pos="100000">
                  <a:srgbClr val="FEBC63">
                    <a:alpha val="6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-10048824">
              <a:off x="3556789" y="1150705"/>
              <a:ext cx="68461" cy="18019"/>
            </a:xfrm>
            <a:prstGeom prst="ellipse">
              <a:avLst/>
            </a:prstGeom>
            <a:gradFill>
              <a:gsLst>
                <a:gs pos="0">
                  <a:srgbClr val="A38A87">
                    <a:alpha val="16187"/>
                  </a:srgbClr>
                </a:gs>
                <a:gs pos="14286">
                  <a:srgbClr val="A38A87">
                    <a:alpha val="14982"/>
                  </a:srgbClr>
                </a:gs>
                <a:gs pos="28571">
                  <a:srgbClr val="A38A87">
                    <a:alpha val="11840"/>
                  </a:srgbClr>
                </a:gs>
                <a:gs pos="42857">
                  <a:srgbClr val="A38A87">
                    <a:alpha val="7934"/>
                  </a:srgbClr>
                </a:gs>
                <a:gs pos="57143">
                  <a:srgbClr val="A38A87">
                    <a:alpha val="4477"/>
                  </a:srgbClr>
                </a:gs>
                <a:gs pos="71429">
                  <a:srgbClr val="A38A87">
                    <a:alpha val="2121"/>
                  </a:srgbClr>
                </a:gs>
                <a:gs pos="85714">
                  <a:srgbClr val="A38A87">
                    <a:alpha val="844"/>
                  </a:srgbClr>
                </a:gs>
                <a:gs pos="100000">
                  <a:srgbClr val="A38A87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5151216">
              <a:off x="176096" y="516779"/>
              <a:ext cx="68461" cy="18016"/>
            </a:xfrm>
            <a:prstGeom prst="ellipse">
              <a:avLst/>
            </a:prstGeom>
            <a:gradFill>
              <a:gsLst>
                <a:gs pos="0">
                  <a:srgbClr val="B8A49D">
                    <a:alpha val="16190"/>
                  </a:srgbClr>
                </a:gs>
                <a:gs pos="14286">
                  <a:srgbClr val="B8A49D">
                    <a:alpha val="14984"/>
                  </a:srgbClr>
                </a:gs>
                <a:gs pos="28571">
                  <a:srgbClr val="B8A49D">
                    <a:alpha val="11842"/>
                  </a:srgbClr>
                </a:gs>
                <a:gs pos="42857">
                  <a:srgbClr val="B8A49D">
                    <a:alpha val="7935"/>
                  </a:srgbClr>
                </a:gs>
                <a:gs pos="57143">
                  <a:srgbClr val="B8A49D">
                    <a:alpha val="4478"/>
                  </a:srgbClr>
                </a:gs>
                <a:gs pos="71429">
                  <a:srgbClr val="B8A49D">
                    <a:alpha val="2121"/>
                  </a:srgbClr>
                </a:gs>
                <a:gs pos="85714">
                  <a:srgbClr val="B8A49D">
                    <a:alpha val="844"/>
                  </a:srgbClr>
                </a:gs>
                <a:gs pos="100000">
                  <a:srgbClr val="B8A49D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6979013">
              <a:off x="2074180" y="31801"/>
              <a:ext cx="140783" cy="381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-10144473">
              <a:off x="1689021" y="-138100"/>
              <a:ext cx="564623" cy="390568"/>
            </a:xfrm>
            <a:prstGeom prst="ellipse">
              <a:avLst/>
            </a:prstGeom>
            <a:gradFill>
              <a:gsLst>
                <a:gs pos="0">
                  <a:srgbClr val="572300">
                    <a:alpha val="32968"/>
                  </a:srgbClr>
                </a:gs>
                <a:gs pos="14286">
                  <a:srgbClr val="572300">
                    <a:alpha val="30764"/>
                  </a:srgbClr>
                </a:gs>
                <a:gs pos="28571">
                  <a:srgbClr val="572300">
                    <a:alpha val="24833"/>
                  </a:srgbClr>
                </a:gs>
                <a:gs pos="42857">
                  <a:srgbClr val="572300">
                    <a:alpha val="17075"/>
                  </a:srgbClr>
                </a:gs>
                <a:gs pos="57143">
                  <a:srgbClr val="572300">
                    <a:alpha val="9855"/>
                  </a:srgbClr>
                </a:gs>
                <a:gs pos="71429">
                  <a:srgbClr val="572300">
                    <a:alpha val="4740"/>
                  </a:srgbClr>
                </a:gs>
                <a:gs pos="85714">
                  <a:srgbClr val="572300">
                    <a:alpha val="1902"/>
                  </a:srgbClr>
                </a:gs>
                <a:gs pos="100000">
                  <a:srgbClr val="572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7473253">
              <a:off x="2999329" y="8655"/>
              <a:ext cx="378934" cy="79405"/>
            </a:xfrm>
            <a:prstGeom prst="ellipse">
              <a:avLst/>
            </a:prstGeom>
            <a:gradFill>
              <a:gsLst>
                <a:gs pos="0">
                  <a:srgbClr val="FFFFE0">
                    <a:alpha val="32968"/>
                  </a:srgbClr>
                </a:gs>
                <a:gs pos="14286">
                  <a:srgbClr val="FFFFE0">
                    <a:alpha val="30764"/>
                  </a:srgbClr>
                </a:gs>
                <a:gs pos="28571">
                  <a:srgbClr val="FFFFE0">
                    <a:alpha val="24833"/>
                  </a:srgbClr>
                </a:gs>
                <a:gs pos="42857">
                  <a:srgbClr val="FFFFE0">
                    <a:alpha val="17075"/>
                  </a:srgbClr>
                </a:gs>
                <a:gs pos="57143">
                  <a:srgbClr val="FFFFE0">
                    <a:alpha val="9855"/>
                  </a:srgbClr>
                </a:gs>
                <a:gs pos="71429">
                  <a:srgbClr val="FFFFE0">
                    <a:alpha val="4740"/>
                  </a:srgbClr>
                </a:gs>
                <a:gs pos="85714">
                  <a:srgbClr val="FFFFE0">
                    <a:alpha val="1902"/>
                  </a:srgbClr>
                </a:gs>
                <a:gs pos="100000">
                  <a:srgbClr val="FFFF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5166742">
              <a:off x="2308982" y="1477348"/>
              <a:ext cx="68461" cy="18089"/>
            </a:xfrm>
            <a:prstGeom prst="ellipse">
              <a:avLst/>
            </a:prstGeom>
            <a:gradFill>
              <a:gsLst>
                <a:gs pos="0">
                  <a:srgbClr val="946434">
                    <a:alpha val="16135"/>
                  </a:srgbClr>
                </a:gs>
                <a:gs pos="14286">
                  <a:srgbClr val="946434">
                    <a:alpha val="14933"/>
                  </a:srgbClr>
                </a:gs>
                <a:gs pos="28571">
                  <a:srgbClr val="946434">
                    <a:alpha val="11801"/>
                  </a:srgbClr>
                </a:gs>
                <a:gs pos="42857">
                  <a:srgbClr val="946434">
                    <a:alpha val="7907"/>
                  </a:srgbClr>
                </a:gs>
                <a:gs pos="57143">
                  <a:srgbClr val="946434">
                    <a:alpha val="4462"/>
                  </a:srgbClr>
                </a:gs>
                <a:gs pos="71429">
                  <a:srgbClr val="946434">
                    <a:alpha val="2114"/>
                  </a:srgbClr>
                </a:gs>
                <a:gs pos="85714">
                  <a:srgbClr val="946434">
                    <a:alpha val="841"/>
                  </a:srgbClr>
                </a:gs>
                <a:gs pos="100000">
                  <a:srgbClr val="946434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8998847">
              <a:off x="1506335" y="2010032"/>
              <a:ext cx="68461" cy="17785"/>
            </a:xfrm>
            <a:prstGeom prst="ellipse">
              <a:avLst/>
            </a:prstGeom>
            <a:gradFill>
              <a:gsLst>
                <a:gs pos="0">
                  <a:srgbClr val="B77F4F">
                    <a:alpha val="16362"/>
                  </a:srgbClr>
                </a:gs>
                <a:gs pos="14286">
                  <a:srgbClr val="B77F4F">
                    <a:alpha val="15144"/>
                  </a:srgbClr>
                </a:gs>
                <a:gs pos="28571">
                  <a:srgbClr val="B77F4F">
                    <a:alpha val="11971"/>
                  </a:srgbClr>
                </a:gs>
                <a:gs pos="42857">
                  <a:srgbClr val="B77F4F">
                    <a:alpha val="8023"/>
                  </a:srgbClr>
                </a:gs>
                <a:gs pos="57143">
                  <a:srgbClr val="B77F4F">
                    <a:alpha val="4528"/>
                  </a:srgbClr>
                </a:gs>
                <a:gs pos="71429">
                  <a:srgbClr val="B77F4F">
                    <a:alpha val="2146"/>
                  </a:srgbClr>
                </a:gs>
                <a:gs pos="85714">
                  <a:srgbClr val="B77F4F">
                    <a:alpha val="854"/>
                  </a:srgbClr>
                </a:gs>
                <a:gs pos="100000">
                  <a:srgbClr val="B77F4F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-8885082">
              <a:off x="1518697" y="706216"/>
              <a:ext cx="68461" cy="18100"/>
            </a:xfrm>
            <a:prstGeom prst="ellipse">
              <a:avLst/>
            </a:prstGeom>
            <a:gradFill>
              <a:gsLst>
                <a:gs pos="0">
                  <a:srgbClr val="A07353">
                    <a:alpha val="16128"/>
                  </a:srgbClr>
                </a:gs>
                <a:gs pos="14286">
                  <a:srgbClr val="A07353">
                    <a:alpha val="14926"/>
                  </a:srgbClr>
                </a:gs>
                <a:gs pos="28571">
                  <a:srgbClr val="A07353">
                    <a:alpha val="11795"/>
                  </a:srgbClr>
                </a:gs>
                <a:gs pos="42857">
                  <a:srgbClr val="A07353">
                    <a:alpha val="7903"/>
                  </a:srgbClr>
                </a:gs>
                <a:gs pos="57143">
                  <a:srgbClr val="A07353">
                    <a:alpha val="4459"/>
                  </a:srgbClr>
                </a:gs>
                <a:gs pos="71429">
                  <a:srgbClr val="A07353">
                    <a:alpha val="2113"/>
                  </a:srgbClr>
                </a:gs>
                <a:gs pos="85714">
                  <a:srgbClr val="A07353">
                    <a:alpha val="841"/>
                  </a:srgbClr>
                </a:gs>
                <a:gs pos="100000">
                  <a:srgbClr val="A07353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6235812">
              <a:off x="789369" y="761279"/>
              <a:ext cx="668660" cy="800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10270949">
              <a:off x="1094272" y="1832598"/>
              <a:ext cx="265801" cy="36718"/>
            </a:xfrm>
            <a:prstGeom prst="ellipse">
              <a:avLst/>
            </a:prstGeom>
            <a:gradFill>
              <a:gsLst>
                <a:gs pos="0">
                  <a:srgbClr val="F9DCC4">
                    <a:alpha val="30182"/>
                  </a:srgbClr>
                </a:gs>
                <a:gs pos="14286">
                  <a:srgbClr val="F9DCC4">
                    <a:alpha val="28123"/>
                  </a:srgbClr>
                </a:gs>
                <a:gs pos="28571">
                  <a:srgbClr val="F9DCC4">
                    <a:alpha val="22616"/>
                  </a:srgbClr>
                </a:gs>
                <a:gs pos="42857">
                  <a:srgbClr val="F9DCC4">
                    <a:alpha val="15479"/>
                  </a:srgbClr>
                </a:gs>
                <a:gs pos="57143">
                  <a:srgbClr val="F9DCC4">
                    <a:alpha val="8898"/>
                  </a:srgbClr>
                </a:gs>
                <a:gs pos="71429">
                  <a:srgbClr val="F9DCC4">
                    <a:alpha val="4268"/>
                  </a:srgbClr>
                </a:gs>
                <a:gs pos="85714">
                  <a:srgbClr val="F9DCC4">
                    <a:alpha val="1710"/>
                  </a:srgbClr>
                </a:gs>
                <a:gs pos="100000">
                  <a:srgbClr val="F9DCC4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-10506052">
              <a:off x="1420683" y="1984328"/>
              <a:ext cx="484184" cy="35586"/>
            </a:xfrm>
            <a:prstGeom prst="ellipse">
              <a:avLst/>
            </a:prstGeom>
            <a:gradFill>
              <a:gsLst>
                <a:gs pos="0">
                  <a:srgbClr val="610000">
                    <a:alpha val="32968"/>
                  </a:srgbClr>
                </a:gs>
                <a:gs pos="14286">
                  <a:srgbClr val="610000">
                    <a:alpha val="30764"/>
                  </a:srgbClr>
                </a:gs>
                <a:gs pos="28571">
                  <a:srgbClr val="610000">
                    <a:alpha val="24833"/>
                  </a:srgbClr>
                </a:gs>
                <a:gs pos="42857">
                  <a:srgbClr val="610000">
                    <a:alpha val="17075"/>
                  </a:srgbClr>
                </a:gs>
                <a:gs pos="57143">
                  <a:srgbClr val="610000">
                    <a:alpha val="9855"/>
                  </a:srgbClr>
                </a:gs>
                <a:gs pos="71429">
                  <a:srgbClr val="610000">
                    <a:alpha val="4740"/>
                  </a:srgbClr>
                </a:gs>
                <a:gs pos="85714">
                  <a:srgbClr val="610000">
                    <a:alpha val="1902"/>
                  </a:srgbClr>
                </a:gs>
                <a:gs pos="100000">
                  <a:srgbClr val="6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-10584808">
              <a:off x="960166" y="455749"/>
              <a:ext cx="123874" cy="41021"/>
            </a:xfrm>
            <a:prstGeom prst="ellipse">
              <a:avLst/>
            </a:prstGeom>
            <a:gradFill>
              <a:gsLst>
                <a:gs pos="0">
                  <a:srgbClr val="F4C49B">
                    <a:alpha val="29665"/>
                  </a:srgbClr>
                </a:gs>
                <a:gs pos="14286">
                  <a:srgbClr val="F4C49B">
                    <a:alpha val="27635"/>
                  </a:srgbClr>
                </a:gs>
                <a:gs pos="28571">
                  <a:srgbClr val="F4C49B">
                    <a:alpha val="22208"/>
                  </a:srgbClr>
                </a:gs>
                <a:gs pos="42857">
                  <a:srgbClr val="F4C49B">
                    <a:alpha val="15187"/>
                  </a:srgbClr>
                </a:gs>
                <a:gs pos="57143">
                  <a:srgbClr val="F4C49B">
                    <a:alpha val="8723"/>
                  </a:srgbClr>
                </a:gs>
                <a:gs pos="71429">
                  <a:srgbClr val="F4C49B">
                    <a:alpha val="4183"/>
                  </a:srgbClr>
                </a:gs>
                <a:gs pos="85714">
                  <a:srgbClr val="F4C49B">
                    <a:alpha val="1675"/>
                  </a:srgbClr>
                </a:gs>
                <a:gs pos="100000">
                  <a:srgbClr val="F4C49B">
                    <a:alpha val="5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3666595">
              <a:off x="602738" y="155056"/>
              <a:ext cx="68461" cy="17918"/>
            </a:xfrm>
            <a:prstGeom prst="ellipse">
              <a:avLst/>
            </a:prstGeom>
            <a:gradFill>
              <a:gsLst>
                <a:gs pos="0">
                  <a:srgbClr val="B58D7C">
                    <a:alpha val="16263"/>
                  </a:srgbClr>
                </a:gs>
                <a:gs pos="14286">
                  <a:srgbClr val="B58D7C">
                    <a:alpha val="15052"/>
                  </a:srgbClr>
                </a:gs>
                <a:gs pos="28571">
                  <a:srgbClr val="B58D7C">
                    <a:alpha val="11897"/>
                  </a:srgbClr>
                </a:gs>
                <a:gs pos="42857">
                  <a:srgbClr val="B58D7C">
                    <a:alpha val="7972"/>
                  </a:srgbClr>
                </a:gs>
                <a:gs pos="57143">
                  <a:srgbClr val="B58D7C">
                    <a:alpha val="4499"/>
                  </a:srgbClr>
                </a:gs>
                <a:gs pos="71429">
                  <a:srgbClr val="B58D7C">
                    <a:alpha val="2132"/>
                  </a:srgbClr>
                </a:gs>
                <a:gs pos="85714">
                  <a:srgbClr val="B58D7C">
                    <a:alpha val="848"/>
                  </a:srgbClr>
                </a:gs>
                <a:gs pos="100000">
                  <a:srgbClr val="B58D7C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8368393">
              <a:off x="1034354" y="9636"/>
              <a:ext cx="224482" cy="108934"/>
            </a:xfrm>
            <a:prstGeom prst="ellipse">
              <a:avLst/>
            </a:prstGeom>
            <a:gradFill>
              <a:gsLst>
                <a:gs pos="0">
                  <a:srgbClr val="420A00">
                    <a:alpha val="32968"/>
                  </a:srgbClr>
                </a:gs>
                <a:gs pos="14286">
                  <a:srgbClr val="420A00">
                    <a:alpha val="30764"/>
                  </a:srgbClr>
                </a:gs>
                <a:gs pos="28571">
                  <a:srgbClr val="420A00">
                    <a:alpha val="24833"/>
                  </a:srgbClr>
                </a:gs>
                <a:gs pos="42857">
                  <a:srgbClr val="420A00">
                    <a:alpha val="17075"/>
                  </a:srgbClr>
                </a:gs>
                <a:gs pos="57143">
                  <a:srgbClr val="420A00">
                    <a:alpha val="9855"/>
                  </a:srgbClr>
                </a:gs>
                <a:gs pos="71429">
                  <a:srgbClr val="420A00">
                    <a:alpha val="4740"/>
                  </a:srgbClr>
                </a:gs>
                <a:gs pos="85714">
                  <a:srgbClr val="420A00">
                    <a:alpha val="1902"/>
                  </a:srgbClr>
                </a:gs>
                <a:gs pos="100000">
                  <a:srgbClr val="420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8845618">
              <a:off x="59422" y="869975"/>
              <a:ext cx="68461" cy="18181"/>
            </a:xfrm>
            <a:prstGeom prst="ellipse">
              <a:avLst/>
            </a:prstGeom>
            <a:gradFill>
              <a:gsLst>
                <a:gs pos="0">
                  <a:srgbClr val="BBA5A4">
                    <a:alpha val="16067"/>
                  </a:srgbClr>
                </a:gs>
                <a:gs pos="14286">
                  <a:srgbClr val="BBA5A4">
                    <a:alpha val="14870"/>
                  </a:srgbClr>
                </a:gs>
                <a:gs pos="28571">
                  <a:srgbClr val="BBA5A4">
                    <a:alpha val="11750"/>
                  </a:srgbClr>
                </a:gs>
                <a:gs pos="42857">
                  <a:srgbClr val="BBA5A4">
                    <a:alpha val="7872"/>
                  </a:srgbClr>
                </a:gs>
                <a:gs pos="57143">
                  <a:srgbClr val="BBA5A4">
                    <a:alpha val="4441"/>
                  </a:srgbClr>
                </a:gs>
                <a:gs pos="71429">
                  <a:srgbClr val="BBA5A4">
                    <a:alpha val="2104"/>
                  </a:srgbClr>
                </a:gs>
                <a:gs pos="85714">
                  <a:srgbClr val="BBA5A4">
                    <a:alpha val="837"/>
                  </a:srgbClr>
                </a:gs>
                <a:gs pos="100000">
                  <a:srgbClr val="BBA5A4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10044277">
              <a:off x="1906870" y="2055496"/>
              <a:ext cx="68461" cy="18168"/>
            </a:xfrm>
            <a:prstGeom prst="ellipse">
              <a:avLst/>
            </a:prstGeom>
            <a:gradFill>
              <a:gsLst>
                <a:gs pos="0">
                  <a:srgbClr val="AC8B7C">
                    <a:alpha val="16077"/>
                  </a:srgbClr>
                </a:gs>
                <a:gs pos="14286">
                  <a:srgbClr val="AC8B7C">
                    <a:alpha val="14879"/>
                  </a:srgbClr>
                </a:gs>
                <a:gs pos="28571">
                  <a:srgbClr val="AC8B7C">
                    <a:alpha val="11757"/>
                  </a:srgbClr>
                </a:gs>
                <a:gs pos="42857">
                  <a:srgbClr val="AC8B7C">
                    <a:alpha val="7877"/>
                  </a:srgbClr>
                </a:gs>
                <a:gs pos="57143">
                  <a:srgbClr val="AC8B7C">
                    <a:alpha val="4444"/>
                  </a:srgbClr>
                </a:gs>
                <a:gs pos="71429">
                  <a:srgbClr val="AC8B7C">
                    <a:alpha val="2105"/>
                  </a:srgbClr>
                </a:gs>
                <a:gs pos="85714">
                  <a:srgbClr val="AC8B7C">
                    <a:alpha val="838"/>
                  </a:srgbClr>
                </a:gs>
                <a:gs pos="100000">
                  <a:srgbClr val="AC8B7C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-10295725">
              <a:off x="1415293" y="1765832"/>
              <a:ext cx="68461" cy="18062"/>
            </a:xfrm>
            <a:prstGeom prst="ellipse">
              <a:avLst/>
            </a:prstGeom>
            <a:gradFill>
              <a:gsLst>
                <a:gs pos="0">
                  <a:srgbClr val="B78358">
                    <a:alpha val="16156"/>
                  </a:srgbClr>
                </a:gs>
                <a:gs pos="14286">
                  <a:srgbClr val="B78358">
                    <a:alpha val="14952"/>
                  </a:srgbClr>
                </a:gs>
                <a:gs pos="28571">
                  <a:srgbClr val="B78358">
                    <a:alpha val="11817"/>
                  </a:srgbClr>
                </a:gs>
                <a:gs pos="42857">
                  <a:srgbClr val="B78358">
                    <a:alpha val="7917"/>
                  </a:srgbClr>
                </a:gs>
                <a:gs pos="57143">
                  <a:srgbClr val="B78358">
                    <a:alpha val="4468"/>
                  </a:srgbClr>
                </a:gs>
                <a:gs pos="71429">
                  <a:srgbClr val="B78358">
                    <a:alpha val="2117"/>
                  </a:srgbClr>
                </a:gs>
                <a:gs pos="85714">
                  <a:srgbClr val="B78358">
                    <a:alpha val="842"/>
                  </a:srgbClr>
                </a:gs>
                <a:gs pos="100000">
                  <a:srgbClr val="B78358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4838423">
              <a:off x="1620276" y="608953"/>
              <a:ext cx="817175" cy="102078"/>
            </a:xfrm>
            <a:prstGeom prst="ellipse">
              <a:avLst/>
            </a:prstGeom>
            <a:gradFill>
              <a:gsLst>
                <a:gs pos="0">
                  <a:srgbClr val="711800">
                    <a:alpha val="32968"/>
                  </a:srgbClr>
                </a:gs>
                <a:gs pos="14286">
                  <a:srgbClr val="711800">
                    <a:alpha val="30764"/>
                  </a:srgbClr>
                </a:gs>
                <a:gs pos="28571">
                  <a:srgbClr val="711800">
                    <a:alpha val="24833"/>
                  </a:srgbClr>
                </a:gs>
                <a:gs pos="42857">
                  <a:srgbClr val="711800">
                    <a:alpha val="17075"/>
                  </a:srgbClr>
                </a:gs>
                <a:gs pos="57143">
                  <a:srgbClr val="711800">
                    <a:alpha val="9855"/>
                  </a:srgbClr>
                </a:gs>
                <a:gs pos="71429">
                  <a:srgbClr val="711800">
                    <a:alpha val="4740"/>
                  </a:srgbClr>
                </a:gs>
                <a:gs pos="85714">
                  <a:srgbClr val="711800">
                    <a:alpha val="1902"/>
                  </a:srgbClr>
                </a:gs>
                <a:gs pos="100000">
                  <a:srgbClr val="711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5619287">
              <a:off x="776539" y="796310"/>
              <a:ext cx="277830" cy="94098"/>
            </a:xfrm>
            <a:prstGeom prst="ellipse">
              <a:avLst/>
            </a:prstGeom>
            <a:gradFill>
              <a:gsLst>
                <a:gs pos="0">
                  <a:srgbClr val="E1B48C">
                    <a:alpha val="29060"/>
                  </a:srgbClr>
                </a:gs>
                <a:gs pos="14286">
                  <a:srgbClr val="E1B48C">
                    <a:alpha val="27062"/>
                  </a:srgbClr>
                </a:gs>
                <a:gs pos="28571">
                  <a:srgbClr val="E1B48C">
                    <a:alpha val="21731"/>
                  </a:srgbClr>
                </a:gs>
                <a:gs pos="42857">
                  <a:srgbClr val="E1B48C">
                    <a:alpha val="14846"/>
                  </a:srgbClr>
                </a:gs>
                <a:gs pos="57143">
                  <a:srgbClr val="E1B48C">
                    <a:alpha val="8520"/>
                  </a:srgbClr>
                </a:gs>
                <a:gs pos="71429">
                  <a:srgbClr val="E1B48C">
                    <a:alpha val="4083"/>
                  </a:srgbClr>
                </a:gs>
                <a:gs pos="85714">
                  <a:srgbClr val="E1B48C">
                    <a:alpha val="1635"/>
                  </a:srgbClr>
                </a:gs>
                <a:gs pos="100000">
                  <a:srgbClr val="E1B48C">
                    <a:alpha val="5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4622713">
              <a:off x="2373795" y="1382009"/>
              <a:ext cx="68461" cy="18204"/>
            </a:xfrm>
            <a:prstGeom prst="ellipse">
              <a:avLst/>
            </a:prstGeom>
            <a:gradFill>
              <a:gsLst>
                <a:gs pos="0">
                  <a:srgbClr val="784413">
                    <a:alpha val="16050"/>
                  </a:srgbClr>
                </a:gs>
                <a:gs pos="14286">
                  <a:srgbClr val="784413">
                    <a:alpha val="14854"/>
                  </a:srgbClr>
                </a:gs>
                <a:gs pos="28571">
                  <a:srgbClr val="784413">
                    <a:alpha val="11737"/>
                  </a:srgbClr>
                </a:gs>
                <a:gs pos="42857">
                  <a:srgbClr val="784413">
                    <a:alpha val="7863"/>
                  </a:srgbClr>
                </a:gs>
                <a:gs pos="57143">
                  <a:srgbClr val="784413">
                    <a:alpha val="4436"/>
                  </a:srgbClr>
                </a:gs>
                <a:gs pos="71429">
                  <a:srgbClr val="784413">
                    <a:alpha val="2102"/>
                  </a:srgbClr>
                </a:gs>
                <a:gs pos="85714">
                  <a:srgbClr val="784413">
                    <a:alpha val="836"/>
                  </a:srgbClr>
                </a:gs>
                <a:gs pos="100000">
                  <a:srgbClr val="784413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4413676">
              <a:off x="2268331" y="1578253"/>
              <a:ext cx="465688" cy="124161"/>
            </a:xfrm>
            <a:prstGeom prst="ellipse">
              <a:avLst/>
            </a:prstGeom>
            <a:gradFill>
              <a:gsLst>
                <a:gs pos="0">
                  <a:srgbClr val="FFD495">
                    <a:alpha val="32968"/>
                  </a:srgbClr>
                </a:gs>
                <a:gs pos="14286">
                  <a:srgbClr val="FFD495">
                    <a:alpha val="30764"/>
                  </a:srgbClr>
                </a:gs>
                <a:gs pos="28571">
                  <a:srgbClr val="FFD495">
                    <a:alpha val="24833"/>
                  </a:srgbClr>
                </a:gs>
                <a:gs pos="42857">
                  <a:srgbClr val="FFD495">
                    <a:alpha val="17075"/>
                  </a:srgbClr>
                </a:gs>
                <a:gs pos="57143">
                  <a:srgbClr val="FFD495">
                    <a:alpha val="9855"/>
                  </a:srgbClr>
                </a:gs>
                <a:gs pos="71429">
                  <a:srgbClr val="FFD495">
                    <a:alpha val="4740"/>
                  </a:srgbClr>
                </a:gs>
                <a:gs pos="85714">
                  <a:srgbClr val="FFD495">
                    <a:alpha val="1902"/>
                  </a:srgbClr>
                </a:gs>
                <a:gs pos="100000">
                  <a:srgbClr val="FFD4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-8264057">
              <a:off x="898681" y="1057754"/>
              <a:ext cx="599796" cy="398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-10739074">
              <a:off x="3426457" y="1228584"/>
              <a:ext cx="68461" cy="18222"/>
            </a:xfrm>
            <a:prstGeom prst="ellipse">
              <a:avLst/>
            </a:prstGeom>
            <a:gradFill>
              <a:gsLst>
                <a:gs pos="0">
                  <a:srgbClr val="C2ACAB">
                    <a:alpha val="16037"/>
                  </a:srgbClr>
                </a:gs>
                <a:gs pos="14286">
                  <a:srgbClr val="C2ACAB">
                    <a:alpha val="14841"/>
                  </a:srgbClr>
                </a:gs>
                <a:gs pos="28571">
                  <a:srgbClr val="C2ACAB">
                    <a:alpha val="11727"/>
                  </a:srgbClr>
                </a:gs>
                <a:gs pos="42857">
                  <a:srgbClr val="C2ACAB">
                    <a:alpha val="7856"/>
                  </a:srgbClr>
                </a:gs>
                <a:gs pos="57143">
                  <a:srgbClr val="C2ACAB">
                    <a:alpha val="4432"/>
                  </a:srgbClr>
                </a:gs>
                <a:gs pos="71429">
                  <a:srgbClr val="C2ACAB">
                    <a:alpha val="2100"/>
                  </a:srgbClr>
                </a:gs>
                <a:gs pos="85714">
                  <a:srgbClr val="C2ACAB">
                    <a:alpha val="836"/>
                  </a:srgbClr>
                </a:gs>
                <a:gs pos="100000">
                  <a:srgbClr val="C2ACAB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10271952">
              <a:off x="2234122" y="276161"/>
              <a:ext cx="240351" cy="220929"/>
            </a:xfrm>
            <a:prstGeom prst="ellipse">
              <a:avLst/>
            </a:prstGeom>
            <a:gradFill>
              <a:gsLst>
                <a:gs pos="0">
                  <a:srgbClr val="C87300">
                    <a:alpha val="20488"/>
                  </a:srgbClr>
                </a:gs>
                <a:gs pos="14286">
                  <a:srgbClr val="C87300">
                    <a:alpha val="19000"/>
                  </a:srgbClr>
                </a:gs>
                <a:gs pos="28571">
                  <a:srgbClr val="C87300">
                    <a:alpha val="15093"/>
                  </a:srgbClr>
                </a:gs>
                <a:gs pos="42857">
                  <a:srgbClr val="C87300">
                    <a:alpha val="10176"/>
                  </a:srgbClr>
                </a:gs>
                <a:gs pos="57143">
                  <a:srgbClr val="C87300">
                    <a:alpha val="5773"/>
                  </a:srgbClr>
                </a:gs>
                <a:gs pos="71429">
                  <a:srgbClr val="C87300">
                    <a:alpha val="2745"/>
                  </a:srgbClr>
                </a:gs>
                <a:gs pos="85714">
                  <a:srgbClr val="C87300">
                    <a:alpha val="1095"/>
                  </a:srgbClr>
                </a:gs>
                <a:gs pos="100000">
                  <a:srgbClr val="C87300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3024729">
              <a:off x="1145168" y="842437"/>
              <a:ext cx="466853" cy="72812"/>
            </a:xfrm>
            <a:prstGeom prst="ellipse">
              <a:avLst/>
            </a:prstGeom>
            <a:gradFill>
              <a:gsLst>
                <a:gs pos="0">
                  <a:srgbClr val="000034">
                    <a:alpha val="32968"/>
                  </a:srgbClr>
                </a:gs>
                <a:gs pos="14286">
                  <a:srgbClr val="000034">
                    <a:alpha val="30764"/>
                  </a:srgbClr>
                </a:gs>
                <a:gs pos="28571">
                  <a:srgbClr val="000034">
                    <a:alpha val="24833"/>
                  </a:srgbClr>
                </a:gs>
                <a:gs pos="42857">
                  <a:srgbClr val="000034">
                    <a:alpha val="17075"/>
                  </a:srgbClr>
                </a:gs>
                <a:gs pos="57143">
                  <a:srgbClr val="000034">
                    <a:alpha val="9855"/>
                  </a:srgbClr>
                </a:gs>
                <a:gs pos="71429">
                  <a:srgbClr val="000034">
                    <a:alpha val="4740"/>
                  </a:srgbClr>
                </a:gs>
                <a:gs pos="85714">
                  <a:srgbClr val="000034">
                    <a:alpha val="1902"/>
                  </a:srgbClr>
                </a:gs>
                <a:gs pos="100000">
                  <a:srgbClr val="0000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5633514">
              <a:off x="1410567" y="359171"/>
              <a:ext cx="68461" cy="18204"/>
            </a:xfrm>
            <a:prstGeom prst="ellipse">
              <a:avLst/>
            </a:prstGeom>
            <a:gradFill>
              <a:gsLst>
                <a:gs pos="0">
                  <a:srgbClr val="71411D">
                    <a:alpha val="16050"/>
                  </a:srgbClr>
                </a:gs>
                <a:gs pos="14286">
                  <a:srgbClr val="71411D">
                    <a:alpha val="14854"/>
                  </a:srgbClr>
                </a:gs>
                <a:gs pos="28571">
                  <a:srgbClr val="71411D">
                    <a:alpha val="11737"/>
                  </a:srgbClr>
                </a:gs>
                <a:gs pos="42857">
                  <a:srgbClr val="71411D">
                    <a:alpha val="7863"/>
                  </a:srgbClr>
                </a:gs>
                <a:gs pos="57143">
                  <a:srgbClr val="71411D">
                    <a:alpha val="4436"/>
                  </a:srgbClr>
                </a:gs>
                <a:gs pos="71429">
                  <a:srgbClr val="71411D">
                    <a:alpha val="2102"/>
                  </a:srgbClr>
                </a:gs>
                <a:gs pos="85714">
                  <a:srgbClr val="71411D">
                    <a:alpha val="836"/>
                  </a:srgbClr>
                </a:gs>
                <a:gs pos="100000">
                  <a:srgbClr val="71411D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-9566008">
              <a:off x="1072534" y="1322699"/>
              <a:ext cx="68461" cy="17584"/>
            </a:xfrm>
            <a:prstGeom prst="ellipse">
              <a:avLst/>
            </a:prstGeom>
            <a:gradFill>
              <a:gsLst>
                <a:gs pos="0">
                  <a:srgbClr val="B2855B">
                    <a:alpha val="16510"/>
                  </a:srgbClr>
                </a:gs>
                <a:gs pos="14286">
                  <a:srgbClr val="B2855B">
                    <a:alpha val="15283"/>
                  </a:srgbClr>
                </a:gs>
                <a:gs pos="28571">
                  <a:srgbClr val="B2855B">
                    <a:alpha val="12083"/>
                  </a:srgbClr>
                </a:gs>
                <a:gs pos="42857">
                  <a:srgbClr val="B2855B">
                    <a:alpha val="8100"/>
                  </a:srgbClr>
                </a:gs>
                <a:gs pos="57143">
                  <a:srgbClr val="B2855B">
                    <a:alpha val="4572"/>
                  </a:srgbClr>
                </a:gs>
                <a:gs pos="71429">
                  <a:srgbClr val="B2855B">
                    <a:alpha val="2167"/>
                  </a:srgbClr>
                </a:gs>
                <a:gs pos="85714">
                  <a:srgbClr val="B2855B">
                    <a:alpha val="863"/>
                  </a:srgbClr>
                </a:gs>
                <a:gs pos="100000">
                  <a:srgbClr val="B2855B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-10686373">
              <a:off x="833205" y="665272"/>
              <a:ext cx="68461" cy="18086"/>
            </a:xfrm>
            <a:prstGeom prst="ellipse">
              <a:avLst/>
            </a:prstGeom>
            <a:gradFill>
              <a:gsLst>
                <a:gs pos="0">
                  <a:srgbClr val="A87E50">
                    <a:alpha val="16138"/>
                  </a:srgbClr>
                </a:gs>
                <a:gs pos="14286">
                  <a:srgbClr val="A87E50">
                    <a:alpha val="14936"/>
                  </a:srgbClr>
                </a:gs>
                <a:gs pos="28571">
                  <a:srgbClr val="A87E50">
                    <a:alpha val="11803"/>
                  </a:srgbClr>
                </a:gs>
                <a:gs pos="42857">
                  <a:srgbClr val="A87E50">
                    <a:alpha val="7908"/>
                  </a:srgbClr>
                </a:gs>
                <a:gs pos="57143">
                  <a:srgbClr val="A87E50">
                    <a:alpha val="4462"/>
                  </a:srgbClr>
                </a:gs>
                <a:gs pos="71429">
                  <a:srgbClr val="A87E50">
                    <a:alpha val="2114"/>
                  </a:srgbClr>
                </a:gs>
                <a:gs pos="85714">
                  <a:srgbClr val="A87E50">
                    <a:alpha val="841"/>
                  </a:srgbClr>
                </a:gs>
                <a:gs pos="100000">
                  <a:srgbClr val="A87E50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4169429">
              <a:off x="1104718" y="861992"/>
              <a:ext cx="531878" cy="195975"/>
            </a:xfrm>
            <a:prstGeom prst="ellipse">
              <a:avLst/>
            </a:prstGeom>
            <a:gradFill>
              <a:gsLst>
                <a:gs pos="0">
                  <a:srgbClr val="000010">
                    <a:alpha val="32968"/>
                  </a:srgbClr>
                </a:gs>
                <a:gs pos="14286">
                  <a:srgbClr val="000010">
                    <a:alpha val="30764"/>
                  </a:srgbClr>
                </a:gs>
                <a:gs pos="28571">
                  <a:srgbClr val="000010">
                    <a:alpha val="24833"/>
                  </a:srgbClr>
                </a:gs>
                <a:gs pos="42857">
                  <a:srgbClr val="000010">
                    <a:alpha val="17075"/>
                  </a:srgbClr>
                </a:gs>
                <a:gs pos="57143">
                  <a:srgbClr val="000010">
                    <a:alpha val="9855"/>
                  </a:srgbClr>
                </a:gs>
                <a:gs pos="71429">
                  <a:srgbClr val="000010">
                    <a:alpha val="4740"/>
                  </a:srgbClr>
                </a:gs>
                <a:gs pos="85714">
                  <a:srgbClr val="000010">
                    <a:alpha val="1902"/>
                  </a:srgbClr>
                </a:gs>
                <a:gs pos="100000">
                  <a:srgbClr val="0000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5466906">
              <a:off x="2377724" y="517123"/>
              <a:ext cx="544020" cy="206891"/>
            </a:xfrm>
            <a:prstGeom prst="ellipse">
              <a:avLst/>
            </a:prstGeom>
            <a:gradFill>
              <a:gsLst>
                <a:gs pos="0">
                  <a:srgbClr val="FBE6F5">
                    <a:alpha val="14595"/>
                  </a:srgbClr>
                </a:gs>
                <a:gs pos="14286">
                  <a:srgbClr val="FBE6F5">
                    <a:alpha val="13499"/>
                  </a:srgbClr>
                </a:gs>
                <a:gs pos="28571">
                  <a:srgbClr val="FBE6F5">
                    <a:alpha val="10648"/>
                  </a:srgbClr>
                </a:gs>
                <a:gs pos="42857">
                  <a:srgbClr val="FBE6F5">
                    <a:alpha val="7119"/>
                  </a:srgbClr>
                </a:gs>
                <a:gs pos="57143">
                  <a:srgbClr val="FBE6F5">
                    <a:alpha val="4010"/>
                  </a:srgbClr>
                </a:gs>
                <a:gs pos="71429">
                  <a:srgbClr val="FBE6F5">
                    <a:alpha val="1897"/>
                  </a:srgbClr>
                </a:gs>
                <a:gs pos="85714">
                  <a:srgbClr val="FBE6F5">
                    <a:alpha val="755"/>
                  </a:srgbClr>
                </a:gs>
                <a:gs pos="100000">
                  <a:srgbClr val="FBE6F5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-9955732">
              <a:off x="801733" y="385183"/>
              <a:ext cx="217233" cy="59163"/>
            </a:xfrm>
            <a:prstGeom prst="ellipse">
              <a:avLst/>
            </a:prstGeom>
            <a:gradFill>
              <a:gsLst>
                <a:gs pos="0">
                  <a:srgbClr val="FFDCA6">
                    <a:alpha val="32968"/>
                  </a:srgbClr>
                </a:gs>
                <a:gs pos="14286">
                  <a:srgbClr val="FFDCA6">
                    <a:alpha val="30764"/>
                  </a:srgbClr>
                </a:gs>
                <a:gs pos="28571">
                  <a:srgbClr val="FFDCA6">
                    <a:alpha val="24833"/>
                  </a:srgbClr>
                </a:gs>
                <a:gs pos="42857">
                  <a:srgbClr val="FFDCA6">
                    <a:alpha val="17075"/>
                  </a:srgbClr>
                </a:gs>
                <a:gs pos="57143">
                  <a:srgbClr val="FFDCA6">
                    <a:alpha val="9855"/>
                  </a:srgbClr>
                </a:gs>
                <a:gs pos="71429">
                  <a:srgbClr val="FFDCA6">
                    <a:alpha val="4740"/>
                  </a:srgbClr>
                </a:gs>
                <a:gs pos="85714">
                  <a:srgbClr val="FFDCA6">
                    <a:alpha val="1902"/>
                  </a:srgbClr>
                </a:gs>
                <a:gs pos="100000">
                  <a:srgbClr val="FFDCA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7651372">
              <a:off x="206021" y="85443"/>
              <a:ext cx="262236" cy="73042"/>
            </a:xfrm>
            <a:prstGeom prst="ellipse">
              <a:avLst/>
            </a:prstGeom>
            <a:gradFill>
              <a:gsLst>
                <a:gs pos="0">
                  <a:srgbClr val="502500">
                    <a:alpha val="32968"/>
                  </a:srgbClr>
                </a:gs>
                <a:gs pos="14286">
                  <a:srgbClr val="502500">
                    <a:alpha val="30764"/>
                  </a:srgbClr>
                </a:gs>
                <a:gs pos="28571">
                  <a:srgbClr val="502500">
                    <a:alpha val="24833"/>
                  </a:srgbClr>
                </a:gs>
                <a:gs pos="42857">
                  <a:srgbClr val="502500">
                    <a:alpha val="17075"/>
                  </a:srgbClr>
                </a:gs>
                <a:gs pos="57143">
                  <a:srgbClr val="502500">
                    <a:alpha val="9855"/>
                  </a:srgbClr>
                </a:gs>
                <a:gs pos="71429">
                  <a:srgbClr val="502500">
                    <a:alpha val="4740"/>
                  </a:srgbClr>
                </a:gs>
                <a:gs pos="85714">
                  <a:srgbClr val="502500">
                    <a:alpha val="1902"/>
                  </a:srgbClr>
                </a:gs>
                <a:gs pos="100000">
                  <a:srgbClr val="502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9453588">
              <a:off x="1903305" y="369846"/>
              <a:ext cx="195583" cy="643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5196357">
              <a:off x="1847839" y="357421"/>
              <a:ext cx="257130" cy="593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7003492">
              <a:off x="1295614" y="285272"/>
              <a:ext cx="743699" cy="118436"/>
            </a:xfrm>
            <a:prstGeom prst="ellipse">
              <a:avLst/>
            </a:prstGeom>
            <a:gradFill>
              <a:gsLst>
                <a:gs pos="0">
                  <a:srgbClr val="875700">
                    <a:alpha val="28721"/>
                  </a:srgbClr>
                </a:gs>
                <a:gs pos="14286">
                  <a:srgbClr val="875700">
                    <a:alpha val="26742"/>
                  </a:srgbClr>
                </a:gs>
                <a:gs pos="28571">
                  <a:srgbClr val="875700">
                    <a:alpha val="21464"/>
                  </a:srgbClr>
                </a:gs>
                <a:gs pos="42857">
                  <a:srgbClr val="875700">
                    <a:alpha val="14656"/>
                  </a:srgbClr>
                </a:gs>
                <a:gs pos="57143">
                  <a:srgbClr val="875700">
                    <a:alpha val="8407"/>
                  </a:srgbClr>
                </a:gs>
                <a:gs pos="71429">
                  <a:srgbClr val="875700">
                    <a:alpha val="4027"/>
                  </a:srgbClr>
                </a:gs>
                <a:gs pos="85714">
                  <a:srgbClr val="875700">
                    <a:alpha val="1612"/>
                  </a:srgbClr>
                </a:gs>
                <a:gs pos="100000">
                  <a:srgbClr val="875700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7743804">
              <a:off x="2031839" y="1509257"/>
              <a:ext cx="580854" cy="439299"/>
            </a:xfrm>
            <a:prstGeom prst="ellipse">
              <a:avLst/>
            </a:prstGeom>
            <a:gradFill>
              <a:gsLst>
                <a:gs pos="0">
                  <a:srgbClr val="FBAE00">
                    <a:alpha val="32968"/>
                  </a:srgbClr>
                </a:gs>
                <a:gs pos="14286">
                  <a:srgbClr val="FBAE00">
                    <a:alpha val="30764"/>
                  </a:srgbClr>
                </a:gs>
                <a:gs pos="28571">
                  <a:srgbClr val="FBAE00">
                    <a:alpha val="24833"/>
                  </a:srgbClr>
                </a:gs>
                <a:gs pos="42857">
                  <a:srgbClr val="FBAE00">
                    <a:alpha val="17075"/>
                  </a:srgbClr>
                </a:gs>
                <a:gs pos="57143">
                  <a:srgbClr val="FBAE00">
                    <a:alpha val="9855"/>
                  </a:srgbClr>
                </a:gs>
                <a:gs pos="71429">
                  <a:srgbClr val="FBAE00">
                    <a:alpha val="4740"/>
                  </a:srgbClr>
                </a:gs>
                <a:gs pos="85714">
                  <a:srgbClr val="FBAE00">
                    <a:alpha val="1902"/>
                  </a:srgbClr>
                </a:gs>
                <a:gs pos="100000">
                  <a:srgbClr val="FBA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-9888440">
              <a:off x="3096801" y="1128183"/>
              <a:ext cx="194887" cy="176693"/>
            </a:xfrm>
            <a:prstGeom prst="ellipse">
              <a:avLst/>
            </a:prstGeom>
            <a:gradFill>
              <a:gsLst>
                <a:gs pos="0">
                  <a:srgbClr val="572C26">
                    <a:alpha val="32750"/>
                  </a:srgbClr>
                </a:gs>
                <a:gs pos="14286">
                  <a:srgbClr val="572C26">
                    <a:alpha val="30557"/>
                  </a:srgbClr>
                </a:gs>
                <a:gs pos="28571">
                  <a:srgbClr val="572C26">
                    <a:alpha val="24659"/>
                  </a:srgbClr>
                </a:gs>
                <a:gs pos="42857">
                  <a:srgbClr val="572C26">
                    <a:alpha val="16949"/>
                  </a:srgbClr>
                </a:gs>
                <a:gs pos="57143">
                  <a:srgbClr val="572C26">
                    <a:alpha val="9779"/>
                  </a:srgbClr>
                </a:gs>
                <a:gs pos="71429">
                  <a:srgbClr val="572C26">
                    <a:alpha val="4703"/>
                  </a:srgbClr>
                </a:gs>
                <a:gs pos="85714">
                  <a:srgbClr val="572C26">
                    <a:alpha val="1887"/>
                  </a:srgbClr>
                </a:gs>
                <a:gs pos="100000">
                  <a:srgbClr val="572C26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7730580">
              <a:off x="-93372" y="849333"/>
              <a:ext cx="468632" cy="1580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5575652">
              <a:off x="2063745" y="484846"/>
              <a:ext cx="68461" cy="17172"/>
            </a:xfrm>
            <a:prstGeom prst="ellipse">
              <a:avLst/>
            </a:prstGeom>
            <a:gradFill>
              <a:gsLst>
                <a:gs pos="0">
                  <a:srgbClr val="694726">
                    <a:alpha val="16814"/>
                  </a:srgbClr>
                </a:gs>
                <a:gs pos="14286">
                  <a:srgbClr val="694726">
                    <a:alpha val="15566"/>
                  </a:srgbClr>
                </a:gs>
                <a:gs pos="28571">
                  <a:srgbClr val="694726">
                    <a:alpha val="12311"/>
                  </a:srgbClr>
                </a:gs>
                <a:gs pos="42857">
                  <a:srgbClr val="694726">
                    <a:alpha val="8256"/>
                  </a:srgbClr>
                </a:gs>
                <a:gs pos="57143">
                  <a:srgbClr val="694726">
                    <a:alpha val="4663"/>
                  </a:srgbClr>
                </a:gs>
                <a:gs pos="71429">
                  <a:srgbClr val="694726">
                    <a:alpha val="2210"/>
                  </a:srgbClr>
                </a:gs>
                <a:gs pos="85714">
                  <a:srgbClr val="694726">
                    <a:alpha val="880"/>
                  </a:srgbClr>
                </a:gs>
                <a:gs pos="100000">
                  <a:srgbClr val="694726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9410892">
              <a:off x="2384388" y="1509630"/>
              <a:ext cx="195550" cy="93466"/>
            </a:xfrm>
            <a:prstGeom prst="ellipse">
              <a:avLst/>
            </a:prstGeom>
            <a:gradFill>
              <a:gsLst>
                <a:gs pos="0">
                  <a:srgbClr val="FFD292">
                    <a:alpha val="32968"/>
                  </a:srgbClr>
                </a:gs>
                <a:gs pos="14286">
                  <a:srgbClr val="FFD292">
                    <a:alpha val="30764"/>
                  </a:srgbClr>
                </a:gs>
                <a:gs pos="28571">
                  <a:srgbClr val="FFD292">
                    <a:alpha val="24833"/>
                  </a:srgbClr>
                </a:gs>
                <a:gs pos="42857">
                  <a:srgbClr val="FFD292">
                    <a:alpha val="17075"/>
                  </a:srgbClr>
                </a:gs>
                <a:gs pos="57143">
                  <a:srgbClr val="FFD292">
                    <a:alpha val="9855"/>
                  </a:srgbClr>
                </a:gs>
                <a:gs pos="71429">
                  <a:srgbClr val="FFD292">
                    <a:alpha val="4740"/>
                  </a:srgbClr>
                </a:gs>
                <a:gs pos="85714">
                  <a:srgbClr val="FFD292">
                    <a:alpha val="1902"/>
                  </a:srgbClr>
                </a:gs>
                <a:gs pos="100000">
                  <a:srgbClr val="FFD2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4717143">
              <a:off x="2276956" y="778041"/>
              <a:ext cx="539943" cy="1268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8967475">
              <a:off x="734867" y="2180399"/>
              <a:ext cx="453640" cy="23047"/>
            </a:xfrm>
            <a:prstGeom prst="ellipse">
              <a:avLst/>
            </a:prstGeom>
            <a:gradFill>
              <a:gsLst>
                <a:gs pos="0">
                  <a:srgbClr val="FFE4D0">
                    <a:alpha val="32968"/>
                  </a:srgbClr>
                </a:gs>
                <a:gs pos="14286">
                  <a:srgbClr val="FFE4D0">
                    <a:alpha val="30764"/>
                  </a:srgbClr>
                </a:gs>
                <a:gs pos="28571">
                  <a:srgbClr val="FFE4D0">
                    <a:alpha val="24833"/>
                  </a:srgbClr>
                </a:gs>
                <a:gs pos="42857">
                  <a:srgbClr val="FFE4D0">
                    <a:alpha val="17075"/>
                  </a:srgbClr>
                </a:gs>
                <a:gs pos="57143">
                  <a:srgbClr val="FFE4D0">
                    <a:alpha val="9855"/>
                  </a:srgbClr>
                </a:gs>
                <a:gs pos="71429">
                  <a:srgbClr val="FFE4D0">
                    <a:alpha val="4740"/>
                  </a:srgbClr>
                </a:gs>
                <a:gs pos="85714">
                  <a:srgbClr val="FFE4D0">
                    <a:alpha val="1902"/>
                  </a:srgbClr>
                </a:gs>
                <a:gs pos="100000">
                  <a:srgbClr val="FFE4D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10275978">
              <a:off x="1233178" y="1434112"/>
              <a:ext cx="485184" cy="149232"/>
            </a:xfrm>
            <a:prstGeom prst="ellipse">
              <a:avLst/>
            </a:prstGeom>
            <a:gradFill>
              <a:gsLst>
                <a:gs pos="0">
                  <a:srgbClr val="E4BFAA">
                    <a:alpha val="15931"/>
                  </a:srgbClr>
                </a:gs>
                <a:gs pos="14286">
                  <a:srgbClr val="E4BFAA">
                    <a:alpha val="14743"/>
                  </a:srgbClr>
                </a:gs>
                <a:gs pos="28571">
                  <a:srgbClr val="E4BFAA">
                    <a:alpha val="11648"/>
                  </a:srgbClr>
                </a:gs>
                <a:gs pos="42857">
                  <a:srgbClr val="E4BFAA">
                    <a:alpha val="7802"/>
                  </a:srgbClr>
                </a:gs>
                <a:gs pos="57143">
                  <a:srgbClr val="E4BFAA">
                    <a:alpha val="4401"/>
                  </a:srgbClr>
                </a:gs>
                <a:gs pos="71429">
                  <a:srgbClr val="E4BFAA">
                    <a:alpha val="2085"/>
                  </a:srgbClr>
                </a:gs>
                <a:gs pos="85714">
                  <a:srgbClr val="E4BFAA">
                    <a:alpha val="830"/>
                  </a:srgbClr>
                </a:gs>
                <a:gs pos="100000">
                  <a:srgbClr val="E4BFAA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9451380">
              <a:off x="2384462" y="773630"/>
              <a:ext cx="502411" cy="143957"/>
            </a:xfrm>
            <a:prstGeom prst="ellipse">
              <a:avLst/>
            </a:prstGeom>
            <a:gradFill>
              <a:gsLst>
                <a:gs pos="0">
                  <a:srgbClr val="FFD3A4">
                    <a:alpha val="32968"/>
                  </a:srgbClr>
                </a:gs>
                <a:gs pos="14286">
                  <a:srgbClr val="FFD3A4">
                    <a:alpha val="30764"/>
                  </a:srgbClr>
                </a:gs>
                <a:gs pos="28571">
                  <a:srgbClr val="FFD3A4">
                    <a:alpha val="24833"/>
                  </a:srgbClr>
                </a:gs>
                <a:gs pos="42857">
                  <a:srgbClr val="FFD3A4">
                    <a:alpha val="17075"/>
                  </a:srgbClr>
                </a:gs>
                <a:gs pos="57143">
                  <a:srgbClr val="FFD3A4">
                    <a:alpha val="9855"/>
                  </a:srgbClr>
                </a:gs>
                <a:gs pos="71429">
                  <a:srgbClr val="FFD3A4">
                    <a:alpha val="4740"/>
                  </a:srgbClr>
                </a:gs>
                <a:gs pos="85714">
                  <a:srgbClr val="FFD3A4">
                    <a:alpha val="1902"/>
                  </a:srgbClr>
                </a:gs>
                <a:gs pos="100000">
                  <a:srgbClr val="FFD3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-10490591">
              <a:off x="3220002" y="1027099"/>
              <a:ext cx="323368" cy="162125"/>
            </a:xfrm>
            <a:prstGeom prst="ellipse">
              <a:avLst/>
            </a:prstGeom>
            <a:gradFill>
              <a:gsLst>
                <a:gs pos="0">
                  <a:srgbClr val="A699A4">
                    <a:alpha val="31606"/>
                  </a:srgbClr>
                </a:gs>
                <a:gs pos="14286">
                  <a:srgbClr val="A699A4">
                    <a:alpha val="29472"/>
                  </a:srgbClr>
                </a:gs>
                <a:gs pos="28571">
                  <a:srgbClr val="A699A4">
                    <a:alpha val="23746"/>
                  </a:srgbClr>
                </a:gs>
                <a:gs pos="42857">
                  <a:srgbClr val="A699A4">
                    <a:alpha val="16291"/>
                  </a:srgbClr>
                </a:gs>
                <a:gs pos="57143">
                  <a:srgbClr val="A699A4">
                    <a:alpha val="9383"/>
                  </a:srgbClr>
                </a:gs>
                <a:gs pos="71429">
                  <a:srgbClr val="A699A4">
                    <a:alpha val="4507"/>
                  </a:srgbClr>
                </a:gs>
                <a:gs pos="85714">
                  <a:srgbClr val="A699A4">
                    <a:alpha val="1807"/>
                  </a:srgbClr>
                </a:gs>
                <a:gs pos="100000">
                  <a:srgbClr val="A699A4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8086997">
              <a:off x="1286783" y="990377"/>
              <a:ext cx="298691" cy="151860"/>
            </a:xfrm>
            <a:prstGeom prst="ellipse">
              <a:avLst/>
            </a:prstGeom>
            <a:gradFill>
              <a:gsLst>
                <a:gs pos="0">
                  <a:srgbClr val="FFEB86">
                    <a:alpha val="32968"/>
                  </a:srgbClr>
                </a:gs>
                <a:gs pos="14286">
                  <a:srgbClr val="FFEB86">
                    <a:alpha val="30764"/>
                  </a:srgbClr>
                </a:gs>
                <a:gs pos="28571">
                  <a:srgbClr val="FFEB86">
                    <a:alpha val="24833"/>
                  </a:srgbClr>
                </a:gs>
                <a:gs pos="42857">
                  <a:srgbClr val="FFEB86">
                    <a:alpha val="17075"/>
                  </a:srgbClr>
                </a:gs>
                <a:gs pos="57143">
                  <a:srgbClr val="FFEB86">
                    <a:alpha val="9855"/>
                  </a:srgbClr>
                </a:gs>
                <a:gs pos="71429">
                  <a:srgbClr val="FFEB86">
                    <a:alpha val="4740"/>
                  </a:srgbClr>
                </a:gs>
                <a:gs pos="85714">
                  <a:srgbClr val="FFEB86">
                    <a:alpha val="1902"/>
                  </a:srgbClr>
                </a:gs>
                <a:gs pos="100000">
                  <a:srgbClr val="FFEB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4975441">
              <a:off x="551523" y="171409"/>
              <a:ext cx="810660" cy="151545"/>
            </a:xfrm>
            <a:prstGeom prst="ellipse">
              <a:avLst/>
            </a:prstGeom>
            <a:gradFill>
              <a:gsLst>
                <a:gs pos="0">
                  <a:srgbClr val="3E0000">
                    <a:alpha val="7738"/>
                  </a:srgbClr>
                </a:gs>
                <a:gs pos="14286">
                  <a:srgbClr val="3E0000">
                    <a:alpha val="7135"/>
                  </a:srgbClr>
                </a:gs>
                <a:gs pos="28571">
                  <a:srgbClr val="3E0000">
                    <a:alpha val="5586"/>
                  </a:srgbClr>
                </a:gs>
                <a:gs pos="42857">
                  <a:srgbClr val="3E0000">
                    <a:alpha val="3700"/>
                  </a:srgbClr>
                </a:gs>
                <a:gs pos="57143">
                  <a:srgbClr val="3E0000">
                    <a:alpha val="2067"/>
                  </a:srgbClr>
                </a:gs>
                <a:gs pos="71429">
                  <a:srgbClr val="3E0000">
                    <a:alpha val="973"/>
                  </a:srgbClr>
                </a:gs>
                <a:gs pos="85714">
                  <a:srgbClr val="3E0000">
                    <a:alpha val="386"/>
                  </a:srgbClr>
                </a:gs>
                <a:gs pos="100000">
                  <a:srgbClr val="3E0000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5725344">
              <a:off x="-27820" y="609247"/>
              <a:ext cx="557145" cy="1035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8826554">
              <a:off x="386060" y="1305394"/>
              <a:ext cx="397359" cy="1161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2964861">
              <a:off x="1260010" y="820801"/>
              <a:ext cx="211586" cy="122847"/>
            </a:xfrm>
            <a:prstGeom prst="ellipse">
              <a:avLst/>
            </a:prstGeom>
            <a:gradFill>
              <a:gsLst>
                <a:gs pos="0">
                  <a:srgbClr val="000006">
                    <a:alpha val="32968"/>
                  </a:srgbClr>
                </a:gs>
                <a:gs pos="14286">
                  <a:srgbClr val="000006">
                    <a:alpha val="30764"/>
                  </a:srgbClr>
                </a:gs>
                <a:gs pos="28571">
                  <a:srgbClr val="000006">
                    <a:alpha val="24833"/>
                  </a:srgbClr>
                </a:gs>
                <a:gs pos="42857">
                  <a:srgbClr val="000006">
                    <a:alpha val="17075"/>
                  </a:srgbClr>
                </a:gs>
                <a:gs pos="57143">
                  <a:srgbClr val="000006">
                    <a:alpha val="9855"/>
                  </a:srgbClr>
                </a:gs>
                <a:gs pos="71429">
                  <a:srgbClr val="000006">
                    <a:alpha val="4740"/>
                  </a:srgbClr>
                </a:gs>
                <a:gs pos="85714">
                  <a:srgbClr val="000006">
                    <a:alpha val="1902"/>
                  </a:srgbClr>
                </a:gs>
                <a:gs pos="100000">
                  <a:srgbClr val="00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4776553">
              <a:off x="1855374" y="490951"/>
              <a:ext cx="189162" cy="117894"/>
            </a:xfrm>
            <a:prstGeom prst="ellipse">
              <a:avLst/>
            </a:prstGeom>
            <a:gradFill>
              <a:gsLst>
                <a:gs pos="0">
                  <a:srgbClr val="FDD4B8">
                    <a:alpha val="32968"/>
                  </a:srgbClr>
                </a:gs>
                <a:gs pos="14286">
                  <a:srgbClr val="FDD4B8">
                    <a:alpha val="30764"/>
                  </a:srgbClr>
                </a:gs>
                <a:gs pos="28571">
                  <a:srgbClr val="FDD4B8">
                    <a:alpha val="24833"/>
                  </a:srgbClr>
                </a:gs>
                <a:gs pos="42857">
                  <a:srgbClr val="FDD4B8">
                    <a:alpha val="17075"/>
                  </a:srgbClr>
                </a:gs>
                <a:gs pos="57143">
                  <a:srgbClr val="FDD4B8">
                    <a:alpha val="9855"/>
                  </a:srgbClr>
                </a:gs>
                <a:gs pos="71429">
                  <a:srgbClr val="FDD4B8">
                    <a:alpha val="4740"/>
                  </a:srgbClr>
                </a:gs>
                <a:gs pos="85714">
                  <a:srgbClr val="FDD4B8">
                    <a:alpha val="1902"/>
                  </a:srgbClr>
                </a:gs>
                <a:gs pos="100000">
                  <a:srgbClr val="FDD4B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3372717">
              <a:off x="523571" y="812305"/>
              <a:ext cx="524975" cy="89459"/>
            </a:xfrm>
            <a:prstGeom prst="ellipse">
              <a:avLst/>
            </a:prstGeom>
            <a:gradFill>
              <a:gsLst>
                <a:gs pos="0">
                  <a:srgbClr val="F09C27">
                    <a:alpha val="32968"/>
                  </a:srgbClr>
                </a:gs>
                <a:gs pos="14286">
                  <a:srgbClr val="F09C27">
                    <a:alpha val="30764"/>
                  </a:srgbClr>
                </a:gs>
                <a:gs pos="28571">
                  <a:srgbClr val="F09C27">
                    <a:alpha val="24833"/>
                  </a:srgbClr>
                </a:gs>
                <a:gs pos="42857">
                  <a:srgbClr val="F09C27">
                    <a:alpha val="17075"/>
                  </a:srgbClr>
                </a:gs>
                <a:gs pos="57143">
                  <a:srgbClr val="F09C27">
                    <a:alpha val="9855"/>
                  </a:srgbClr>
                </a:gs>
                <a:gs pos="71429">
                  <a:srgbClr val="F09C27">
                    <a:alpha val="4740"/>
                  </a:srgbClr>
                </a:gs>
                <a:gs pos="85714">
                  <a:srgbClr val="F09C27">
                    <a:alpha val="1902"/>
                  </a:srgbClr>
                </a:gs>
                <a:gs pos="100000">
                  <a:srgbClr val="F09C2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-8207621">
              <a:off x="1645950" y="899685"/>
              <a:ext cx="505134" cy="107901"/>
            </a:xfrm>
            <a:prstGeom prst="ellipse">
              <a:avLst/>
            </a:prstGeom>
            <a:gradFill>
              <a:gsLst>
                <a:gs pos="0">
                  <a:srgbClr val="BE9177">
                    <a:alpha val="32968"/>
                  </a:srgbClr>
                </a:gs>
                <a:gs pos="14286">
                  <a:srgbClr val="BE9177">
                    <a:alpha val="30764"/>
                  </a:srgbClr>
                </a:gs>
                <a:gs pos="28571">
                  <a:srgbClr val="BE9177">
                    <a:alpha val="24833"/>
                  </a:srgbClr>
                </a:gs>
                <a:gs pos="42857">
                  <a:srgbClr val="BE9177">
                    <a:alpha val="17075"/>
                  </a:srgbClr>
                </a:gs>
                <a:gs pos="57143">
                  <a:srgbClr val="BE9177">
                    <a:alpha val="9855"/>
                  </a:srgbClr>
                </a:gs>
                <a:gs pos="71429">
                  <a:srgbClr val="BE9177">
                    <a:alpha val="4740"/>
                  </a:srgbClr>
                </a:gs>
                <a:gs pos="85714">
                  <a:srgbClr val="BE9177">
                    <a:alpha val="1902"/>
                  </a:srgbClr>
                </a:gs>
                <a:gs pos="100000">
                  <a:srgbClr val="BE91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8675135">
              <a:off x="2285864" y="353467"/>
              <a:ext cx="571189" cy="178738"/>
            </a:xfrm>
            <a:prstGeom prst="ellipse">
              <a:avLst/>
            </a:prstGeom>
            <a:gradFill>
              <a:gsLst>
                <a:gs pos="0">
                  <a:srgbClr val="FFD39A">
                    <a:alpha val="13700"/>
                  </a:srgbClr>
                </a:gs>
                <a:gs pos="14286">
                  <a:srgbClr val="FFD39A">
                    <a:alpha val="12665"/>
                  </a:srgbClr>
                </a:gs>
                <a:gs pos="28571">
                  <a:srgbClr val="FFD39A">
                    <a:alpha val="9981"/>
                  </a:srgbClr>
                </a:gs>
                <a:gs pos="42857">
                  <a:srgbClr val="FFD39A">
                    <a:alpha val="6664"/>
                  </a:srgbClr>
                </a:gs>
                <a:gs pos="57143">
                  <a:srgbClr val="FFD39A">
                    <a:alpha val="3749"/>
                  </a:srgbClr>
                </a:gs>
                <a:gs pos="71429">
                  <a:srgbClr val="FFD39A">
                    <a:alpha val="1773"/>
                  </a:srgbClr>
                </a:gs>
                <a:gs pos="85714">
                  <a:srgbClr val="FFD39A">
                    <a:alpha val="705"/>
                  </a:srgbClr>
                </a:gs>
                <a:gs pos="100000">
                  <a:srgbClr val="FFD39A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10627794">
              <a:off x="1215176" y="1121459"/>
              <a:ext cx="633558" cy="82093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-8589661">
              <a:off x="2135597" y="155876"/>
              <a:ext cx="340144" cy="45939"/>
            </a:xfrm>
            <a:prstGeom prst="ellipse">
              <a:avLst/>
            </a:prstGeom>
            <a:gradFill>
              <a:gsLst>
                <a:gs pos="0">
                  <a:srgbClr val="000039">
                    <a:alpha val="32968"/>
                  </a:srgbClr>
                </a:gs>
                <a:gs pos="14286">
                  <a:srgbClr val="000039">
                    <a:alpha val="30764"/>
                  </a:srgbClr>
                </a:gs>
                <a:gs pos="28571">
                  <a:srgbClr val="000039">
                    <a:alpha val="24833"/>
                  </a:srgbClr>
                </a:gs>
                <a:gs pos="42857">
                  <a:srgbClr val="000039">
                    <a:alpha val="17075"/>
                  </a:srgbClr>
                </a:gs>
                <a:gs pos="57143">
                  <a:srgbClr val="000039">
                    <a:alpha val="9855"/>
                  </a:srgbClr>
                </a:gs>
                <a:gs pos="71429">
                  <a:srgbClr val="000039">
                    <a:alpha val="4740"/>
                  </a:srgbClr>
                </a:gs>
                <a:gs pos="85714">
                  <a:srgbClr val="000039">
                    <a:alpha val="1902"/>
                  </a:srgbClr>
                </a:gs>
                <a:gs pos="100000">
                  <a:srgbClr val="0000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3755251">
              <a:off x="2057078" y="289277"/>
              <a:ext cx="127001" cy="103976"/>
            </a:xfrm>
            <a:prstGeom prst="ellipse">
              <a:avLst/>
            </a:prstGeom>
            <a:gradFill>
              <a:gsLst>
                <a:gs pos="0">
                  <a:srgbClr val="FDBB83">
                    <a:alpha val="32968"/>
                  </a:srgbClr>
                </a:gs>
                <a:gs pos="14286">
                  <a:srgbClr val="FDBB83">
                    <a:alpha val="30764"/>
                  </a:srgbClr>
                </a:gs>
                <a:gs pos="28571">
                  <a:srgbClr val="FDBB83">
                    <a:alpha val="24833"/>
                  </a:srgbClr>
                </a:gs>
                <a:gs pos="42857">
                  <a:srgbClr val="FDBB83">
                    <a:alpha val="17075"/>
                  </a:srgbClr>
                </a:gs>
                <a:gs pos="57143">
                  <a:srgbClr val="FDBB83">
                    <a:alpha val="9855"/>
                  </a:srgbClr>
                </a:gs>
                <a:gs pos="71429">
                  <a:srgbClr val="FDBB83">
                    <a:alpha val="4740"/>
                  </a:srgbClr>
                </a:gs>
                <a:gs pos="85714">
                  <a:srgbClr val="FDBB83">
                    <a:alpha val="1902"/>
                  </a:srgbClr>
                </a:gs>
                <a:gs pos="100000">
                  <a:srgbClr val="FDBB8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8364695">
              <a:off x="809321" y="690675"/>
              <a:ext cx="212726" cy="93820"/>
            </a:xfrm>
            <a:prstGeom prst="ellipse">
              <a:avLst/>
            </a:prstGeom>
            <a:gradFill>
              <a:gsLst>
                <a:gs pos="0">
                  <a:srgbClr val="FED39E">
                    <a:alpha val="32968"/>
                  </a:srgbClr>
                </a:gs>
                <a:gs pos="14286">
                  <a:srgbClr val="FED39E">
                    <a:alpha val="30764"/>
                  </a:srgbClr>
                </a:gs>
                <a:gs pos="28571">
                  <a:srgbClr val="FED39E">
                    <a:alpha val="24833"/>
                  </a:srgbClr>
                </a:gs>
                <a:gs pos="42857">
                  <a:srgbClr val="FED39E">
                    <a:alpha val="17075"/>
                  </a:srgbClr>
                </a:gs>
                <a:gs pos="57143">
                  <a:srgbClr val="FED39E">
                    <a:alpha val="9855"/>
                  </a:srgbClr>
                </a:gs>
                <a:gs pos="71429">
                  <a:srgbClr val="FED39E">
                    <a:alpha val="4740"/>
                  </a:srgbClr>
                </a:gs>
                <a:gs pos="85714">
                  <a:srgbClr val="FED39E">
                    <a:alpha val="1902"/>
                  </a:srgbClr>
                </a:gs>
                <a:gs pos="100000">
                  <a:srgbClr val="FED3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10033866">
              <a:off x="2216791" y="1507874"/>
              <a:ext cx="198418" cy="59831"/>
            </a:xfrm>
            <a:prstGeom prst="ellipse">
              <a:avLst/>
            </a:prstGeom>
            <a:gradFill>
              <a:gsLst>
                <a:gs pos="0">
                  <a:srgbClr val="FFECA9">
                    <a:alpha val="32968"/>
                  </a:srgbClr>
                </a:gs>
                <a:gs pos="14286">
                  <a:srgbClr val="FFECA9">
                    <a:alpha val="30764"/>
                  </a:srgbClr>
                </a:gs>
                <a:gs pos="28571">
                  <a:srgbClr val="FFECA9">
                    <a:alpha val="24833"/>
                  </a:srgbClr>
                </a:gs>
                <a:gs pos="42857">
                  <a:srgbClr val="FFECA9">
                    <a:alpha val="17075"/>
                  </a:srgbClr>
                </a:gs>
                <a:gs pos="57143">
                  <a:srgbClr val="FFECA9">
                    <a:alpha val="9855"/>
                  </a:srgbClr>
                </a:gs>
                <a:gs pos="71429">
                  <a:srgbClr val="FFECA9">
                    <a:alpha val="4740"/>
                  </a:srgbClr>
                </a:gs>
                <a:gs pos="85714">
                  <a:srgbClr val="FFECA9">
                    <a:alpha val="1902"/>
                  </a:srgbClr>
                </a:gs>
                <a:gs pos="100000">
                  <a:srgbClr val="FFECA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-9053429">
              <a:off x="1094019" y="1300373"/>
              <a:ext cx="470606" cy="70955"/>
            </a:xfrm>
            <a:prstGeom prst="ellipse">
              <a:avLst/>
            </a:prstGeom>
            <a:gradFill>
              <a:gsLst>
                <a:gs pos="0">
                  <a:srgbClr val="F3C790">
                    <a:alpha val="32968"/>
                  </a:srgbClr>
                </a:gs>
                <a:gs pos="14286">
                  <a:srgbClr val="F3C790">
                    <a:alpha val="30764"/>
                  </a:srgbClr>
                </a:gs>
                <a:gs pos="28571">
                  <a:srgbClr val="F3C790">
                    <a:alpha val="24833"/>
                  </a:srgbClr>
                </a:gs>
                <a:gs pos="42857">
                  <a:srgbClr val="F3C790">
                    <a:alpha val="17075"/>
                  </a:srgbClr>
                </a:gs>
                <a:gs pos="57143">
                  <a:srgbClr val="F3C790">
                    <a:alpha val="9855"/>
                  </a:srgbClr>
                </a:gs>
                <a:gs pos="71429">
                  <a:srgbClr val="F3C790">
                    <a:alpha val="4740"/>
                  </a:srgbClr>
                </a:gs>
                <a:gs pos="85714">
                  <a:srgbClr val="F3C790">
                    <a:alpha val="1902"/>
                  </a:srgbClr>
                </a:gs>
                <a:gs pos="100000">
                  <a:srgbClr val="F3C79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5020336">
              <a:off x="1424449" y="280031"/>
              <a:ext cx="630243" cy="83623"/>
            </a:xfrm>
            <a:prstGeom prst="ellipse">
              <a:avLst/>
            </a:prstGeom>
            <a:gradFill>
              <a:gsLst>
                <a:gs pos="0">
                  <a:srgbClr val="330000">
                    <a:alpha val="16241"/>
                  </a:srgbClr>
                </a:gs>
                <a:gs pos="14286">
                  <a:srgbClr val="330000">
                    <a:alpha val="15031"/>
                  </a:srgbClr>
                </a:gs>
                <a:gs pos="28571">
                  <a:srgbClr val="330000">
                    <a:alpha val="11880"/>
                  </a:srgbClr>
                </a:gs>
                <a:gs pos="42857">
                  <a:srgbClr val="330000">
                    <a:alpha val="7961"/>
                  </a:srgbClr>
                </a:gs>
                <a:gs pos="57143">
                  <a:srgbClr val="330000">
                    <a:alpha val="4493"/>
                  </a:srgbClr>
                </a:gs>
                <a:gs pos="71429">
                  <a:srgbClr val="330000">
                    <a:alpha val="2129"/>
                  </a:srgbClr>
                </a:gs>
                <a:gs pos="85714">
                  <a:srgbClr val="330000">
                    <a:alpha val="847"/>
                  </a:srgbClr>
                </a:gs>
                <a:gs pos="100000">
                  <a:srgbClr val="330000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7288715">
              <a:off x="2376830" y="554681"/>
              <a:ext cx="140487" cy="49558"/>
            </a:xfrm>
            <a:prstGeom prst="ellipse">
              <a:avLst/>
            </a:prstGeom>
            <a:gradFill>
              <a:gsLst>
                <a:gs pos="0">
                  <a:srgbClr val="FFD9BE">
                    <a:alpha val="32968"/>
                  </a:srgbClr>
                </a:gs>
                <a:gs pos="14286">
                  <a:srgbClr val="FFD9BE">
                    <a:alpha val="30764"/>
                  </a:srgbClr>
                </a:gs>
                <a:gs pos="28571">
                  <a:srgbClr val="FFD9BE">
                    <a:alpha val="24833"/>
                  </a:srgbClr>
                </a:gs>
                <a:gs pos="42857">
                  <a:srgbClr val="FFD9BE">
                    <a:alpha val="17075"/>
                  </a:srgbClr>
                </a:gs>
                <a:gs pos="57143">
                  <a:srgbClr val="FFD9BE">
                    <a:alpha val="9855"/>
                  </a:srgbClr>
                </a:gs>
                <a:gs pos="71429">
                  <a:srgbClr val="FFD9BE">
                    <a:alpha val="4740"/>
                  </a:srgbClr>
                </a:gs>
                <a:gs pos="85714">
                  <a:srgbClr val="FFD9BE">
                    <a:alpha val="1902"/>
                  </a:srgbClr>
                </a:gs>
                <a:gs pos="100000">
                  <a:srgbClr val="FFD9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7172408">
              <a:off x="1478631" y="1342784"/>
              <a:ext cx="667973" cy="407484"/>
            </a:xfrm>
            <a:prstGeom prst="ellipse">
              <a:avLst/>
            </a:prstGeom>
            <a:gradFill>
              <a:gsLst>
                <a:gs pos="0">
                  <a:srgbClr val="FF8F00">
                    <a:alpha val="32968"/>
                  </a:srgbClr>
                </a:gs>
                <a:gs pos="14286">
                  <a:srgbClr val="FF8F00">
                    <a:alpha val="30764"/>
                  </a:srgbClr>
                </a:gs>
                <a:gs pos="28571">
                  <a:srgbClr val="FF8F00">
                    <a:alpha val="24833"/>
                  </a:srgbClr>
                </a:gs>
                <a:gs pos="42857">
                  <a:srgbClr val="FF8F00">
                    <a:alpha val="17075"/>
                  </a:srgbClr>
                </a:gs>
                <a:gs pos="57143">
                  <a:srgbClr val="FF8F00">
                    <a:alpha val="9855"/>
                  </a:srgbClr>
                </a:gs>
                <a:gs pos="71429">
                  <a:srgbClr val="FF8F00">
                    <a:alpha val="4740"/>
                  </a:srgbClr>
                </a:gs>
                <a:gs pos="85714">
                  <a:srgbClr val="FF8F00">
                    <a:alpha val="1902"/>
                  </a:srgbClr>
                </a:gs>
                <a:gs pos="100000">
                  <a:srgbClr val="FF8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-10525275">
              <a:off x="3011154" y="1235470"/>
              <a:ext cx="372728" cy="118205"/>
            </a:xfrm>
            <a:prstGeom prst="ellipse">
              <a:avLst/>
            </a:prstGeom>
            <a:gradFill>
              <a:gsLst>
                <a:gs pos="0">
                  <a:srgbClr val="816100">
                    <a:alpha val="32968"/>
                  </a:srgbClr>
                </a:gs>
                <a:gs pos="14286">
                  <a:srgbClr val="816100">
                    <a:alpha val="30764"/>
                  </a:srgbClr>
                </a:gs>
                <a:gs pos="28571">
                  <a:srgbClr val="816100">
                    <a:alpha val="24833"/>
                  </a:srgbClr>
                </a:gs>
                <a:gs pos="42857">
                  <a:srgbClr val="816100">
                    <a:alpha val="17075"/>
                  </a:srgbClr>
                </a:gs>
                <a:gs pos="57143">
                  <a:srgbClr val="816100">
                    <a:alpha val="9855"/>
                  </a:srgbClr>
                </a:gs>
                <a:gs pos="71429">
                  <a:srgbClr val="816100">
                    <a:alpha val="4740"/>
                  </a:srgbClr>
                </a:gs>
                <a:gs pos="85714">
                  <a:srgbClr val="816100">
                    <a:alpha val="1902"/>
                  </a:srgbClr>
                </a:gs>
                <a:gs pos="100000">
                  <a:srgbClr val="816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10696328">
              <a:off x="845487" y="644457"/>
              <a:ext cx="144324" cy="32745"/>
            </a:xfrm>
            <a:prstGeom prst="ellipse">
              <a:avLst/>
            </a:prstGeom>
            <a:gradFill>
              <a:gsLst>
                <a:gs pos="0">
                  <a:srgbClr val="FFD3A1">
                    <a:alpha val="32968"/>
                  </a:srgbClr>
                </a:gs>
                <a:gs pos="14286">
                  <a:srgbClr val="FFD3A1">
                    <a:alpha val="30764"/>
                  </a:srgbClr>
                </a:gs>
                <a:gs pos="28571">
                  <a:srgbClr val="FFD3A1">
                    <a:alpha val="24833"/>
                  </a:srgbClr>
                </a:gs>
                <a:gs pos="42857">
                  <a:srgbClr val="FFD3A1">
                    <a:alpha val="17075"/>
                  </a:srgbClr>
                </a:gs>
                <a:gs pos="57143">
                  <a:srgbClr val="FFD3A1">
                    <a:alpha val="9855"/>
                  </a:srgbClr>
                </a:gs>
                <a:gs pos="71429">
                  <a:srgbClr val="FFD3A1">
                    <a:alpha val="4740"/>
                  </a:srgbClr>
                </a:gs>
                <a:gs pos="85714">
                  <a:srgbClr val="FFD3A1">
                    <a:alpha val="1902"/>
                  </a:srgbClr>
                </a:gs>
                <a:gs pos="100000">
                  <a:srgbClr val="FFD3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7597730">
              <a:off x="2734477" y="1735561"/>
              <a:ext cx="287472" cy="242234"/>
            </a:xfrm>
            <a:prstGeom prst="ellipse">
              <a:avLst/>
            </a:prstGeom>
            <a:gradFill>
              <a:gsLst>
                <a:gs pos="0">
                  <a:srgbClr val="626A00">
                    <a:alpha val="25304"/>
                  </a:srgbClr>
                </a:gs>
                <a:gs pos="14286">
                  <a:srgbClr val="626A00">
                    <a:alpha val="23520"/>
                  </a:srgbClr>
                </a:gs>
                <a:gs pos="28571">
                  <a:srgbClr val="626A00">
                    <a:alpha val="18795"/>
                  </a:srgbClr>
                </a:gs>
                <a:gs pos="42857">
                  <a:srgbClr val="626A00">
                    <a:alpha val="12765"/>
                  </a:srgbClr>
                </a:gs>
                <a:gs pos="57143">
                  <a:srgbClr val="626A00">
                    <a:alpha val="7288"/>
                  </a:srgbClr>
                </a:gs>
                <a:gs pos="71429">
                  <a:srgbClr val="626A00">
                    <a:alpha val="3480"/>
                  </a:srgbClr>
                </a:gs>
                <a:gs pos="85714">
                  <a:srgbClr val="626A00">
                    <a:alpha val="1391"/>
                  </a:srgbClr>
                </a:gs>
                <a:gs pos="100000">
                  <a:srgbClr val="626A00">
                    <a:alpha val="4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-10449732">
              <a:off x="2916812" y="1143853"/>
              <a:ext cx="409337" cy="90638"/>
            </a:xfrm>
            <a:prstGeom prst="ellipse">
              <a:avLst/>
            </a:prstGeom>
            <a:gradFill>
              <a:gsLst>
                <a:gs pos="0">
                  <a:srgbClr val="612A00">
                    <a:alpha val="32968"/>
                  </a:srgbClr>
                </a:gs>
                <a:gs pos="14286">
                  <a:srgbClr val="612A00">
                    <a:alpha val="30764"/>
                  </a:srgbClr>
                </a:gs>
                <a:gs pos="28571">
                  <a:srgbClr val="612A00">
                    <a:alpha val="24833"/>
                  </a:srgbClr>
                </a:gs>
                <a:gs pos="42857">
                  <a:srgbClr val="612A00">
                    <a:alpha val="17075"/>
                  </a:srgbClr>
                </a:gs>
                <a:gs pos="57143">
                  <a:srgbClr val="612A00">
                    <a:alpha val="9855"/>
                  </a:srgbClr>
                </a:gs>
                <a:gs pos="71429">
                  <a:srgbClr val="612A00">
                    <a:alpha val="4740"/>
                  </a:srgbClr>
                </a:gs>
                <a:gs pos="85714">
                  <a:srgbClr val="612A00">
                    <a:alpha val="1902"/>
                  </a:srgbClr>
                </a:gs>
                <a:gs pos="100000">
                  <a:srgbClr val="612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7042653">
              <a:off x="1828165" y="2071613"/>
              <a:ext cx="541825" cy="683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6614615">
              <a:off x="1710174" y="395151"/>
              <a:ext cx="251362" cy="24319"/>
            </a:xfrm>
            <a:prstGeom prst="ellipse">
              <a:avLst/>
            </a:prstGeom>
            <a:gradFill>
              <a:gsLst>
                <a:gs pos="0">
                  <a:srgbClr val="3E0000">
                    <a:alpha val="32968"/>
                  </a:srgbClr>
                </a:gs>
                <a:gs pos="14286">
                  <a:srgbClr val="3E0000">
                    <a:alpha val="30764"/>
                  </a:srgbClr>
                </a:gs>
                <a:gs pos="28571">
                  <a:srgbClr val="3E0000">
                    <a:alpha val="24833"/>
                  </a:srgbClr>
                </a:gs>
                <a:gs pos="42857">
                  <a:srgbClr val="3E0000">
                    <a:alpha val="17075"/>
                  </a:srgbClr>
                </a:gs>
                <a:gs pos="57143">
                  <a:srgbClr val="3E0000">
                    <a:alpha val="9855"/>
                  </a:srgbClr>
                </a:gs>
                <a:gs pos="71429">
                  <a:srgbClr val="3E0000">
                    <a:alpha val="4740"/>
                  </a:srgbClr>
                </a:gs>
                <a:gs pos="85714">
                  <a:srgbClr val="3E0000">
                    <a:alpha val="1902"/>
                  </a:srgbClr>
                </a:gs>
                <a:gs pos="100000">
                  <a:srgbClr val="3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-8193845">
              <a:off x="1281436" y="721125"/>
              <a:ext cx="558554" cy="37892"/>
            </a:xfrm>
            <a:prstGeom prst="ellipse">
              <a:avLst/>
            </a:prstGeom>
            <a:gradFill>
              <a:gsLst>
                <a:gs pos="0">
                  <a:srgbClr val="FF9551">
                    <a:alpha val="32968"/>
                  </a:srgbClr>
                </a:gs>
                <a:gs pos="14286">
                  <a:srgbClr val="FF9551">
                    <a:alpha val="30764"/>
                  </a:srgbClr>
                </a:gs>
                <a:gs pos="28571">
                  <a:srgbClr val="FF9551">
                    <a:alpha val="24833"/>
                  </a:srgbClr>
                </a:gs>
                <a:gs pos="42857">
                  <a:srgbClr val="FF9551">
                    <a:alpha val="17075"/>
                  </a:srgbClr>
                </a:gs>
                <a:gs pos="57143">
                  <a:srgbClr val="FF9551">
                    <a:alpha val="9855"/>
                  </a:srgbClr>
                </a:gs>
                <a:gs pos="71429">
                  <a:srgbClr val="FF9551">
                    <a:alpha val="4740"/>
                  </a:srgbClr>
                </a:gs>
                <a:gs pos="85714">
                  <a:srgbClr val="FF9551">
                    <a:alpha val="1902"/>
                  </a:srgbClr>
                </a:gs>
                <a:gs pos="100000">
                  <a:srgbClr val="FF95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4117496">
              <a:off x="1142942" y="933321"/>
              <a:ext cx="414772" cy="800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9103062">
              <a:off x="890581" y="2092287"/>
              <a:ext cx="466753" cy="22241"/>
            </a:xfrm>
            <a:prstGeom prst="ellipse">
              <a:avLst/>
            </a:prstGeom>
            <a:gradFill>
              <a:gsLst>
                <a:gs pos="0">
                  <a:srgbClr val="FFE0CC">
                    <a:alpha val="31924"/>
                  </a:srgbClr>
                </a:gs>
                <a:gs pos="14286">
                  <a:srgbClr val="FFE0CC">
                    <a:alpha val="29773"/>
                  </a:srgbClr>
                </a:gs>
                <a:gs pos="28571">
                  <a:srgbClr val="FFE0CC">
                    <a:alpha val="23999"/>
                  </a:srgbClr>
                </a:gs>
                <a:gs pos="42857">
                  <a:srgbClr val="FFE0CC">
                    <a:alpha val="16473"/>
                  </a:srgbClr>
                </a:gs>
                <a:gs pos="57143">
                  <a:srgbClr val="FFE0CC">
                    <a:alpha val="9493"/>
                  </a:srgbClr>
                </a:gs>
                <a:gs pos="71429">
                  <a:srgbClr val="FFE0CC">
                    <a:alpha val="4561"/>
                  </a:srgbClr>
                </a:gs>
                <a:gs pos="85714">
                  <a:srgbClr val="FFE0CC">
                    <a:alpha val="1829"/>
                  </a:srgbClr>
                </a:gs>
                <a:gs pos="100000">
                  <a:srgbClr val="FFE0CC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3167745">
              <a:off x="927478" y="984715"/>
              <a:ext cx="427383" cy="430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9453991">
              <a:off x="804958" y="2135511"/>
              <a:ext cx="310986" cy="33244"/>
            </a:xfrm>
            <a:prstGeom prst="ellipse">
              <a:avLst/>
            </a:prstGeom>
            <a:gradFill>
              <a:gsLst>
                <a:gs pos="0">
                  <a:srgbClr val="FFF0DD">
                    <a:alpha val="32968"/>
                  </a:srgbClr>
                </a:gs>
                <a:gs pos="14286">
                  <a:srgbClr val="FFF0DD">
                    <a:alpha val="30764"/>
                  </a:srgbClr>
                </a:gs>
                <a:gs pos="28571">
                  <a:srgbClr val="FFF0DD">
                    <a:alpha val="24833"/>
                  </a:srgbClr>
                </a:gs>
                <a:gs pos="42857">
                  <a:srgbClr val="FFF0DD">
                    <a:alpha val="17075"/>
                  </a:srgbClr>
                </a:gs>
                <a:gs pos="57143">
                  <a:srgbClr val="FFF0DD">
                    <a:alpha val="9855"/>
                  </a:srgbClr>
                </a:gs>
                <a:gs pos="71429">
                  <a:srgbClr val="FFF0DD">
                    <a:alpha val="4740"/>
                  </a:srgbClr>
                </a:gs>
                <a:gs pos="85714">
                  <a:srgbClr val="FFF0DD">
                    <a:alpha val="1902"/>
                  </a:srgbClr>
                </a:gs>
                <a:gs pos="100000">
                  <a:srgbClr val="FFF0D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9041218">
              <a:off x="2302386" y="1539360"/>
              <a:ext cx="147091" cy="59867"/>
            </a:xfrm>
            <a:prstGeom prst="ellipse">
              <a:avLst/>
            </a:prstGeom>
            <a:gradFill>
              <a:gsLst>
                <a:gs pos="0">
                  <a:srgbClr val="FFE067">
                    <a:alpha val="32968"/>
                  </a:srgbClr>
                </a:gs>
                <a:gs pos="14286">
                  <a:srgbClr val="FFE067">
                    <a:alpha val="30764"/>
                  </a:srgbClr>
                </a:gs>
                <a:gs pos="28571">
                  <a:srgbClr val="FFE067">
                    <a:alpha val="24833"/>
                  </a:srgbClr>
                </a:gs>
                <a:gs pos="42857">
                  <a:srgbClr val="FFE067">
                    <a:alpha val="17075"/>
                  </a:srgbClr>
                </a:gs>
                <a:gs pos="57143">
                  <a:srgbClr val="FFE067">
                    <a:alpha val="9855"/>
                  </a:srgbClr>
                </a:gs>
                <a:gs pos="71429">
                  <a:srgbClr val="FFE067">
                    <a:alpha val="4740"/>
                  </a:srgbClr>
                </a:gs>
                <a:gs pos="85714">
                  <a:srgbClr val="FFE067">
                    <a:alpha val="1902"/>
                  </a:srgbClr>
                </a:gs>
                <a:gs pos="100000">
                  <a:srgbClr val="FFE0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8894955">
              <a:off x="1750677" y="566265"/>
              <a:ext cx="419077" cy="60128"/>
            </a:xfrm>
            <a:prstGeom prst="ellipse">
              <a:avLst/>
            </a:prstGeom>
            <a:gradFill>
              <a:gsLst>
                <a:gs pos="0">
                  <a:srgbClr val="FFBE7E">
                    <a:alpha val="23408"/>
                  </a:srgbClr>
                </a:gs>
                <a:gs pos="14286">
                  <a:srgbClr val="FFBE7E">
                    <a:alpha val="21738"/>
                  </a:srgbClr>
                </a:gs>
                <a:gs pos="28571">
                  <a:srgbClr val="FFBE7E">
                    <a:alpha val="17330"/>
                  </a:srgbClr>
                </a:gs>
                <a:gs pos="42857">
                  <a:srgbClr val="FFBE7E">
                    <a:alpha val="11736"/>
                  </a:srgbClr>
                </a:gs>
                <a:gs pos="57143">
                  <a:srgbClr val="FFBE7E">
                    <a:alpha val="6683"/>
                  </a:srgbClr>
                </a:gs>
                <a:gs pos="71429">
                  <a:srgbClr val="FFBE7E">
                    <a:alpha val="3186"/>
                  </a:srgbClr>
                </a:gs>
                <a:gs pos="85714">
                  <a:srgbClr val="FFBE7E">
                    <a:alpha val="1272"/>
                  </a:srgbClr>
                </a:gs>
                <a:gs pos="100000">
                  <a:srgbClr val="FFBE7E">
                    <a:alpha val="4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6423717">
              <a:off x="1779184" y="878423"/>
              <a:ext cx="362971" cy="28262"/>
            </a:xfrm>
            <a:prstGeom prst="ellipse">
              <a:avLst/>
            </a:prstGeom>
            <a:gradFill>
              <a:gsLst>
                <a:gs pos="0">
                  <a:srgbClr val="0F0000">
                    <a:alpha val="32968"/>
                  </a:srgbClr>
                </a:gs>
                <a:gs pos="14286">
                  <a:srgbClr val="0F0000">
                    <a:alpha val="30764"/>
                  </a:srgbClr>
                </a:gs>
                <a:gs pos="28571">
                  <a:srgbClr val="0F0000">
                    <a:alpha val="24833"/>
                  </a:srgbClr>
                </a:gs>
                <a:gs pos="42857">
                  <a:srgbClr val="0F0000">
                    <a:alpha val="17075"/>
                  </a:srgbClr>
                </a:gs>
                <a:gs pos="57143">
                  <a:srgbClr val="0F0000">
                    <a:alpha val="9855"/>
                  </a:srgbClr>
                </a:gs>
                <a:gs pos="71429">
                  <a:srgbClr val="0F0000">
                    <a:alpha val="4740"/>
                  </a:srgbClr>
                </a:gs>
                <a:gs pos="85714">
                  <a:srgbClr val="0F0000">
                    <a:alpha val="1902"/>
                  </a:srgbClr>
                </a:gs>
                <a:gs pos="100000">
                  <a:srgbClr val="0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3267988">
              <a:off x="1700922" y="1969091"/>
              <a:ext cx="446228" cy="129105"/>
            </a:xfrm>
            <a:prstGeom prst="ellipse">
              <a:avLst/>
            </a:prstGeom>
            <a:gradFill>
              <a:gsLst>
                <a:gs pos="0">
                  <a:srgbClr val="FFD6CD">
                    <a:alpha val="32968"/>
                  </a:srgbClr>
                </a:gs>
                <a:gs pos="14286">
                  <a:srgbClr val="FFD6CD">
                    <a:alpha val="30764"/>
                  </a:srgbClr>
                </a:gs>
                <a:gs pos="28571">
                  <a:srgbClr val="FFD6CD">
                    <a:alpha val="24833"/>
                  </a:srgbClr>
                </a:gs>
                <a:gs pos="42857">
                  <a:srgbClr val="FFD6CD">
                    <a:alpha val="17075"/>
                  </a:srgbClr>
                </a:gs>
                <a:gs pos="57143">
                  <a:srgbClr val="FFD6CD">
                    <a:alpha val="9855"/>
                  </a:srgbClr>
                </a:gs>
                <a:gs pos="71429">
                  <a:srgbClr val="FFD6CD">
                    <a:alpha val="4740"/>
                  </a:srgbClr>
                </a:gs>
                <a:gs pos="85714">
                  <a:srgbClr val="FFD6CD">
                    <a:alpha val="1902"/>
                  </a:srgbClr>
                </a:gs>
                <a:gs pos="100000">
                  <a:srgbClr val="FFD6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5308628">
              <a:off x="526925" y="770999"/>
              <a:ext cx="457712" cy="96411"/>
            </a:xfrm>
            <a:prstGeom prst="ellipse">
              <a:avLst/>
            </a:prstGeom>
            <a:gradFill>
              <a:gsLst>
                <a:gs pos="0">
                  <a:srgbClr val="874500">
                    <a:alpha val="32968"/>
                  </a:srgbClr>
                </a:gs>
                <a:gs pos="14286">
                  <a:srgbClr val="874500">
                    <a:alpha val="30764"/>
                  </a:srgbClr>
                </a:gs>
                <a:gs pos="28571">
                  <a:srgbClr val="874500">
                    <a:alpha val="24833"/>
                  </a:srgbClr>
                </a:gs>
                <a:gs pos="42857">
                  <a:srgbClr val="874500">
                    <a:alpha val="17075"/>
                  </a:srgbClr>
                </a:gs>
                <a:gs pos="57143">
                  <a:srgbClr val="874500">
                    <a:alpha val="9855"/>
                  </a:srgbClr>
                </a:gs>
                <a:gs pos="71429">
                  <a:srgbClr val="874500">
                    <a:alpha val="4740"/>
                  </a:srgbClr>
                </a:gs>
                <a:gs pos="85714">
                  <a:srgbClr val="874500">
                    <a:alpha val="1902"/>
                  </a:srgbClr>
                </a:gs>
                <a:gs pos="100000">
                  <a:srgbClr val="874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-9853068">
              <a:off x="481965" y="1368066"/>
              <a:ext cx="420624" cy="118165"/>
            </a:xfrm>
            <a:prstGeom prst="ellipse">
              <a:avLst/>
            </a:prstGeom>
            <a:gradFill>
              <a:gsLst>
                <a:gs pos="0">
                  <a:srgbClr val="004B00">
                    <a:alpha val="32968"/>
                  </a:srgbClr>
                </a:gs>
                <a:gs pos="14286">
                  <a:srgbClr val="004B00">
                    <a:alpha val="30764"/>
                  </a:srgbClr>
                </a:gs>
                <a:gs pos="28571">
                  <a:srgbClr val="004B00">
                    <a:alpha val="24833"/>
                  </a:srgbClr>
                </a:gs>
                <a:gs pos="42857">
                  <a:srgbClr val="004B00">
                    <a:alpha val="17075"/>
                  </a:srgbClr>
                </a:gs>
                <a:gs pos="57143">
                  <a:srgbClr val="004B00">
                    <a:alpha val="9855"/>
                  </a:srgbClr>
                </a:gs>
                <a:gs pos="71429">
                  <a:srgbClr val="004B00">
                    <a:alpha val="4740"/>
                  </a:srgbClr>
                </a:gs>
                <a:gs pos="85714">
                  <a:srgbClr val="004B00">
                    <a:alpha val="1902"/>
                  </a:srgbClr>
                </a:gs>
                <a:gs pos="100000">
                  <a:srgbClr val="004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8170069">
              <a:off x="1577076" y="1881525"/>
              <a:ext cx="663738" cy="497111"/>
            </a:xfrm>
            <a:prstGeom prst="ellipse">
              <a:avLst/>
            </a:prstGeom>
            <a:gradFill>
              <a:gsLst>
                <a:gs pos="0">
                  <a:srgbClr val="260000">
                    <a:alpha val="7093"/>
                  </a:srgbClr>
                </a:gs>
                <a:gs pos="14286">
                  <a:srgbClr val="260000">
                    <a:alpha val="6539"/>
                  </a:srgbClr>
                </a:gs>
                <a:gs pos="28571">
                  <a:srgbClr val="260000">
                    <a:alpha val="5115"/>
                  </a:srgbClr>
                </a:gs>
                <a:gs pos="42857">
                  <a:srgbClr val="260000">
                    <a:alpha val="3385"/>
                  </a:srgbClr>
                </a:gs>
                <a:gs pos="57143">
                  <a:srgbClr val="260000">
                    <a:alpha val="1890"/>
                  </a:srgbClr>
                </a:gs>
                <a:gs pos="71429">
                  <a:srgbClr val="260000">
                    <a:alpha val="889"/>
                  </a:srgbClr>
                </a:gs>
                <a:gs pos="85714">
                  <a:srgbClr val="260000">
                    <a:alpha val="353"/>
                  </a:srgbClr>
                </a:gs>
                <a:gs pos="100000">
                  <a:srgbClr val="260000">
                    <a:alpha val="1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5400000">
              <a:off x="1466797" y="34214"/>
              <a:ext cx="62106" cy="62106"/>
            </a:xfrm>
            <a:prstGeom prst="ellipse">
              <a:avLst/>
            </a:prstGeom>
            <a:gradFill>
              <a:gsLst>
                <a:gs pos="0">
                  <a:srgbClr val="000000">
                    <a:alpha val="13277"/>
                  </a:srgbClr>
                </a:gs>
                <a:gs pos="14286">
                  <a:srgbClr val="000000">
                    <a:alpha val="12272"/>
                  </a:srgbClr>
                </a:gs>
                <a:gs pos="28571">
                  <a:srgbClr val="000000">
                    <a:alpha val="9666"/>
                  </a:srgbClr>
                </a:gs>
                <a:gs pos="42857">
                  <a:srgbClr val="000000">
                    <a:alpha val="6451"/>
                  </a:srgbClr>
                </a:gs>
                <a:gs pos="57143">
                  <a:srgbClr val="000000">
                    <a:alpha val="3627"/>
                  </a:srgbClr>
                </a:gs>
                <a:gs pos="71429">
                  <a:srgbClr val="000000">
                    <a:alpha val="1715"/>
                  </a:srgbClr>
                </a:gs>
                <a:gs pos="85714">
                  <a:srgbClr val="000000">
                    <a:alpha val="682"/>
                  </a:srgbClr>
                </a:gs>
                <a:gs pos="100000">
                  <a:srgbClr val="000000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8709251">
              <a:off x="177288" y="823009"/>
              <a:ext cx="533888" cy="205485"/>
            </a:xfrm>
            <a:prstGeom prst="ellipse">
              <a:avLst/>
            </a:prstGeom>
            <a:gradFill>
              <a:gsLst>
                <a:gs pos="0">
                  <a:srgbClr val="AD0000">
                    <a:alpha val="32968"/>
                  </a:srgbClr>
                </a:gs>
                <a:gs pos="14286">
                  <a:srgbClr val="AD0000">
                    <a:alpha val="30764"/>
                  </a:srgbClr>
                </a:gs>
                <a:gs pos="28571">
                  <a:srgbClr val="AD0000">
                    <a:alpha val="24833"/>
                  </a:srgbClr>
                </a:gs>
                <a:gs pos="42857">
                  <a:srgbClr val="AD0000">
                    <a:alpha val="17075"/>
                  </a:srgbClr>
                </a:gs>
                <a:gs pos="57143">
                  <a:srgbClr val="AD0000">
                    <a:alpha val="9855"/>
                  </a:srgbClr>
                </a:gs>
                <a:gs pos="71429">
                  <a:srgbClr val="AD0000">
                    <a:alpha val="4740"/>
                  </a:srgbClr>
                </a:gs>
                <a:gs pos="85714">
                  <a:srgbClr val="AD0000">
                    <a:alpha val="1902"/>
                  </a:srgbClr>
                </a:gs>
                <a:gs pos="100000">
                  <a:srgbClr val="A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6807440">
              <a:off x="1527594" y="23072"/>
              <a:ext cx="130427" cy="26922"/>
            </a:xfrm>
            <a:prstGeom prst="ellipse">
              <a:avLst/>
            </a:prstGeom>
            <a:gradFill>
              <a:gsLst>
                <a:gs pos="0">
                  <a:srgbClr val="FFFFCC">
                    <a:alpha val="32968"/>
                  </a:srgbClr>
                </a:gs>
                <a:gs pos="14286">
                  <a:srgbClr val="FFFFCC">
                    <a:alpha val="30764"/>
                  </a:srgbClr>
                </a:gs>
                <a:gs pos="28571">
                  <a:srgbClr val="FFFFCC">
                    <a:alpha val="24833"/>
                  </a:srgbClr>
                </a:gs>
                <a:gs pos="42857">
                  <a:srgbClr val="FFFFCC">
                    <a:alpha val="17075"/>
                  </a:srgbClr>
                </a:gs>
                <a:gs pos="57143">
                  <a:srgbClr val="FFFFCC">
                    <a:alpha val="9855"/>
                  </a:srgbClr>
                </a:gs>
                <a:gs pos="71429">
                  <a:srgbClr val="FFFFCC">
                    <a:alpha val="4740"/>
                  </a:srgbClr>
                </a:gs>
                <a:gs pos="85714">
                  <a:srgbClr val="FFFFCC">
                    <a:alpha val="1902"/>
                  </a:srgbClr>
                </a:gs>
                <a:gs pos="100000">
                  <a:srgbClr val="FFFF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10482660">
              <a:off x="452164" y="1395065"/>
              <a:ext cx="477579" cy="316622"/>
            </a:xfrm>
            <a:prstGeom prst="ellipse">
              <a:avLst/>
            </a:prstGeom>
            <a:gradFill>
              <a:gsLst>
                <a:gs pos="0">
                  <a:srgbClr val="FFCEBF">
                    <a:alpha val="8312"/>
                  </a:srgbClr>
                </a:gs>
                <a:gs pos="14286">
                  <a:srgbClr val="FFCEBF">
                    <a:alpha val="7667"/>
                  </a:srgbClr>
                </a:gs>
                <a:gs pos="28571">
                  <a:srgbClr val="FFCEBF">
                    <a:alpha val="6005"/>
                  </a:srgbClr>
                </a:gs>
                <a:gs pos="42857">
                  <a:srgbClr val="FFCEBF">
                    <a:alpha val="3981"/>
                  </a:srgbClr>
                </a:gs>
                <a:gs pos="57143">
                  <a:srgbClr val="FFCEBF">
                    <a:alpha val="2226"/>
                  </a:srgbClr>
                </a:gs>
                <a:gs pos="71429">
                  <a:srgbClr val="FFCEBF">
                    <a:alpha val="1048"/>
                  </a:srgbClr>
                </a:gs>
                <a:gs pos="85714">
                  <a:srgbClr val="FFCEBF">
                    <a:alpha val="416"/>
                  </a:srgbClr>
                </a:gs>
                <a:gs pos="100000">
                  <a:srgbClr val="FFCEBF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6323646">
              <a:off x="29790" y="1560226"/>
              <a:ext cx="495428" cy="440170"/>
            </a:xfrm>
            <a:prstGeom prst="ellipse">
              <a:avLst/>
            </a:prstGeom>
            <a:gradFill>
              <a:gsLst>
                <a:gs pos="0">
                  <a:srgbClr val="D2D9E0">
                    <a:alpha val="6185"/>
                  </a:srgbClr>
                </a:gs>
                <a:gs pos="14286">
                  <a:srgbClr val="D2D9E0">
                    <a:alpha val="5699"/>
                  </a:srgbClr>
                </a:gs>
                <a:gs pos="28571">
                  <a:srgbClr val="D2D9E0">
                    <a:alpha val="4454"/>
                  </a:srgbClr>
                </a:gs>
                <a:gs pos="42857">
                  <a:srgbClr val="D2D9E0">
                    <a:alpha val="2944"/>
                  </a:srgbClr>
                </a:gs>
                <a:gs pos="57143">
                  <a:srgbClr val="D2D9E0">
                    <a:alpha val="1642"/>
                  </a:srgbClr>
                </a:gs>
                <a:gs pos="71429">
                  <a:srgbClr val="D2D9E0">
                    <a:alpha val="772"/>
                  </a:srgbClr>
                </a:gs>
                <a:gs pos="85714">
                  <a:srgbClr val="D2D9E0">
                    <a:alpha val="306"/>
                  </a:srgbClr>
                </a:gs>
                <a:gs pos="100000">
                  <a:srgbClr val="D2D9E0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4281415">
              <a:off x="1446599" y="854715"/>
              <a:ext cx="659649" cy="167760"/>
            </a:xfrm>
            <a:prstGeom prst="ellipse">
              <a:avLst/>
            </a:prstGeom>
            <a:gradFill>
              <a:gsLst>
                <a:gs pos="0">
                  <a:srgbClr val="E5C6B1">
                    <a:alpha val="32968"/>
                  </a:srgbClr>
                </a:gs>
                <a:gs pos="14286">
                  <a:srgbClr val="E5C6B1">
                    <a:alpha val="30764"/>
                  </a:srgbClr>
                </a:gs>
                <a:gs pos="28571">
                  <a:srgbClr val="E5C6B1">
                    <a:alpha val="24833"/>
                  </a:srgbClr>
                </a:gs>
                <a:gs pos="42857">
                  <a:srgbClr val="E5C6B1">
                    <a:alpha val="17075"/>
                  </a:srgbClr>
                </a:gs>
                <a:gs pos="57143">
                  <a:srgbClr val="E5C6B1">
                    <a:alpha val="9855"/>
                  </a:srgbClr>
                </a:gs>
                <a:gs pos="71429">
                  <a:srgbClr val="E5C6B1">
                    <a:alpha val="4740"/>
                  </a:srgbClr>
                </a:gs>
                <a:gs pos="85714">
                  <a:srgbClr val="E5C6B1">
                    <a:alpha val="1902"/>
                  </a:srgbClr>
                </a:gs>
                <a:gs pos="100000">
                  <a:srgbClr val="E5C6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5098874">
              <a:off x="473402" y="760979"/>
              <a:ext cx="437459" cy="267461"/>
            </a:xfrm>
            <a:prstGeom prst="ellipse">
              <a:avLst/>
            </a:prstGeom>
            <a:gradFill>
              <a:gsLst>
                <a:gs pos="0">
                  <a:srgbClr val="4B526F">
                    <a:alpha val="29386"/>
                  </a:srgbClr>
                </a:gs>
                <a:gs pos="14286">
                  <a:srgbClr val="4B526F">
                    <a:alpha val="27370"/>
                  </a:srgbClr>
                </a:gs>
                <a:gs pos="28571">
                  <a:srgbClr val="4B526F">
                    <a:alpha val="21988"/>
                  </a:srgbClr>
                </a:gs>
                <a:gs pos="42857">
                  <a:srgbClr val="4B526F">
                    <a:alpha val="15030"/>
                  </a:srgbClr>
                </a:gs>
                <a:gs pos="57143">
                  <a:srgbClr val="4B526F">
                    <a:alpha val="8629"/>
                  </a:srgbClr>
                </a:gs>
                <a:gs pos="71429">
                  <a:srgbClr val="4B526F">
                    <a:alpha val="4136"/>
                  </a:srgbClr>
                </a:gs>
                <a:gs pos="85714">
                  <a:srgbClr val="4B526F">
                    <a:alpha val="1657"/>
                  </a:srgbClr>
                </a:gs>
                <a:gs pos="100000">
                  <a:srgbClr val="4B526F">
                    <a:alpha val="5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3727774">
              <a:off x="1417908" y="854752"/>
              <a:ext cx="469817" cy="752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4745874">
              <a:off x="2178442" y="512977"/>
              <a:ext cx="186201" cy="47736"/>
            </a:xfrm>
            <a:prstGeom prst="ellipse">
              <a:avLst/>
            </a:prstGeom>
            <a:gradFill>
              <a:gsLst>
                <a:gs pos="0">
                  <a:srgbClr val="FFDCBF">
                    <a:alpha val="32968"/>
                  </a:srgbClr>
                </a:gs>
                <a:gs pos="14286">
                  <a:srgbClr val="FFDCBF">
                    <a:alpha val="30764"/>
                  </a:srgbClr>
                </a:gs>
                <a:gs pos="28571">
                  <a:srgbClr val="FFDCBF">
                    <a:alpha val="24833"/>
                  </a:srgbClr>
                </a:gs>
                <a:gs pos="42857">
                  <a:srgbClr val="FFDCBF">
                    <a:alpha val="17075"/>
                  </a:srgbClr>
                </a:gs>
                <a:gs pos="57143">
                  <a:srgbClr val="FFDCBF">
                    <a:alpha val="9855"/>
                  </a:srgbClr>
                </a:gs>
                <a:gs pos="71429">
                  <a:srgbClr val="FFDCBF">
                    <a:alpha val="4740"/>
                  </a:srgbClr>
                </a:gs>
                <a:gs pos="85714">
                  <a:srgbClr val="FFDCBF">
                    <a:alpha val="1902"/>
                  </a:srgbClr>
                </a:gs>
                <a:gs pos="100000">
                  <a:srgbClr val="FFDCB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4592770">
              <a:off x="2194685" y="690575"/>
              <a:ext cx="175784" cy="80515"/>
            </a:xfrm>
            <a:prstGeom prst="ellipse">
              <a:avLst/>
            </a:prstGeom>
            <a:gradFill>
              <a:gsLst>
                <a:gs pos="0">
                  <a:srgbClr val="FFE5C6">
                    <a:alpha val="32968"/>
                  </a:srgbClr>
                </a:gs>
                <a:gs pos="14286">
                  <a:srgbClr val="FFE5C6">
                    <a:alpha val="30764"/>
                  </a:srgbClr>
                </a:gs>
                <a:gs pos="28571">
                  <a:srgbClr val="FFE5C6">
                    <a:alpha val="24833"/>
                  </a:srgbClr>
                </a:gs>
                <a:gs pos="42857">
                  <a:srgbClr val="FFE5C6">
                    <a:alpha val="17075"/>
                  </a:srgbClr>
                </a:gs>
                <a:gs pos="57143">
                  <a:srgbClr val="FFE5C6">
                    <a:alpha val="9855"/>
                  </a:srgbClr>
                </a:gs>
                <a:gs pos="71429">
                  <a:srgbClr val="FFE5C6">
                    <a:alpha val="4740"/>
                  </a:srgbClr>
                </a:gs>
                <a:gs pos="85714">
                  <a:srgbClr val="FFE5C6">
                    <a:alpha val="1902"/>
                  </a:srgbClr>
                </a:gs>
                <a:gs pos="100000">
                  <a:srgbClr val="FFE5C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-10473427">
              <a:off x="1815301" y="1808232"/>
              <a:ext cx="533386" cy="60456"/>
            </a:xfrm>
            <a:prstGeom prst="ellipse">
              <a:avLst/>
            </a:prstGeom>
            <a:gradFill>
              <a:gsLst>
                <a:gs pos="0">
                  <a:srgbClr val="4B001F">
                    <a:alpha val="31756"/>
                  </a:srgbClr>
                </a:gs>
                <a:gs pos="14286">
                  <a:srgbClr val="4B001F">
                    <a:alpha val="29614"/>
                  </a:srgbClr>
                </a:gs>
                <a:gs pos="28571">
                  <a:srgbClr val="4B001F">
                    <a:alpha val="23866"/>
                  </a:srgbClr>
                </a:gs>
                <a:gs pos="42857">
                  <a:srgbClr val="4B001F">
                    <a:alpha val="16377"/>
                  </a:srgbClr>
                </a:gs>
                <a:gs pos="57143">
                  <a:srgbClr val="4B001F">
                    <a:alpha val="9435"/>
                  </a:srgbClr>
                </a:gs>
                <a:gs pos="71429">
                  <a:srgbClr val="4B001F">
                    <a:alpha val="4533"/>
                  </a:srgbClr>
                </a:gs>
                <a:gs pos="85714">
                  <a:srgbClr val="4B001F">
                    <a:alpha val="1818"/>
                  </a:srgbClr>
                </a:gs>
                <a:gs pos="100000">
                  <a:srgbClr val="4B001F">
                    <a:alpha val="6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4992166">
              <a:off x="2118906" y="445599"/>
              <a:ext cx="749103" cy="30513"/>
            </a:xfrm>
            <a:prstGeom prst="ellipse">
              <a:avLst/>
            </a:prstGeom>
            <a:gradFill>
              <a:gsLst>
                <a:gs pos="0">
                  <a:srgbClr val="372500">
                    <a:alpha val="32968"/>
                  </a:srgbClr>
                </a:gs>
                <a:gs pos="14286">
                  <a:srgbClr val="372500">
                    <a:alpha val="30764"/>
                  </a:srgbClr>
                </a:gs>
                <a:gs pos="28571">
                  <a:srgbClr val="372500">
                    <a:alpha val="24833"/>
                  </a:srgbClr>
                </a:gs>
                <a:gs pos="42857">
                  <a:srgbClr val="372500">
                    <a:alpha val="17075"/>
                  </a:srgbClr>
                </a:gs>
                <a:gs pos="57143">
                  <a:srgbClr val="372500">
                    <a:alpha val="9855"/>
                  </a:srgbClr>
                </a:gs>
                <a:gs pos="71429">
                  <a:srgbClr val="372500">
                    <a:alpha val="4740"/>
                  </a:srgbClr>
                </a:gs>
                <a:gs pos="85714">
                  <a:srgbClr val="372500">
                    <a:alpha val="1902"/>
                  </a:srgbClr>
                </a:gs>
                <a:gs pos="100000">
                  <a:srgbClr val="372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6388703">
              <a:off x="-176515" y="1232465"/>
              <a:ext cx="373477" cy="1336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10785331">
              <a:off x="777515" y="485046"/>
              <a:ext cx="476665" cy="51751"/>
            </a:xfrm>
            <a:prstGeom prst="ellipse">
              <a:avLst/>
            </a:prstGeom>
            <a:gradFill>
              <a:gsLst>
                <a:gs pos="0">
                  <a:srgbClr val="C5A684">
                    <a:alpha val="32968"/>
                  </a:srgbClr>
                </a:gs>
                <a:gs pos="14286">
                  <a:srgbClr val="C5A684">
                    <a:alpha val="30764"/>
                  </a:srgbClr>
                </a:gs>
                <a:gs pos="28571">
                  <a:srgbClr val="C5A684">
                    <a:alpha val="24833"/>
                  </a:srgbClr>
                </a:gs>
                <a:gs pos="42857">
                  <a:srgbClr val="C5A684">
                    <a:alpha val="17075"/>
                  </a:srgbClr>
                </a:gs>
                <a:gs pos="57143">
                  <a:srgbClr val="C5A684">
                    <a:alpha val="9855"/>
                  </a:srgbClr>
                </a:gs>
                <a:gs pos="71429">
                  <a:srgbClr val="C5A684">
                    <a:alpha val="4740"/>
                  </a:srgbClr>
                </a:gs>
                <a:gs pos="85714">
                  <a:srgbClr val="C5A684">
                    <a:alpha val="1902"/>
                  </a:srgbClr>
                </a:gs>
                <a:gs pos="100000">
                  <a:srgbClr val="C5A6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5961983">
              <a:off x="2051733" y="432108"/>
              <a:ext cx="586592" cy="45638"/>
            </a:xfrm>
            <a:prstGeom prst="ellipse">
              <a:avLst/>
            </a:prstGeom>
            <a:gradFill>
              <a:gsLst>
                <a:gs pos="0">
                  <a:srgbClr val="000300">
                    <a:alpha val="32968"/>
                  </a:srgbClr>
                </a:gs>
                <a:gs pos="14286">
                  <a:srgbClr val="000300">
                    <a:alpha val="30764"/>
                  </a:srgbClr>
                </a:gs>
                <a:gs pos="28571">
                  <a:srgbClr val="000300">
                    <a:alpha val="24833"/>
                  </a:srgbClr>
                </a:gs>
                <a:gs pos="42857">
                  <a:srgbClr val="000300">
                    <a:alpha val="17075"/>
                  </a:srgbClr>
                </a:gs>
                <a:gs pos="57143">
                  <a:srgbClr val="000300">
                    <a:alpha val="9855"/>
                  </a:srgbClr>
                </a:gs>
                <a:gs pos="71429">
                  <a:srgbClr val="000300">
                    <a:alpha val="4740"/>
                  </a:srgbClr>
                </a:gs>
                <a:gs pos="85714">
                  <a:srgbClr val="000300">
                    <a:alpha val="1902"/>
                  </a:srgbClr>
                </a:gs>
                <a:gs pos="100000">
                  <a:srgbClr val="000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4561849">
              <a:off x="2320053" y="1096420"/>
              <a:ext cx="316475" cy="68387"/>
            </a:xfrm>
            <a:prstGeom prst="ellipse">
              <a:avLst/>
            </a:prstGeom>
            <a:gradFill>
              <a:gsLst>
                <a:gs pos="0">
                  <a:srgbClr val="F7F87C">
                    <a:alpha val="32968"/>
                  </a:srgbClr>
                </a:gs>
                <a:gs pos="14286">
                  <a:srgbClr val="F7F87C">
                    <a:alpha val="30764"/>
                  </a:srgbClr>
                </a:gs>
                <a:gs pos="28571">
                  <a:srgbClr val="F7F87C">
                    <a:alpha val="24833"/>
                  </a:srgbClr>
                </a:gs>
                <a:gs pos="42857">
                  <a:srgbClr val="F7F87C">
                    <a:alpha val="17075"/>
                  </a:srgbClr>
                </a:gs>
                <a:gs pos="57143">
                  <a:srgbClr val="F7F87C">
                    <a:alpha val="9855"/>
                  </a:srgbClr>
                </a:gs>
                <a:gs pos="71429">
                  <a:srgbClr val="F7F87C">
                    <a:alpha val="4740"/>
                  </a:srgbClr>
                </a:gs>
                <a:gs pos="85714">
                  <a:srgbClr val="F7F87C">
                    <a:alpha val="1902"/>
                  </a:srgbClr>
                </a:gs>
                <a:gs pos="100000">
                  <a:srgbClr val="F7F8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4785235">
              <a:off x="873928" y="813896"/>
              <a:ext cx="343230" cy="92035"/>
            </a:xfrm>
            <a:prstGeom prst="ellipse">
              <a:avLst/>
            </a:prstGeom>
            <a:gradFill>
              <a:gsLst>
                <a:gs pos="0">
                  <a:srgbClr val="ECBC8B">
                    <a:alpha val="32968"/>
                  </a:srgbClr>
                </a:gs>
                <a:gs pos="14286">
                  <a:srgbClr val="ECBC8B">
                    <a:alpha val="30764"/>
                  </a:srgbClr>
                </a:gs>
                <a:gs pos="28571">
                  <a:srgbClr val="ECBC8B">
                    <a:alpha val="24833"/>
                  </a:srgbClr>
                </a:gs>
                <a:gs pos="42857">
                  <a:srgbClr val="ECBC8B">
                    <a:alpha val="17075"/>
                  </a:srgbClr>
                </a:gs>
                <a:gs pos="57143">
                  <a:srgbClr val="ECBC8B">
                    <a:alpha val="9855"/>
                  </a:srgbClr>
                </a:gs>
                <a:gs pos="71429">
                  <a:srgbClr val="ECBC8B">
                    <a:alpha val="4740"/>
                  </a:srgbClr>
                </a:gs>
                <a:gs pos="85714">
                  <a:srgbClr val="ECBC8B">
                    <a:alpha val="1902"/>
                  </a:srgbClr>
                </a:gs>
                <a:gs pos="100000">
                  <a:srgbClr val="ECBC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8535483">
              <a:off x="1707816" y="1504824"/>
              <a:ext cx="215131" cy="691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3129771">
              <a:off x="2253228" y="1030968"/>
              <a:ext cx="528590" cy="1792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10630747">
              <a:off x="3491531" y="2273803"/>
              <a:ext cx="313087" cy="148974"/>
            </a:xfrm>
            <a:prstGeom prst="ellipse">
              <a:avLst/>
            </a:prstGeom>
            <a:gradFill>
              <a:gsLst>
                <a:gs pos="0">
                  <a:srgbClr val="F6CDCB">
                    <a:alpha val="32968"/>
                  </a:srgbClr>
                </a:gs>
                <a:gs pos="14286">
                  <a:srgbClr val="F6CDCB">
                    <a:alpha val="30764"/>
                  </a:srgbClr>
                </a:gs>
                <a:gs pos="28571">
                  <a:srgbClr val="F6CDCB">
                    <a:alpha val="24833"/>
                  </a:srgbClr>
                </a:gs>
                <a:gs pos="42857">
                  <a:srgbClr val="F6CDCB">
                    <a:alpha val="17075"/>
                  </a:srgbClr>
                </a:gs>
                <a:gs pos="57143">
                  <a:srgbClr val="F6CDCB">
                    <a:alpha val="9855"/>
                  </a:srgbClr>
                </a:gs>
                <a:gs pos="71429">
                  <a:srgbClr val="F6CDCB">
                    <a:alpha val="4740"/>
                  </a:srgbClr>
                </a:gs>
                <a:gs pos="85714">
                  <a:srgbClr val="F6CDCB">
                    <a:alpha val="1902"/>
                  </a:srgbClr>
                </a:gs>
                <a:gs pos="100000">
                  <a:srgbClr val="F6CD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-9052297">
              <a:off x="1791911" y="1905559"/>
              <a:ext cx="504138" cy="924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9961933">
              <a:off x="3213983" y="2211284"/>
              <a:ext cx="435320" cy="176293"/>
            </a:xfrm>
            <a:prstGeom prst="ellipse">
              <a:avLst/>
            </a:prstGeom>
            <a:gradFill>
              <a:gsLst>
                <a:gs pos="0">
                  <a:srgbClr val="00431E">
                    <a:alpha val="32968"/>
                  </a:srgbClr>
                </a:gs>
                <a:gs pos="14286">
                  <a:srgbClr val="00431E">
                    <a:alpha val="30764"/>
                  </a:srgbClr>
                </a:gs>
                <a:gs pos="28571">
                  <a:srgbClr val="00431E">
                    <a:alpha val="24833"/>
                  </a:srgbClr>
                </a:gs>
                <a:gs pos="42857">
                  <a:srgbClr val="00431E">
                    <a:alpha val="17075"/>
                  </a:srgbClr>
                </a:gs>
                <a:gs pos="57143">
                  <a:srgbClr val="00431E">
                    <a:alpha val="9855"/>
                  </a:srgbClr>
                </a:gs>
                <a:gs pos="71429">
                  <a:srgbClr val="00431E">
                    <a:alpha val="4740"/>
                  </a:srgbClr>
                </a:gs>
                <a:gs pos="85714">
                  <a:srgbClr val="00431E">
                    <a:alpha val="1902"/>
                  </a:srgbClr>
                </a:gs>
                <a:gs pos="100000">
                  <a:srgbClr val="0043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5133733">
              <a:off x="1110783" y="1522160"/>
              <a:ext cx="257512" cy="69953"/>
            </a:xfrm>
            <a:prstGeom prst="ellipse">
              <a:avLst/>
            </a:prstGeom>
            <a:gradFill>
              <a:gsLst>
                <a:gs pos="0">
                  <a:srgbClr val="FFD8AB">
                    <a:alpha val="32968"/>
                  </a:srgbClr>
                </a:gs>
                <a:gs pos="14286">
                  <a:srgbClr val="FFD8AB">
                    <a:alpha val="30764"/>
                  </a:srgbClr>
                </a:gs>
                <a:gs pos="28571">
                  <a:srgbClr val="FFD8AB">
                    <a:alpha val="24833"/>
                  </a:srgbClr>
                </a:gs>
                <a:gs pos="42857">
                  <a:srgbClr val="FFD8AB">
                    <a:alpha val="17075"/>
                  </a:srgbClr>
                </a:gs>
                <a:gs pos="57143">
                  <a:srgbClr val="FFD8AB">
                    <a:alpha val="9855"/>
                  </a:srgbClr>
                </a:gs>
                <a:gs pos="71429">
                  <a:srgbClr val="FFD8AB">
                    <a:alpha val="4740"/>
                  </a:srgbClr>
                </a:gs>
                <a:gs pos="85714">
                  <a:srgbClr val="FFD8AB">
                    <a:alpha val="1902"/>
                  </a:srgbClr>
                </a:gs>
                <a:gs pos="100000">
                  <a:srgbClr val="FFD8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6281833">
              <a:off x="1723817" y="253236"/>
              <a:ext cx="556344" cy="127856"/>
            </a:xfrm>
            <a:prstGeom prst="ellipse">
              <a:avLst/>
            </a:prstGeom>
            <a:gradFill>
              <a:gsLst>
                <a:gs pos="0">
                  <a:srgbClr val="000000">
                    <a:alpha val="23624"/>
                  </a:srgbClr>
                </a:gs>
                <a:gs pos="14286">
                  <a:srgbClr val="000000">
                    <a:alpha val="21941"/>
                  </a:srgbClr>
                </a:gs>
                <a:gs pos="28571">
                  <a:srgbClr val="000000">
                    <a:alpha val="17496"/>
                  </a:srgbClr>
                </a:gs>
                <a:gs pos="42857">
                  <a:srgbClr val="000000">
                    <a:alpha val="11852"/>
                  </a:srgbClr>
                </a:gs>
                <a:gs pos="57143">
                  <a:srgbClr val="000000">
                    <a:alpha val="6751"/>
                  </a:srgbClr>
                </a:gs>
                <a:gs pos="71429">
                  <a:srgbClr val="000000">
                    <a:alpha val="3219"/>
                  </a:srgbClr>
                </a:gs>
                <a:gs pos="85714">
                  <a:srgbClr val="000000">
                    <a:alpha val="1286"/>
                  </a:srgbClr>
                </a:gs>
                <a:gs pos="100000">
                  <a:srgbClr val="000000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8693995">
              <a:off x="789578" y="2234711"/>
              <a:ext cx="557489" cy="23322"/>
            </a:xfrm>
            <a:prstGeom prst="ellipse">
              <a:avLst/>
            </a:prstGeom>
            <a:gradFill>
              <a:gsLst>
                <a:gs pos="0">
                  <a:srgbClr val="FFE4D5">
                    <a:alpha val="32968"/>
                  </a:srgbClr>
                </a:gs>
                <a:gs pos="14286">
                  <a:srgbClr val="FFE4D5">
                    <a:alpha val="30764"/>
                  </a:srgbClr>
                </a:gs>
                <a:gs pos="28571">
                  <a:srgbClr val="FFE4D5">
                    <a:alpha val="24833"/>
                  </a:srgbClr>
                </a:gs>
                <a:gs pos="42857">
                  <a:srgbClr val="FFE4D5">
                    <a:alpha val="17075"/>
                  </a:srgbClr>
                </a:gs>
                <a:gs pos="57143">
                  <a:srgbClr val="FFE4D5">
                    <a:alpha val="9855"/>
                  </a:srgbClr>
                </a:gs>
                <a:gs pos="71429">
                  <a:srgbClr val="FFE4D5">
                    <a:alpha val="4740"/>
                  </a:srgbClr>
                </a:gs>
                <a:gs pos="85714">
                  <a:srgbClr val="FFE4D5">
                    <a:alpha val="1902"/>
                  </a:srgbClr>
                </a:gs>
                <a:gs pos="100000">
                  <a:srgbClr val="FFE4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2928536">
              <a:off x="1186045" y="318531"/>
              <a:ext cx="217612" cy="45310"/>
            </a:xfrm>
            <a:prstGeom prst="ellipse">
              <a:avLst/>
            </a:prstGeom>
            <a:gradFill>
              <a:gsLst>
                <a:gs pos="0">
                  <a:srgbClr val="FFD69D">
                    <a:alpha val="32968"/>
                  </a:srgbClr>
                </a:gs>
                <a:gs pos="14286">
                  <a:srgbClr val="FFD69D">
                    <a:alpha val="30764"/>
                  </a:srgbClr>
                </a:gs>
                <a:gs pos="28571">
                  <a:srgbClr val="FFD69D">
                    <a:alpha val="24833"/>
                  </a:srgbClr>
                </a:gs>
                <a:gs pos="42857">
                  <a:srgbClr val="FFD69D">
                    <a:alpha val="17075"/>
                  </a:srgbClr>
                </a:gs>
                <a:gs pos="57143">
                  <a:srgbClr val="FFD69D">
                    <a:alpha val="9855"/>
                  </a:srgbClr>
                </a:gs>
                <a:gs pos="71429">
                  <a:srgbClr val="FFD69D">
                    <a:alpha val="4740"/>
                  </a:srgbClr>
                </a:gs>
                <a:gs pos="85714">
                  <a:srgbClr val="FFD69D">
                    <a:alpha val="1902"/>
                  </a:srgbClr>
                </a:gs>
                <a:gs pos="100000">
                  <a:srgbClr val="FFD6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5609081">
              <a:off x="1483197" y="435771"/>
              <a:ext cx="393693" cy="169602"/>
            </a:xfrm>
            <a:prstGeom prst="ellipse">
              <a:avLst/>
            </a:prstGeom>
            <a:gradFill>
              <a:gsLst>
                <a:gs pos="0">
                  <a:srgbClr val="FFD5A0">
                    <a:alpha val="32944"/>
                  </a:srgbClr>
                </a:gs>
                <a:gs pos="14286">
                  <a:srgbClr val="FFD5A0">
                    <a:alpha val="30741"/>
                  </a:srgbClr>
                </a:gs>
                <a:gs pos="28571">
                  <a:srgbClr val="FFD5A0">
                    <a:alpha val="24814"/>
                  </a:srgbClr>
                </a:gs>
                <a:gs pos="42857">
                  <a:srgbClr val="FFD5A0">
                    <a:alpha val="17061"/>
                  </a:srgbClr>
                </a:gs>
                <a:gs pos="57143">
                  <a:srgbClr val="FFD5A0">
                    <a:alpha val="9846"/>
                  </a:srgbClr>
                </a:gs>
                <a:gs pos="71429">
                  <a:srgbClr val="FFD5A0">
                    <a:alpha val="4736"/>
                  </a:srgbClr>
                </a:gs>
                <a:gs pos="85714">
                  <a:srgbClr val="FFD5A0">
                    <a:alpha val="1900"/>
                  </a:srgbClr>
                </a:gs>
                <a:gs pos="100000">
                  <a:srgbClr val="FFD5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6367818">
              <a:off x="1181637" y="44707"/>
              <a:ext cx="165497" cy="106152"/>
            </a:xfrm>
            <a:prstGeom prst="ellipse">
              <a:avLst/>
            </a:prstGeom>
            <a:gradFill>
              <a:gsLst>
                <a:gs pos="0">
                  <a:srgbClr val="FFCFA1">
                    <a:alpha val="32968"/>
                  </a:srgbClr>
                </a:gs>
                <a:gs pos="14286">
                  <a:srgbClr val="FFCFA1">
                    <a:alpha val="30764"/>
                  </a:srgbClr>
                </a:gs>
                <a:gs pos="28571">
                  <a:srgbClr val="FFCFA1">
                    <a:alpha val="24833"/>
                  </a:srgbClr>
                </a:gs>
                <a:gs pos="42857">
                  <a:srgbClr val="FFCFA1">
                    <a:alpha val="17075"/>
                  </a:srgbClr>
                </a:gs>
                <a:gs pos="57143">
                  <a:srgbClr val="FFCFA1">
                    <a:alpha val="9855"/>
                  </a:srgbClr>
                </a:gs>
                <a:gs pos="71429">
                  <a:srgbClr val="FFCFA1">
                    <a:alpha val="4740"/>
                  </a:srgbClr>
                </a:gs>
                <a:gs pos="85714">
                  <a:srgbClr val="FFCFA1">
                    <a:alpha val="1902"/>
                  </a:srgbClr>
                </a:gs>
                <a:gs pos="100000">
                  <a:srgbClr val="FFCF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5489587">
              <a:off x="864014" y="509365"/>
              <a:ext cx="160936" cy="99867"/>
            </a:xfrm>
            <a:prstGeom prst="ellipse">
              <a:avLst/>
            </a:prstGeom>
            <a:gradFill>
              <a:gsLst>
                <a:gs pos="0">
                  <a:srgbClr val="453000">
                    <a:alpha val="32968"/>
                  </a:srgbClr>
                </a:gs>
                <a:gs pos="14286">
                  <a:srgbClr val="453000">
                    <a:alpha val="30764"/>
                  </a:srgbClr>
                </a:gs>
                <a:gs pos="28571">
                  <a:srgbClr val="453000">
                    <a:alpha val="24833"/>
                  </a:srgbClr>
                </a:gs>
                <a:gs pos="42857">
                  <a:srgbClr val="453000">
                    <a:alpha val="17075"/>
                  </a:srgbClr>
                </a:gs>
                <a:gs pos="57143">
                  <a:srgbClr val="453000">
                    <a:alpha val="9855"/>
                  </a:srgbClr>
                </a:gs>
                <a:gs pos="71429">
                  <a:srgbClr val="453000">
                    <a:alpha val="4740"/>
                  </a:srgbClr>
                </a:gs>
                <a:gs pos="85714">
                  <a:srgbClr val="453000">
                    <a:alpha val="1902"/>
                  </a:srgbClr>
                </a:gs>
                <a:gs pos="100000">
                  <a:srgbClr val="453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-10532302">
              <a:off x="2528842" y="675402"/>
              <a:ext cx="669582" cy="6189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5304754">
              <a:off x="1408520" y="1826362"/>
              <a:ext cx="300061" cy="144300"/>
            </a:xfrm>
            <a:prstGeom prst="ellipse">
              <a:avLst/>
            </a:prstGeom>
            <a:gradFill>
              <a:gsLst>
                <a:gs pos="0">
                  <a:srgbClr val="FFB32A">
                    <a:alpha val="32968"/>
                  </a:srgbClr>
                </a:gs>
                <a:gs pos="14286">
                  <a:srgbClr val="FFB32A">
                    <a:alpha val="30764"/>
                  </a:srgbClr>
                </a:gs>
                <a:gs pos="28571">
                  <a:srgbClr val="FFB32A">
                    <a:alpha val="24833"/>
                  </a:srgbClr>
                </a:gs>
                <a:gs pos="42857">
                  <a:srgbClr val="FFB32A">
                    <a:alpha val="17075"/>
                  </a:srgbClr>
                </a:gs>
                <a:gs pos="57143">
                  <a:srgbClr val="FFB32A">
                    <a:alpha val="9855"/>
                  </a:srgbClr>
                </a:gs>
                <a:gs pos="71429">
                  <a:srgbClr val="FFB32A">
                    <a:alpha val="4740"/>
                  </a:srgbClr>
                </a:gs>
                <a:gs pos="85714">
                  <a:srgbClr val="FFB32A">
                    <a:alpha val="1902"/>
                  </a:srgbClr>
                </a:gs>
                <a:gs pos="100000">
                  <a:srgbClr val="FFB32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-8418058">
              <a:off x="632878" y="205607"/>
              <a:ext cx="312199" cy="52662"/>
            </a:xfrm>
            <a:prstGeom prst="ellipse">
              <a:avLst/>
            </a:prstGeom>
            <a:gradFill>
              <a:gsLst>
                <a:gs pos="0">
                  <a:srgbClr val="FFDBC1">
                    <a:alpha val="32968"/>
                  </a:srgbClr>
                </a:gs>
                <a:gs pos="14286">
                  <a:srgbClr val="FFDBC1">
                    <a:alpha val="30764"/>
                  </a:srgbClr>
                </a:gs>
                <a:gs pos="28571">
                  <a:srgbClr val="FFDBC1">
                    <a:alpha val="24833"/>
                  </a:srgbClr>
                </a:gs>
                <a:gs pos="42857">
                  <a:srgbClr val="FFDBC1">
                    <a:alpha val="17075"/>
                  </a:srgbClr>
                </a:gs>
                <a:gs pos="57143">
                  <a:srgbClr val="FFDBC1">
                    <a:alpha val="9855"/>
                  </a:srgbClr>
                </a:gs>
                <a:gs pos="71429">
                  <a:srgbClr val="FFDBC1">
                    <a:alpha val="4740"/>
                  </a:srgbClr>
                </a:gs>
                <a:gs pos="85714">
                  <a:srgbClr val="FFDBC1">
                    <a:alpha val="1902"/>
                  </a:srgbClr>
                </a:gs>
                <a:gs pos="100000">
                  <a:srgbClr val="FFDB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-8764421">
              <a:off x="796916" y="427782"/>
              <a:ext cx="505370" cy="43926"/>
            </a:xfrm>
            <a:prstGeom prst="ellipse">
              <a:avLst/>
            </a:prstGeom>
            <a:gradFill>
              <a:gsLst>
                <a:gs pos="0">
                  <a:srgbClr val="E3BA8F">
                    <a:alpha val="32968"/>
                  </a:srgbClr>
                </a:gs>
                <a:gs pos="14286">
                  <a:srgbClr val="E3BA8F">
                    <a:alpha val="30764"/>
                  </a:srgbClr>
                </a:gs>
                <a:gs pos="28571">
                  <a:srgbClr val="E3BA8F">
                    <a:alpha val="24833"/>
                  </a:srgbClr>
                </a:gs>
                <a:gs pos="42857">
                  <a:srgbClr val="E3BA8F">
                    <a:alpha val="17075"/>
                  </a:srgbClr>
                </a:gs>
                <a:gs pos="57143">
                  <a:srgbClr val="E3BA8F">
                    <a:alpha val="9855"/>
                  </a:srgbClr>
                </a:gs>
                <a:gs pos="71429">
                  <a:srgbClr val="E3BA8F">
                    <a:alpha val="4740"/>
                  </a:srgbClr>
                </a:gs>
                <a:gs pos="85714">
                  <a:srgbClr val="E3BA8F">
                    <a:alpha val="1902"/>
                  </a:srgbClr>
                </a:gs>
                <a:gs pos="100000">
                  <a:srgbClr val="E3BA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7148091">
              <a:off x="320728" y="825115"/>
              <a:ext cx="448097" cy="885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-9070818">
              <a:off x="1002052" y="452086"/>
              <a:ext cx="511182" cy="39515"/>
            </a:xfrm>
            <a:prstGeom prst="ellipse">
              <a:avLst/>
            </a:prstGeom>
            <a:gradFill>
              <a:gsLst>
                <a:gs pos="0">
                  <a:srgbClr val="130011">
                    <a:alpha val="32968"/>
                  </a:srgbClr>
                </a:gs>
                <a:gs pos="14286">
                  <a:srgbClr val="130011">
                    <a:alpha val="30764"/>
                  </a:srgbClr>
                </a:gs>
                <a:gs pos="28571">
                  <a:srgbClr val="130011">
                    <a:alpha val="24833"/>
                  </a:srgbClr>
                </a:gs>
                <a:gs pos="42857">
                  <a:srgbClr val="130011">
                    <a:alpha val="17075"/>
                  </a:srgbClr>
                </a:gs>
                <a:gs pos="57143">
                  <a:srgbClr val="130011">
                    <a:alpha val="9855"/>
                  </a:srgbClr>
                </a:gs>
                <a:gs pos="71429">
                  <a:srgbClr val="130011">
                    <a:alpha val="4740"/>
                  </a:srgbClr>
                </a:gs>
                <a:gs pos="85714">
                  <a:srgbClr val="130011">
                    <a:alpha val="1902"/>
                  </a:srgbClr>
                </a:gs>
                <a:gs pos="100000">
                  <a:srgbClr val="13001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7042027">
              <a:off x="712456" y="145354"/>
              <a:ext cx="231897" cy="107495"/>
            </a:xfrm>
            <a:prstGeom prst="ellipse">
              <a:avLst/>
            </a:prstGeom>
            <a:gradFill>
              <a:gsLst>
                <a:gs pos="0">
                  <a:srgbClr val="F0C097">
                    <a:alpha val="32968"/>
                  </a:srgbClr>
                </a:gs>
                <a:gs pos="14286">
                  <a:srgbClr val="F0C097">
                    <a:alpha val="30764"/>
                  </a:srgbClr>
                </a:gs>
                <a:gs pos="28571">
                  <a:srgbClr val="F0C097">
                    <a:alpha val="24833"/>
                  </a:srgbClr>
                </a:gs>
                <a:gs pos="42857">
                  <a:srgbClr val="F0C097">
                    <a:alpha val="17075"/>
                  </a:srgbClr>
                </a:gs>
                <a:gs pos="57143">
                  <a:srgbClr val="F0C097">
                    <a:alpha val="9855"/>
                  </a:srgbClr>
                </a:gs>
                <a:gs pos="71429">
                  <a:srgbClr val="F0C097">
                    <a:alpha val="4740"/>
                  </a:srgbClr>
                </a:gs>
                <a:gs pos="85714">
                  <a:srgbClr val="F0C097">
                    <a:alpha val="1902"/>
                  </a:srgbClr>
                </a:gs>
                <a:gs pos="100000">
                  <a:srgbClr val="F0C0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9298336">
              <a:off x="951526" y="570777"/>
              <a:ext cx="272495" cy="27969"/>
            </a:xfrm>
            <a:prstGeom prst="ellipse">
              <a:avLst/>
            </a:prstGeom>
            <a:gradFill>
              <a:gsLst>
                <a:gs pos="0">
                  <a:srgbClr val="350000">
                    <a:alpha val="32968"/>
                  </a:srgbClr>
                </a:gs>
                <a:gs pos="14286">
                  <a:srgbClr val="350000">
                    <a:alpha val="30764"/>
                  </a:srgbClr>
                </a:gs>
                <a:gs pos="28571">
                  <a:srgbClr val="350000">
                    <a:alpha val="24833"/>
                  </a:srgbClr>
                </a:gs>
                <a:gs pos="42857">
                  <a:srgbClr val="350000">
                    <a:alpha val="17075"/>
                  </a:srgbClr>
                </a:gs>
                <a:gs pos="57143">
                  <a:srgbClr val="350000">
                    <a:alpha val="9855"/>
                  </a:srgbClr>
                </a:gs>
                <a:gs pos="71429">
                  <a:srgbClr val="350000">
                    <a:alpha val="4740"/>
                  </a:srgbClr>
                </a:gs>
                <a:gs pos="85714">
                  <a:srgbClr val="350000">
                    <a:alpha val="1902"/>
                  </a:srgbClr>
                </a:gs>
                <a:gs pos="100000">
                  <a:srgbClr val="3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6710139">
              <a:off x="2175811" y="1024110"/>
              <a:ext cx="426376" cy="73921"/>
            </a:xfrm>
            <a:prstGeom prst="ellipse">
              <a:avLst/>
            </a:prstGeom>
            <a:gradFill>
              <a:gsLst>
                <a:gs pos="0">
                  <a:srgbClr val="FFE1E0">
                    <a:alpha val="32968"/>
                  </a:srgbClr>
                </a:gs>
                <a:gs pos="14286">
                  <a:srgbClr val="FFE1E0">
                    <a:alpha val="30764"/>
                  </a:srgbClr>
                </a:gs>
                <a:gs pos="28571">
                  <a:srgbClr val="FFE1E0">
                    <a:alpha val="24833"/>
                  </a:srgbClr>
                </a:gs>
                <a:gs pos="42857">
                  <a:srgbClr val="FFE1E0">
                    <a:alpha val="17075"/>
                  </a:srgbClr>
                </a:gs>
                <a:gs pos="57143">
                  <a:srgbClr val="FFE1E0">
                    <a:alpha val="9855"/>
                  </a:srgbClr>
                </a:gs>
                <a:gs pos="71429">
                  <a:srgbClr val="FFE1E0">
                    <a:alpha val="4740"/>
                  </a:srgbClr>
                </a:gs>
                <a:gs pos="85714">
                  <a:srgbClr val="FFE1E0">
                    <a:alpha val="1902"/>
                  </a:srgbClr>
                </a:gs>
                <a:gs pos="100000">
                  <a:srgbClr val="FFE1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7704624">
              <a:off x="2159135" y="697101"/>
              <a:ext cx="383860" cy="163063"/>
            </a:xfrm>
            <a:prstGeom prst="ellipse">
              <a:avLst/>
            </a:prstGeom>
            <a:gradFill>
              <a:gsLst>
                <a:gs pos="0">
                  <a:srgbClr val="D8C0A9">
                    <a:alpha val="31819"/>
                  </a:srgbClr>
                </a:gs>
                <a:gs pos="14286">
                  <a:srgbClr val="D8C0A9">
                    <a:alpha val="29674"/>
                  </a:srgbClr>
                </a:gs>
                <a:gs pos="28571">
                  <a:srgbClr val="D8C0A9">
                    <a:alpha val="23916"/>
                  </a:srgbClr>
                </a:gs>
                <a:gs pos="42857">
                  <a:srgbClr val="D8C0A9">
                    <a:alpha val="16413"/>
                  </a:srgbClr>
                </a:gs>
                <a:gs pos="57143">
                  <a:srgbClr val="D8C0A9">
                    <a:alpha val="9457"/>
                  </a:srgbClr>
                </a:gs>
                <a:gs pos="71429">
                  <a:srgbClr val="D8C0A9">
                    <a:alpha val="4544"/>
                  </a:srgbClr>
                </a:gs>
                <a:gs pos="85714">
                  <a:srgbClr val="D8C0A9">
                    <a:alpha val="1822"/>
                  </a:srgbClr>
                </a:gs>
                <a:gs pos="100000">
                  <a:srgbClr val="D8C0A9">
                    <a:alpha val="6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5127764">
              <a:off x="1190261" y="300037"/>
              <a:ext cx="814871" cy="76493"/>
            </a:xfrm>
            <a:prstGeom prst="ellipse">
              <a:avLst/>
            </a:prstGeom>
            <a:gradFill>
              <a:gsLst>
                <a:gs pos="0">
                  <a:srgbClr val="440000">
                    <a:alpha val="31436"/>
                  </a:srgbClr>
                </a:gs>
                <a:gs pos="14286">
                  <a:srgbClr val="440000">
                    <a:alpha val="29311"/>
                  </a:srgbClr>
                </a:gs>
                <a:gs pos="28571">
                  <a:srgbClr val="440000">
                    <a:alpha val="23611"/>
                  </a:srgbClr>
                </a:gs>
                <a:gs pos="42857">
                  <a:srgbClr val="440000">
                    <a:alpha val="16194"/>
                  </a:srgbClr>
                </a:gs>
                <a:gs pos="57143">
                  <a:srgbClr val="440000">
                    <a:alpha val="9325"/>
                  </a:srgbClr>
                </a:gs>
                <a:gs pos="71429">
                  <a:srgbClr val="440000">
                    <a:alpha val="4479"/>
                  </a:srgbClr>
                </a:gs>
                <a:gs pos="85714">
                  <a:srgbClr val="440000">
                    <a:alpha val="1796"/>
                  </a:srgbClr>
                </a:gs>
                <a:gs pos="100000">
                  <a:srgbClr val="440000">
                    <a:alpha val="6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-9676911">
              <a:off x="929732" y="1449967"/>
              <a:ext cx="165772" cy="43121"/>
            </a:xfrm>
            <a:prstGeom prst="ellipse">
              <a:avLst/>
            </a:prstGeom>
            <a:gradFill>
              <a:gsLst>
                <a:gs pos="0">
                  <a:srgbClr val="00000D">
                    <a:alpha val="32968"/>
                  </a:srgbClr>
                </a:gs>
                <a:gs pos="14286">
                  <a:srgbClr val="00000D">
                    <a:alpha val="30764"/>
                  </a:srgbClr>
                </a:gs>
                <a:gs pos="28571">
                  <a:srgbClr val="00000D">
                    <a:alpha val="24833"/>
                  </a:srgbClr>
                </a:gs>
                <a:gs pos="42857">
                  <a:srgbClr val="00000D">
                    <a:alpha val="17075"/>
                  </a:srgbClr>
                </a:gs>
                <a:gs pos="57143">
                  <a:srgbClr val="00000D">
                    <a:alpha val="9855"/>
                  </a:srgbClr>
                </a:gs>
                <a:gs pos="71429">
                  <a:srgbClr val="00000D">
                    <a:alpha val="4740"/>
                  </a:srgbClr>
                </a:gs>
                <a:gs pos="85714">
                  <a:srgbClr val="00000D">
                    <a:alpha val="1902"/>
                  </a:srgbClr>
                </a:gs>
                <a:gs pos="100000">
                  <a:srgbClr val="0000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-8623408">
              <a:off x="1354214" y="721608"/>
              <a:ext cx="359253" cy="611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2792482">
              <a:off x="711266" y="1840605"/>
              <a:ext cx="367588" cy="1016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5846967">
              <a:off x="1432909" y="106889"/>
              <a:ext cx="551758" cy="95914"/>
            </a:xfrm>
            <a:prstGeom prst="ellipse">
              <a:avLst/>
            </a:prstGeom>
            <a:gradFill>
              <a:gsLst>
                <a:gs pos="0">
                  <a:srgbClr val="FFF0DC">
                    <a:alpha val="32968"/>
                  </a:srgbClr>
                </a:gs>
                <a:gs pos="14286">
                  <a:srgbClr val="FFF0DC">
                    <a:alpha val="30764"/>
                  </a:srgbClr>
                </a:gs>
                <a:gs pos="28571">
                  <a:srgbClr val="FFF0DC">
                    <a:alpha val="24833"/>
                  </a:srgbClr>
                </a:gs>
                <a:gs pos="42857">
                  <a:srgbClr val="FFF0DC">
                    <a:alpha val="17075"/>
                  </a:srgbClr>
                </a:gs>
                <a:gs pos="57143">
                  <a:srgbClr val="FFF0DC">
                    <a:alpha val="9855"/>
                  </a:srgbClr>
                </a:gs>
                <a:gs pos="71429">
                  <a:srgbClr val="FFF0DC">
                    <a:alpha val="4740"/>
                  </a:srgbClr>
                </a:gs>
                <a:gs pos="85714">
                  <a:srgbClr val="FFF0DC">
                    <a:alpha val="1902"/>
                  </a:srgbClr>
                </a:gs>
                <a:gs pos="100000">
                  <a:srgbClr val="FFF0D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-9646939">
              <a:off x="628347" y="906086"/>
              <a:ext cx="450170" cy="70171"/>
            </a:xfrm>
            <a:prstGeom prst="ellipse">
              <a:avLst/>
            </a:prstGeom>
            <a:gradFill>
              <a:gsLst>
                <a:gs pos="0">
                  <a:srgbClr val="7C3E00">
                    <a:alpha val="32968"/>
                  </a:srgbClr>
                </a:gs>
                <a:gs pos="14286">
                  <a:srgbClr val="7C3E00">
                    <a:alpha val="30764"/>
                  </a:srgbClr>
                </a:gs>
                <a:gs pos="28571">
                  <a:srgbClr val="7C3E00">
                    <a:alpha val="24833"/>
                  </a:srgbClr>
                </a:gs>
                <a:gs pos="42857">
                  <a:srgbClr val="7C3E00">
                    <a:alpha val="17075"/>
                  </a:srgbClr>
                </a:gs>
                <a:gs pos="57143">
                  <a:srgbClr val="7C3E00">
                    <a:alpha val="9855"/>
                  </a:srgbClr>
                </a:gs>
                <a:gs pos="71429">
                  <a:srgbClr val="7C3E00">
                    <a:alpha val="4740"/>
                  </a:srgbClr>
                </a:gs>
                <a:gs pos="85714">
                  <a:srgbClr val="7C3E00">
                    <a:alpha val="1902"/>
                  </a:srgbClr>
                </a:gs>
                <a:gs pos="100000">
                  <a:srgbClr val="7C3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3387684">
              <a:off x="1497274" y="1828242"/>
              <a:ext cx="229099" cy="717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-10286969">
              <a:off x="610806" y="1968293"/>
              <a:ext cx="552858" cy="150244"/>
            </a:xfrm>
            <a:prstGeom prst="ellipse">
              <a:avLst/>
            </a:prstGeom>
            <a:gradFill>
              <a:gsLst>
                <a:gs pos="0">
                  <a:srgbClr val="874712">
                    <a:alpha val="4425"/>
                  </a:srgbClr>
                </a:gs>
                <a:gs pos="14286">
                  <a:srgbClr val="874712">
                    <a:alpha val="4074"/>
                  </a:srgbClr>
                </a:gs>
                <a:gs pos="28571">
                  <a:srgbClr val="874712">
                    <a:alpha val="3178"/>
                  </a:srgbClr>
                </a:gs>
                <a:gs pos="42857">
                  <a:srgbClr val="874712">
                    <a:alpha val="2096"/>
                  </a:srgbClr>
                </a:gs>
                <a:gs pos="57143">
                  <a:srgbClr val="874712">
                    <a:alpha val="1167"/>
                  </a:srgbClr>
                </a:gs>
                <a:gs pos="71429">
                  <a:srgbClr val="874712">
                    <a:alpha val="548"/>
                  </a:srgbClr>
                </a:gs>
                <a:gs pos="85714">
                  <a:srgbClr val="874712">
                    <a:alpha val="217"/>
                  </a:srgbClr>
                </a:gs>
                <a:gs pos="100000">
                  <a:srgbClr val="874712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3145030">
              <a:off x="836854" y="993726"/>
              <a:ext cx="328321" cy="205486"/>
            </a:xfrm>
            <a:prstGeom prst="ellipse">
              <a:avLst/>
            </a:prstGeom>
            <a:gradFill>
              <a:gsLst>
                <a:gs pos="0">
                  <a:srgbClr val="4E0000">
                    <a:alpha val="32968"/>
                  </a:srgbClr>
                </a:gs>
                <a:gs pos="14286">
                  <a:srgbClr val="4E0000">
                    <a:alpha val="30764"/>
                  </a:srgbClr>
                </a:gs>
                <a:gs pos="28571">
                  <a:srgbClr val="4E0000">
                    <a:alpha val="24833"/>
                  </a:srgbClr>
                </a:gs>
                <a:gs pos="42857">
                  <a:srgbClr val="4E0000">
                    <a:alpha val="17075"/>
                  </a:srgbClr>
                </a:gs>
                <a:gs pos="57143">
                  <a:srgbClr val="4E0000">
                    <a:alpha val="9855"/>
                  </a:srgbClr>
                </a:gs>
                <a:gs pos="71429">
                  <a:srgbClr val="4E0000">
                    <a:alpha val="4740"/>
                  </a:srgbClr>
                </a:gs>
                <a:gs pos="85714">
                  <a:srgbClr val="4E0000">
                    <a:alpha val="1902"/>
                  </a:srgbClr>
                </a:gs>
                <a:gs pos="100000">
                  <a:srgbClr val="4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3117077">
              <a:off x="556875" y="883157"/>
              <a:ext cx="706275" cy="39960"/>
            </a:xfrm>
            <a:prstGeom prst="ellipse">
              <a:avLst/>
            </a:prstGeom>
            <a:gradFill>
              <a:gsLst>
                <a:gs pos="0">
                  <a:srgbClr val="7F4B19">
                    <a:alpha val="32968"/>
                  </a:srgbClr>
                </a:gs>
                <a:gs pos="14286">
                  <a:srgbClr val="7F4B19">
                    <a:alpha val="30764"/>
                  </a:srgbClr>
                </a:gs>
                <a:gs pos="28571">
                  <a:srgbClr val="7F4B19">
                    <a:alpha val="24833"/>
                  </a:srgbClr>
                </a:gs>
                <a:gs pos="42857">
                  <a:srgbClr val="7F4B19">
                    <a:alpha val="17075"/>
                  </a:srgbClr>
                </a:gs>
                <a:gs pos="57143">
                  <a:srgbClr val="7F4B19">
                    <a:alpha val="9855"/>
                  </a:srgbClr>
                </a:gs>
                <a:gs pos="71429">
                  <a:srgbClr val="7F4B19">
                    <a:alpha val="4740"/>
                  </a:srgbClr>
                </a:gs>
                <a:gs pos="85714">
                  <a:srgbClr val="7F4B19">
                    <a:alpha val="1902"/>
                  </a:srgbClr>
                </a:gs>
                <a:gs pos="100000">
                  <a:srgbClr val="7F4B1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-9776836">
              <a:off x="762535" y="2012287"/>
              <a:ext cx="405504" cy="239244"/>
            </a:xfrm>
            <a:prstGeom prst="ellipse">
              <a:avLst/>
            </a:prstGeom>
            <a:gradFill>
              <a:gsLst>
                <a:gs pos="0">
                  <a:srgbClr val="DAC4DF">
                    <a:alpha val="7983"/>
                  </a:srgbClr>
                </a:gs>
                <a:gs pos="14286">
                  <a:srgbClr val="DAC4DF">
                    <a:alpha val="7362"/>
                  </a:srgbClr>
                </a:gs>
                <a:gs pos="28571">
                  <a:srgbClr val="DAC4DF">
                    <a:alpha val="5765"/>
                  </a:srgbClr>
                </a:gs>
                <a:gs pos="42857">
                  <a:srgbClr val="DAC4DF">
                    <a:alpha val="3820"/>
                  </a:srgbClr>
                </a:gs>
                <a:gs pos="57143">
                  <a:srgbClr val="DAC4DF">
                    <a:alpha val="2135"/>
                  </a:srgbClr>
                </a:gs>
                <a:gs pos="71429">
                  <a:srgbClr val="DAC4DF">
                    <a:alpha val="1005"/>
                  </a:srgbClr>
                </a:gs>
                <a:gs pos="85714">
                  <a:srgbClr val="DAC4DF">
                    <a:alpha val="399"/>
                  </a:srgbClr>
                </a:gs>
                <a:gs pos="100000">
                  <a:srgbClr val="DAC4DF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3396700">
              <a:off x="2350699" y="1323083"/>
              <a:ext cx="200801" cy="95702"/>
            </a:xfrm>
            <a:prstGeom prst="ellipse">
              <a:avLst/>
            </a:prstGeom>
            <a:gradFill>
              <a:gsLst>
                <a:gs pos="0">
                  <a:srgbClr val="FFCA8B">
                    <a:alpha val="32968"/>
                  </a:srgbClr>
                </a:gs>
                <a:gs pos="14286">
                  <a:srgbClr val="FFCA8B">
                    <a:alpha val="30764"/>
                  </a:srgbClr>
                </a:gs>
                <a:gs pos="28571">
                  <a:srgbClr val="FFCA8B">
                    <a:alpha val="24833"/>
                  </a:srgbClr>
                </a:gs>
                <a:gs pos="42857">
                  <a:srgbClr val="FFCA8B">
                    <a:alpha val="17075"/>
                  </a:srgbClr>
                </a:gs>
                <a:gs pos="57143">
                  <a:srgbClr val="FFCA8B">
                    <a:alpha val="9855"/>
                  </a:srgbClr>
                </a:gs>
                <a:gs pos="71429">
                  <a:srgbClr val="FFCA8B">
                    <a:alpha val="4740"/>
                  </a:srgbClr>
                </a:gs>
                <a:gs pos="85714">
                  <a:srgbClr val="FFCA8B">
                    <a:alpha val="1902"/>
                  </a:srgbClr>
                </a:gs>
                <a:gs pos="100000">
                  <a:srgbClr val="FFCA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9333356">
              <a:off x="553624" y="411395"/>
              <a:ext cx="352859" cy="126637"/>
            </a:xfrm>
            <a:prstGeom prst="ellipse">
              <a:avLst/>
            </a:prstGeom>
            <a:gradFill>
              <a:gsLst>
                <a:gs pos="0">
                  <a:srgbClr val="FED4AE">
                    <a:alpha val="32968"/>
                  </a:srgbClr>
                </a:gs>
                <a:gs pos="14286">
                  <a:srgbClr val="FED4AE">
                    <a:alpha val="30764"/>
                  </a:srgbClr>
                </a:gs>
                <a:gs pos="28571">
                  <a:srgbClr val="FED4AE">
                    <a:alpha val="24833"/>
                  </a:srgbClr>
                </a:gs>
                <a:gs pos="42857">
                  <a:srgbClr val="FED4AE">
                    <a:alpha val="17075"/>
                  </a:srgbClr>
                </a:gs>
                <a:gs pos="57143">
                  <a:srgbClr val="FED4AE">
                    <a:alpha val="9855"/>
                  </a:srgbClr>
                </a:gs>
                <a:gs pos="71429">
                  <a:srgbClr val="FED4AE">
                    <a:alpha val="4740"/>
                  </a:srgbClr>
                </a:gs>
                <a:gs pos="85714">
                  <a:srgbClr val="FED4AE">
                    <a:alpha val="1902"/>
                  </a:srgbClr>
                </a:gs>
                <a:gs pos="100000">
                  <a:srgbClr val="FED4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9173811">
              <a:off x="742829" y="553248"/>
              <a:ext cx="596947" cy="40148"/>
            </a:xfrm>
            <a:prstGeom prst="ellipse">
              <a:avLst/>
            </a:prstGeom>
            <a:gradFill>
              <a:gsLst>
                <a:gs pos="0">
                  <a:srgbClr val="170000">
                    <a:alpha val="23690"/>
                  </a:srgbClr>
                </a:gs>
                <a:gs pos="14286">
                  <a:srgbClr val="170000">
                    <a:alpha val="22003"/>
                  </a:srgbClr>
                </a:gs>
                <a:gs pos="28571">
                  <a:srgbClr val="170000">
                    <a:alpha val="17547"/>
                  </a:srgbClr>
                </a:gs>
                <a:gs pos="42857">
                  <a:srgbClr val="170000">
                    <a:alpha val="11888"/>
                  </a:srgbClr>
                </a:gs>
                <a:gs pos="57143">
                  <a:srgbClr val="170000">
                    <a:alpha val="6772"/>
                  </a:srgbClr>
                </a:gs>
                <a:gs pos="71429">
                  <a:srgbClr val="170000">
                    <a:alpha val="3229"/>
                  </a:srgbClr>
                </a:gs>
                <a:gs pos="85714">
                  <a:srgbClr val="170000">
                    <a:alpha val="1290"/>
                  </a:srgbClr>
                </a:gs>
                <a:gs pos="100000">
                  <a:srgbClr val="170000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4566705">
              <a:off x="144" y="992912"/>
              <a:ext cx="503447" cy="178234"/>
            </a:xfrm>
            <a:prstGeom prst="ellipse">
              <a:avLst/>
            </a:prstGeom>
            <a:gradFill>
              <a:gsLst>
                <a:gs pos="0">
                  <a:srgbClr val="C9BDB9">
                    <a:alpha val="19955"/>
                  </a:srgbClr>
                </a:gs>
                <a:gs pos="14286">
                  <a:srgbClr val="C9BDB9">
                    <a:alpha val="18501"/>
                  </a:srgbClr>
                </a:gs>
                <a:gs pos="28571">
                  <a:srgbClr val="C9BDB9">
                    <a:alpha val="14687"/>
                  </a:srgbClr>
                </a:gs>
                <a:gs pos="42857">
                  <a:srgbClr val="C9BDB9">
                    <a:alpha val="9895"/>
                  </a:srgbClr>
                </a:gs>
                <a:gs pos="57143">
                  <a:srgbClr val="C9BDB9">
                    <a:alpha val="5610"/>
                  </a:srgbClr>
                </a:gs>
                <a:gs pos="71429">
                  <a:srgbClr val="C9BDB9">
                    <a:alpha val="2666"/>
                  </a:srgbClr>
                </a:gs>
                <a:gs pos="85714">
                  <a:srgbClr val="C9BDB9">
                    <a:alpha val="1063"/>
                  </a:srgbClr>
                </a:gs>
                <a:gs pos="100000">
                  <a:srgbClr val="C9BDB9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-10033593">
              <a:off x="916035" y="400019"/>
              <a:ext cx="537210" cy="446244"/>
            </a:xfrm>
            <a:prstGeom prst="ellipse">
              <a:avLst/>
            </a:prstGeom>
            <a:gradFill>
              <a:gsLst>
                <a:gs pos="0">
                  <a:srgbClr val="FF4A00">
                    <a:alpha val="4117"/>
                  </a:srgbClr>
                </a:gs>
                <a:gs pos="14286">
                  <a:srgbClr val="FF4A00">
                    <a:alpha val="3790"/>
                  </a:srgbClr>
                </a:gs>
                <a:gs pos="28571">
                  <a:srgbClr val="FF4A00">
                    <a:alpha val="2955"/>
                  </a:srgbClr>
                </a:gs>
                <a:gs pos="42857">
                  <a:srgbClr val="FF4A00">
                    <a:alpha val="1949"/>
                  </a:srgbClr>
                </a:gs>
                <a:gs pos="57143">
                  <a:srgbClr val="FF4A00">
                    <a:alpha val="1084"/>
                  </a:srgbClr>
                </a:gs>
                <a:gs pos="71429">
                  <a:srgbClr val="FF4A00">
                    <a:alpha val="509"/>
                  </a:srgbClr>
                </a:gs>
                <a:gs pos="85714">
                  <a:srgbClr val="FF4A00">
                    <a:alpha val="202"/>
                  </a:srgbClr>
                </a:gs>
                <a:gs pos="100000">
                  <a:srgbClr val="FF4A00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9531593">
              <a:off x="2285895" y="543814"/>
              <a:ext cx="631566" cy="91613"/>
            </a:xfrm>
            <a:prstGeom prst="ellipse">
              <a:avLst/>
            </a:prstGeom>
            <a:gradFill>
              <a:gsLst>
                <a:gs pos="0">
                  <a:srgbClr val="C29D80">
                    <a:alpha val="20354"/>
                  </a:srgbClr>
                </a:gs>
                <a:gs pos="14286">
                  <a:srgbClr val="C29D80">
                    <a:alpha val="18875"/>
                  </a:srgbClr>
                </a:gs>
                <a:gs pos="28571">
                  <a:srgbClr val="C29D80">
                    <a:alpha val="14991"/>
                  </a:srgbClr>
                </a:gs>
                <a:gs pos="42857">
                  <a:srgbClr val="C29D80">
                    <a:alpha val="10105"/>
                  </a:srgbClr>
                </a:gs>
                <a:gs pos="57143">
                  <a:srgbClr val="C29D80">
                    <a:alpha val="5732"/>
                  </a:srgbClr>
                </a:gs>
                <a:gs pos="71429">
                  <a:srgbClr val="C29D80">
                    <a:alpha val="2725"/>
                  </a:srgbClr>
                </a:gs>
                <a:gs pos="85714">
                  <a:srgbClr val="C29D80">
                    <a:alpha val="1087"/>
                  </a:srgbClr>
                </a:gs>
                <a:gs pos="100000">
                  <a:srgbClr val="C29D80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3848740">
              <a:off x="1815454" y="52188"/>
              <a:ext cx="710917" cy="680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3634876">
              <a:off x="1404027" y="843284"/>
              <a:ext cx="485376" cy="598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9694015">
              <a:off x="824415" y="547048"/>
              <a:ext cx="578605" cy="125953"/>
            </a:xfrm>
            <a:prstGeom prst="ellipse">
              <a:avLst/>
            </a:prstGeom>
            <a:gradFill>
              <a:gsLst>
                <a:gs pos="0">
                  <a:srgbClr val="FFD8A2">
                    <a:alpha val="15643"/>
                  </a:srgbClr>
                </a:gs>
                <a:gs pos="14286">
                  <a:srgbClr val="FFD8A2">
                    <a:alpha val="14474"/>
                  </a:srgbClr>
                </a:gs>
                <a:gs pos="28571">
                  <a:srgbClr val="FFD8A2">
                    <a:alpha val="11432"/>
                  </a:srgbClr>
                </a:gs>
                <a:gs pos="42857">
                  <a:srgbClr val="FFD8A2">
                    <a:alpha val="7654"/>
                  </a:srgbClr>
                </a:gs>
                <a:gs pos="57143">
                  <a:srgbClr val="FFD8A2">
                    <a:alpha val="4316"/>
                  </a:srgbClr>
                </a:gs>
                <a:gs pos="71429">
                  <a:srgbClr val="FFD8A2">
                    <a:alpha val="2044"/>
                  </a:srgbClr>
                </a:gs>
                <a:gs pos="85714">
                  <a:srgbClr val="FFD8A2">
                    <a:alpha val="813"/>
                  </a:srgbClr>
                </a:gs>
                <a:gs pos="100000">
                  <a:srgbClr val="FFD8A2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2952653">
              <a:off x="905145" y="469098"/>
              <a:ext cx="477269" cy="384956"/>
            </a:xfrm>
            <a:prstGeom prst="ellipse">
              <a:avLst/>
            </a:prstGeom>
            <a:gradFill>
              <a:gsLst>
                <a:gs pos="0">
                  <a:srgbClr val="000000">
                    <a:alpha val="19248"/>
                  </a:srgbClr>
                </a:gs>
                <a:gs pos="14286">
                  <a:srgbClr val="000000">
                    <a:alpha val="17839"/>
                  </a:srgbClr>
                </a:gs>
                <a:gs pos="28571">
                  <a:srgbClr val="000000">
                    <a:alpha val="14150"/>
                  </a:srgbClr>
                </a:gs>
                <a:gs pos="42857">
                  <a:srgbClr val="000000">
                    <a:alpha val="9523"/>
                  </a:srgbClr>
                </a:gs>
                <a:gs pos="57143">
                  <a:srgbClr val="000000">
                    <a:alpha val="5394"/>
                  </a:srgbClr>
                </a:gs>
                <a:gs pos="71429">
                  <a:srgbClr val="000000">
                    <a:alpha val="2562"/>
                  </a:srgbClr>
                </a:gs>
                <a:gs pos="85714">
                  <a:srgbClr val="000000">
                    <a:alpha val="1021"/>
                  </a:srgbClr>
                </a:gs>
                <a:gs pos="100000">
                  <a:srgbClr val="000000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4163262">
              <a:off x="-771" y="788072"/>
              <a:ext cx="637898" cy="490839"/>
            </a:xfrm>
            <a:prstGeom prst="ellipse">
              <a:avLst/>
            </a:prstGeom>
            <a:gradFill>
              <a:gsLst>
                <a:gs pos="0">
                  <a:srgbClr val="D28C00">
                    <a:alpha val="18603"/>
                  </a:srgbClr>
                </a:gs>
                <a:gs pos="14286">
                  <a:srgbClr val="D28C00">
                    <a:alpha val="17236"/>
                  </a:srgbClr>
                </a:gs>
                <a:gs pos="28571">
                  <a:srgbClr val="D28C00">
                    <a:alpha val="13661"/>
                  </a:srgbClr>
                </a:gs>
                <a:gs pos="42857">
                  <a:srgbClr val="D28C00">
                    <a:alpha val="9185"/>
                  </a:srgbClr>
                </a:gs>
                <a:gs pos="57143">
                  <a:srgbClr val="D28C00">
                    <a:alpha val="5199"/>
                  </a:srgbClr>
                </a:gs>
                <a:gs pos="71429">
                  <a:srgbClr val="D28C00">
                    <a:alpha val="2468"/>
                  </a:srgbClr>
                </a:gs>
                <a:gs pos="85714">
                  <a:srgbClr val="D28C00">
                    <a:alpha val="983"/>
                  </a:srgbClr>
                </a:gs>
                <a:gs pos="100000">
                  <a:srgbClr val="D28C00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3758220">
              <a:off x="827140" y="941172"/>
              <a:ext cx="617783" cy="706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9397154">
              <a:off x="307954" y="1673366"/>
              <a:ext cx="585496" cy="82042"/>
            </a:xfrm>
            <a:prstGeom prst="ellipse">
              <a:avLst/>
            </a:prstGeom>
            <a:gradFill>
              <a:gsLst>
                <a:gs pos="0">
                  <a:srgbClr val="FBDFCC">
                    <a:alpha val="5651"/>
                  </a:srgbClr>
                </a:gs>
                <a:gs pos="14286">
                  <a:srgbClr val="FBDFCC">
                    <a:alpha val="5206"/>
                  </a:srgbClr>
                </a:gs>
                <a:gs pos="28571">
                  <a:srgbClr val="FBDFCC">
                    <a:alpha val="4066"/>
                  </a:srgbClr>
                </a:gs>
                <a:gs pos="42857">
                  <a:srgbClr val="FBDFCC">
                    <a:alpha val="2686"/>
                  </a:srgbClr>
                </a:gs>
                <a:gs pos="57143">
                  <a:srgbClr val="FBDFCC">
                    <a:alpha val="1497"/>
                  </a:srgbClr>
                </a:gs>
                <a:gs pos="71429">
                  <a:srgbClr val="FBDFCC">
                    <a:alpha val="704"/>
                  </a:srgbClr>
                </a:gs>
                <a:gs pos="85714">
                  <a:srgbClr val="FBDFCC">
                    <a:alpha val="279"/>
                  </a:srgbClr>
                </a:gs>
                <a:gs pos="100000">
                  <a:srgbClr val="FBDFCC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2907667">
              <a:off x="1125157" y="520256"/>
              <a:ext cx="623163" cy="296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2804812">
              <a:off x="330460" y="-20910"/>
              <a:ext cx="745882" cy="79575"/>
            </a:xfrm>
            <a:prstGeom prst="ellipse">
              <a:avLst/>
            </a:prstGeom>
            <a:gradFill>
              <a:gsLst>
                <a:gs pos="0">
                  <a:srgbClr val="D7B9A8">
                    <a:alpha val="25476"/>
                  </a:srgbClr>
                </a:gs>
                <a:gs pos="14286">
                  <a:srgbClr val="D7B9A8">
                    <a:alpha val="23682"/>
                  </a:srgbClr>
                </a:gs>
                <a:gs pos="28571">
                  <a:srgbClr val="D7B9A8">
                    <a:alpha val="18929"/>
                  </a:srgbClr>
                </a:gs>
                <a:gs pos="42857">
                  <a:srgbClr val="D7B9A8">
                    <a:alpha val="12859"/>
                  </a:srgbClr>
                </a:gs>
                <a:gs pos="57143">
                  <a:srgbClr val="D7B9A8">
                    <a:alpha val="7343"/>
                  </a:srgbClr>
                </a:gs>
                <a:gs pos="71429">
                  <a:srgbClr val="D7B9A8">
                    <a:alpha val="3507"/>
                  </a:srgbClr>
                </a:gs>
                <a:gs pos="85714">
                  <a:srgbClr val="D7B9A8">
                    <a:alpha val="1402"/>
                  </a:srgbClr>
                </a:gs>
                <a:gs pos="100000">
                  <a:srgbClr val="D7B9A8">
                    <a:alpha val="4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7288420">
              <a:off x="2374169" y="1253683"/>
              <a:ext cx="669748" cy="86666"/>
            </a:xfrm>
            <a:prstGeom prst="ellipse">
              <a:avLst/>
            </a:prstGeom>
            <a:gradFill>
              <a:gsLst>
                <a:gs pos="0">
                  <a:srgbClr val="FFBA77">
                    <a:alpha val="32968"/>
                  </a:srgbClr>
                </a:gs>
                <a:gs pos="14286">
                  <a:srgbClr val="FFBA77">
                    <a:alpha val="30764"/>
                  </a:srgbClr>
                </a:gs>
                <a:gs pos="28571">
                  <a:srgbClr val="FFBA77">
                    <a:alpha val="24833"/>
                  </a:srgbClr>
                </a:gs>
                <a:gs pos="42857">
                  <a:srgbClr val="FFBA77">
                    <a:alpha val="17075"/>
                  </a:srgbClr>
                </a:gs>
                <a:gs pos="57143">
                  <a:srgbClr val="FFBA77">
                    <a:alpha val="9855"/>
                  </a:srgbClr>
                </a:gs>
                <a:gs pos="71429">
                  <a:srgbClr val="FFBA77">
                    <a:alpha val="4740"/>
                  </a:srgbClr>
                </a:gs>
                <a:gs pos="85714">
                  <a:srgbClr val="FFBA77">
                    <a:alpha val="1902"/>
                  </a:srgbClr>
                </a:gs>
                <a:gs pos="100000">
                  <a:srgbClr val="FFBA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6062940">
              <a:off x="1352282" y="1104453"/>
              <a:ext cx="614822" cy="116333"/>
            </a:xfrm>
            <a:prstGeom prst="ellipse">
              <a:avLst/>
            </a:prstGeom>
            <a:gradFill>
              <a:gsLst>
                <a:gs pos="0">
                  <a:srgbClr val="140100">
                    <a:alpha val="32968"/>
                  </a:srgbClr>
                </a:gs>
                <a:gs pos="14286">
                  <a:srgbClr val="140100">
                    <a:alpha val="30764"/>
                  </a:srgbClr>
                </a:gs>
                <a:gs pos="28571">
                  <a:srgbClr val="140100">
                    <a:alpha val="24833"/>
                  </a:srgbClr>
                </a:gs>
                <a:gs pos="42857">
                  <a:srgbClr val="140100">
                    <a:alpha val="17075"/>
                  </a:srgbClr>
                </a:gs>
                <a:gs pos="57143">
                  <a:srgbClr val="140100">
                    <a:alpha val="9855"/>
                  </a:srgbClr>
                </a:gs>
                <a:gs pos="71429">
                  <a:srgbClr val="140100">
                    <a:alpha val="4740"/>
                  </a:srgbClr>
                </a:gs>
                <a:gs pos="85714">
                  <a:srgbClr val="140100">
                    <a:alpha val="1902"/>
                  </a:srgbClr>
                </a:gs>
                <a:gs pos="100000">
                  <a:srgbClr val="14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10488134">
              <a:off x="2382997" y="1311984"/>
              <a:ext cx="515258" cy="68160"/>
            </a:xfrm>
            <a:prstGeom prst="ellipse">
              <a:avLst/>
            </a:prstGeom>
            <a:gradFill>
              <a:gsLst>
                <a:gs pos="0">
                  <a:srgbClr val="FFCDA1">
                    <a:alpha val="32968"/>
                  </a:srgbClr>
                </a:gs>
                <a:gs pos="14286">
                  <a:srgbClr val="FFCDA1">
                    <a:alpha val="30764"/>
                  </a:srgbClr>
                </a:gs>
                <a:gs pos="28571">
                  <a:srgbClr val="FFCDA1">
                    <a:alpha val="24833"/>
                  </a:srgbClr>
                </a:gs>
                <a:gs pos="42857">
                  <a:srgbClr val="FFCDA1">
                    <a:alpha val="17075"/>
                  </a:srgbClr>
                </a:gs>
                <a:gs pos="57143">
                  <a:srgbClr val="FFCDA1">
                    <a:alpha val="9855"/>
                  </a:srgbClr>
                </a:gs>
                <a:gs pos="71429">
                  <a:srgbClr val="FFCDA1">
                    <a:alpha val="4740"/>
                  </a:srgbClr>
                </a:gs>
                <a:gs pos="85714">
                  <a:srgbClr val="FFCDA1">
                    <a:alpha val="1902"/>
                  </a:srgbClr>
                </a:gs>
                <a:gs pos="100000">
                  <a:srgbClr val="FFCD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4891377">
              <a:off x="1706128" y="78379"/>
              <a:ext cx="624315" cy="847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4825079">
              <a:off x="1210731" y="664857"/>
              <a:ext cx="548589" cy="285761"/>
            </a:xfrm>
            <a:prstGeom prst="ellipse">
              <a:avLst/>
            </a:prstGeom>
            <a:gradFill>
              <a:gsLst>
                <a:gs pos="0">
                  <a:srgbClr val="002A00">
                    <a:alpha val="32968"/>
                  </a:srgbClr>
                </a:gs>
                <a:gs pos="14286">
                  <a:srgbClr val="002A00">
                    <a:alpha val="30764"/>
                  </a:srgbClr>
                </a:gs>
                <a:gs pos="28571">
                  <a:srgbClr val="002A00">
                    <a:alpha val="24833"/>
                  </a:srgbClr>
                </a:gs>
                <a:gs pos="42857">
                  <a:srgbClr val="002A00">
                    <a:alpha val="17075"/>
                  </a:srgbClr>
                </a:gs>
                <a:gs pos="57143">
                  <a:srgbClr val="002A00">
                    <a:alpha val="9855"/>
                  </a:srgbClr>
                </a:gs>
                <a:gs pos="71429">
                  <a:srgbClr val="002A00">
                    <a:alpha val="4740"/>
                  </a:srgbClr>
                </a:gs>
                <a:gs pos="85714">
                  <a:srgbClr val="002A00">
                    <a:alpha val="1902"/>
                  </a:srgbClr>
                </a:gs>
                <a:gs pos="100000">
                  <a:srgbClr val="002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3889167">
              <a:off x="1709399" y="-12545"/>
              <a:ext cx="688679" cy="1075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7123556">
              <a:off x="1196680" y="175077"/>
              <a:ext cx="723048" cy="76410"/>
            </a:xfrm>
            <a:prstGeom prst="ellipse">
              <a:avLst/>
            </a:prstGeom>
            <a:gradFill>
              <a:gsLst>
                <a:gs pos="0">
                  <a:srgbClr val="FFC893">
                    <a:alpha val="32968"/>
                  </a:srgbClr>
                </a:gs>
                <a:gs pos="14286">
                  <a:srgbClr val="FFC893">
                    <a:alpha val="30764"/>
                  </a:srgbClr>
                </a:gs>
                <a:gs pos="28571">
                  <a:srgbClr val="FFC893">
                    <a:alpha val="24833"/>
                  </a:srgbClr>
                </a:gs>
                <a:gs pos="42857">
                  <a:srgbClr val="FFC893">
                    <a:alpha val="17075"/>
                  </a:srgbClr>
                </a:gs>
                <a:gs pos="57143">
                  <a:srgbClr val="FFC893">
                    <a:alpha val="9855"/>
                  </a:srgbClr>
                </a:gs>
                <a:gs pos="71429">
                  <a:srgbClr val="FFC893">
                    <a:alpha val="4740"/>
                  </a:srgbClr>
                </a:gs>
                <a:gs pos="85714">
                  <a:srgbClr val="FFC893">
                    <a:alpha val="1902"/>
                  </a:srgbClr>
                </a:gs>
                <a:gs pos="100000">
                  <a:srgbClr val="FFC8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-8469961">
              <a:off x="1470380" y="664788"/>
              <a:ext cx="478533" cy="128429"/>
            </a:xfrm>
            <a:prstGeom prst="ellipse">
              <a:avLst/>
            </a:prstGeom>
            <a:gradFill>
              <a:gsLst>
                <a:gs pos="0">
                  <a:srgbClr val="FBCE66">
                    <a:alpha val="10415"/>
                  </a:srgbClr>
                </a:gs>
                <a:gs pos="14286">
                  <a:srgbClr val="FBCE66">
                    <a:alpha val="9614"/>
                  </a:srgbClr>
                </a:gs>
                <a:gs pos="28571">
                  <a:srgbClr val="FBCE66">
                    <a:alpha val="7549"/>
                  </a:srgbClr>
                </a:gs>
                <a:gs pos="42857">
                  <a:srgbClr val="FBCE66">
                    <a:alpha val="5018"/>
                  </a:srgbClr>
                </a:gs>
                <a:gs pos="57143">
                  <a:srgbClr val="FBCE66">
                    <a:alpha val="2812"/>
                  </a:srgbClr>
                </a:gs>
                <a:gs pos="71429">
                  <a:srgbClr val="FBCE66">
                    <a:alpha val="1326"/>
                  </a:srgbClr>
                </a:gs>
                <a:gs pos="85714">
                  <a:srgbClr val="FBCE66">
                    <a:alpha val="527"/>
                  </a:srgbClr>
                </a:gs>
                <a:gs pos="100000">
                  <a:srgbClr val="FBCE66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4406732">
              <a:off x="1189107" y="809293"/>
              <a:ext cx="539434" cy="99864"/>
            </a:xfrm>
            <a:prstGeom prst="ellipse">
              <a:avLst/>
            </a:prstGeom>
            <a:gradFill>
              <a:gsLst>
                <a:gs pos="0">
                  <a:srgbClr val="000029">
                    <a:alpha val="32968"/>
                  </a:srgbClr>
                </a:gs>
                <a:gs pos="14286">
                  <a:srgbClr val="000029">
                    <a:alpha val="30764"/>
                  </a:srgbClr>
                </a:gs>
                <a:gs pos="28571">
                  <a:srgbClr val="000029">
                    <a:alpha val="24833"/>
                  </a:srgbClr>
                </a:gs>
                <a:gs pos="42857">
                  <a:srgbClr val="000029">
                    <a:alpha val="17075"/>
                  </a:srgbClr>
                </a:gs>
                <a:gs pos="57143">
                  <a:srgbClr val="000029">
                    <a:alpha val="9855"/>
                  </a:srgbClr>
                </a:gs>
                <a:gs pos="71429">
                  <a:srgbClr val="000029">
                    <a:alpha val="4740"/>
                  </a:srgbClr>
                </a:gs>
                <a:gs pos="85714">
                  <a:srgbClr val="000029">
                    <a:alpha val="1902"/>
                  </a:srgbClr>
                </a:gs>
                <a:gs pos="100000">
                  <a:srgbClr val="00002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5497424">
              <a:off x="1025179" y="994459"/>
              <a:ext cx="280086" cy="260145"/>
            </a:xfrm>
            <a:prstGeom prst="ellipse">
              <a:avLst/>
            </a:prstGeom>
            <a:gradFill>
              <a:gsLst>
                <a:gs pos="0">
                  <a:srgbClr val="400000">
                    <a:alpha val="7269"/>
                  </a:srgbClr>
                </a:gs>
                <a:gs pos="14286">
                  <a:srgbClr val="400000">
                    <a:alpha val="6701"/>
                  </a:srgbClr>
                </a:gs>
                <a:gs pos="28571">
                  <a:srgbClr val="400000">
                    <a:alpha val="5243"/>
                  </a:srgbClr>
                </a:gs>
                <a:gs pos="42857">
                  <a:srgbClr val="400000">
                    <a:alpha val="3471"/>
                  </a:srgbClr>
                </a:gs>
                <a:gs pos="57143">
                  <a:srgbClr val="400000">
                    <a:alpha val="1938"/>
                  </a:srgbClr>
                </a:gs>
                <a:gs pos="71429">
                  <a:srgbClr val="400000">
                    <a:alpha val="912"/>
                  </a:srgbClr>
                </a:gs>
                <a:gs pos="85714">
                  <a:srgbClr val="400000">
                    <a:alpha val="362"/>
                  </a:srgbClr>
                </a:gs>
                <a:gs pos="100000">
                  <a:srgbClr val="400000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4008646">
              <a:off x="1286237" y="418069"/>
              <a:ext cx="630068" cy="68264"/>
            </a:xfrm>
            <a:prstGeom prst="ellipse">
              <a:avLst/>
            </a:prstGeom>
            <a:gradFill>
              <a:gsLst>
                <a:gs pos="0">
                  <a:srgbClr val="281700">
                    <a:alpha val="29650"/>
                  </a:srgbClr>
                </a:gs>
                <a:gs pos="14286">
                  <a:srgbClr val="281700">
                    <a:alpha val="27620"/>
                  </a:srgbClr>
                </a:gs>
                <a:gs pos="28571">
                  <a:srgbClr val="281700">
                    <a:alpha val="22196"/>
                  </a:srgbClr>
                </a:gs>
                <a:gs pos="42857">
                  <a:srgbClr val="281700">
                    <a:alpha val="15179"/>
                  </a:srgbClr>
                </a:gs>
                <a:gs pos="57143">
                  <a:srgbClr val="281700">
                    <a:alpha val="8718"/>
                  </a:srgbClr>
                </a:gs>
                <a:gs pos="71429">
                  <a:srgbClr val="281700">
                    <a:alpha val="4180"/>
                  </a:srgbClr>
                </a:gs>
                <a:gs pos="85714">
                  <a:srgbClr val="281700">
                    <a:alpha val="1674"/>
                  </a:srgbClr>
                </a:gs>
                <a:gs pos="100000">
                  <a:srgbClr val="281700">
                    <a:alpha val="5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-9448825">
              <a:off x="1516820" y="1973166"/>
              <a:ext cx="510870" cy="394054"/>
            </a:xfrm>
            <a:prstGeom prst="ellipse">
              <a:avLst/>
            </a:prstGeom>
            <a:gradFill>
              <a:gsLst>
                <a:gs pos="0">
                  <a:srgbClr val="A9BC57">
                    <a:alpha val="4067"/>
                  </a:srgbClr>
                </a:gs>
                <a:gs pos="14286">
                  <a:srgbClr val="A9BC57">
                    <a:alpha val="3744"/>
                  </a:srgbClr>
                </a:gs>
                <a:gs pos="28571">
                  <a:srgbClr val="A9BC57">
                    <a:alpha val="2920"/>
                  </a:srgbClr>
                </a:gs>
                <a:gs pos="42857">
                  <a:srgbClr val="A9BC57">
                    <a:alpha val="1925"/>
                  </a:srgbClr>
                </a:gs>
                <a:gs pos="57143">
                  <a:srgbClr val="A9BC57">
                    <a:alpha val="1071"/>
                  </a:srgbClr>
                </a:gs>
                <a:gs pos="71429">
                  <a:srgbClr val="A9BC57">
                    <a:alpha val="503"/>
                  </a:srgbClr>
                </a:gs>
                <a:gs pos="85714">
                  <a:srgbClr val="A9BC57">
                    <a:alpha val="199"/>
                  </a:srgbClr>
                </a:gs>
                <a:gs pos="100000">
                  <a:srgbClr val="A9BC57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5932758">
              <a:off x="-80472" y="-91087"/>
              <a:ext cx="721125" cy="255462"/>
            </a:xfrm>
            <a:prstGeom prst="ellipse">
              <a:avLst/>
            </a:prstGeom>
            <a:gradFill>
              <a:gsLst>
                <a:gs pos="0">
                  <a:srgbClr val="A19AA6">
                    <a:alpha val="9405"/>
                  </a:srgbClr>
                </a:gs>
                <a:gs pos="14286">
                  <a:srgbClr val="A19AA6">
                    <a:alpha val="8678"/>
                  </a:srgbClr>
                </a:gs>
                <a:gs pos="28571">
                  <a:srgbClr val="A19AA6">
                    <a:alpha val="6806"/>
                  </a:srgbClr>
                </a:gs>
                <a:gs pos="42857">
                  <a:srgbClr val="A19AA6">
                    <a:alpha val="4518"/>
                  </a:srgbClr>
                </a:gs>
                <a:gs pos="57143">
                  <a:srgbClr val="A19AA6">
                    <a:alpha val="2529"/>
                  </a:srgbClr>
                </a:gs>
                <a:gs pos="71429">
                  <a:srgbClr val="A19AA6">
                    <a:alpha val="1192"/>
                  </a:srgbClr>
                </a:gs>
                <a:gs pos="85714">
                  <a:srgbClr val="A19AA6">
                    <a:alpha val="473"/>
                  </a:srgbClr>
                </a:gs>
                <a:gs pos="100000">
                  <a:srgbClr val="A19AA6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-10606173">
              <a:off x="1882270" y="438560"/>
              <a:ext cx="500429" cy="422980"/>
            </a:xfrm>
            <a:prstGeom prst="ellipse">
              <a:avLst/>
            </a:prstGeom>
            <a:gradFill>
              <a:gsLst>
                <a:gs pos="0">
                  <a:srgbClr val="CA7C00">
                    <a:alpha val="18236"/>
                  </a:srgbClr>
                </a:gs>
                <a:gs pos="14286">
                  <a:srgbClr val="CA7C00">
                    <a:alpha val="16894"/>
                  </a:srgbClr>
                </a:gs>
                <a:gs pos="28571">
                  <a:srgbClr val="CA7C00">
                    <a:alpha val="13384"/>
                  </a:srgbClr>
                </a:gs>
                <a:gs pos="42857">
                  <a:srgbClr val="CA7C00">
                    <a:alpha val="8994"/>
                  </a:srgbClr>
                </a:gs>
                <a:gs pos="57143">
                  <a:srgbClr val="CA7C00">
                    <a:alpha val="5088"/>
                  </a:srgbClr>
                </a:gs>
                <a:gs pos="71429">
                  <a:srgbClr val="CA7C00">
                    <a:alpha val="2415"/>
                  </a:srgbClr>
                </a:gs>
                <a:gs pos="85714">
                  <a:srgbClr val="CA7C00">
                    <a:alpha val="962"/>
                  </a:srgbClr>
                </a:gs>
                <a:gs pos="100000">
                  <a:srgbClr val="CA7C00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5663956">
              <a:off x="1124514" y="-9228"/>
              <a:ext cx="453535" cy="443023"/>
            </a:xfrm>
            <a:prstGeom prst="ellipse">
              <a:avLst/>
            </a:prstGeom>
            <a:gradFill>
              <a:gsLst>
                <a:gs pos="0">
                  <a:srgbClr val="996400">
                    <a:alpha val="8389"/>
                  </a:srgbClr>
                </a:gs>
                <a:gs pos="14286">
                  <a:srgbClr val="996400">
                    <a:alpha val="7738"/>
                  </a:srgbClr>
                </a:gs>
                <a:gs pos="28571">
                  <a:srgbClr val="996400">
                    <a:alpha val="6062"/>
                  </a:srgbClr>
                </a:gs>
                <a:gs pos="42857">
                  <a:srgbClr val="996400">
                    <a:alpha val="4019"/>
                  </a:srgbClr>
                </a:gs>
                <a:gs pos="57143">
                  <a:srgbClr val="996400">
                    <a:alpha val="2247"/>
                  </a:srgbClr>
                </a:gs>
                <a:gs pos="71429">
                  <a:srgbClr val="996400">
                    <a:alpha val="1058"/>
                  </a:srgbClr>
                </a:gs>
                <a:gs pos="85714">
                  <a:srgbClr val="996400">
                    <a:alpha val="420"/>
                  </a:srgbClr>
                </a:gs>
                <a:gs pos="100000">
                  <a:srgbClr val="996400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5915588">
              <a:off x="2405952" y="555819"/>
              <a:ext cx="434938" cy="425259"/>
            </a:xfrm>
            <a:prstGeom prst="ellipse">
              <a:avLst/>
            </a:prstGeom>
            <a:gradFill>
              <a:gsLst>
                <a:gs pos="0">
                  <a:srgbClr val="FF7D00">
                    <a:alpha val="1994"/>
                  </a:srgbClr>
                </a:gs>
                <a:gs pos="14286">
                  <a:srgbClr val="FF7D00">
                    <a:alpha val="1834"/>
                  </a:srgbClr>
                </a:gs>
                <a:gs pos="28571">
                  <a:srgbClr val="FF7D00">
                    <a:alpha val="1427"/>
                  </a:srgbClr>
                </a:gs>
                <a:gs pos="42857">
                  <a:srgbClr val="FF7D00">
                    <a:alpha val="938"/>
                  </a:srgbClr>
                </a:gs>
                <a:gs pos="57143">
                  <a:srgbClr val="FF7D00">
                    <a:alpha val="521"/>
                  </a:srgbClr>
                </a:gs>
                <a:gs pos="71429">
                  <a:srgbClr val="FF7D00">
                    <a:alpha val="244"/>
                  </a:srgbClr>
                </a:gs>
                <a:gs pos="85714">
                  <a:srgbClr val="FF7D00">
                    <a:alpha val="97"/>
                  </a:srgbClr>
                </a:gs>
                <a:gs pos="100000">
                  <a:srgbClr val="FF7D00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-9716906">
              <a:off x="1265424" y="1160969"/>
              <a:ext cx="281659" cy="216157"/>
            </a:xfrm>
            <a:prstGeom prst="ellipse">
              <a:avLst/>
            </a:prstGeom>
            <a:gradFill>
              <a:gsLst>
                <a:gs pos="0">
                  <a:srgbClr val="FF5500">
                    <a:alpha val="7739"/>
                  </a:srgbClr>
                </a:gs>
                <a:gs pos="14286">
                  <a:srgbClr val="FF5500">
                    <a:alpha val="7136"/>
                  </a:srgbClr>
                </a:gs>
                <a:gs pos="28571">
                  <a:srgbClr val="FF5500">
                    <a:alpha val="5586"/>
                  </a:srgbClr>
                </a:gs>
                <a:gs pos="42857">
                  <a:srgbClr val="FF5500">
                    <a:alpha val="3700"/>
                  </a:srgbClr>
                </a:gs>
                <a:gs pos="57143">
                  <a:srgbClr val="FF5500">
                    <a:alpha val="2068"/>
                  </a:srgbClr>
                </a:gs>
                <a:gs pos="71429">
                  <a:srgbClr val="FF5500">
                    <a:alpha val="973"/>
                  </a:srgbClr>
                </a:gs>
                <a:gs pos="85714">
                  <a:srgbClr val="FF5500">
                    <a:alpha val="386"/>
                  </a:srgbClr>
                </a:gs>
                <a:gs pos="100000">
                  <a:srgbClr val="FF5500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8005115">
              <a:off x="1538776" y="2032122"/>
              <a:ext cx="597313" cy="154408"/>
            </a:xfrm>
            <a:prstGeom prst="ellipse">
              <a:avLst/>
            </a:prstGeom>
            <a:gradFill>
              <a:gsLst>
                <a:gs pos="0">
                  <a:srgbClr val="04004E">
                    <a:alpha val="5087"/>
                  </a:srgbClr>
                </a:gs>
                <a:gs pos="14286">
                  <a:srgbClr val="04004E">
                    <a:alpha val="4685"/>
                  </a:srgbClr>
                </a:gs>
                <a:gs pos="28571">
                  <a:srgbClr val="04004E">
                    <a:alpha val="3657"/>
                  </a:srgbClr>
                </a:gs>
                <a:gs pos="42857">
                  <a:srgbClr val="04004E">
                    <a:alpha val="2414"/>
                  </a:srgbClr>
                </a:gs>
                <a:gs pos="57143">
                  <a:srgbClr val="04004E">
                    <a:alpha val="1345"/>
                  </a:srgbClr>
                </a:gs>
                <a:gs pos="71429">
                  <a:srgbClr val="04004E">
                    <a:alpha val="632"/>
                  </a:srgbClr>
                </a:gs>
                <a:gs pos="85714">
                  <a:srgbClr val="04004E">
                    <a:alpha val="250"/>
                  </a:srgbClr>
                </a:gs>
                <a:gs pos="100000">
                  <a:srgbClr val="04004E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9743897">
              <a:off x="1631698" y="930988"/>
              <a:ext cx="592772" cy="407460"/>
            </a:xfrm>
            <a:prstGeom prst="ellipse">
              <a:avLst/>
            </a:prstGeom>
            <a:gradFill>
              <a:gsLst>
                <a:gs pos="0">
                  <a:srgbClr val="FBA200">
                    <a:alpha val="13026"/>
                  </a:srgbClr>
                </a:gs>
                <a:gs pos="14286">
                  <a:srgbClr val="FBA200">
                    <a:alpha val="12038"/>
                  </a:srgbClr>
                </a:gs>
                <a:gs pos="28571">
                  <a:srgbClr val="FBA200">
                    <a:alpha val="9480"/>
                  </a:srgbClr>
                </a:gs>
                <a:gs pos="42857">
                  <a:srgbClr val="FBA200">
                    <a:alpha val="6324"/>
                  </a:srgbClr>
                </a:gs>
                <a:gs pos="57143">
                  <a:srgbClr val="FBA200">
                    <a:alpha val="3555"/>
                  </a:srgbClr>
                </a:gs>
                <a:gs pos="71429">
                  <a:srgbClr val="FBA200">
                    <a:alpha val="1680"/>
                  </a:srgbClr>
                </a:gs>
                <a:gs pos="85714">
                  <a:srgbClr val="FBA200">
                    <a:alpha val="668"/>
                  </a:srgbClr>
                </a:gs>
                <a:gs pos="100000">
                  <a:srgbClr val="FBA200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4511306">
              <a:off x="2139536" y="449833"/>
              <a:ext cx="663489" cy="63009"/>
            </a:xfrm>
            <a:prstGeom prst="ellipse">
              <a:avLst/>
            </a:prstGeom>
            <a:gradFill>
              <a:gsLst>
                <a:gs pos="0">
                  <a:srgbClr val="783D00">
                    <a:alpha val="23919"/>
                  </a:srgbClr>
                </a:gs>
                <a:gs pos="14286">
                  <a:srgbClr val="783D00">
                    <a:alpha val="22218"/>
                  </a:srgbClr>
                </a:gs>
                <a:gs pos="28571">
                  <a:srgbClr val="783D00">
                    <a:alpha val="17724"/>
                  </a:srgbClr>
                </a:gs>
                <a:gs pos="42857">
                  <a:srgbClr val="783D00">
                    <a:alpha val="12012"/>
                  </a:srgbClr>
                </a:gs>
                <a:gs pos="57143">
                  <a:srgbClr val="783D00">
                    <a:alpha val="6845"/>
                  </a:srgbClr>
                </a:gs>
                <a:gs pos="71429">
                  <a:srgbClr val="783D00">
                    <a:alpha val="3265"/>
                  </a:srgbClr>
                </a:gs>
                <a:gs pos="85714">
                  <a:srgbClr val="783D00">
                    <a:alpha val="1304"/>
                  </a:srgbClr>
                </a:gs>
                <a:gs pos="100000">
                  <a:srgbClr val="783D00">
                    <a:alpha val="4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8930537">
              <a:off x="3236830" y="1054184"/>
              <a:ext cx="376896" cy="317772"/>
            </a:xfrm>
            <a:prstGeom prst="ellipse">
              <a:avLst/>
            </a:prstGeom>
            <a:gradFill>
              <a:gsLst>
                <a:gs pos="0">
                  <a:srgbClr val="C19AEC">
                    <a:alpha val="19043"/>
                  </a:srgbClr>
                </a:gs>
                <a:gs pos="14286">
                  <a:srgbClr val="C19AEC">
                    <a:alpha val="17648"/>
                  </a:srgbClr>
                </a:gs>
                <a:gs pos="28571">
                  <a:srgbClr val="C19AEC">
                    <a:alpha val="13994"/>
                  </a:srgbClr>
                </a:gs>
                <a:gs pos="42857">
                  <a:srgbClr val="C19AEC">
                    <a:alpha val="9415"/>
                  </a:srgbClr>
                </a:gs>
                <a:gs pos="57143">
                  <a:srgbClr val="C19AEC">
                    <a:alpha val="5332"/>
                  </a:srgbClr>
                </a:gs>
                <a:gs pos="71429">
                  <a:srgbClr val="C19AEC">
                    <a:alpha val="2532"/>
                  </a:srgbClr>
                </a:gs>
                <a:gs pos="85714">
                  <a:srgbClr val="C19AEC">
                    <a:alpha val="1009"/>
                  </a:srgbClr>
                </a:gs>
                <a:gs pos="100000">
                  <a:srgbClr val="C19AEC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-9368278">
              <a:off x="32754" y="-177908"/>
              <a:ext cx="524065" cy="472408"/>
            </a:xfrm>
            <a:prstGeom prst="ellipse">
              <a:avLst/>
            </a:prstGeom>
            <a:gradFill>
              <a:gsLst>
                <a:gs pos="0">
                  <a:srgbClr val="687500">
                    <a:alpha val="6621"/>
                  </a:srgbClr>
                </a:gs>
                <a:gs pos="14286">
                  <a:srgbClr val="687500">
                    <a:alpha val="6102"/>
                  </a:srgbClr>
                </a:gs>
                <a:gs pos="28571">
                  <a:srgbClr val="687500">
                    <a:alpha val="4771"/>
                  </a:srgbClr>
                </a:gs>
                <a:gs pos="42857">
                  <a:srgbClr val="687500">
                    <a:alpha val="3156"/>
                  </a:srgbClr>
                </a:gs>
                <a:gs pos="57143">
                  <a:srgbClr val="687500">
                    <a:alpha val="1761"/>
                  </a:srgbClr>
                </a:gs>
                <a:gs pos="71429">
                  <a:srgbClr val="687500">
                    <a:alpha val="828"/>
                  </a:srgbClr>
                </a:gs>
                <a:gs pos="85714">
                  <a:srgbClr val="687500">
                    <a:alpha val="328"/>
                  </a:srgbClr>
                </a:gs>
                <a:gs pos="100000">
                  <a:srgbClr val="687500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-9582282">
              <a:off x="1286007" y="563344"/>
              <a:ext cx="362716" cy="27951"/>
            </a:xfrm>
            <a:prstGeom prst="ellipse">
              <a:avLst/>
            </a:prstGeom>
            <a:gradFill>
              <a:gsLst>
                <a:gs pos="0">
                  <a:srgbClr val="300000">
                    <a:alpha val="32968"/>
                  </a:srgbClr>
                </a:gs>
                <a:gs pos="14286">
                  <a:srgbClr val="300000">
                    <a:alpha val="30764"/>
                  </a:srgbClr>
                </a:gs>
                <a:gs pos="28571">
                  <a:srgbClr val="300000">
                    <a:alpha val="24833"/>
                  </a:srgbClr>
                </a:gs>
                <a:gs pos="42857">
                  <a:srgbClr val="300000">
                    <a:alpha val="17075"/>
                  </a:srgbClr>
                </a:gs>
                <a:gs pos="57143">
                  <a:srgbClr val="300000">
                    <a:alpha val="9855"/>
                  </a:srgbClr>
                </a:gs>
                <a:gs pos="71429">
                  <a:srgbClr val="300000">
                    <a:alpha val="4740"/>
                  </a:srgbClr>
                </a:gs>
                <a:gs pos="85714">
                  <a:srgbClr val="300000">
                    <a:alpha val="1902"/>
                  </a:srgbClr>
                </a:gs>
                <a:gs pos="100000">
                  <a:srgbClr val="3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6738098">
              <a:off x="973103" y="2059307"/>
              <a:ext cx="553785" cy="146505"/>
            </a:xfrm>
            <a:prstGeom prst="ellipse">
              <a:avLst/>
            </a:prstGeom>
            <a:gradFill>
              <a:gsLst>
                <a:gs pos="0">
                  <a:srgbClr val="AC9D78">
                    <a:alpha val="3920"/>
                  </a:srgbClr>
                </a:gs>
                <a:gs pos="14286">
                  <a:srgbClr val="AC9D78">
                    <a:alpha val="3608"/>
                  </a:srgbClr>
                </a:gs>
                <a:gs pos="28571">
                  <a:srgbClr val="AC9D78">
                    <a:alpha val="2813"/>
                  </a:srgbClr>
                </a:gs>
                <a:gs pos="42857">
                  <a:srgbClr val="AC9D78">
                    <a:alpha val="1854"/>
                  </a:srgbClr>
                </a:gs>
                <a:gs pos="57143">
                  <a:srgbClr val="AC9D78">
                    <a:alpha val="1032"/>
                  </a:srgbClr>
                </a:gs>
                <a:gs pos="71429">
                  <a:srgbClr val="AC9D78">
                    <a:alpha val="484"/>
                  </a:srgbClr>
                </a:gs>
                <a:gs pos="85714">
                  <a:srgbClr val="AC9D78">
                    <a:alpha val="192"/>
                  </a:srgbClr>
                </a:gs>
                <a:gs pos="100000">
                  <a:srgbClr val="AC9D78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8228637">
              <a:off x="2224415" y="1657148"/>
              <a:ext cx="707523" cy="140968"/>
            </a:xfrm>
            <a:prstGeom prst="ellipse">
              <a:avLst/>
            </a:prstGeom>
            <a:gradFill>
              <a:gsLst>
                <a:gs pos="0">
                  <a:srgbClr val="E0A34D">
                    <a:alpha val="32968"/>
                  </a:srgbClr>
                </a:gs>
                <a:gs pos="14286">
                  <a:srgbClr val="E0A34D">
                    <a:alpha val="30764"/>
                  </a:srgbClr>
                </a:gs>
                <a:gs pos="28571">
                  <a:srgbClr val="E0A34D">
                    <a:alpha val="24833"/>
                  </a:srgbClr>
                </a:gs>
                <a:gs pos="42857">
                  <a:srgbClr val="E0A34D">
                    <a:alpha val="17075"/>
                  </a:srgbClr>
                </a:gs>
                <a:gs pos="57143">
                  <a:srgbClr val="E0A34D">
                    <a:alpha val="9855"/>
                  </a:srgbClr>
                </a:gs>
                <a:gs pos="71429">
                  <a:srgbClr val="E0A34D">
                    <a:alpha val="4740"/>
                  </a:srgbClr>
                </a:gs>
                <a:gs pos="85714">
                  <a:srgbClr val="E0A34D">
                    <a:alpha val="1902"/>
                  </a:srgbClr>
                </a:gs>
                <a:gs pos="100000">
                  <a:srgbClr val="E0A3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5896212">
              <a:off x="580241" y="1435641"/>
              <a:ext cx="578169" cy="464626"/>
            </a:xfrm>
            <a:prstGeom prst="ellipse">
              <a:avLst/>
            </a:prstGeom>
            <a:gradFill>
              <a:gsLst>
                <a:gs pos="0">
                  <a:srgbClr val="AB6200">
                    <a:alpha val="18604"/>
                  </a:srgbClr>
                </a:gs>
                <a:gs pos="14286">
                  <a:srgbClr val="AB6200">
                    <a:alpha val="17237"/>
                  </a:srgbClr>
                </a:gs>
                <a:gs pos="28571">
                  <a:srgbClr val="AB6200">
                    <a:alpha val="13662"/>
                  </a:srgbClr>
                </a:gs>
                <a:gs pos="42857">
                  <a:srgbClr val="AB6200">
                    <a:alpha val="9186"/>
                  </a:srgbClr>
                </a:gs>
                <a:gs pos="57143">
                  <a:srgbClr val="AB6200">
                    <a:alpha val="5199"/>
                  </a:srgbClr>
                </a:gs>
                <a:gs pos="71429">
                  <a:srgbClr val="AB6200">
                    <a:alpha val="2468"/>
                  </a:srgbClr>
                </a:gs>
                <a:gs pos="85714">
                  <a:srgbClr val="AB6200">
                    <a:alpha val="983"/>
                  </a:srgbClr>
                </a:gs>
                <a:gs pos="100000">
                  <a:srgbClr val="AB6200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6972396">
              <a:off x="2400221" y="1071673"/>
              <a:ext cx="664186" cy="145293"/>
            </a:xfrm>
            <a:prstGeom prst="ellipse">
              <a:avLst/>
            </a:prstGeom>
            <a:gradFill>
              <a:gsLst>
                <a:gs pos="0">
                  <a:srgbClr val="050000">
                    <a:alpha val="32968"/>
                  </a:srgbClr>
                </a:gs>
                <a:gs pos="14286">
                  <a:srgbClr val="050000">
                    <a:alpha val="30764"/>
                  </a:srgbClr>
                </a:gs>
                <a:gs pos="28571">
                  <a:srgbClr val="050000">
                    <a:alpha val="24833"/>
                  </a:srgbClr>
                </a:gs>
                <a:gs pos="42857">
                  <a:srgbClr val="050000">
                    <a:alpha val="17075"/>
                  </a:srgbClr>
                </a:gs>
                <a:gs pos="57143">
                  <a:srgbClr val="050000">
                    <a:alpha val="9855"/>
                  </a:srgbClr>
                </a:gs>
                <a:gs pos="71429">
                  <a:srgbClr val="050000">
                    <a:alpha val="4740"/>
                  </a:srgbClr>
                </a:gs>
                <a:gs pos="85714">
                  <a:srgbClr val="050000">
                    <a:alpha val="1902"/>
                  </a:srgbClr>
                </a:gs>
                <a:gs pos="100000">
                  <a:srgbClr val="0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9585613">
              <a:off x="420336" y="1828698"/>
              <a:ext cx="626852" cy="70373"/>
            </a:xfrm>
            <a:prstGeom prst="ellipse">
              <a:avLst/>
            </a:prstGeom>
            <a:gradFill>
              <a:gsLst>
                <a:gs pos="0">
                  <a:srgbClr val="4F0000">
                    <a:alpha val="32968"/>
                  </a:srgbClr>
                </a:gs>
                <a:gs pos="14286">
                  <a:srgbClr val="4F0000">
                    <a:alpha val="30764"/>
                  </a:srgbClr>
                </a:gs>
                <a:gs pos="28571">
                  <a:srgbClr val="4F0000">
                    <a:alpha val="24833"/>
                  </a:srgbClr>
                </a:gs>
                <a:gs pos="42857">
                  <a:srgbClr val="4F0000">
                    <a:alpha val="17075"/>
                  </a:srgbClr>
                </a:gs>
                <a:gs pos="57143">
                  <a:srgbClr val="4F0000">
                    <a:alpha val="9855"/>
                  </a:srgbClr>
                </a:gs>
                <a:gs pos="71429">
                  <a:srgbClr val="4F0000">
                    <a:alpha val="4740"/>
                  </a:srgbClr>
                </a:gs>
                <a:gs pos="85714">
                  <a:srgbClr val="4F0000">
                    <a:alpha val="1902"/>
                  </a:srgbClr>
                </a:gs>
                <a:gs pos="100000">
                  <a:srgbClr val="4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9887439">
              <a:off x="1049560" y="603358"/>
              <a:ext cx="389221" cy="42577"/>
            </a:xfrm>
            <a:prstGeom prst="ellipse">
              <a:avLst/>
            </a:prstGeom>
            <a:gradFill>
              <a:gsLst>
                <a:gs pos="0">
                  <a:srgbClr val="FFDDBE">
                    <a:alpha val="32968"/>
                  </a:srgbClr>
                </a:gs>
                <a:gs pos="14286">
                  <a:srgbClr val="FFDDBE">
                    <a:alpha val="30764"/>
                  </a:srgbClr>
                </a:gs>
                <a:gs pos="28571">
                  <a:srgbClr val="FFDDBE">
                    <a:alpha val="24833"/>
                  </a:srgbClr>
                </a:gs>
                <a:gs pos="42857">
                  <a:srgbClr val="FFDDBE">
                    <a:alpha val="17075"/>
                  </a:srgbClr>
                </a:gs>
                <a:gs pos="57143">
                  <a:srgbClr val="FFDDBE">
                    <a:alpha val="9855"/>
                  </a:srgbClr>
                </a:gs>
                <a:gs pos="71429">
                  <a:srgbClr val="FFDDBE">
                    <a:alpha val="4740"/>
                  </a:srgbClr>
                </a:gs>
                <a:gs pos="85714">
                  <a:srgbClr val="FFDDBE">
                    <a:alpha val="1902"/>
                  </a:srgbClr>
                </a:gs>
                <a:gs pos="100000">
                  <a:srgbClr val="FFDD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3241820">
              <a:off x="509843" y="204547"/>
              <a:ext cx="704134" cy="55876"/>
            </a:xfrm>
            <a:prstGeom prst="ellipse">
              <a:avLst/>
            </a:prstGeom>
            <a:gradFill>
              <a:gsLst>
                <a:gs pos="0">
                  <a:srgbClr val="3C001A">
                    <a:alpha val="32968"/>
                  </a:srgbClr>
                </a:gs>
                <a:gs pos="14286">
                  <a:srgbClr val="3C001A">
                    <a:alpha val="30764"/>
                  </a:srgbClr>
                </a:gs>
                <a:gs pos="28571">
                  <a:srgbClr val="3C001A">
                    <a:alpha val="24833"/>
                  </a:srgbClr>
                </a:gs>
                <a:gs pos="42857">
                  <a:srgbClr val="3C001A">
                    <a:alpha val="17075"/>
                  </a:srgbClr>
                </a:gs>
                <a:gs pos="57143">
                  <a:srgbClr val="3C001A">
                    <a:alpha val="9855"/>
                  </a:srgbClr>
                </a:gs>
                <a:gs pos="71429">
                  <a:srgbClr val="3C001A">
                    <a:alpha val="4740"/>
                  </a:srgbClr>
                </a:gs>
                <a:gs pos="85714">
                  <a:srgbClr val="3C001A">
                    <a:alpha val="1902"/>
                  </a:srgbClr>
                </a:gs>
                <a:gs pos="100000">
                  <a:srgbClr val="3C00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3258275">
              <a:off x="1115808" y="845613"/>
              <a:ext cx="533787" cy="2217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4948710">
              <a:off x="2108655" y="24290"/>
              <a:ext cx="457867" cy="375252"/>
            </a:xfrm>
            <a:prstGeom prst="ellipse">
              <a:avLst/>
            </a:prstGeom>
            <a:gradFill>
              <a:gsLst>
                <a:gs pos="0">
                  <a:srgbClr val="E09600">
                    <a:alpha val="14609"/>
                  </a:srgbClr>
                </a:gs>
                <a:gs pos="14286">
                  <a:srgbClr val="E09600">
                    <a:alpha val="13511"/>
                  </a:srgbClr>
                </a:gs>
                <a:gs pos="28571">
                  <a:srgbClr val="E09600">
                    <a:alpha val="10659"/>
                  </a:srgbClr>
                </a:gs>
                <a:gs pos="42857">
                  <a:srgbClr val="E09600">
                    <a:alpha val="7126"/>
                  </a:srgbClr>
                </a:gs>
                <a:gs pos="57143">
                  <a:srgbClr val="E09600">
                    <a:alpha val="4014"/>
                  </a:srgbClr>
                </a:gs>
                <a:gs pos="71429">
                  <a:srgbClr val="E09600">
                    <a:alpha val="1899"/>
                  </a:srgbClr>
                </a:gs>
                <a:gs pos="85714">
                  <a:srgbClr val="E09600">
                    <a:alpha val="755"/>
                  </a:srgbClr>
                </a:gs>
                <a:gs pos="100000">
                  <a:srgbClr val="E09600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4370400">
              <a:off x="1830479" y="183729"/>
              <a:ext cx="498134" cy="156919"/>
            </a:xfrm>
            <a:prstGeom prst="ellipse">
              <a:avLst/>
            </a:prstGeom>
            <a:gradFill>
              <a:gsLst>
                <a:gs pos="0">
                  <a:srgbClr val="000000">
                    <a:alpha val="25365"/>
                  </a:srgbClr>
                </a:gs>
                <a:gs pos="14286">
                  <a:srgbClr val="000000">
                    <a:alpha val="23578"/>
                  </a:srgbClr>
                </a:gs>
                <a:gs pos="28571">
                  <a:srgbClr val="000000">
                    <a:alpha val="18843"/>
                  </a:srgbClr>
                </a:gs>
                <a:gs pos="42857">
                  <a:srgbClr val="000000">
                    <a:alpha val="12798"/>
                  </a:srgbClr>
                </a:gs>
                <a:gs pos="57143">
                  <a:srgbClr val="000000">
                    <a:alpha val="7307"/>
                  </a:srgbClr>
                </a:gs>
                <a:gs pos="71429">
                  <a:srgbClr val="000000">
                    <a:alpha val="3490"/>
                  </a:srgbClr>
                </a:gs>
                <a:gs pos="85714">
                  <a:srgbClr val="000000">
                    <a:alpha val="1395"/>
                  </a:srgbClr>
                </a:gs>
                <a:gs pos="100000">
                  <a:srgbClr val="000000">
                    <a:alpha val="4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2861232">
              <a:off x="2580243" y="1433851"/>
              <a:ext cx="453962" cy="353848"/>
            </a:xfrm>
            <a:prstGeom prst="ellipse">
              <a:avLst/>
            </a:prstGeom>
            <a:gradFill>
              <a:gsLst>
                <a:gs pos="0">
                  <a:srgbClr val="00447B">
                    <a:alpha val="32968"/>
                  </a:srgbClr>
                </a:gs>
                <a:gs pos="14286">
                  <a:srgbClr val="00447B">
                    <a:alpha val="30764"/>
                  </a:srgbClr>
                </a:gs>
                <a:gs pos="28571">
                  <a:srgbClr val="00447B">
                    <a:alpha val="24833"/>
                  </a:srgbClr>
                </a:gs>
                <a:gs pos="42857">
                  <a:srgbClr val="00447B">
                    <a:alpha val="17075"/>
                  </a:srgbClr>
                </a:gs>
                <a:gs pos="57143">
                  <a:srgbClr val="00447B">
                    <a:alpha val="9855"/>
                  </a:srgbClr>
                </a:gs>
                <a:gs pos="71429">
                  <a:srgbClr val="00447B">
                    <a:alpha val="4740"/>
                  </a:srgbClr>
                </a:gs>
                <a:gs pos="85714">
                  <a:srgbClr val="00447B">
                    <a:alpha val="1902"/>
                  </a:srgbClr>
                </a:gs>
                <a:gs pos="100000">
                  <a:srgbClr val="00447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4661959">
              <a:off x="1225250" y="147064"/>
              <a:ext cx="760129" cy="103114"/>
            </a:xfrm>
            <a:prstGeom prst="ellipse">
              <a:avLst/>
            </a:prstGeom>
            <a:gradFill>
              <a:gsLst>
                <a:gs pos="0">
                  <a:srgbClr val="260000">
                    <a:alpha val="32968"/>
                  </a:srgbClr>
                </a:gs>
                <a:gs pos="14286">
                  <a:srgbClr val="260000">
                    <a:alpha val="30764"/>
                  </a:srgbClr>
                </a:gs>
                <a:gs pos="28571">
                  <a:srgbClr val="260000">
                    <a:alpha val="24833"/>
                  </a:srgbClr>
                </a:gs>
                <a:gs pos="42857">
                  <a:srgbClr val="260000">
                    <a:alpha val="17075"/>
                  </a:srgbClr>
                </a:gs>
                <a:gs pos="57143">
                  <a:srgbClr val="260000">
                    <a:alpha val="9855"/>
                  </a:srgbClr>
                </a:gs>
                <a:gs pos="71429">
                  <a:srgbClr val="260000">
                    <a:alpha val="4740"/>
                  </a:srgbClr>
                </a:gs>
                <a:gs pos="85714">
                  <a:srgbClr val="260000">
                    <a:alpha val="1902"/>
                  </a:srgbClr>
                </a:gs>
                <a:gs pos="100000">
                  <a:srgbClr val="2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5289023">
              <a:off x="1813759" y="475674"/>
              <a:ext cx="620423" cy="39118"/>
            </a:xfrm>
            <a:prstGeom prst="ellipse">
              <a:avLst/>
            </a:prstGeom>
            <a:gradFill>
              <a:gsLst>
                <a:gs pos="0">
                  <a:srgbClr val="340000">
                    <a:alpha val="32968"/>
                  </a:srgbClr>
                </a:gs>
                <a:gs pos="14286">
                  <a:srgbClr val="340000">
                    <a:alpha val="30764"/>
                  </a:srgbClr>
                </a:gs>
                <a:gs pos="28571">
                  <a:srgbClr val="340000">
                    <a:alpha val="24833"/>
                  </a:srgbClr>
                </a:gs>
                <a:gs pos="42857">
                  <a:srgbClr val="340000">
                    <a:alpha val="17075"/>
                  </a:srgbClr>
                </a:gs>
                <a:gs pos="57143">
                  <a:srgbClr val="340000">
                    <a:alpha val="9855"/>
                  </a:srgbClr>
                </a:gs>
                <a:gs pos="71429">
                  <a:srgbClr val="340000">
                    <a:alpha val="4740"/>
                  </a:srgbClr>
                </a:gs>
                <a:gs pos="85714">
                  <a:srgbClr val="340000">
                    <a:alpha val="1902"/>
                  </a:srgbClr>
                </a:gs>
                <a:gs pos="100000">
                  <a:srgbClr val="3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8676210">
              <a:off x="744338" y="2045684"/>
              <a:ext cx="580941" cy="136691"/>
            </a:xfrm>
            <a:prstGeom prst="ellipse">
              <a:avLst/>
            </a:prstGeom>
            <a:gradFill>
              <a:gsLst>
                <a:gs pos="0">
                  <a:srgbClr val="4C0000">
                    <a:alpha val="11728"/>
                  </a:srgbClr>
                </a:gs>
                <a:gs pos="14286">
                  <a:srgbClr val="4C0000">
                    <a:alpha val="10833"/>
                  </a:srgbClr>
                </a:gs>
                <a:gs pos="28571">
                  <a:srgbClr val="4C0000">
                    <a:alpha val="8517"/>
                  </a:srgbClr>
                </a:gs>
                <a:gs pos="42857">
                  <a:srgbClr val="4C0000">
                    <a:alpha val="5672"/>
                  </a:srgbClr>
                </a:gs>
                <a:gs pos="57143">
                  <a:srgbClr val="4C0000">
                    <a:alpha val="3184"/>
                  </a:srgbClr>
                </a:gs>
                <a:gs pos="71429">
                  <a:srgbClr val="4C0000">
                    <a:alpha val="1503"/>
                  </a:srgbClr>
                </a:gs>
                <a:gs pos="85714">
                  <a:srgbClr val="4C0000">
                    <a:alpha val="597"/>
                  </a:srgbClr>
                </a:gs>
                <a:gs pos="100000">
                  <a:srgbClr val="4C0000">
                    <a:alpha val="2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10414312">
              <a:off x="932853" y="684739"/>
              <a:ext cx="613034" cy="486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4695391">
              <a:off x="1918238" y="695834"/>
              <a:ext cx="466536" cy="405702"/>
            </a:xfrm>
            <a:prstGeom prst="ellipse">
              <a:avLst/>
            </a:prstGeom>
            <a:gradFill>
              <a:gsLst>
                <a:gs pos="0">
                  <a:srgbClr val="F3B062">
                    <a:alpha val="4634"/>
                  </a:srgbClr>
                </a:gs>
                <a:gs pos="14286">
                  <a:srgbClr val="F3B062">
                    <a:alpha val="4267"/>
                  </a:srgbClr>
                </a:gs>
                <a:gs pos="28571">
                  <a:srgbClr val="F3B062">
                    <a:alpha val="3329"/>
                  </a:srgbClr>
                </a:gs>
                <a:gs pos="42857">
                  <a:srgbClr val="F3B062">
                    <a:alpha val="2196"/>
                  </a:srgbClr>
                </a:gs>
                <a:gs pos="57143">
                  <a:srgbClr val="F3B062">
                    <a:alpha val="1223"/>
                  </a:srgbClr>
                </a:gs>
                <a:gs pos="71429">
                  <a:srgbClr val="F3B062">
                    <a:alpha val="574"/>
                  </a:srgbClr>
                </a:gs>
                <a:gs pos="85714">
                  <a:srgbClr val="F3B062">
                    <a:alpha val="228"/>
                  </a:srgbClr>
                </a:gs>
                <a:gs pos="100000">
                  <a:srgbClr val="F3B062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-10368460">
              <a:off x="1440360" y="103434"/>
              <a:ext cx="342279" cy="207102"/>
            </a:xfrm>
            <a:prstGeom prst="ellipse">
              <a:avLst/>
            </a:prstGeom>
            <a:gradFill>
              <a:gsLst>
                <a:gs pos="0">
                  <a:srgbClr val="8E5500">
                    <a:alpha val="22961"/>
                  </a:srgbClr>
                </a:gs>
                <a:gs pos="14286">
                  <a:srgbClr val="8E5500">
                    <a:alpha val="21318"/>
                  </a:srgbClr>
                </a:gs>
                <a:gs pos="28571">
                  <a:srgbClr val="8E5500">
                    <a:alpha val="16986"/>
                  </a:srgbClr>
                </a:gs>
                <a:gs pos="42857">
                  <a:srgbClr val="8E5500">
                    <a:alpha val="11494"/>
                  </a:srgbClr>
                </a:gs>
                <a:gs pos="57143">
                  <a:srgbClr val="8E5500">
                    <a:alpha val="6542"/>
                  </a:srgbClr>
                </a:gs>
                <a:gs pos="71429">
                  <a:srgbClr val="8E5500">
                    <a:alpha val="3117"/>
                  </a:srgbClr>
                </a:gs>
                <a:gs pos="85714">
                  <a:srgbClr val="8E5500">
                    <a:alpha val="1245"/>
                  </a:srgbClr>
                </a:gs>
                <a:gs pos="100000">
                  <a:srgbClr val="8E5500">
                    <a:alpha val="4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9421272">
              <a:off x="1305233" y="171477"/>
              <a:ext cx="609047" cy="47652"/>
            </a:xfrm>
            <a:prstGeom prst="ellipse">
              <a:avLst/>
            </a:prstGeom>
            <a:gradFill>
              <a:gsLst>
                <a:gs pos="0">
                  <a:srgbClr val="EEBD8C">
                    <a:alpha val="32968"/>
                  </a:srgbClr>
                </a:gs>
                <a:gs pos="14286">
                  <a:srgbClr val="EEBD8C">
                    <a:alpha val="30764"/>
                  </a:srgbClr>
                </a:gs>
                <a:gs pos="28571">
                  <a:srgbClr val="EEBD8C">
                    <a:alpha val="24833"/>
                  </a:srgbClr>
                </a:gs>
                <a:gs pos="42857">
                  <a:srgbClr val="EEBD8C">
                    <a:alpha val="17075"/>
                  </a:srgbClr>
                </a:gs>
                <a:gs pos="57143">
                  <a:srgbClr val="EEBD8C">
                    <a:alpha val="9855"/>
                  </a:srgbClr>
                </a:gs>
                <a:gs pos="71429">
                  <a:srgbClr val="EEBD8C">
                    <a:alpha val="4740"/>
                  </a:srgbClr>
                </a:gs>
                <a:gs pos="85714">
                  <a:srgbClr val="EEBD8C">
                    <a:alpha val="1902"/>
                  </a:srgbClr>
                </a:gs>
                <a:gs pos="100000">
                  <a:srgbClr val="EEBD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-10149739">
              <a:off x="1063221" y="1969041"/>
              <a:ext cx="452259" cy="99868"/>
            </a:xfrm>
            <a:prstGeom prst="ellipse">
              <a:avLst/>
            </a:prstGeom>
            <a:gradFill>
              <a:gsLst>
                <a:gs pos="0">
                  <a:srgbClr val="FDFFF4">
                    <a:alpha val="16467"/>
                  </a:srgbClr>
                </a:gs>
                <a:gs pos="14286">
                  <a:srgbClr val="FDFFF4">
                    <a:alpha val="15242"/>
                  </a:srgbClr>
                </a:gs>
                <a:gs pos="28571">
                  <a:srgbClr val="FDFFF4">
                    <a:alpha val="12050"/>
                  </a:srgbClr>
                </a:gs>
                <a:gs pos="42857">
                  <a:srgbClr val="FDFFF4">
                    <a:alpha val="8077"/>
                  </a:srgbClr>
                </a:gs>
                <a:gs pos="57143">
                  <a:srgbClr val="FDFFF4">
                    <a:alpha val="4560"/>
                  </a:srgbClr>
                </a:gs>
                <a:gs pos="71429">
                  <a:srgbClr val="FDFFF4">
                    <a:alpha val="2161"/>
                  </a:srgbClr>
                </a:gs>
                <a:gs pos="85714">
                  <a:srgbClr val="FDFFF4">
                    <a:alpha val="860"/>
                  </a:srgbClr>
                </a:gs>
                <a:gs pos="100000">
                  <a:srgbClr val="FDFFF4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10359356">
              <a:off x="967779" y="1916191"/>
              <a:ext cx="669634" cy="170735"/>
            </a:xfrm>
            <a:prstGeom prst="ellipse">
              <a:avLst/>
            </a:prstGeom>
            <a:gradFill>
              <a:gsLst>
                <a:gs pos="0">
                  <a:srgbClr val="A36B00">
                    <a:alpha val="32968"/>
                  </a:srgbClr>
                </a:gs>
                <a:gs pos="14286">
                  <a:srgbClr val="A36B00">
                    <a:alpha val="30764"/>
                  </a:srgbClr>
                </a:gs>
                <a:gs pos="28571">
                  <a:srgbClr val="A36B00">
                    <a:alpha val="24833"/>
                  </a:srgbClr>
                </a:gs>
                <a:gs pos="42857">
                  <a:srgbClr val="A36B00">
                    <a:alpha val="17075"/>
                  </a:srgbClr>
                </a:gs>
                <a:gs pos="57143">
                  <a:srgbClr val="A36B00">
                    <a:alpha val="9855"/>
                  </a:srgbClr>
                </a:gs>
                <a:gs pos="71429">
                  <a:srgbClr val="A36B00">
                    <a:alpha val="4740"/>
                  </a:srgbClr>
                </a:gs>
                <a:gs pos="85714">
                  <a:srgbClr val="A36B00">
                    <a:alpha val="1902"/>
                  </a:srgbClr>
                </a:gs>
                <a:gs pos="100000">
                  <a:srgbClr val="A36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8570230">
              <a:off x="951073" y="2005719"/>
              <a:ext cx="607196" cy="143745"/>
            </a:xfrm>
            <a:prstGeom prst="ellipse">
              <a:avLst/>
            </a:prstGeom>
            <a:gradFill>
              <a:gsLst>
                <a:gs pos="0">
                  <a:srgbClr val="846658">
                    <a:alpha val="18548"/>
                  </a:srgbClr>
                </a:gs>
                <a:gs pos="14286">
                  <a:srgbClr val="846658">
                    <a:alpha val="17185"/>
                  </a:srgbClr>
                </a:gs>
                <a:gs pos="28571">
                  <a:srgbClr val="846658">
                    <a:alpha val="13620"/>
                  </a:srgbClr>
                </a:gs>
                <a:gs pos="42857">
                  <a:srgbClr val="846658">
                    <a:alpha val="9157"/>
                  </a:srgbClr>
                </a:gs>
                <a:gs pos="57143">
                  <a:srgbClr val="846658">
                    <a:alpha val="5182"/>
                  </a:srgbClr>
                </a:gs>
                <a:gs pos="71429">
                  <a:srgbClr val="846658">
                    <a:alpha val="2460"/>
                  </a:srgbClr>
                </a:gs>
                <a:gs pos="85714">
                  <a:srgbClr val="846658">
                    <a:alpha val="980"/>
                  </a:srgbClr>
                </a:gs>
                <a:gs pos="100000">
                  <a:srgbClr val="846658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7819619">
              <a:off x="411266" y="958014"/>
              <a:ext cx="449673" cy="363213"/>
            </a:xfrm>
            <a:prstGeom prst="ellipse">
              <a:avLst/>
            </a:prstGeom>
            <a:gradFill>
              <a:gsLst>
                <a:gs pos="0">
                  <a:srgbClr val="BDAE00">
                    <a:alpha val="11878"/>
                  </a:srgbClr>
                </a:gs>
                <a:gs pos="14286">
                  <a:srgbClr val="BDAE00">
                    <a:alpha val="10972"/>
                  </a:srgbClr>
                </a:gs>
                <a:gs pos="28571">
                  <a:srgbClr val="BDAE00">
                    <a:alpha val="8629"/>
                  </a:srgbClr>
                </a:gs>
                <a:gs pos="42857">
                  <a:srgbClr val="BDAE00">
                    <a:alpha val="5747"/>
                  </a:srgbClr>
                </a:gs>
                <a:gs pos="57143">
                  <a:srgbClr val="BDAE00">
                    <a:alpha val="3227"/>
                  </a:srgbClr>
                </a:gs>
                <a:gs pos="71429">
                  <a:srgbClr val="BDAE00">
                    <a:alpha val="1523"/>
                  </a:srgbClr>
                </a:gs>
                <a:gs pos="85714">
                  <a:srgbClr val="BDAE00">
                    <a:alpha val="605"/>
                  </a:srgbClr>
                </a:gs>
                <a:gs pos="100000">
                  <a:srgbClr val="BDAE00">
                    <a:alpha val="2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8276031">
              <a:off x="2335238" y="598933"/>
              <a:ext cx="676550" cy="124328"/>
            </a:xfrm>
            <a:prstGeom prst="ellipse">
              <a:avLst/>
            </a:prstGeom>
            <a:gradFill>
              <a:gsLst>
                <a:gs pos="0">
                  <a:srgbClr val="31000A">
                    <a:alpha val="32968"/>
                  </a:srgbClr>
                </a:gs>
                <a:gs pos="14286">
                  <a:srgbClr val="31000A">
                    <a:alpha val="30764"/>
                  </a:srgbClr>
                </a:gs>
                <a:gs pos="28571">
                  <a:srgbClr val="31000A">
                    <a:alpha val="24833"/>
                  </a:srgbClr>
                </a:gs>
                <a:gs pos="42857">
                  <a:srgbClr val="31000A">
                    <a:alpha val="17075"/>
                  </a:srgbClr>
                </a:gs>
                <a:gs pos="57143">
                  <a:srgbClr val="31000A">
                    <a:alpha val="9855"/>
                  </a:srgbClr>
                </a:gs>
                <a:gs pos="71429">
                  <a:srgbClr val="31000A">
                    <a:alpha val="4740"/>
                  </a:srgbClr>
                </a:gs>
                <a:gs pos="85714">
                  <a:srgbClr val="31000A">
                    <a:alpha val="1902"/>
                  </a:srgbClr>
                </a:gs>
                <a:gs pos="100000">
                  <a:srgbClr val="3100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5400000">
              <a:off x="2339454" y="316878"/>
              <a:ext cx="65416" cy="65416"/>
            </a:xfrm>
            <a:prstGeom prst="ellipse">
              <a:avLst/>
            </a:prstGeom>
            <a:gradFill>
              <a:gsLst>
                <a:gs pos="0">
                  <a:srgbClr val="644227">
                    <a:alpha val="12379"/>
                  </a:srgbClr>
                </a:gs>
                <a:gs pos="14286">
                  <a:srgbClr val="644227">
                    <a:alpha val="11438"/>
                  </a:srgbClr>
                </a:gs>
                <a:gs pos="28571">
                  <a:srgbClr val="644227">
                    <a:alpha val="9000"/>
                  </a:srgbClr>
                </a:gs>
                <a:gs pos="42857">
                  <a:srgbClr val="644227">
                    <a:alpha val="5999"/>
                  </a:srgbClr>
                </a:gs>
                <a:gs pos="57143">
                  <a:srgbClr val="644227">
                    <a:alpha val="3370"/>
                  </a:srgbClr>
                </a:gs>
                <a:gs pos="71429">
                  <a:srgbClr val="644227">
                    <a:alpha val="1592"/>
                  </a:srgbClr>
                </a:gs>
                <a:gs pos="85714">
                  <a:srgbClr val="644227">
                    <a:alpha val="632"/>
                  </a:srgbClr>
                </a:gs>
                <a:gs pos="100000">
                  <a:srgbClr val="644227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10257913">
              <a:off x="1963600" y="279251"/>
              <a:ext cx="497019" cy="2622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7528578">
              <a:off x="1382539" y="53611"/>
              <a:ext cx="480531" cy="151115"/>
            </a:xfrm>
            <a:prstGeom prst="ellipse">
              <a:avLst/>
            </a:prstGeom>
            <a:gradFill>
              <a:gsLst>
                <a:gs pos="0">
                  <a:srgbClr val="78ACAD">
                    <a:alpha val="2796"/>
                  </a:srgbClr>
                </a:gs>
                <a:gs pos="14286">
                  <a:srgbClr val="78ACAD">
                    <a:alpha val="2572"/>
                  </a:srgbClr>
                </a:gs>
                <a:gs pos="28571">
                  <a:srgbClr val="78ACAD">
                    <a:alpha val="2003"/>
                  </a:srgbClr>
                </a:gs>
                <a:gs pos="42857">
                  <a:srgbClr val="78ACAD">
                    <a:alpha val="1318"/>
                  </a:srgbClr>
                </a:gs>
                <a:gs pos="57143">
                  <a:srgbClr val="78ACAD">
                    <a:alpha val="733"/>
                  </a:srgbClr>
                </a:gs>
                <a:gs pos="71429">
                  <a:srgbClr val="78ACAD">
                    <a:alpha val="344"/>
                  </a:srgbClr>
                </a:gs>
                <a:gs pos="85714">
                  <a:srgbClr val="78ACAD">
                    <a:alpha val="136"/>
                  </a:srgbClr>
                </a:gs>
                <a:gs pos="100000">
                  <a:srgbClr val="78ACAD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6154422">
              <a:off x="1621246" y="630011"/>
              <a:ext cx="794898" cy="109964"/>
            </a:xfrm>
            <a:prstGeom prst="ellipse">
              <a:avLst/>
            </a:prstGeom>
            <a:gradFill>
              <a:gsLst>
                <a:gs pos="0">
                  <a:srgbClr val="774100">
                    <a:alpha val="31051"/>
                  </a:srgbClr>
                </a:gs>
                <a:gs pos="14286">
                  <a:srgbClr val="774100">
                    <a:alpha val="28946"/>
                  </a:srgbClr>
                </a:gs>
                <a:gs pos="28571">
                  <a:srgbClr val="774100">
                    <a:alpha val="23305"/>
                  </a:srgbClr>
                </a:gs>
                <a:gs pos="42857">
                  <a:srgbClr val="774100">
                    <a:alpha val="15974"/>
                  </a:srgbClr>
                </a:gs>
                <a:gs pos="57143">
                  <a:srgbClr val="774100">
                    <a:alpha val="9193"/>
                  </a:srgbClr>
                </a:gs>
                <a:gs pos="71429">
                  <a:srgbClr val="774100">
                    <a:alpha val="4414"/>
                  </a:srgbClr>
                </a:gs>
                <a:gs pos="85714">
                  <a:srgbClr val="774100">
                    <a:alpha val="1769"/>
                  </a:srgbClr>
                </a:gs>
                <a:gs pos="100000">
                  <a:srgbClr val="774100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-10063618">
              <a:off x="1591301" y="-2316"/>
              <a:ext cx="412562" cy="369889"/>
            </a:xfrm>
            <a:prstGeom prst="ellipse">
              <a:avLst/>
            </a:prstGeom>
            <a:gradFill>
              <a:gsLst>
                <a:gs pos="0">
                  <a:srgbClr val="FF9A00">
                    <a:alpha val="4729"/>
                  </a:srgbClr>
                </a:gs>
                <a:gs pos="14286">
                  <a:srgbClr val="FF9A00">
                    <a:alpha val="4355"/>
                  </a:srgbClr>
                </a:gs>
                <a:gs pos="28571">
                  <a:srgbClr val="FF9A00">
                    <a:alpha val="3398"/>
                  </a:srgbClr>
                </a:gs>
                <a:gs pos="42857">
                  <a:srgbClr val="FF9A00">
                    <a:alpha val="2242"/>
                  </a:srgbClr>
                </a:gs>
                <a:gs pos="57143">
                  <a:srgbClr val="FF9A00">
                    <a:alpha val="1249"/>
                  </a:srgbClr>
                </a:gs>
                <a:gs pos="71429">
                  <a:srgbClr val="FF9A00">
                    <a:alpha val="586"/>
                  </a:srgbClr>
                </a:gs>
                <a:gs pos="85714">
                  <a:srgbClr val="FF9A00">
                    <a:alpha val="232"/>
                  </a:srgbClr>
                </a:gs>
                <a:gs pos="100000">
                  <a:srgbClr val="FF9A00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7353893">
              <a:off x="1389375" y="1084257"/>
              <a:ext cx="481031" cy="64631"/>
            </a:xfrm>
            <a:prstGeom prst="ellipse">
              <a:avLst/>
            </a:prstGeom>
            <a:gradFill>
              <a:gsLst>
                <a:gs pos="0">
                  <a:srgbClr val="070000">
                    <a:alpha val="32968"/>
                  </a:srgbClr>
                </a:gs>
                <a:gs pos="14286">
                  <a:srgbClr val="070000">
                    <a:alpha val="30764"/>
                  </a:srgbClr>
                </a:gs>
                <a:gs pos="28571">
                  <a:srgbClr val="070000">
                    <a:alpha val="24833"/>
                  </a:srgbClr>
                </a:gs>
                <a:gs pos="42857">
                  <a:srgbClr val="070000">
                    <a:alpha val="17075"/>
                  </a:srgbClr>
                </a:gs>
                <a:gs pos="57143">
                  <a:srgbClr val="070000">
                    <a:alpha val="9855"/>
                  </a:srgbClr>
                </a:gs>
                <a:gs pos="71429">
                  <a:srgbClr val="070000">
                    <a:alpha val="4740"/>
                  </a:srgbClr>
                </a:gs>
                <a:gs pos="85714">
                  <a:srgbClr val="070000">
                    <a:alpha val="1902"/>
                  </a:srgbClr>
                </a:gs>
                <a:gs pos="100000">
                  <a:srgbClr val="0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6816497">
              <a:off x="1861701" y="466464"/>
              <a:ext cx="319900" cy="86355"/>
            </a:xfrm>
            <a:prstGeom prst="ellipse">
              <a:avLst/>
            </a:prstGeom>
            <a:gradFill>
              <a:gsLst>
                <a:gs pos="0">
                  <a:srgbClr val="4C2300">
                    <a:alpha val="32968"/>
                  </a:srgbClr>
                </a:gs>
                <a:gs pos="14286">
                  <a:srgbClr val="4C2300">
                    <a:alpha val="30764"/>
                  </a:srgbClr>
                </a:gs>
                <a:gs pos="28571">
                  <a:srgbClr val="4C2300">
                    <a:alpha val="24833"/>
                  </a:srgbClr>
                </a:gs>
                <a:gs pos="42857">
                  <a:srgbClr val="4C2300">
                    <a:alpha val="17075"/>
                  </a:srgbClr>
                </a:gs>
                <a:gs pos="57143">
                  <a:srgbClr val="4C2300">
                    <a:alpha val="9855"/>
                  </a:srgbClr>
                </a:gs>
                <a:gs pos="71429">
                  <a:srgbClr val="4C2300">
                    <a:alpha val="4740"/>
                  </a:srgbClr>
                </a:gs>
                <a:gs pos="85714">
                  <a:srgbClr val="4C2300">
                    <a:alpha val="1902"/>
                  </a:srgbClr>
                </a:gs>
                <a:gs pos="100000">
                  <a:srgbClr val="4C2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10016551">
              <a:off x="1013657" y="634247"/>
              <a:ext cx="535943" cy="53197"/>
            </a:xfrm>
            <a:prstGeom prst="ellipse">
              <a:avLst/>
            </a:prstGeom>
            <a:gradFill>
              <a:gsLst>
                <a:gs pos="0">
                  <a:srgbClr val="FFC189">
                    <a:alpha val="27681"/>
                  </a:srgbClr>
                </a:gs>
                <a:gs pos="14286">
                  <a:srgbClr val="FFC189">
                    <a:alpha val="25760"/>
                  </a:srgbClr>
                </a:gs>
                <a:gs pos="28571">
                  <a:srgbClr val="FFC189">
                    <a:alpha val="20648"/>
                  </a:srgbClr>
                </a:gs>
                <a:gs pos="42857">
                  <a:srgbClr val="FFC189">
                    <a:alpha val="14075"/>
                  </a:srgbClr>
                </a:gs>
                <a:gs pos="57143">
                  <a:srgbClr val="FFC189">
                    <a:alpha val="8062"/>
                  </a:srgbClr>
                </a:gs>
                <a:gs pos="71429">
                  <a:srgbClr val="FFC189">
                    <a:alpha val="3858"/>
                  </a:srgbClr>
                </a:gs>
                <a:gs pos="85714">
                  <a:srgbClr val="FFC189">
                    <a:alpha val="1544"/>
                  </a:srgbClr>
                </a:gs>
                <a:gs pos="100000">
                  <a:srgbClr val="FFC189">
                    <a:alpha val="5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-10629858">
              <a:off x="543306" y="1995043"/>
              <a:ext cx="516491" cy="136860"/>
            </a:xfrm>
            <a:prstGeom prst="ellipse">
              <a:avLst/>
            </a:prstGeom>
            <a:gradFill>
              <a:gsLst>
                <a:gs pos="0">
                  <a:srgbClr val="6A6565">
                    <a:alpha val="3611"/>
                  </a:srgbClr>
                </a:gs>
                <a:gs pos="14286">
                  <a:srgbClr val="6A6565">
                    <a:alpha val="3324"/>
                  </a:srgbClr>
                </a:gs>
                <a:gs pos="28571">
                  <a:srgbClr val="6A6565">
                    <a:alpha val="2591"/>
                  </a:srgbClr>
                </a:gs>
                <a:gs pos="42857">
                  <a:srgbClr val="6A6565">
                    <a:alpha val="1707"/>
                  </a:srgbClr>
                </a:gs>
                <a:gs pos="57143">
                  <a:srgbClr val="6A6565">
                    <a:alpha val="949"/>
                  </a:srgbClr>
                </a:gs>
                <a:gs pos="71429">
                  <a:srgbClr val="6A6565">
                    <a:alpha val="446"/>
                  </a:srgbClr>
                </a:gs>
                <a:gs pos="85714">
                  <a:srgbClr val="6A6565">
                    <a:alpha val="176"/>
                  </a:srgbClr>
                </a:gs>
                <a:gs pos="100000">
                  <a:srgbClr val="6A6565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10650086">
              <a:off x="558987" y="1075570"/>
              <a:ext cx="564489" cy="456455"/>
            </a:xfrm>
            <a:prstGeom prst="ellipse">
              <a:avLst/>
            </a:prstGeom>
            <a:gradFill>
              <a:gsLst>
                <a:gs pos="0">
                  <a:srgbClr val="ECA900">
                    <a:alpha val="32968"/>
                  </a:srgbClr>
                </a:gs>
                <a:gs pos="14286">
                  <a:srgbClr val="ECA900">
                    <a:alpha val="30764"/>
                  </a:srgbClr>
                </a:gs>
                <a:gs pos="28571">
                  <a:srgbClr val="ECA900">
                    <a:alpha val="24833"/>
                  </a:srgbClr>
                </a:gs>
                <a:gs pos="42857">
                  <a:srgbClr val="ECA900">
                    <a:alpha val="17075"/>
                  </a:srgbClr>
                </a:gs>
                <a:gs pos="57143">
                  <a:srgbClr val="ECA900">
                    <a:alpha val="9855"/>
                  </a:srgbClr>
                </a:gs>
                <a:gs pos="71429">
                  <a:srgbClr val="ECA900">
                    <a:alpha val="4740"/>
                  </a:srgbClr>
                </a:gs>
                <a:gs pos="85714">
                  <a:srgbClr val="ECA900">
                    <a:alpha val="1902"/>
                  </a:srgbClr>
                </a:gs>
                <a:gs pos="100000">
                  <a:srgbClr val="ECA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-8915012">
              <a:off x="210668" y="923429"/>
              <a:ext cx="252264" cy="962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-8404009">
              <a:off x="541740" y="1709848"/>
              <a:ext cx="464090" cy="399361"/>
            </a:xfrm>
            <a:prstGeom prst="ellipse">
              <a:avLst/>
            </a:prstGeom>
            <a:gradFill>
              <a:gsLst>
                <a:gs pos="0">
                  <a:srgbClr val="BE8600">
                    <a:alpha val="14275"/>
                  </a:srgbClr>
                </a:gs>
                <a:gs pos="14286">
                  <a:srgbClr val="BE8600">
                    <a:alpha val="13200"/>
                  </a:srgbClr>
                </a:gs>
                <a:gs pos="28571">
                  <a:srgbClr val="BE8600">
                    <a:alpha val="10409"/>
                  </a:srgbClr>
                </a:gs>
                <a:gs pos="42857">
                  <a:srgbClr val="BE8600">
                    <a:alpha val="6956"/>
                  </a:srgbClr>
                </a:gs>
                <a:gs pos="57143">
                  <a:srgbClr val="BE8600">
                    <a:alpha val="3916"/>
                  </a:srgbClr>
                </a:gs>
                <a:gs pos="71429">
                  <a:srgbClr val="BE8600">
                    <a:alpha val="1853"/>
                  </a:srgbClr>
                </a:gs>
                <a:gs pos="85714">
                  <a:srgbClr val="BE8600">
                    <a:alpha val="737"/>
                  </a:srgbClr>
                </a:gs>
                <a:gs pos="100000">
                  <a:srgbClr val="BE8600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5138812">
              <a:off x="2355867" y="388322"/>
              <a:ext cx="268877" cy="35401"/>
            </a:xfrm>
            <a:prstGeom prst="ellipse">
              <a:avLst/>
            </a:prstGeom>
            <a:gradFill>
              <a:gsLst>
                <a:gs pos="0">
                  <a:srgbClr val="FFCB9B">
                    <a:alpha val="32968"/>
                  </a:srgbClr>
                </a:gs>
                <a:gs pos="14286">
                  <a:srgbClr val="FFCB9B">
                    <a:alpha val="30764"/>
                  </a:srgbClr>
                </a:gs>
                <a:gs pos="28571">
                  <a:srgbClr val="FFCB9B">
                    <a:alpha val="24833"/>
                  </a:srgbClr>
                </a:gs>
                <a:gs pos="42857">
                  <a:srgbClr val="FFCB9B">
                    <a:alpha val="17075"/>
                  </a:srgbClr>
                </a:gs>
                <a:gs pos="57143">
                  <a:srgbClr val="FFCB9B">
                    <a:alpha val="9855"/>
                  </a:srgbClr>
                </a:gs>
                <a:gs pos="71429">
                  <a:srgbClr val="FFCB9B">
                    <a:alpha val="4740"/>
                  </a:srgbClr>
                </a:gs>
                <a:gs pos="85714">
                  <a:srgbClr val="FFCB9B">
                    <a:alpha val="1902"/>
                  </a:srgbClr>
                </a:gs>
                <a:gs pos="100000">
                  <a:srgbClr val="FFCB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-9176370">
              <a:off x="1306430" y="1784232"/>
              <a:ext cx="386058" cy="749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5764055">
              <a:off x="2038807" y="1186883"/>
              <a:ext cx="639511" cy="74223"/>
            </a:xfrm>
            <a:prstGeom prst="ellipse">
              <a:avLst/>
            </a:prstGeom>
            <a:gradFill>
              <a:gsLst>
                <a:gs pos="0">
                  <a:srgbClr val="FFCF00">
                    <a:alpha val="32968"/>
                  </a:srgbClr>
                </a:gs>
                <a:gs pos="14286">
                  <a:srgbClr val="FFCF00">
                    <a:alpha val="30764"/>
                  </a:srgbClr>
                </a:gs>
                <a:gs pos="28571">
                  <a:srgbClr val="FFCF00">
                    <a:alpha val="24833"/>
                  </a:srgbClr>
                </a:gs>
                <a:gs pos="42857">
                  <a:srgbClr val="FFCF00">
                    <a:alpha val="17075"/>
                  </a:srgbClr>
                </a:gs>
                <a:gs pos="57143">
                  <a:srgbClr val="FFCF00">
                    <a:alpha val="9855"/>
                  </a:srgbClr>
                </a:gs>
                <a:gs pos="71429">
                  <a:srgbClr val="FFCF00">
                    <a:alpha val="4740"/>
                  </a:srgbClr>
                </a:gs>
                <a:gs pos="85714">
                  <a:srgbClr val="FFCF00">
                    <a:alpha val="1902"/>
                  </a:srgbClr>
                </a:gs>
                <a:gs pos="100000">
                  <a:srgbClr val="FFC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8079938">
              <a:off x="1309501" y="1075993"/>
              <a:ext cx="459676" cy="756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-9422801">
              <a:off x="604613" y="304628"/>
              <a:ext cx="507633" cy="143058"/>
            </a:xfrm>
            <a:prstGeom prst="ellipse">
              <a:avLst/>
            </a:prstGeom>
            <a:gradFill>
              <a:gsLst>
                <a:gs pos="0">
                  <a:srgbClr val="AE7000">
                    <a:alpha val="3960"/>
                  </a:srgbClr>
                </a:gs>
                <a:gs pos="14286">
                  <a:srgbClr val="AE7000">
                    <a:alpha val="3645"/>
                  </a:srgbClr>
                </a:gs>
                <a:gs pos="28571">
                  <a:srgbClr val="AE7000">
                    <a:alpha val="2842"/>
                  </a:srgbClr>
                </a:gs>
                <a:gs pos="42857">
                  <a:srgbClr val="AE7000">
                    <a:alpha val="1873"/>
                  </a:srgbClr>
                </a:gs>
                <a:gs pos="57143">
                  <a:srgbClr val="AE7000">
                    <a:alpha val="1042"/>
                  </a:srgbClr>
                </a:gs>
                <a:gs pos="71429">
                  <a:srgbClr val="AE7000">
                    <a:alpha val="489"/>
                  </a:srgbClr>
                </a:gs>
                <a:gs pos="85714">
                  <a:srgbClr val="AE7000">
                    <a:alpha val="194"/>
                  </a:srgbClr>
                </a:gs>
                <a:gs pos="100000">
                  <a:srgbClr val="AE7000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4115969">
              <a:off x="2064044" y="526183"/>
              <a:ext cx="426794" cy="112274"/>
            </a:xfrm>
            <a:prstGeom prst="ellipse">
              <a:avLst/>
            </a:prstGeom>
            <a:gradFill>
              <a:gsLst>
                <a:gs pos="0">
                  <a:srgbClr val="A78900">
                    <a:alpha val="7063"/>
                  </a:srgbClr>
                </a:gs>
                <a:gs pos="14286">
                  <a:srgbClr val="A78900">
                    <a:alpha val="6511"/>
                  </a:srgbClr>
                </a:gs>
                <a:gs pos="28571">
                  <a:srgbClr val="A78900">
                    <a:alpha val="5093"/>
                  </a:srgbClr>
                </a:gs>
                <a:gs pos="42857">
                  <a:srgbClr val="A78900">
                    <a:alpha val="3371"/>
                  </a:srgbClr>
                </a:gs>
                <a:gs pos="57143">
                  <a:srgbClr val="A78900">
                    <a:alpha val="1882"/>
                  </a:srgbClr>
                </a:gs>
                <a:gs pos="71429">
                  <a:srgbClr val="A78900">
                    <a:alpha val="885"/>
                  </a:srgbClr>
                </a:gs>
                <a:gs pos="85714">
                  <a:srgbClr val="A78900">
                    <a:alpha val="351"/>
                  </a:srgbClr>
                </a:gs>
                <a:gs pos="100000">
                  <a:srgbClr val="A78900">
                    <a:alpha val="1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-8939667">
              <a:off x="2075177" y="98544"/>
              <a:ext cx="316984" cy="294229"/>
            </a:xfrm>
            <a:prstGeom prst="ellipse">
              <a:avLst/>
            </a:prstGeom>
            <a:gradFill>
              <a:gsLst>
                <a:gs pos="0">
                  <a:srgbClr val="874B00">
                    <a:alpha val="14484"/>
                  </a:srgbClr>
                </a:gs>
                <a:gs pos="14286">
                  <a:srgbClr val="874B00">
                    <a:alpha val="13394"/>
                  </a:srgbClr>
                </a:gs>
                <a:gs pos="28571">
                  <a:srgbClr val="874B00">
                    <a:alpha val="10565"/>
                  </a:srgbClr>
                </a:gs>
                <a:gs pos="42857">
                  <a:srgbClr val="874B00">
                    <a:alpha val="7062"/>
                  </a:srgbClr>
                </a:gs>
                <a:gs pos="57143">
                  <a:srgbClr val="874B00">
                    <a:alpha val="3977"/>
                  </a:srgbClr>
                </a:gs>
                <a:gs pos="71429">
                  <a:srgbClr val="874B00">
                    <a:alpha val="1882"/>
                  </a:srgbClr>
                </a:gs>
                <a:gs pos="85714">
                  <a:srgbClr val="874B00">
                    <a:alpha val="748"/>
                  </a:srgbClr>
                </a:gs>
                <a:gs pos="100000">
                  <a:srgbClr val="874B00">
                    <a:alpha val="2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4562949">
              <a:off x="1987331" y="196049"/>
              <a:ext cx="315244" cy="71073"/>
            </a:xfrm>
            <a:prstGeom prst="ellipse">
              <a:avLst/>
            </a:prstGeom>
            <a:gradFill>
              <a:gsLst>
                <a:gs pos="0">
                  <a:srgbClr val="000B00">
                    <a:alpha val="21608"/>
                  </a:srgbClr>
                </a:gs>
                <a:gs pos="14286">
                  <a:srgbClr val="000B00">
                    <a:alpha val="20049"/>
                  </a:srgbClr>
                </a:gs>
                <a:gs pos="28571">
                  <a:srgbClr val="000B00">
                    <a:alpha val="15948"/>
                  </a:srgbClr>
                </a:gs>
                <a:gs pos="42857">
                  <a:srgbClr val="000B00">
                    <a:alpha val="10770"/>
                  </a:srgbClr>
                </a:gs>
                <a:gs pos="57143">
                  <a:srgbClr val="000B00">
                    <a:alpha val="6119"/>
                  </a:srgbClr>
                </a:gs>
                <a:gs pos="71429">
                  <a:srgbClr val="000B00">
                    <a:alpha val="2912"/>
                  </a:srgbClr>
                </a:gs>
                <a:gs pos="85714">
                  <a:srgbClr val="000B00">
                    <a:alpha val="1162"/>
                  </a:srgbClr>
                </a:gs>
                <a:gs pos="100000">
                  <a:srgbClr val="000B00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8963631">
              <a:off x="1491398" y="1730194"/>
              <a:ext cx="208019" cy="608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-10320051">
              <a:off x="974079" y="924554"/>
              <a:ext cx="263346" cy="254672"/>
            </a:xfrm>
            <a:prstGeom prst="ellipse">
              <a:avLst/>
            </a:prstGeom>
            <a:gradFill>
              <a:gsLst>
                <a:gs pos="0">
                  <a:srgbClr val="890100">
                    <a:alpha val="4934"/>
                  </a:srgbClr>
                </a:gs>
                <a:gs pos="14286">
                  <a:srgbClr val="890100">
                    <a:alpha val="4544"/>
                  </a:srgbClr>
                </a:gs>
                <a:gs pos="28571">
                  <a:srgbClr val="890100">
                    <a:alpha val="3546"/>
                  </a:srgbClr>
                </a:gs>
                <a:gs pos="42857">
                  <a:srgbClr val="890100">
                    <a:alpha val="2341"/>
                  </a:srgbClr>
                </a:gs>
                <a:gs pos="57143">
                  <a:srgbClr val="890100">
                    <a:alpha val="1304"/>
                  </a:srgbClr>
                </a:gs>
                <a:gs pos="71429">
                  <a:srgbClr val="890100">
                    <a:alpha val="612"/>
                  </a:srgbClr>
                </a:gs>
                <a:gs pos="85714">
                  <a:srgbClr val="890100">
                    <a:alpha val="243"/>
                  </a:srgbClr>
                </a:gs>
                <a:gs pos="100000">
                  <a:srgbClr val="890100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6912158">
              <a:off x="1586346" y="878274"/>
              <a:ext cx="634217" cy="89620"/>
            </a:xfrm>
            <a:prstGeom prst="ellipse">
              <a:avLst/>
            </a:prstGeom>
            <a:gradFill>
              <a:gsLst>
                <a:gs pos="0">
                  <a:srgbClr val="BF987E">
                    <a:alpha val="32968"/>
                  </a:srgbClr>
                </a:gs>
                <a:gs pos="14286">
                  <a:srgbClr val="BF987E">
                    <a:alpha val="30764"/>
                  </a:srgbClr>
                </a:gs>
                <a:gs pos="28571">
                  <a:srgbClr val="BF987E">
                    <a:alpha val="24833"/>
                  </a:srgbClr>
                </a:gs>
                <a:gs pos="42857">
                  <a:srgbClr val="BF987E">
                    <a:alpha val="17075"/>
                  </a:srgbClr>
                </a:gs>
                <a:gs pos="57143">
                  <a:srgbClr val="BF987E">
                    <a:alpha val="9855"/>
                  </a:srgbClr>
                </a:gs>
                <a:gs pos="71429">
                  <a:srgbClr val="BF987E">
                    <a:alpha val="4740"/>
                  </a:srgbClr>
                </a:gs>
                <a:gs pos="85714">
                  <a:srgbClr val="BF987E">
                    <a:alpha val="1902"/>
                  </a:srgbClr>
                </a:gs>
                <a:gs pos="100000">
                  <a:srgbClr val="BF98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-8746775">
              <a:off x="1150817" y="680897"/>
              <a:ext cx="484900" cy="141286"/>
            </a:xfrm>
            <a:prstGeom prst="ellipse">
              <a:avLst/>
            </a:prstGeom>
            <a:gradFill>
              <a:gsLst>
                <a:gs pos="0">
                  <a:srgbClr val="002E00">
                    <a:alpha val="32968"/>
                  </a:srgbClr>
                </a:gs>
                <a:gs pos="14286">
                  <a:srgbClr val="002E00">
                    <a:alpha val="30764"/>
                  </a:srgbClr>
                </a:gs>
                <a:gs pos="28571">
                  <a:srgbClr val="002E00">
                    <a:alpha val="24833"/>
                  </a:srgbClr>
                </a:gs>
                <a:gs pos="42857">
                  <a:srgbClr val="002E00">
                    <a:alpha val="17075"/>
                  </a:srgbClr>
                </a:gs>
                <a:gs pos="57143">
                  <a:srgbClr val="002E00">
                    <a:alpha val="9855"/>
                  </a:srgbClr>
                </a:gs>
                <a:gs pos="71429">
                  <a:srgbClr val="002E00">
                    <a:alpha val="4740"/>
                  </a:srgbClr>
                </a:gs>
                <a:gs pos="85714">
                  <a:srgbClr val="002E00">
                    <a:alpha val="1902"/>
                  </a:srgbClr>
                </a:gs>
                <a:gs pos="100000">
                  <a:srgbClr val="002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6109266">
              <a:off x="1570002" y="190392"/>
              <a:ext cx="548576" cy="83650"/>
            </a:xfrm>
            <a:prstGeom prst="ellipse">
              <a:avLst/>
            </a:prstGeom>
            <a:gradFill>
              <a:gsLst>
                <a:gs pos="0">
                  <a:srgbClr val="350000">
                    <a:alpha val="32968"/>
                  </a:srgbClr>
                </a:gs>
                <a:gs pos="14286">
                  <a:srgbClr val="350000">
                    <a:alpha val="30764"/>
                  </a:srgbClr>
                </a:gs>
                <a:gs pos="28571">
                  <a:srgbClr val="350000">
                    <a:alpha val="24833"/>
                  </a:srgbClr>
                </a:gs>
                <a:gs pos="42857">
                  <a:srgbClr val="350000">
                    <a:alpha val="17075"/>
                  </a:srgbClr>
                </a:gs>
                <a:gs pos="57143">
                  <a:srgbClr val="350000">
                    <a:alpha val="9855"/>
                  </a:srgbClr>
                </a:gs>
                <a:gs pos="71429">
                  <a:srgbClr val="350000">
                    <a:alpha val="4740"/>
                  </a:srgbClr>
                </a:gs>
                <a:gs pos="85714">
                  <a:srgbClr val="350000">
                    <a:alpha val="1902"/>
                  </a:srgbClr>
                </a:gs>
                <a:gs pos="100000">
                  <a:srgbClr val="3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4830965">
              <a:off x="1332968" y="448671"/>
              <a:ext cx="481214" cy="87543"/>
            </a:xfrm>
            <a:prstGeom prst="ellipse">
              <a:avLst/>
            </a:prstGeom>
            <a:gradFill>
              <a:gsLst>
                <a:gs pos="0">
                  <a:srgbClr val="583700">
                    <a:alpha val="25397"/>
                  </a:srgbClr>
                </a:gs>
                <a:gs pos="14286">
                  <a:srgbClr val="583700">
                    <a:alpha val="23608"/>
                  </a:srgbClr>
                </a:gs>
                <a:gs pos="28571">
                  <a:srgbClr val="583700">
                    <a:alpha val="18868"/>
                  </a:srgbClr>
                </a:gs>
                <a:gs pos="42857">
                  <a:srgbClr val="583700">
                    <a:alpha val="12816"/>
                  </a:srgbClr>
                </a:gs>
                <a:gs pos="57143">
                  <a:srgbClr val="583700">
                    <a:alpha val="7318"/>
                  </a:srgbClr>
                </a:gs>
                <a:gs pos="71429">
                  <a:srgbClr val="583700">
                    <a:alpha val="3495"/>
                  </a:srgbClr>
                </a:gs>
                <a:gs pos="85714">
                  <a:srgbClr val="583700">
                    <a:alpha val="1397"/>
                  </a:srgbClr>
                </a:gs>
                <a:gs pos="100000">
                  <a:srgbClr val="583700">
                    <a:alpha val="4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4121721">
              <a:off x="763736" y="921818"/>
              <a:ext cx="588345" cy="115275"/>
            </a:xfrm>
            <a:prstGeom prst="ellipse">
              <a:avLst/>
            </a:prstGeom>
            <a:gradFill>
              <a:gsLst>
                <a:gs pos="0">
                  <a:srgbClr val="FFC89E">
                    <a:alpha val="32968"/>
                  </a:srgbClr>
                </a:gs>
                <a:gs pos="14286">
                  <a:srgbClr val="FFC89E">
                    <a:alpha val="30764"/>
                  </a:srgbClr>
                </a:gs>
                <a:gs pos="28571">
                  <a:srgbClr val="FFC89E">
                    <a:alpha val="24833"/>
                  </a:srgbClr>
                </a:gs>
                <a:gs pos="42857">
                  <a:srgbClr val="FFC89E">
                    <a:alpha val="17075"/>
                  </a:srgbClr>
                </a:gs>
                <a:gs pos="57143">
                  <a:srgbClr val="FFC89E">
                    <a:alpha val="9855"/>
                  </a:srgbClr>
                </a:gs>
                <a:gs pos="71429">
                  <a:srgbClr val="FFC89E">
                    <a:alpha val="4740"/>
                  </a:srgbClr>
                </a:gs>
                <a:gs pos="85714">
                  <a:srgbClr val="FFC89E">
                    <a:alpha val="1902"/>
                  </a:srgbClr>
                </a:gs>
                <a:gs pos="100000">
                  <a:srgbClr val="FFC8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5869318">
              <a:off x="2392788" y="373077"/>
              <a:ext cx="370486" cy="65939"/>
            </a:xfrm>
            <a:prstGeom prst="ellipse">
              <a:avLst/>
            </a:prstGeom>
            <a:gradFill>
              <a:gsLst>
                <a:gs pos="0">
                  <a:srgbClr val="220000">
                    <a:alpha val="32968"/>
                  </a:srgbClr>
                </a:gs>
                <a:gs pos="14286">
                  <a:srgbClr val="220000">
                    <a:alpha val="30764"/>
                  </a:srgbClr>
                </a:gs>
                <a:gs pos="28571">
                  <a:srgbClr val="220000">
                    <a:alpha val="24833"/>
                  </a:srgbClr>
                </a:gs>
                <a:gs pos="42857">
                  <a:srgbClr val="220000">
                    <a:alpha val="17075"/>
                  </a:srgbClr>
                </a:gs>
                <a:gs pos="57143">
                  <a:srgbClr val="220000">
                    <a:alpha val="9855"/>
                  </a:srgbClr>
                </a:gs>
                <a:gs pos="71429">
                  <a:srgbClr val="220000">
                    <a:alpha val="4740"/>
                  </a:srgbClr>
                </a:gs>
                <a:gs pos="85714">
                  <a:srgbClr val="220000">
                    <a:alpha val="1902"/>
                  </a:srgbClr>
                </a:gs>
                <a:gs pos="100000">
                  <a:srgbClr val="2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6154266">
              <a:off x="1613024" y="902558"/>
              <a:ext cx="653651" cy="47320"/>
            </a:xfrm>
            <a:prstGeom prst="ellipse">
              <a:avLst/>
            </a:prstGeom>
            <a:gradFill>
              <a:gsLst>
                <a:gs pos="0">
                  <a:srgbClr val="673500">
                    <a:alpha val="13314"/>
                  </a:srgbClr>
                </a:gs>
                <a:gs pos="14286">
                  <a:srgbClr val="673500">
                    <a:alpha val="12307"/>
                  </a:srgbClr>
                </a:gs>
                <a:gs pos="28571">
                  <a:srgbClr val="673500">
                    <a:alpha val="9694"/>
                  </a:srgbClr>
                </a:gs>
                <a:gs pos="42857">
                  <a:srgbClr val="673500">
                    <a:alpha val="6470"/>
                  </a:srgbClr>
                </a:gs>
                <a:gs pos="57143">
                  <a:srgbClr val="673500">
                    <a:alpha val="3638"/>
                  </a:srgbClr>
                </a:gs>
                <a:gs pos="71429">
                  <a:srgbClr val="673500">
                    <a:alpha val="1720"/>
                  </a:srgbClr>
                </a:gs>
                <a:gs pos="85714">
                  <a:srgbClr val="673500">
                    <a:alpha val="684"/>
                  </a:srgbClr>
                </a:gs>
                <a:gs pos="100000">
                  <a:srgbClr val="673500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10040505">
              <a:off x="3334691" y="1071282"/>
              <a:ext cx="353953" cy="334722"/>
            </a:xfrm>
            <a:prstGeom prst="ellipse">
              <a:avLst/>
            </a:prstGeom>
            <a:gradFill>
              <a:gsLst>
                <a:gs pos="0">
                  <a:srgbClr val="DAD6D4">
                    <a:alpha val="23559"/>
                  </a:srgbClr>
                </a:gs>
                <a:gs pos="14286">
                  <a:srgbClr val="DAD6D4">
                    <a:alpha val="21880"/>
                  </a:srgbClr>
                </a:gs>
                <a:gs pos="28571">
                  <a:srgbClr val="DAD6D4">
                    <a:alpha val="17446"/>
                  </a:srgbClr>
                </a:gs>
                <a:gs pos="42857">
                  <a:srgbClr val="DAD6D4">
                    <a:alpha val="11817"/>
                  </a:srgbClr>
                </a:gs>
                <a:gs pos="57143">
                  <a:srgbClr val="DAD6D4">
                    <a:alpha val="6731"/>
                  </a:srgbClr>
                </a:gs>
                <a:gs pos="71429">
                  <a:srgbClr val="DAD6D4">
                    <a:alpha val="3209"/>
                  </a:srgbClr>
                </a:gs>
                <a:gs pos="85714">
                  <a:srgbClr val="DAD6D4">
                    <a:alpha val="1282"/>
                  </a:srgbClr>
                </a:gs>
                <a:gs pos="100000">
                  <a:srgbClr val="DAD6D4">
                    <a:alpha val="4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6224218">
              <a:off x="2045059" y="46734"/>
              <a:ext cx="365371" cy="234592"/>
            </a:xfrm>
            <a:prstGeom prst="ellipse">
              <a:avLst/>
            </a:prstGeom>
            <a:gradFill>
              <a:gsLst>
                <a:gs pos="0">
                  <a:srgbClr val="4F2000">
                    <a:alpha val="31769"/>
                  </a:srgbClr>
                </a:gs>
                <a:gs pos="14286">
                  <a:srgbClr val="4F2000">
                    <a:alpha val="29626"/>
                  </a:srgbClr>
                </a:gs>
                <a:gs pos="28571">
                  <a:srgbClr val="4F2000">
                    <a:alpha val="23876"/>
                  </a:srgbClr>
                </a:gs>
                <a:gs pos="42857">
                  <a:srgbClr val="4F2000">
                    <a:alpha val="16384"/>
                  </a:srgbClr>
                </a:gs>
                <a:gs pos="57143">
                  <a:srgbClr val="4F2000">
                    <a:alpha val="9439"/>
                  </a:srgbClr>
                </a:gs>
                <a:gs pos="71429">
                  <a:srgbClr val="4F2000">
                    <a:alpha val="4535"/>
                  </a:srgbClr>
                </a:gs>
                <a:gs pos="85714">
                  <a:srgbClr val="4F2000">
                    <a:alpha val="1819"/>
                  </a:srgbClr>
                </a:gs>
                <a:gs pos="100000">
                  <a:srgbClr val="4F2000">
                    <a:alpha val="6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5846854">
              <a:off x="1918598" y="535238"/>
              <a:ext cx="626149" cy="338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8682287">
              <a:off x="183932" y="806881"/>
              <a:ext cx="617688" cy="141402"/>
            </a:xfrm>
            <a:prstGeom prst="ellipse">
              <a:avLst/>
            </a:prstGeom>
            <a:gradFill>
              <a:gsLst>
                <a:gs pos="0">
                  <a:srgbClr val="00000A">
                    <a:alpha val="32968"/>
                  </a:srgbClr>
                </a:gs>
                <a:gs pos="14286">
                  <a:srgbClr val="00000A">
                    <a:alpha val="30764"/>
                  </a:srgbClr>
                </a:gs>
                <a:gs pos="28571">
                  <a:srgbClr val="00000A">
                    <a:alpha val="24833"/>
                  </a:srgbClr>
                </a:gs>
                <a:gs pos="42857">
                  <a:srgbClr val="00000A">
                    <a:alpha val="17075"/>
                  </a:srgbClr>
                </a:gs>
                <a:gs pos="57143">
                  <a:srgbClr val="00000A">
                    <a:alpha val="9855"/>
                  </a:srgbClr>
                </a:gs>
                <a:gs pos="71429">
                  <a:srgbClr val="00000A">
                    <a:alpha val="4740"/>
                  </a:srgbClr>
                </a:gs>
                <a:gs pos="85714">
                  <a:srgbClr val="00000A">
                    <a:alpha val="1902"/>
                  </a:srgbClr>
                </a:gs>
                <a:gs pos="100000">
                  <a:srgbClr val="0000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5400000">
              <a:off x="1504679" y="89550"/>
              <a:ext cx="62063" cy="62063"/>
            </a:xfrm>
            <a:prstGeom prst="ellipse">
              <a:avLst/>
            </a:prstGeom>
            <a:gradFill>
              <a:gsLst>
                <a:gs pos="0">
                  <a:srgbClr val="B08D72">
                    <a:alpha val="13289"/>
                  </a:srgbClr>
                </a:gs>
                <a:gs pos="14286">
                  <a:srgbClr val="B08D72">
                    <a:alpha val="12283"/>
                  </a:srgbClr>
                </a:gs>
                <a:gs pos="28571">
                  <a:srgbClr val="B08D72">
                    <a:alpha val="9675"/>
                  </a:srgbClr>
                </a:gs>
                <a:gs pos="42857">
                  <a:srgbClr val="B08D72">
                    <a:alpha val="6457"/>
                  </a:srgbClr>
                </a:gs>
                <a:gs pos="57143">
                  <a:srgbClr val="B08D72">
                    <a:alpha val="3631"/>
                  </a:srgbClr>
                </a:gs>
                <a:gs pos="71429">
                  <a:srgbClr val="B08D72">
                    <a:alpha val="1716"/>
                  </a:srgbClr>
                </a:gs>
                <a:gs pos="85714">
                  <a:srgbClr val="B08D72">
                    <a:alpha val="682"/>
                  </a:srgbClr>
                </a:gs>
                <a:gs pos="100000">
                  <a:srgbClr val="B08D72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-10014109">
              <a:off x="792166" y="2153441"/>
              <a:ext cx="508858" cy="210740"/>
            </a:xfrm>
            <a:prstGeom prst="ellipse">
              <a:avLst/>
            </a:prstGeom>
            <a:gradFill>
              <a:gsLst>
                <a:gs pos="0">
                  <a:srgbClr val="B0908E">
                    <a:alpha val="12141"/>
                  </a:srgbClr>
                </a:gs>
                <a:gs pos="14286">
                  <a:srgbClr val="B0908E">
                    <a:alpha val="11216"/>
                  </a:srgbClr>
                </a:gs>
                <a:gs pos="28571">
                  <a:srgbClr val="B0908E">
                    <a:alpha val="8823"/>
                  </a:srgbClr>
                </a:gs>
                <a:gs pos="42857">
                  <a:srgbClr val="B0908E">
                    <a:alpha val="5879"/>
                  </a:srgbClr>
                </a:gs>
                <a:gs pos="57143">
                  <a:srgbClr val="B0908E">
                    <a:alpha val="3301"/>
                  </a:srgbClr>
                </a:gs>
                <a:gs pos="71429">
                  <a:srgbClr val="B0908E">
                    <a:alpha val="1559"/>
                  </a:srgbClr>
                </a:gs>
                <a:gs pos="85714">
                  <a:srgbClr val="B0908E">
                    <a:alpha val="619"/>
                  </a:srgbClr>
                </a:gs>
                <a:gs pos="100000">
                  <a:srgbClr val="B0908E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9347847">
              <a:off x="400609" y="604577"/>
              <a:ext cx="578687" cy="38343"/>
            </a:xfrm>
            <a:prstGeom prst="ellipse">
              <a:avLst/>
            </a:prstGeom>
            <a:gradFill>
              <a:gsLst>
                <a:gs pos="0">
                  <a:srgbClr val="F0C395">
                    <a:alpha val="18050"/>
                  </a:srgbClr>
                </a:gs>
                <a:gs pos="14286">
                  <a:srgbClr val="F0C395">
                    <a:alpha val="16720"/>
                  </a:srgbClr>
                </a:gs>
                <a:gs pos="28571">
                  <a:srgbClr val="F0C395">
                    <a:alpha val="13243"/>
                  </a:srgbClr>
                </a:gs>
                <a:gs pos="42857">
                  <a:srgbClr val="F0C395">
                    <a:alpha val="8897"/>
                  </a:srgbClr>
                </a:gs>
                <a:gs pos="57143">
                  <a:srgbClr val="F0C395">
                    <a:alpha val="5032"/>
                  </a:srgbClr>
                </a:gs>
                <a:gs pos="71429">
                  <a:srgbClr val="F0C395">
                    <a:alpha val="2388"/>
                  </a:srgbClr>
                </a:gs>
                <a:gs pos="85714">
                  <a:srgbClr val="F0C395">
                    <a:alpha val="951"/>
                  </a:srgbClr>
                </a:gs>
                <a:gs pos="100000">
                  <a:srgbClr val="F0C395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3971062">
              <a:off x="2014858" y="91144"/>
              <a:ext cx="541056" cy="97689"/>
            </a:xfrm>
            <a:prstGeom prst="ellipse">
              <a:avLst/>
            </a:prstGeom>
            <a:gradFill>
              <a:gsLst>
                <a:gs pos="0">
                  <a:srgbClr val="000C00">
                    <a:alpha val="32968"/>
                  </a:srgbClr>
                </a:gs>
                <a:gs pos="14286">
                  <a:srgbClr val="000C00">
                    <a:alpha val="30764"/>
                  </a:srgbClr>
                </a:gs>
                <a:gs pos="28571">
                  <a:srgbClr val="000C00">
                    <a:alpha val="24833"/>
                  </a:srgbClr>
                </a:gs>
                <a:gs pos="42857">
                  <a:srgbClr val="000C00">
                    <a:alpha val="17075"/>
                  </a:srgbClr>
                </a:gs>
                <a:gs pos="57143">
                  <a:srgbClr val="000C00">
                    <a:alpha val="9855"/>
                  </a:srgbClr>
                </a:gs>
                <a:gs pos="71429">
                  <a:srgbClr val="000C00">
                    <a:alpha val="4740"/>
                  </a:srgbClr>
                </a:gs>
                <a:gs pos="85714">
                  <a:srgbClr val="000C00">
                    <a:alpha val="1902"/>
                  </a:srgbClr>
                </a:gs>
                <a:gs pos="100000">
                  <a:srgbClr val="000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5825495">
              <a:off x="1734771" y="1058283"/>
              <a:ext cx="444060" cy="235087"/>
            </a:xfrm>
            <a:prstGeom prst="ellipse">
              <a:avLst/>
            </a:prstGeom>
            <a:gradFill>
              <a:gsLst>
                <a:gs pos="0">
                  <a:srgbClr val="98B8CB">
                    <a:alpha val="7177"/>
                  </a:srgbClr>
                </a:gs>
                <a:gs pos="14286">
                  <a:srgbClr val="98B8CB">
                    <a:alpha val="6616"/>
                  </a:srgbClr>
                </a:gs>
                <a:gs pos="28571">
                  <a:srgbClr val="98B8CB">
                    <a:alpha val="5176"/>
                  </a:srgbClr>
                </a:gs>
                <a:gs pos="42857">
                  <a:srgbClr val="98B8CB">
                    <a:alpha val="3426"/>
                  </a:srgbClr>
                </a:gs>
                <a:gs pos="57143">
                  <a:srgbClr val="98B8CB">
                    <a:alpha val="1913"/>
                  </a:srgbClr>
                </a:gs>
                <a:gs pos="71429">
                  <a:srgbClr val="98B8CB">
                    <a:alpha val="900"/>
                  </a:srgbClr>
                </a:gs>
                <a:gs pos="85714">
                  <a:srgbClr val="98B8CB">
                    <a:alpha val="357"/>
                  </a:srgbClr>
                </a:gs>
                <a:gs pos="100000">
                  <a:srgbClr val="98B8CB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9216399">
              <a:off x="584705" y="1712860"/>
              <a:ext cx="423546" cy="371382"/>
            </a:xfrm>
            <a:prstGeom prst="ellipse">
              <a:avLst/>
            </a:prstGeom>
            <a:gradFill>
              <a:gsLst>
                <a:gs pos="0">
                  <a:srgbClr val="000000">
                    <a:alpha val="10964"/>
                  </a:srgbClr>
                </a:gs>
                <a:gs pos="14286">
                  <a:srgbClr val="000000">
                    <a:alpha val="10123"/>
                  </a:srgbClr>
                </a:gs>
                <a:gs pos="28571">
                  <a:srgbClr val="000000">
                    <a:alpha val="7953"/>
                  </a:srgbClr>
                </a:gs>
                <a:gs pos="42857">
                  <a:srgbClr val="000000">
                    <a:alpha val="5291"/>
                  </a:srgbClr>
                </a:gs>
                <a:gs pos="57143">
                  <a:srgbClr val="000000">
                    <a:alpha val="2967"/>
                  </a:srgbClr>
                </a:gs>
                <a:gs pos="71429">
                  <a:srgbClr val="000000">
                    <a:alpha val="1400"/>
                  </a:srgbClr>
                </a:gs>
                <a:gs pos="85714">
                  <a:srgbClr val="000000">
                    <a:alpha val="556"/>
                  </a:srgbClr>
                </a:gs>
                <a:gs pos="100000">
                  <a:srgbClr val="000000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-8461870">
              <a:off x="1988305" y="1024870"/>
              <a:ext cx="644518" cy="370204"/>
            </a:xfrm>
            <a:prstGeom prst="ellipse">
              <a:avLst/>
            </a:prstGeom>
            <a:gradFill>
              <a:gsLst>
                <a:gs pos="0">
                  <a:srgbClr val="040000">
                    <a:alpha val="28264"/>
                  </a:srgbClr>
                </a:gs>
                <a:gs pos="14286">
                  <a:srgbClr val="040000">
                    <a:alpha val="26311"/>
                  </a:srgbClr>
                </a:gs>
                <a:gs pos="28571">
                  <a:srgbClr val="040000">
                    <a:alpha val="21106"/>
                  </a:srgbClr>
                </a:gs>
                <a:gs pos="42857">
                  <a:srgbClr val="040000">
                    <a:alpha val="14401"/>
                  </a:srgbClr>
                </a:gs>
                <a:gs pos="57143">
                  <a:srgbClr val="040000">
                    <a:alpha val="8255"/>
                  </a:srgbClr>
                </a:gs>
                <a:gs pos="71429">
                  <a:srgbClr val="040000">
                    <a:alpha val="3953"/>
                  </a:srgbClr>
                </a:gs>
                <a:gs pos="85714">
                  <a:srgbClr val="040000">
                    <a:alpha val="1582"/>
                  </a:srgbClr>
                </a:gs>
                <a:gs pos="100000">
                  <a:srgbClr val="040000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-10158526">
              <a:off x="1129333" y="554504"/>
              <a:ext cx="568536" cy="73344"/>
            </a:xfrm>
            <a:prstGeom prst="ellipse">
              <a:avLst/>
            </a:prstGeom>
            <a:gradFill>
              <a:gsLst>
                <a:gs pos="0">
                  <a:srgbClr val="F8B200">
                    <a:alpha val="10012"/>
                  </a:srgbClr>
                </a:gs>
                <a:gs pos="14286">
                  <a:srgbClr val="F8B200">
                    <a:alpha val="9241"/>
                  </a:srgbClr>
                </a:gs>
                <a:gs pos="28571">
                  <a:srgbClr val="F8B200">
                    <a:alpha val="7252"/>
                  </a:srgbClr>
                </a:gs>
                <a:gs pos="42857">
                  <a:srgbClr val="F8B200">
                    <a:alpha val="4818"/>
                  </a:srgbClr>
                </a:gs>
                <a:gs pos="57143">
                  <a:srgbClr val="F8B200">
                    <a:alpha val="2699"/>
                  </a:srgbClr>
                </a:gs>
                <a:gs pos="71429">
                  <a:srgbClr val="F8B200">
                    <a:alpha val="1273"/>
                  </a:srgbClr>
                </a:gs>
                <a:gs pos="85714">
                  <a:srgbClr val="F8B200">
                    <a:alpha val="505"/>
                  </a:srgbClr>
                </a:gs>
                <a:gs pos="100000">
                  <a:srgbClr val="F8B200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-8229432">
              <a:off x="932835" y="1048721"/>
              <a:ext cx="602732" cy="100149"/>
            </a:xfrm>
            <a:prstGeom prst="ellipse">
              <a:avLst/>
            </a:prstGeom>
            <a:gradFill>
              <a:gsLst>
                <a:gs pos="0">
                  <a:srgbClr val="140000">
                    <a:alpha val="32968"/>
                  </a:srgbClr>
                </a:gs>
                <a:gs pos="14286">
                  <a:srgbClr val="140000">
                    <a:alpha val="30764"/>
                  </a:srgbClr>
                </a:gs>
                <a:gs pos="28571">
                  <a:srgbClr val="140000">
                    <a:alpha val="24833"/>
                  </a:srgbClr>
                </a:gs>
                <a:gs pos="42857">
                  <a:srgbClr val="140000">
                    <a:alpha val="17075"/>
                  </a:srgbClr>
                </a:gs>
                <a:gs pos="57143">
                  <a:srgbClr val="140000">
                    <a:alpha val="9855"/>
                  </a:srgbClr>
                </a:gs>
                <a:gs pos="71429">
                  <a:srgbClr val="140000">
                    <a:alpha val="4740"/>
                  </a:srgbClr>
                </a:gs>
                <a:gs pos="85714">
                  <a:srgbClr val="140000">
                    <a:alpha val="1902"/>
                  </a:srgbClr>
                </a:gs>
                <a:gs pos="100000">
                  <a:srgbClr val="1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6602878">
              <a:off x="1560329" y="262046"/>
              <a:ext cx="435932" cy="111276"/>
            </a:xfrm>
            <a:prstGeom prst="ellipse">
              <a:avLst/>
            </a:prstGeom>
            <a:gradFill>
              <a:gsLst>
                <a:gs pos="0">
                  <a:srgbClr val="5A7600">
                    <a:alpha val="1202"/>
                  </a:srgbClr>
                </a:gs>
                <a:gs pos="14286">
                  <a:srgbClr val="5A7600">
                    <a:alpha val="1105"/>
                  </a:srgbClr>
                </a:gs>
                <a:gs pos="28571">
                  <a:srgbClr val="5A7600">
                    <a:alpha val="859"/>
                  </a:srgbClr>
                </a:gs>
                <a:gs pos="42857">
                  <a:srgbClr val="5A7600">
                    <a:alpha val="565"/>
                  </a:srgbClr>
                </a:gs>
                <a:gs pos="57143">
                  <a:srgbClr val="5A7600">
                    <a:alpha val="313"/>
                  </a:srgbClr>
                </a:gs>
                <a:gs pos="71429">
                  <a:srgbClr val="5A7600">
                    <a:alpha val="147"/>
                  </a:srgbClr>
                </a:gs>
                <a:gs pos="85714">
                  <a:srgbClr val="5A7600">
                    <a:alpha val="58"/>
                  </a:srgbClr>
                </a:gs>
                <a:gs pos="100000">
                  <a:srgbClr val="5A7600">
                    <a:alpha val="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4280784">
              <a:off x="1456064" y="244490"/>
              <a:ext cx="429558" cy="63374"/>
            </a:xfrm>
            <a:prstGeom prst="ellipse">
              <a:avLst/>
            </a:prstGeom>
            <a:gradFill>
              <a:gsLst>
                <a:gs pos="0">
                  <a:srgbClr val="693E19">
                    <a:alpha val="32939"/>
                  </a:srgbClr>
                </a:gs>
                <a:gs pos="14286">
                  <a:srgbClr val="693E19">
                    <a:alpha val="30737"/>
                  </a:srgbClr>
                </a:gs>
                <a:gs pos="28571">
                  <a:srgbClr val="693E19">
                    <a:alpha val="24810"/>
                  </a:srgbClr>
                </a:gs>
                <a:gs pos="42857">
                  <a:srgbClr val="693E19">
                    <a:alpha val="17059"/>
                  </a:srgbClr>
                </a:gs>
                <a:gs pos="57143">
                  <a:srgbClr val="693E19">
                    <a:alpha val="9845"/>
                  </a:srgbClr>
                </a:gs>
                <a:gs pos="71429">
                  <a:srgbClr val="693E19">
                    <a:alpha val="4735"/>
                  </a:srgbClr>
                </a:gs>
                <a:gs pos="85714">
                  <a:srgbClr val="693E19">
                    <a:alpha val="1900"/>
                  </a:srgbClr>
                </a:gs>
                <a:gs pos="100000">
                  <a:srgbClr val="693E1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-9222297">
              <a:off x="1064531" y="405988"/>
              <a:ext cx="388473" cy="237889"/>
            </a:xfrm>
            <a:prstGeom prst="ellipse">
              <a:avLst/>
            </a:prstGeom>
            <a:gradFill>
              <a:gsLst>
                <a:gs pos="0">
                  <a:srgbClr val="996A00">
                    <a:alpha val="27297"/>
                  </a:srgbClr>
                </a:gs>
                <a:gs pos="14286">
                  <a:srgbClr val="996A00">
                    <a:alpha val="25398"/>
                  </a:srgbClr>
                </a:gs>
                <a:gs pos="28571">
                  <a:srgbClr val="996A00">
                    <a:alpha val="20348"/>
                  </a:srgbClr>
                </a:gs>
                <a:gs pos="42857">
                  <a:srgbClr val="996A00">
                    <a:alpha val="13862"/>
                  </a:srgbClr>
                </a:gs>
                <a:gs pos="57143">
                  <a:srgbClr val="996A00">
                    <a:alpha val="7936"/>
                  </a:srgbClr>
                </a:gs>
                <a:gs pos="71429">
                  <a:srgbClr val="996A00">
                    <a:alpha val="3796"/>
                  </a:srgbClr>
                </a:gs>
                <a:gs pos="85714">
                  <a:srgbClr val="996A00">
                    <a:alpha val="1519"/>
                  </a:srgbClr>
                </a:gs>
                <a:gs pos="100000">
                  <a:srgbClr val="996A00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7468136">
              <a:off x="-166393" y="1568439"/>
              <a:ext cx="660055" cy="357962"/>
            </a:xfrm>
            <a:prstGeom prst="ellipse">
              <a:avLst/>
            </a:prstGeom>
            <a:gradFill>
              <a:gsLst>
                <a:gs pos="0">
                  <a:srgbClr val="FDB300">
                    <a:alpha val="11610"/>
                  </a:srgbClr>
                </a:gs>
                <a:gs pos="14286">
                  <a:srgbClr val="FDB300">
                    <a:alpha val="10724"/>
                  </a:srgbClr>
                </a:gs>
                <a:gs pos="28571">
                  <a:srgbClr val="FDB300">
                    <a:alpha val="8431"/>
                  </a:srgbClr>
                </a:gs>
                <a:gs pos="42857">
                  <a:srgbClr val="FDB300">
                    <a:alpha val="5613"/>
                  </a:srgbClr>
                </a:gs>
                <a:gs pos="57143">
                  <a:srgbClr val="FDB300">
                    <a:alpha val="3150"/>
                  </a:srgbClr>
                </a:gs>
                <a:gs pos="71429">
                  <a:srgbClr val="FDB300">
                    <a:alpha val="1487"/>
                  </a:srgbClr>
                </a:gs>
                <a:gs pos="85714">
                  <a:srgbClr val="FDB300">
                    <a:alpha val="591"/>
                  </a:srgbClr>
                </a:gs>
                <a:gs pos="100000">
                  <a:srgbClr val="FDB300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-10400283">
              <a:off x="2558089" y="364423"/>
              <a:ext cx="386971" cy="162289"/>
            </a:xfrm>
            <a:prstGeom prst="ellipse">
              <a:avLst/>
            </a:prstGeom>
            <a:gradFill>
              <a:gsLst>
                <a:gs pos="0">
                  <a:srgbClr val="610000">
                    <a:alpha val="32968"/>
                  </a:srgbClr>
                </a:gs>
                <a:gs pos="14286">
                  <a:srgbClr val="610000">
                    <a:alpha val="30764"/>
                  </a:srgbClr>
                </a:gs>
                <a:gs pos="28571">
                  <a:srgbClr val="610000">
                    <a:alpha val="24833"/>
                  </a:srgbClr>
                </a:gs>
                <a:gs pos="42857">
                  <a:srgbClr val="610000">
                    <a:alpha val="17075"/>
                  </a:srgbClr>
                </a:gs>
                <a:gs pos="57143">
                  <a:srgbClr val="610000">
                    <a:alpha val="9855"/>
                  </a:srgbClr>
                </a:gs>
                <a:gs pos="71429">
                  <a:srgbClr val="610000">
                    <a:alpha val="4740"/>
                  </a:srgbClr>
                </a:gs>
                <a:gs pos="85714">
                  <a:srgbClr val="610000">
                    <a:alpha val="1902"/>
                  </a:srgbClr>
                </a:gs>
                <a:gs pos="100000">
                  <a:srgbClr val="6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8583323">
              <a:off x="2148700" y="1032945"/>
              <a:ext cx="424901" cy="57342"/>
            </a:xfrm>
            <a:prstGeom prst="ellipse">
              <a:avLst/>
            </a:prstGeom>
            <a:gradFill>
              <a:gsLst>
                <a:gs pos="0">
                  <a:srgbClr val="FFCAA9">
                    <a:alpha val="17206"/>
                  </a:srgbClr>
                </a:gs>
                <a:gs pos="14286">
                  <a:srgbClr val="FFCAA9">
                    <a:alpha val="15932"/>
                  </a:srgbClr>
                </a:gs>
                <a:gs pos="28571">
                  <a:srgbClr val="FFCAA9">
                    <a:alpha val="12606"/>
                  </a:srgbClr>
                </a:gs>
                <a:gs pos="42857">
                  <a:srgbClr val="FFCAA9">
                    <a:alpha val="8459"/>
                  </a:srgbClr>
                </a:gs>
                <a:gs pos="57143">
                  <a:srgbClr val="FFCAA9">
                    <a:alpha val="4779"/>
                  </a:srgbClr>
                </a:gs>
                <a:gs pos="71429">
                  <a:srgbClr val="FFCAA9">
                    <a:alpha val="2266"/>
                  </a:srgbClr>
                </a:gs>
                <a:gs pos="85714">
                  <a:srgbClr val="FFCAA9">
                    <a:alpha val="902"/>
                  </a:srgbClr>
                </a:gs>
                <a:gs pos="100000">
                  <a:srgbClr val="FFCAA9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8330600">
              <a:off x="1080340" y="658676"/>
              <a:ext cx="419796" cy="197608"/>
            </a:xfrm>
            <a:prstGeom prst="ellipse">
              <a:avLst/>
            </a:prstGeom>
            <a:gradFill>
              <a:gsLst>
                <a:gs pos="0">
                  <a:srgbClr val="AEB300">
                    <a:alpha val="16985"/>
                  </a:srgbClr>
                </a:gs>
                <a:gs pos="14286">
                  <a:srgbClr val="AEB300">
                    <a:alpha val="15725"/>
                  </a:srgbClr>
                </a:gs>
                <a:gs pos="28571">
                  <a:srgbClr val="AEB300">
                    <a:alpha val="12439"/>
                  </a:srgbClr>
                </a:gs>
                <a:gs pos="42857">
                  <a:srgbClr val="AEB300">
                    <a:alpha val="8344"/>
                  </a:srgbClr>
                </a:gs>
                <a:gs pos="57143">
                  <a:srgbClr val="AEB300">
                    <a:alpha val="4713"/>
                  </a:srgbClr>
                </a:gs>
                <a:gs pos="71429">
                  <a:srgbClr val="AEB300">
                    <a:alpha val="2235"/>
                  </a:srgbClr>
                </a:gs>
                <a:gs pos="85714">
                  <a:srgbClr val="AEB300">
                    <a:alpha val="890"/>
                  </a:srgbClr>
                </a:gs>
                <a:gs pos="100000">
                  <a:srgbClr val="AEB300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-8932901">
              <a:off x="691921" y="1932588"/>
              <a:ext cx="485872" cy="118350"/>
            </a:xfrm>
            <a:prstGeom prst="ellipse">
              <a:avLst/>
            </a:prstGeom>
            <a:gradFill>
              <a:gsLst>
                <a:gs pos="0">
                  <a:srgbClr val="FFB600">
                    <a:alpha val="2937"/>
                  </a:srgbClr>
                </a:gs>
                <a:gs pos="14286">
                  <a:srgbClr val="FFB600">
                    <a:alpha val="2703"/>
                  </a:srgbClr>
                </a:gs>
                <a:gs pos="28571">
                  <a:srgbClr val="FFB600">
                    <a:alpha val="2105"/>
                  </a:srgbClr>
                </a:gs>
                <a:gs pos="42857">
                  <a:srgbClr val="FFB600">
                    <a:alpha val="1386"/>
                  </a:srgbClr>
                </a:gs>
                <a:gs pos="57143">
                  <a:srgbClr val="FFB600">
                    <a:alpha val="770"/>
                  </a:srgbClr>
                </a:gs>
                <a:gs pos="71429">
                  <a:srgbClr val="FFB600">
                    <a:alpha val="361"/>
                  </a:srgbClr>
                </a:gs>
                <a:gs pos="85714">
                  <a:srgbClr val="FFB600">
                    <a:alpha val="143"/>
                  </a:srgbClr>
                </a:gs>
                <a:gs pos="100000">
                  <a:srgbClr val="FFB600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4318269">
              <a:off x="1790414" y="395335"/>
              <a:ext cx="633152" cy="489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5400000">
              <a:off x="1042435" y="1313944"/>
              <a:ext cx="63105" cy="63105"/>
            </a:xfrm>
            <a:prstGeom prst="ellipse">
              <a:avLst/>
            </a:prstGeom>
            <a:gradFill>
              <a:gsLst>
                <a:gs pos="0">
                  <a:srgbClr val="7B4724">
                    <a:alpha val="13007"/>
                  </a:srgbClr>
                </a:gs>
                <a:gs pos="14286">
                  <a:srgbClr val="7B4724">
                    <a:alpha val="12021"/>
                  </a:srgbClr>
                </a:gs>
                <a:gs pos="28571">
                  <a:srgbClr val="7B4724">
                    <a:alpha val="9466"/>
                  </a:srgbClr>
                </a:gs>
                <a:gs pos="42857">
                  <a:srgbClr val="7B4724">
                    <a:alpha val="6314"/>
                  </a:srgbClr>
                </a:gs>
                <a:gs pos="57143">
                  <a:srgbClr val="7B4724">
                    <a:alpha val="3550"/>
                  </a:srgbClr>
                </a:gs>
                <a:gs pos="71429">
                  <a:srgbClr val="7B4724">
                    <a:alpha val="1678"/>
                  </a:srgbClr>
                </a:gs>
                <a:gs pos="85714">
                  <a:srgbClr val="7B4724">
                    <a:alpha val="667"/>
                  </a:srgbClr>
                </a:gs>
                <a:gs pos="100000">
                  <a:srgbClr val="7B4724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5400000">
              <a:off x="1057023" y="1425398"/>
              <a:ext cx="63282" cy="63282"/>
            </a:xfrm>
            <a:prstGeom prst="ellipse">
              <a:avLst/>
            </a:prstGeom>
            <a:gradFill>
              <a:gsLst>
                <a:gs pos="0">
                  <a:srgbClr val="A87F61">
                    <a:alpha val="12959"/>
                  </a:srgbClr>
                </a:gs>
                <a:gs pos="14286">
                  <a:srgbClr val="A87F61">
                    <a:alpha val="11977"/>
                  </a:srgbClr>
                </a:gs>
                <a:gs pos="28571">
                  <a:srgbClr val="A87F61">
                    <a:alpha val="9430"/>
                  </a:srgbClr>
                </a:gs>
                <a:gs pos="42857">
                  <a:srgbClr val="A87F61">
                    <a:alpha val="6290"/>
                  </a:srgbClr>
                </a:gs>
                <a:gs pos="57143">
                  <a:srgbClr val="A87F61">
                    <a:alpha val="3536"/>
                  </a:srgbClr>
                </a:gs>
                <a:gs pos="71429">
                  <a:srgbClr val="A87F61">
                    <a:alpha val="1671"/>
                  </a:srgbClr>
                </a:gs>
                <a:gs pos="85714">
                  <a:srgbClr val="A87F61">
                    <a:alpha val="664"/>
                  </a:srgbClr>
                </a:gs>
                <a:gs pos="100000">
                  <a:srgbClr val="A87F61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2748306">
              <a:off x="2037972" y="137583"/>
              <a:ext cx="411303" cy="52879"/>
            </a:xfrm>
            <a:prstGeom prst="ellipse">
              <a:avLst/>
            </a:prstGeom>
            <a:gradFill>
              <a:gsLst>
                <a:gs pos="0">
                  <a:srgbClr val="EAA978">
                    <a:alpha val="27442"/>
                  </a:srgbClr>
                </a:gs>
                <a:gs pos="14286">
                  <a:srgbClr val="EAA978">
                    <a:alpha val="25535"/>
                  </a:srgbClr>
                </a:gs>
                <a:gs pos="28571">
                  <a:srgbClr val="EAA978">
                    <a:alpha val="20461"/>
                  </a:srgbClr>
                </a:gs>
                <a:gs pos="42857">
                  <a:srgbClr val="EAA978">
                    <a:alpha val="13943"/>
                  </a:srgbClr>
                </a:gs>
                <a:gs pos="57143">
                  <a:srgbClr val="EAA978">
                    <a:alpha val="7984"/>
                  </a:srgbClr>
                </a:gs>
                <a:gs pos="71429">
                  <a:srgbClr val="EAA978">
                    <a:alpha val="3820"/>
                  </a:srgbClr>
                </a:gs>
                <a:gs pos="85714">
                  <a:srgbClr val="EAA978">
                    <a:alpha val="1528"/>
                  </a:srgbClr>
                </a:gs>
                <a:gs pos="100000">
                  <a:srgbClr val="EAA978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5713998">
              <a:off x="1310432" y="138311"/>
              <a:ext cx="424012" cy="402008"/>
            </a:xfrm>
            <a:prstGeom prst="ellipse">
              <a:avLst/>
            </a:prstGeom>
            <a:gradFill>
              <a:gsLst>
                <a:gs pos="0">
                  <a:srgbClr val="C87B00">
                    <a:alpha val="3245"/>
                  </a:srgbClr>
                </a:gs>
                <a:gs pos="14286">
                  <a:srgbClr val="C87B00">
                    <a:alpha val="2986"/>
                  </a:srgbClr>
                </a:gs>
                <a:gs pos="28571">
                  <a:srgbClr val="C87B00">
                    <a:alpha val="2326"/>
                  </a:srgbClr>
                </a:gs>
                <a:gs pos="42857">
                  <a:srgbClr val="C87B00">
                    <a:alpha val="1532"/>
                  </a:srgbClr>
                </a:gs>
                <a:gs pos="57143">
                  <a:srgbClr val="C87B00">
                    <a:alpha val="852"/>
                  </a:srgbClr>
                </a:gs>
                <a:gs pos="71429">
                  <a:srgbClr val="C87B00">
                    <a:alpha val="400"/>
                  </a:srgbClr>
                </a:gs>
                <a:gs pos="85714">
                  <a:srgbClr val="C87B00">
                    <a:alpha val="158"/>
                  </a:srgbClr>
                </a:gs>
                <a:gs pos="100000">
                  <a:srgbClr val="C87B00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6300239">
              <a:off x="1333180" y="174727"/>
              <a:ext cx="459728" cy="76451"/>
            </a:xfrm>
            <a:prstGeom prst="ellipse">
              <a:avLst/>
            </a:prstGeom>
            <a:gradFill>
              <a:gsLst>
                <a:gs pos="0">
                  <a:srgbClr val="FFCD9A">
                    <a:alpha val="32968"/>
                  </a:srgbClr>
                </a:gs>
                <a:gs pos="14286">
                  <a:srgbClr val="FFCD9A">
                    <a:alpha val="30764"/>
                  </a:srgbClr>
                </a:gs>
                <a:gs pos="28571">
                  <a:srgbClr val="FFCD9A">
                    <a:alpha val="24833"/>
                  </a:srgbClr>
                </a:gs>
                <a:gs pos="42857">
                  <a:srgbClr val="FFCD9A">
                    <a:alpha val="17075"/>
                  </a:srgbClr>
                </a:gs>
                <a:gs pos="57143">
                  <a:srgbClr val="FFCD9A">
                    <a:alpha val="9855"/>
                  </a:srgbClr>
                </a:gs>
                <a:gs pos="71429">
                  <a:srgbClr val="FFCD9A">
                    <a:alpha val="4740"/>
                  </a:srgbClr>
                </a:gs>
                <a:gs pos="85714">
                  <a:srgbClr val="FFCD9A">
                    <a:alpha val="1902"/>
                  </a:srgbClr>
                </a:gs>
                <a:gs pos="100000">
                  <a:srgbClr val="FFCD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3186191">
              <a:off x="1227033" y="454453"/>
              <a:ext cx="334729" cy="51121"/>
            </a:xfrm>
            <a:prstGeom prst="ellipse">
              <a:avLst/>
            </a:prstGeom>
            <a:gradFill>
              <a:gsLst>
                <a:gs pos="0">
                  <a:srgbClr val="000035">
                    <a:alpha val="32968"/>
                  </a:srgbClr>
                </a:gs>
                <a:gs pos="14286">
                  <a:srgbClr val="000035">
                    <a:alpha val="30764"/>
                  </a:srgbClr>
                </a:gs>
                <a:gs pos="28571">
                  <a:srgbClr val="000035">
                    <a:alpha val="24833"/>
                  </a:srgbClr>
                </a:gs>
                <a:gs pos="42857">
                  <a:srgbClr val="000035">
                    <a:alpha val="17075"/>
                  </a:srgbClr>
                </a:gs>
                <a:gs pos="57143">
                  <a:srgbClr val="000035">
                    <a:alpha val="9855"/>
                  </a:srgbClr>
                </a:gs>
                <a:gs pos="71429">
                  <a:srgbClr val="000035">
                    <a:alpha val="4740"/>
                  </a:srgbClr>
                </a:gs>
                <a:gs pos="85714">
                  <a:srgbClr val="000035">
                    <a:alpha val="1902"/>
                  </a:srgbClr>
                </a:gs>
                <a:gs pos="100000">
                  <a:srgbClr val="0000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4067483">
              <a:off x="930539" y="195623"/>
              <a:ext cx="321417" cy="301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3958375">
              <a:off x="1586902" y="303205"/>
              <a:ext cx="708735" cy="520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4838800">
              <a:off x="-79368" y="607559"/>
              <a:ext cx="547216" cy="97853"/>
            </a:xfrm>
            <a:prstGeom prst="ellipse">
              <a:avLst/>
            </a:prstGeom>
            <a:gradFill>
              <a:gsLst>
                <a:gs pos="0">
                  <a:srgbClr val="EBD5CA">
                    <a:alpha val="27720"/>
                  </a:srgbClr>
                </a:gs>
                <a:gs pos="14286">
                  <a:srgbClr val="EBD5CA">
                    <a:alpha val="25797"/>
                  </a:srgbClr>
                </a:gs>
                <a:gs pos="28571">
                  <a:srgbClr val="EBD5CA">
                    <a:alpha val="20678"/>
                  </a:srgbClr>
                </a:gs>
                <a:gs pos="42857">
                  <a:srgbClr val="EBD5CA">
                    <a:alpha val="14097"/>
                  </a:srgbClr>
                </a:gs>
                <a:gs pos="57143">
                  <a:srgbClr val="EBD5CA">
                    <a:alpha val="8075"/>
                  </a:srgbClr>
                </a:gs>
                <a:gs pos="71429">
                  <a:srgbClr val="EBD5CA">
                    <a:alpha val="3865"/>
                  </a:srgbClr>
                </a:gs>
                <a:gs pos="85714">
                  <a:srgbClr val="EBD5CA">
                    <a:alpha val="1546"/>
                  </a:srgbClr>
                </a:gs>
                <a:gs pos="100000">
                  <a:srgbClr val="EBD5CA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5400000">
              <a:off x="1636174" y="15114"/>
              <a:ext cx="63703" cy="63703"/>
            </a:xfrm>
            <a:prstGeom prst="ellipse">
              <a:avLst/>
            </a:prstGeom>
            <a:gradFill>
              <a:gsLst>
                <a:gs pos="0">
                  <a:srgbClr val="A5856B">
                    <a:alpha val="12845"/>
                  </a:srgbClr>
                </a:gs>
                <a:gs pos="14286">
                  <a:srgbClr val="A5856B">
                    <a:alpha val="11871"/>
                  </a:srgbClr>
                </a:gs>
                <a:gs pos="28571">
                  <a:srgbClr val="A5856B">
                    <a:alpha val="9345"/>
                  </a:srgbClr>
                </a:gs>
                <a:gs pos="42857">
                  <a:srgbClr val="A5856B">
                    <a:alpha val="6233"/>
                  </a:srgbClr>
                </a:gs>
                <a:gs pos="57143">
                  <a:srgbClr val="A5856B">
                    <a:alpha val="3503"/>
                  </a:srgbClr>
                </a:gs>
                <a:gs pos="71429">
                  <a:srgbClr val="A5856B">
                    <a:alpha val="1655"/>
                  </a:srgbClr>
                </a:gs>
                <a:gs pos="85714">
                  <a:srgbClr val="A5856B">
                    <a:alpha val="658"/>
                  </a:srgbClr>
                </a:gs>
                <a:gs pos="100000">
                  <a:srgbClr val="A5856B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8168179">
              <a:off x="1376204" y="1044609"/>
              <a:ext cx="578207" cy="158960"/>
            </a:xfrm>
            <a:prstGeom prst="ellipse">
              <a:avLst/>
            </a:prstGeom>
            <a:gradFill>
              <a:gsLst>
                <a:gs pos="0">
                  <a:srgbClr val="1E0000">
                    <a:alpha val="32968"/>
                  </a:srgbClr>
                </a:gs>
                <a:gs pos="14286">
                  <a:srgbClr val="1E0000">
                    <a:alpha val="30764"/>
                  </a:srgbClr>
                </a:gs>
                <a:gs pos="28571">
                  <a:srgbClr val="1E0000">
                    <a:alpha val="24833"/>
                  </a:srgbClr>
                </a:gs>
                <a:gs pos="42857">
                  <a:srgbClr val="1E0000">
                    <a:alpha val="17075"/>
                  </a:srgbClr>
                </a:gs>
                <a:gs pos="57143">
                  <a:srgbClr val="1E0000">
                    <a:alpha val="9855"/>
                  </a:srgbClr>
                </a:gs>
                <a:gs pos="71429">
                  <a:srgbClr val="1E0000">
                    <a:alpha val="4740"/>
                  </a:srgbClr>
                </a:gs>
                <a:gs pos="85714">
                  <a:srgbClr val="1E0000">
                    <a:alpha val="1902"/>
                  </a:srgbClr>
                </a:gs>
                <a:gs pos="100000">
                  <a:srgbClr val="1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5263803">
              <a:off x="-71945" y="446402"/>
              <a:ext cx="433415" cy="218498"/>
            </a:xfrm>
            <a:prstGeom prst="ellipse">
              <a:avLst/>
            </a:prstGeom>
            <a:gradFill>
              <a:gsLst>
                <a:gs pos="0">
                  <a:srgbClr val="F8DDED">
                    <a:alpha val="32968"/>
                  </a:srgbClr>
                </a:gs>
                <a:gs pos="14286">
                  <a:srgbClr val="F8DDED">
                    <a:alpha val="30764"/>
                  </a:srgbClr>
                </a:gs>
                <a:gs pos="28571">
                  <a:srgbClr val="F8DDED">
                    <a:alpha val="24833"/>
                  </a:srgbClr>
                </a:gs>
                <a:gs pos="42857">
                  <a:srgbClr val="F8DDED">
                    <a:alpha val="17075"/>
                  </a:srgbClr>
                </a:gs>
                <a:gs pos="57143">
                  <a:srgbClr val="F8DDED">
                    <a:alpha val="9855"/>
                  </a:srgbClr>
                </a:gs>
                <a:gs pos="71429">
                  <a:srgbClr val="F8DDED">
                    <a:alpha val="4740"/>
                  </a:srgbClr>
                </a:gs>
                <a:gs pos="85714">
                  <a:srgbClr val="F8DDED">
                    <a:alpha val="1902"/>
                  </a:srgbClr>
                </a:gs>
                <a:gs pos="100000">
                  <a:srgbClr val="F8DD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6823706">
              <a:off x="2052988" y="1115320"/>
              <a:ext cx="525132" cy="143494"/>
            </a:xfrm>
            <a:prstGeom prst="ellipse">
              <a:avLst/>
            </a:prstGeom>
            <a:gradFill>
              <a:gsLst>
                <a:gs pos="0">
                  <a:srgbClr val="FFBD8B">
                    <a:alpha val="7432"/>
                  </a:srgbClr>
                </a:gs>
                <a:gs pos="14286">
                  <a:srgbClr val="FFBD8B">
                    <a:alpha val="6852"/>
                  </a:srgbClr>
                </a:gs>
                <a:gs pos="28571">
                  <a:srgbClr val="FFBD8B">
                    <a:alpha val="5362"/>
                  </a:srgbClr>
                </a:gs>
                <a:gs pos="42857">
                  <a:srgbClr val="FFBD8B">
                    <a:alpha val="3550"/>
                  </a:srgbClr>
                </a:gs>
                <a:gs pos="57143">
                  <a:srgbClr val="FFBD8B">
                    <a:alpha val="1983"/>
                  </a:srgbClr>
                </a:gs>
                <a:gs pos="71429">
                  <a:srgbClr val="FFBD8B">
                    <a:alpha val="933"/>
                  </a:srgbClr>
                </a:gs>
                <a:gs pos="85714">
                  <a:srgbClr val="FFBD8B">
                    <a:alpha val="370"/>
                  </a:srgbClr>
                </a:gs>
                <a:gs pos="100000">
                  <a:srgbClr val="FFBD8B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7785403">
              <a:off x="39097" y="1469812"/>
              <a:ext cx="415144" cy="371489"/>
            </a:xfrm>
            <a:prstGeom prst="ellipse">
              <a:avLst/>
            </a:prstGeom>
            <a:gradFill>
              <a:gsLst>
                <a:gs pos="0">
                  <a:srgbClr val="003F69">
                    <a:alpha val="24043"/>
                  </a:srgbClr>
                </a:gs>
                <a:gs pos="14286">
                  <a:srgbClr val="003F69">
                    <a:alpha val="22334"/>
                  </a:srgbClr>
                </a:gs>
                <a:gs pos="28571">
                  <a:srgbClr val="003F69">
                    <a:alpha val="17820"/>
                  </a:srgbClr>
                </a:gs>
                <a:gs pos="42857">
                  <a:srgbClr val="003F69">
                    <a:alpha val="12079"/>
                  </a:srgbClr>
                </a:gs>
                <a:gs pos="57143">
                  <a:srgbClr val="003F69">
                    <a:alpha val="6884"/>
                  </a:srgbClr>
                </a:gs>
                <a:gs pos="71429">
                  <a:srgbClr val="003F69">
                    <a:alpha val="3284"/>
                  </a:srgbClr>
                </a:gs>
                <a:gs pos="85714">
                  <a:srgbClr val="003F69">
                    <a:alpha val="1312"/>
                  </a:srgbClr>
                </a:gs>
                <a:gs pos="100000">
                  <a:srgbClr val="003F69">
                    <a:alpha val="4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5400000">
              <a:off x="1203211" y="1270645"/>
              <a:ext cx="64142" cy="64142"/>
            </a:xfrm>
            <a:prstGeom prst="ellipse">
              <a:avLst/>
            </a:prstGeom>
            <a:gradFill>
              <a:gsLst>
                <a:gs pos="0">
                  <a:srgbClr val="A47451">
                    <a:alpha val="12726"/>
                  </a:srgbClr>
                </a:gs>
                <a:gs pos="14286">
                  <a:srgbClr val="A47451">
                    <a:alpha val="11760"/>
                  </a:srgbClr>
                </a:gs>
                <a:gs pos="28571">
                  <a:srgbClr val="A47451">
                    <a:alpha val="9257"/>
                  </a:srgbClr>
                </a:gs>
                <a:gs pos="42857">
                  <a:srgbClr val="A47451">
                    <a:alpha val="6173"/>
                  </a:srgbClr>
                </a:gs>
                <a:gs pos="57143">
                  <a:srgbClr val="A47451">
                    <a:alpha val="3469"/>
                  </a:srgbClr>
                </a:gs>
                <a:gs pos="71429">
                  <a:srgbClr val="A47451">
                    <a:alpha val="1639"/>
                  </a:srgbClr>
                </a:gs>
                <a:gs pos="85714">
                  <a:srgbClr val="A47451">
                    <a:alpha val="651"/>
                  </a:srgbClr>
                </a:gs>
                <a:gs pos="100000">
                  <a:srgbClr val="A47451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5400000">
              <a:off x="891100" y="956017"/>
              <a:ext cx="64202" cy="64202"/>
            </a:xfrm>
            <a:prstGeom prst="ellipse">
              <a:avLst/>
            </a:prstGeom>
            <a:gradFill>
              <a:gsLst>
                <a:gs pos="0">
                  <a:srgbClr val="AB7A4D">
                    <a:alpha val="12710"/>
                  </a:srgbClr>
                </a:gs>
                <a:gs pos="14286">
                  <a:srgbClr val="AB7A4D">
                    <a:alpha val="11745"/>
                  </a:srgbClr>
                </a:gs>
                <a:gs pos="28571">
                  <a:srgbClr val="AB7A4D">
                    <a:alpha val="9245"/>
                  </a:srgbClr>
                </a:gs>
                <a:gs pos="42857">
                  <a:srgbClr val="AB7A4D">
                    <a:alpha val="6165"/>
                  </a:srgbClr>
                </a:gs>
                <a:gs pos="57143">
                  <a:srgbClr val="AB7A4D">
                    <a:alpha val="3464"/>
                  </a:srgbClr>
                </a:gs>
                <a:gs pos="71429">
                  <a:srgbClr val="AB7A4D">
                    <a:alpha val="1637"/>
                  </a:srgbClr>
                </a:gs>
                <a:gs pos="85714">
                  <a:srgbClr val="AB7A4D">
                    <a:alpha val="650"/>
                  </a:srgbClr>
                </a:gs>
                <a:gs pos="100000">
                  <a:srgbClr val="AB7A4D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5400000">
              <a:off x="1826570" y="275108"/>
              <a:ext cx="64252" cy="64252"/>
            </a:xfrm>
            <a:prstGeom prst="ellipse">
              <a:avLst/>
            </a:prstGeom>
            <a:gradFill>
              <a:gsLst>
                <a:gs pos="0">
                  <a:srgbClr val="9C7252">
                    <a:alpha val="12696"/>
                  </a:srgbClr>
                </a:gs>
                <a:gs pos="14286">
                  <a:srgbClr val="9C7252">
                    <a:alpha val="11732"/>
                  </a:srgbClr>
                </a:gs>
                <a:gs pos="28571">
                  <a:srgbClr val="9C7252">
                    <a:alpha val="9235"/>
                  </a:srgbClr>
                </a:gs>
                <a:gs pos="42857">
                  <a:srgbClr val="9C7252">
                    <a:alpha val="6158"/>
                  </a:srgbClr>
                </a:gs>
                <a:gs pos="57143">
                  <a:srgbClr val="9C7252">
                    <a:alpha val="3460"/>
                  </a:srgbClr>
                </a:gs>
                <a:gs pos="71429">
                  <a:srgbClr val="9C7252">
                    <a:alpha val="1635"/>
                  </a:srgbClr>
                </a:gs>
                <a:gs pos="85714">
                  <a:srgbClr val="9C7252">
                    <a:alpha val="650"/>
                  </a:srgbClr>
                </a:gs>
                <a:gs pos="100000">
                  <a:srgbClr val="9C7252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-10212619">
              <a:off x="617330" y="193503"/>
              <a:ext cx="499104" cy="198388"/>
            </a:xfrm>
            <a:prstGeom prst="ellipse">
              <a:avLst/>
            </a:prstGeom>
            <a:gradFill>
              <a:gsLst>
                <a:gs pos="0">
                  <a:srgbClr val="CD9100">
                    <a:alpha val="5435"/>
                  </a:srgbClr>
                </a:gs>
                <a:gs pos="14286">
                  <a:srgbClr val="CD9100">
                    <a:alpha val="5007"/>
                  </a:srgbClr>
                </a:gs>
                <a:gs pos="28571">
                  <a:srgbClr val="CD9100">
                    <a:alpha val="3910"/>
                  </a:srgbClr>
                </a:gs>
                <a:gs pos="42857">
                  <a:srgbClr val="CD9100">
                    <a:alpha val="2582"/>
                  </a:srgbClr>
                </a:gs>
                <a:gs pos="57143">
                  <a:srgbClr val="CD9100">
                    <a:alpha val="1439"/>
                  </a:srgbClr>
                </a:gs>
                <a:gs pos="71429">
                  <a:srgbClr val="CD9100">
                    <a:alpha val="676"/>
                  </a:srgbClr>
                </a:gs>
                <a:gs pos="85714">
                  <a:srgbClr val="CD9100">
                    <a:alpha val="268"/>
                  </a:srgbClr>
                </a:gs>
                <a:gs pos="100000">
                  <a:srgbClr val="CD9100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5400000">
              <a:off x="-3294" y="2015391"/>
              <a:ext cx="64199" cy="64199"/>
            </a:xfrm>
            <a:prstGeom prst="ellipse">
              <a:avLst/>
            </a:prstGeom>
            <a:gradFill>
              <a:gsLst>
                <a:gs pos="0">
                  <a:srgbClr val="997860">
                    <a:alpha val="12711"/>
                  </a:srgbClr>
                </a:gs>
                <a:gs pos="14286">
                  <a:srgbClr val="997860">
                    <a:alpha val="11746"/>
                  </a:srgbClr>
                </a:gs>
                <a:gs pos="28571">
                  <a:srgbClr val="997860">
                    <a:alpha val="9246"/>
                  </a:srgbClr>
                </a:gs>
                <a:gs pos="42857">
                  <a:srgbClr val="997860">
                    <a:alpha val="6165"/>
                  </a:srgbClr>
                </a:gs>
                <a:gs pos="57143">
                  <a:srgbClr val="997860">
                    <a:alpha val="3465"/>
                  </a:srgbClr>
                </a:gs>
                <a:gs pos="71429">
                  <a:srgbClr val="997860">
                    <a:alpha val="1637"/>
                  </a:srgbClr>
                </a:gs>
                <a:gs pos="85714">
                  <a:srgbClr val="997860">
                    <a:alpha val="651"/>
                  </a:srgbClr>
                </a:gs>
                <a:gs pos="100000">
                  <a:srgbClr val="997860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-10667031">
              <a:off x="850022" y="1225538"/>
              <a:ext cx="541980" cy="273110"/>
            </a:xfrm>
            <a:prstGeom prst="ellipse">
              <a:avLst/>
            </a:prstGeom>
            <a:gradFill>
              <a:gsLst>
                <a:gs pos="0">
                  <a:srgbClr val="D89800">
                    <a:alpha val="16971"/>
                  </a:srgbClr>
                </a:gs>
                <a:gs pos="14286">
                  <a:srgbClr val="D89800">
                    <a:alpha val="15712"/>
                  </a:srgbClr>
                </a:gs>
                <a:gs pos="28571">
                  <a:srgbClr val="D89800">
                    <a:alpha val="12429"/>
                  </a:srgbClr>
                </a:gs>
                <a:gs pos="42857">
                  <a:srgbClr val="D89800">
                    <a:alpha val="8337"/>
                  </a:srgbClr>
                </a:gs>
                <a:gs pos="57143">
                  <a:srgbClr val="D89800">
                    <a:alpha val="4709"/>
                  </a:srgbClr>
                </a:gs>
                <a:gs pos="71429">
                  <a:srgbClr val="D89800">
                    <a:alpha val="2233"/>
                  </a:srgbClr>
                </a:gs>
                <a:gs pos="85714">
                  <a:srgbClr val="D89800">
                    <a:alpha val="889"/>
                  </a:srgbClr>
                </a:gs>
                <a:gs pos="100000">
                  <a:srgbClr val="D89800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5400000">
              <a:off x="2475767" y="1908421"/>
              <a:ext cx="64707" cy="64707"/>
            </a:xfrm>
            <a:prstGeom prst="ellipse">
              <a:avLst/>
            </a:prstGeom>
            <a:gradFill>
              <a:gsLst>
                <a:gs pos="0">
                  <a:srgbClr val="6D4120">
                    <a:alpha val="12572"/>
                  </a:srgbClr>
                </a:gs>
                <a:gs pos="14286">
                  <a:srgbClr val="6D4120">
                    <a:alpha val="11617"/>
                  </a:srgbClr>
                </a:gs>
                <a:gs pos="28571">
                  <a:srgbClr val="6D4120">
                    <a:alpha val="9143"/>
                  </a:srgbClr>
                </a:gs>
                <a:gs pos="42857">
                  <a:srgbClr val="6D4120">
                    <a:alpha val="6096"/>
                  </a:srgbClr>
                </a:gs>
                <a:gs pos="57143">
                  <a:srgbClr val="6D4120">
                    <a:alpha val="3425"/>
                  </a:srgbClr>
                </a:gs>
                <a:gs pos="71429">
                  <a:srgbClr val="6D4120">
                    <a:alpha val="1618"/>
                  </a:srgbClr>
                </a:gs>
                <a:gs pos="85714">
                  <a:srgbClr val="6D4120">
                    <a:alpha val="643"/>
                  </a:srgbClr>
                </a:gs>
                <a:gs pos="100000">
                  <a:srgbClr val="6D4120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-8729863">
              <a:off x="-52960" y="1860636"/>
              <a:ext cx="544705" cy="66349"/>
            </a:xfrm>
            <a:prstGeom prst="ellipse">
              <a:avLst/>
            </a:prstGeom>
            <a:gradFill>
              <a:gsLst>
                <a:gs pos="0">
                  <a:srgbClr val="FFDBCA">
                    <a:alpha val="13063"/>
                  </a:srgbClr>
                </a:gs>
                <a:gs pos="14286">
                  <a:srgbClr val="FFDBCA">
                    <a:alpha val="12073"/>
                  </a:srgbClr>
                </a:gs>
                <a:gs pos="28571">
                  <a:srgbClr val="FFDBCA">
                    <a:alpha val="9507"/>
                  </a:srgbClr>
                </a:gs>
                <a:gs pos="42857">
                  <a:srgbClr val="FFDBCA">
                    <a:alpha val="6342"/>
                  </a:srgbClr>
                </a:gs>
                <a:gs pos="57143">
                  <a:srgbClr val="FFDBCA">
                    <a:alpha val="3566"/>
                  </a:srgbClr>
                </a:gs>
                <a:gs pos="71429">
                  <a:srgbClr val="FFDBCA">
                    <a:alpha val="1685"/>
                  </a:srgbClr>
                </a:gs>
                <a:gs pos="85714">
                  <a:srgbClr val="FFDBCA">
                    <a:alpha val="670"/>
                  </a:srgbClr>
                </a:gs>
                <a:gs pos="100000">
                  <a:srgbClr val="FFDBCA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5400000">
              <a:off x="1634414" y="1530006"/>
              <a:ext cx="64296" cy="64296"/>
            </a:xfrm>
            <a:prstGeom prst="ellipse">
              <a:avLst/>
            </a:prstGeom>
            <a:gradFill>
              <a:gsLst>
                <a:gs pos="0">
                  <a:srgbClr val="9E7049">
                    <a:alpha val="12684"/>
                  </a:srgbClr>
                </a:gs>
                <a:gs pos="14286">
                  <a:srgbClr val="9E7049">
                    <a:alpha val="11721"/>
                  </a:srgbClr>
                </a:gs>
                <a:gs pos="28571">
                  <a:srgbClr val="9E7049">
                    <a:alpha val="9226"/>
                  </a:srgbClr>
                </a:gs>
                <a:gs pos="42857">
                  <a:srgbClr val="9E7049">
                    <a:alpha val="6152"/>
                  </a:srgbClr>
                </a:gs>
                <a:gs pos="57143">
                  <a:srgbClr val="9E7049">
                    <a:alpha val="3457"/>
                  </a:srgbClr>
                </a:gs>
                <a:gs pos="71429">
                  <a:srgbClr val="9E7049">
                    <a:alpha val="1633"/>
                  </a:srgbClr>
                </a:gs>
                <a:gs pos="85714">
                  <a:srgbClr val="9E7049">
                    <a:alpha val="649"/>
                  </a:srgbClr>
                </a:gs>
                <a:gs pos="100000">
                  <a:srgbClr val="9E7049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5400000">
              <a:off x="832694" y="919895"/>
              <a:ext cx="64491" cy="64491"/>
            </a:xfrm>
            <a:prstGeom prst="ellipse">
              <a:avLst/>
            </a:prstGeom>
            <a:gradFill>
              <a:gsLst>
                <a:gs pos="0">
                  <a:srgbClr val="A36E3A">
                    <a:alpha val="12631"/>
                  </a:srgbClr>
                </a:gs>
                <a:gs pos="14286">
                  <a:srgbClr val="A36E3A">
                    <a:alpha val="11672"/>
                  </a:srgbClr>
                </a:gs>
                <a:gs pos="28571">
                  <a:srgbClr val="A36E3A">
                    <a:alpha val="9187"/>
                  </a:srgbClr>
                </a:gs>
                <a:gs pos="42857">
                  <a:srgbClr val="A36E3A">
                    <a:alpha val="6125"/>
                  </a:srgbClr>
                </a:gs>
                <a:gs pos="57143">
                  <a:srgbClr val="A36E3A">
                    <a:alpha val="3442"/>
                  </a:srgbClr>
                </a:gs>
                <a:gs pos="71429">
                  <a:srgbClr val="A36E3A">
                    <a:alpha val="1626"/>
                  </a:srgbClr>
                </a:gs>
                <a:gs pos="85714">
                  <a:srgbClr val="A36E3A">
                    <a:alpha val="646"/>
                  </a:srgbClr>
                </a:gs>
                <a:gs pos="100000">
                  <a:srgbClr val="A36E3A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-10450825">
              <a:off x="1386772" y="1209545"/>
              <a:ext cx="210828" cy="112049"/>
            </a:xfrm>
            <a:prstGeom prst="ellipse">
              <a:avLst/>
            </a:prstGeom>
            <a:gradFill>
              <a:gsLst>
                <a:gs pos="0">
                  <a:srgbClr val="E5D7CB">
                    <a:alpha val="32968"/>
                  </a:srgbClr>
                </a:gs>
                <a:gs pos="14286">
                  <a:srgbClr val="E5D7CB">
                    <a:alpha val="30764"/>
                  </a:srgbClr>
                </a:gs>
                <a:gs pos="28571">
                  <a:srgbClr val="E5D7CB">
                    <a:alpha val="24833"/>
                  </a:srgbClr>
                </a:gs>
                <a:gs pos="42857">
                  <a:srgbClr val="E5D7CB">
                    <a:alpha val="17075"/>
                  </a:srgbClr>
                </a:gs>
                <a:gs pos="57143">
                  <a:srgbClr val="E5D7CB">
                    <a:alpha val="9855"/>
                  </a:srgbClr>
                </a:gs>
                <a:gs pos="71429">
                  <a:srgbClr val="E5D7CB">
                    <a:alpha val="4740"/>
                  </a:srgbClr>
                </a:gs>
                <a:gs pos="85714">
                  <a:srgbClr val="E5D7CB">
                    <a:alpha val="1902"/>
                  </a:srgbClr>
                </a:gs>
                <a:gs pos="100000">
                  <a:srgbClr val="E5D7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-8641552">
              <a:off x="1417871" y="748432"/>
              <a:ext cx="287145" cy="342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5400000">
              <a:off x="856419" y="474556"/>
              <a:ext cx="64671" cy="64671"/>
            </a:xfrm>
            <a:prstGeom prst="ellipse">
              <a:avLst/>
            </a:prstGeom>
            <a:gradFill>
              <a:gsLst>
                <a:gs pos="0">
                  <a:srgbClr val="795634">
                    <a:alpha val="12582"/>
                  </a:srgbClr>
                </a:gs>
                <a:gs pos="14286">
                  <a:srgbClr val="795634">
                    <a:alpha val="11626"/>
                  </a:srgbClr>
                </a:gs>
                <a:gs pos="28571">
                  <a:srgbClr val="795634">
                    <a:alpha val="9150"/>
                  </a:srgbClr>
                </a:gs>
                <a:gs pos="42857">
                  <a:srgbClr val="795634">
                    <a:alpha val="6101"/>
                  </a:srgbClr>
                </a:gs>
                <a:gs pos="57143">
                  <a:srgbClr val="795634">
                    <a:alpha val="3428"/>
                  </a:srgbClr>
                </a:gs>
                <a:gs pos="71429">
                  <a:srgbClr val="795634">
                    <a:alpha val="1619"/>
                  </a:srgbClr>
                </a:gs>
                <a:gs pos="85714">
                  <a:srgbClr val="795634">
                    <a:alpha val="644"/>
                  </a:srgbClr>
                </a:gs>
                <a:gs pos="100000">
                  <a:srgbClr val="795634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8111285">
              <a:off x="1524854" y="1326040"/>
              <a:ext cx="552046" cy="730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5400000">
              <a:off x="1118042" y="561449"/>
              <a:ext cx="64687" cy="64687"/>
            </a:xfrm>
            <a:prstGeom prst="ellipse">
              <a:avLst/>
            </a:prstGeom>
            <a:gradFill>
              <a:gsLst>
                <a:gs pos="0">
                  <a:srgbClr val="A68065">
                    <a:alpha val="12578"/>
                  </a:srgbClr>
                </a:gs>
                <a:gs pos="14286">
                  <a:srgbClr val="A68065">
                    <a:alpha val="11622"/>
                  </a:srgbClr>
                </a:gs>
                <a:gs pos="28571">
                  <a:srgbClr val="A68065">
                    <a:alpha val="9147"/>
                  </a:srgbClr>
                </a:gs>
                <a:gs pos="42857">
                  <a:srgbClr val="A68065">
                    <a:alpha val="6098"/>
                  </a:srgbClr>
                </a:gs>
                <a:gs pos="57143">
                  <a:srgbClr val="A68065">
                    <a:alpha val="3426"/>
                  </a:srgbClr>
                </a:gs>
                <a:gs pos="71429">
                  <a:srgbClr val="A68065">
                    <a:alpha val="1619"/>
                  </a:srgbClr>
                </a:gs>
                <a:gs pos="85714">
                  <a:srgbClr val="A68065">
                    <a:alpha val="643"/>
                  </a:srgbClr>
                </a:gs>
                <a:gs pos="100000">
                  <a:srgbClr val="A68065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5400000">
              <a:off x="1040749" y="1408483"/>
              <a:ext cx="64698" cy="64698"/>
            </a:xfrm>
            <a:prstGeom prst="ellipse">
              <a:avLst/>
            </a:prstGeom>
            <a:gradFill>
              <a:gsLst>
                <a:gs pos="0">
                  <a:srgbClr val="805740">
                    <a:alpha val="12575"/>
                  </a:srgbClr>
                </a:gs>
                <a:gs pos="14286">
                  <a:srgbClr val="805740">
                    <a:alpha val="11619"/>
                  </a:srgbClr>
                </a:gs>
                <a:gs pos="28571">
                  <a:srgbClr val="805740">
                    <a:alpha val="9145"/>
                  </a:srgbClr>
                </a:gs>
                <a:gs pos="42857">
                  <a:srgbClr val="805740">
                    <a:alpha val="6097"/>
                  </a:srgbClr>
                </a:gs>
                <a:gs pos="57143">
                  <a:srgbClr val="805740">
                    <a:alpha val="3426"/>
                  </a:srgbClr>
                </a:gs>
                <a:gs pos="71429">
                  <a:srgbClr val="805740">
                    <a:alpha val="1618"/>
                  </a:srgbClr>
                </a:gs>
                <a:gs pos="85714">
                  <a:srgbClr val="805740">
                    <a:alpha val="643"/>
                  </a:srgbClr>
                </a:gs>
                <a:gs pos="100000">
                  <a:srgbClr val="805740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5400000">
              <a:off x="1252404" y="1488826"/>
              <a:ext cx="64712" cy="64712"/>
            </a:xfrm>
            <a:prstGeom prst="ellipse">
              <a:avLst/>
            </a:prstGeom>
            <a:gradFill>
              <a:gsLst>
                <a:gs pos="0">
                  <a:srgbClr val="805230">
                    <a:alpha val="12571"/>
                  </a:srgbClr>
                </a:gs>
                <a:gs pos="14286">
                  <a:srgbClr val="805230">
                    <a:alpha val="11616"/>
                  </a:srgbClr>
                </a:gs>
                <a:gs pos="28571">
                  <a:srgbClr val="805230">
                    <a:alpha val="9142"/>
                  </a:srgbClr>
                </a:gs>
                <a:gs pos="42857">
                  <a:srgbClr val="805230">
                    <a:alpha val="6095"/>
                  </a:srgbClr>
                </a:gs>
                <a:gs pos="57143">
                  <a:srgbClr val="805230">
                    <a:alpha val="3425"/>
                  </a:srgbClr>
                </a:gs>
                <a:gs pos="71429">
                  <a:srgbClr val="805230">
                    <a:alpha val="1618"/>
                  </a:srgbClr>
                </a:gs>
                <a:gs pos="85714">
                  <a:srgbClr val="805230">
                    <a:alpha val="643"/>
                  </a:srgbClr>
                </a:gs>
                <a:gs pos="100000">
                  <a:srgbClr val="805230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5400000">
              <a:off x="1805432" y="1093338"/>
              <a:ext cx="64729" cy="64729"/>
            </a:xfrm>
            <a:prstGeom prst="ellipse">
              <a:avLst/>
            </a:prstGeom>
            <a:gradFill>
              <a:gsLst>
                <a:gs pos="0">
                  <a:srgbClr val="AC8875">
                    <a:alpha val="12567"/>
                  </a:srgbClr>
                </a:gs>
                <a:gs pos="14286">
                  <a:srgbClr val="AC8875">
                    <a:alpha val="11612"/>
                  </a:srgbClr>
                </a:gs>
                <a:gs pos="28571">
                  <a:srgbClr val="AC8875">
                    <a:alpha val="9139"/>
                  </a:srgbClr>
                </a:gs>
                <a:gs pos="42857">
                  <a:srgbClr val="AC8875">
                    <a:alpha val="6093"/>
                  </a:srgbClr>
                </a:gs>
                <a:gs pos="57143">
                  <a:srgbClr val="AC8875">
                    <a:alpha val="3423"/>
                  </a:srgbClr>
                </a:gs>
                <a:gs pos="71429">
                  <a:srgbClr val="AC8875">
                    <a:alpha val="1617"/>
                  </a:srgbClr>
                </a:gs>
                <a:gs pos="85714">
                  <a:srgbClr val="AC8875">
                    <a:alpha val="643"/>
                  </a:srgbClr>
                </a:gs>
                <a:gs pos="100000">
                  <a:srgbClr val="AC8875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6655172">
              <a:off x="1954998" y="526480"/>
              <a:ext cx="568491" cy="100473"/>
            </a:xfrm>
            <a:prstGeom prst="ellipse">
              <a:avLst/>
            </a:prstGeom>
            <a:gradFill>
              <a:gsLst>
                <a:gs pos="0">
                  <a:srgbClr val="FF8B00">
                    <a:alpha val="5237"/>
                  </a:srgbClr>
                </a:gs>
                <a:gs pos="14286">
                  <a:srgbClr val="FF8B00">
                    <a:alpha val="4824"/>
                  </a:srgbClr>
                </a:gs>
                <a:gs pos="28571">
                  <a:srgbClr val="FF8B00">
                    <a:alpha val="3766"/>
                  </a:srgbClr>
                </a:gs>
                <a:gs pos="42857">
                  <a:srgbClr val="FF8B00">
                    <a:alpha val="2486"/>
                  </a:srgbClr>
                </a:gs>
                <a:gs pos="57143">
                  <a:srgbClr val="FF8B00">
                    <a:alpha val="1385"/>
                  </a:srgbClr>
                </a:gs>
                <a:gs pos="71429">
                  <a:srgbClr val="FF8B00">
                    <a:alpha val="651"/>
                  </a:srgbClr>
                </a:gs>
                <a:gs pos="85714">
                  <a:srgbClr val="FF8B00">
                    <a:alpha val="258"/>
                  </a:srgbClr>
                </a:gs>
                <a:gs pos="100000">
                  <a:srgbClr val="FF8B00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-9749068">
              <a:off x="2113885" y="208572"/>
              <a:ext cx="214024" cy="930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5400000">
              <a:off x="1920665" y="250540"/>
              <a:ext cx="64901" cy="64901"/>
            </a:xfrm>
            <a:prstGeom prst="ellipse">
              <a:avLst/>
            </a:prstGeom>
            <a:gradFill>
              <a:gsLst>
                <a:gs pos="0">
                  <a:srgbClr val="96765C">
                    <a:alpha val="12520"/>
                  </a:srgbClr>
                </a:gs>
                <a:gs pos="14286">
                  <a:srgbClr val="96765C">
                    <a:alpha val="11568"/>
                  </a:srgbClr>
                </a:gs>
                <a:gs pos="28571">
                  <a:srgbClr val="96765C">
                    <a:alpha val="9104"/>
                  </a:srgbClr>
                </a:gs>
                <a:gs pos="42857">
                  <a:srgbClr val="96765C">
                    <a:alpha val="6069"/>
                  </a:srgbClr>
                </a:gs>
                <a:gs pos="57143">
                  <a:srgbClr val="96765C">
                    <a:alpha val="3410"/>
                  </a:srgbClr>
                </a:gs>
                <a:gs pos="71429">
                  <a:srgbClr val="96765C">
                    <a:alpha val="1611"/>
                  </a:srgbClr>
                </a:gs>
                <a:gs pos="85714">
                  <a:srgbClr val="96765C">
                    <a:alpha val="640"/>
                  </a:srgbClr>
                </a:gs>
                <a:gs pos="100000">
                  <a:srgbClr val="96765C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5400000">
              <a:off x="1265125" y="1484936"/>
              <a:ext cx="64835" cy="64835"/>
            </a:xfrm>
            <a:prstGeom prst="ellipse">
              <a:avLst/>
            </a:prstGeom>
            <a:gradFill>
              <a:gsLst>
                <a:gs pos="0">
                  <a:srgbClr val="9A6E4E">
                    <a:alpha val="12538"/>
                  </a:srgbClr>
                </a:gs>
                <a:gs pos="14286">
                  <a:srgbClr val="9A6E4E">
                    <a:alpha val="11585"/>
                  </a:srgbClr>
                </a:gs>
                <a:gs pos="28571">
                  <a:srgbClr val="9A6E4E">
                    <a:alpha val="9117"/>
                  </a:srgbClr>
                </a:gs>
                <a:gs pos="42857">
                  <a:srgbClr val="9A6E4E">
                    <a:alpha val="6078"/>
                  </a:srgbClr>
                </a:gs>
                <a:gs pos="57143">
                  <a:srgbClr val="9A6E4E">
                    <a:alpha val="3415"/>
                  </a:srgbClr>
                </a:gs>
                <a:gs pos="71429">
                  <a:srgbClr val="9A6E4E">
                    <a:alpha val="1613"/>
                  </a:srgbClr>
                </a:gs>
                <a:gs pos="85714">
                  <a:srgbClr val="9A6E4E">
                    <a:alpha val="641"/>
                  </a:srgbClr>
                </a:gs>
                <a:gs pos="100000">
                  <a:srgbClr val="9A6E4E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5400000">
              <a:off x="2398110" y="597753"/>
              <a:ext cx="65029" cy="65029"/>
            </a:xfrm>
            <a:prstGeom prst="ellipse">
              <a:avLst/>
            </a:prstGeom>
            <a:gradFill>
              <a:gsLst>
                <a:gs pos="0">
                  <a:srgbClr val="AF8B6C">
                    <a:alpha val="12485"/>
                  </a:srgbClr>
                </a:gs>
                <a:gs pos="14286">
                  <a:srgbClr val="AF8B6C">
                    <a:alpha val="11536"/>
                  </a:srgbClr>
                </a:gs>
                <a:gs pos="28571">
                  <a:srgbClr val="AF8B6C">
                    <a:alpha val="9078"/>
                  </a:srgbClr>
                </a:gs>
                <a:gs pos="42857">
                  <a:srgbClr val="AF8B6C">
                    <a:alpha val="6052"/>
                  </a:srgbClr>
                </a:gs>
                <a:gs pos="57143">
                  <a:srgbClr val="AF8B6C">
                    <a:alpha val="3400"/>
                  </a:srgbClr>
                </a:gs>
                <a:gs pos="71429">
                  <a:srgbClr val="AF8B6C">
                    <a:alpha val="1606"/>
                  </a:srgbClr>
                </a:gs>
                <a:gs pos="85714">
                  <a:srgbClr val="AF8B6C">
                    <a:alpha val="638"/>
                  </a:srgbClr>
                </a:gs>
                <a:gs pos="100000">
                  <a:srgbClr val="AF8B6C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5400000">
              <a:off x="1231384" y="1389274"/>
              <a:ext cx="64868" cy="64868"/>
            </a:xfrm>
            <a:prstGeom prst="ellipse">
              <a:avLst/>
            </a:prstGeom>
            <a:gradFill>
              <a:gsLst>
                <a:gs pos="0">
                  <a:srgbClr val="9F714C">
                    <a:alpha val="12529"/>
                  </a:srgbClr>
                </a:gs>
                <a:gs pos="14286">
                  <a:srgbClr val="9F714C">
                    <a:alpha val="11576"/>
                  </a:srgbClr>
                </a:gs>
                <a:gs pos="28571">
                  <a:srgbClr val="9F714C">
                    <a:alpha val="9111"/>
                  </a:srgbClr>
                </a:gs>
                <a:gs pos="42857">
                  <a:srgbClr val="9F714C">
                    <a:alpha val="6074"/>
                  </a:srgbClr>
                </a:gs>
                <a:gs pos="57143">
                  <a:srgbClr val="9F714C">
                    <a:alpha val="3412"/>
                  </a:srgbClr>
                </a:gs>
                <a:gs pos="71429">
                  <a:srgbClr val="9F714C">
                    <a:alpha val="1612"/>
                  </a:srgbClr>
                </a:gs>
                <a:gs pos="85714">
                  <a:srgbClr val="9F714C">
                    <a:alpha val="641"/>
                  </a:srgbClr>
                </a:gs>
                <a:gs pos="100000">
                  <a:srgbClr val="9F714C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5400000">
              <a:off x="912911" y="414446"/>
              <a:ext cx="64859" cy="64859"/>
            </a:xfrm>
            <a:prstGeom prst="ellipse">
              <a:avLst/>
            </a:prstGeom>
            <a:gradFill>
              <a:gsLst>
                <a:gs pos="0">
                  <a:srgbClr val="A47E5A">
                    <a:alpha val="12531"/>
                  </a:srgbClr>
                </a:gs>
                <a:gs pos="14286">
                  <a:srgbClr val="A47E5A">
                    <a:alpha val="11579"/>
                  </a:srgbClr>
                </a:gs>
                <a:gs pos="28571">
                  <a:srgbClr val="A47E5A">
                    <a:alpha val="9112"/>
                  </a:srgbClr>
                </a:gs>
                <a:gs pos="42857">
                  <a:srgbClr val="A47E5A">
                    <a:alpha val="6075"/>
                  </a:srgbClr>
                </a:gs>
                <a:gs pos="57143">
                  <a:srgbClr val="A47E5A">
                    <a:alpha val="3413"/>
                  </a:srgbClr>
                </a:gs>
                <a:gs pos="71429">
                  <a:srgbClr val="A47E5A">
                    <a:alpha val="1612"/>
                  </a:srgbClr>
                </a:gs>
                <a:gs pos="85714">
                  <a:srgbClr val="A47E5A">
                    <a:alpha val="641"/>
                  </a:srgbClr>
                </a:gs>
                <a:gs pos="100000">
                  <a:srgbClr val="A47E5A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5400000">
              <a:off x="1194691" y="1509731"/>
              <a:ext cx="64910" cy="64910"/>
            </a:xfrm>
            <a:prstGeom prst="ellipse">
              <a:avLst/>
            </a:prstGeom>
            <a:gradFill>
              <a:gsLst>
                <a:gs pos="0">
                  <a:srgbClr val="A17149">
                    <a:alpha val="12517"/>
                  </a:srgbClr>
                </a:gs>
                <a:gs pos="14286">
                  <a:srgbClr val="A17149">
                    <a:alpha val="11566"/>
                  </a:srgbClr>
                </a:gs>
                <a:gs pos="28571">
                  <a:srgbClr val="A17149">
                    <a:alpha val="9102"/>
                  </a:srgbClr>
                </a:gs>
                <a:gs pos="42857">
                  <a:srgbClr val="A17149">
                    <a:alpha val="6068"/>
                  </a:srgbClr>
                </a:gs>
                <a:gs pos="57143">
                  <a:srgbClr val="A17149">
                    <a:alpha val="3409"/>
                  </a:srgbClr>
                </a:gs>
                <a:gs pos="71429">
                  <a:srgbClr val="A17149">
                    <a:alpha val="1610"/>
                  </a:srgbClr>
                </a:gs>
                <a:gs pos="85714">
                  <a:srgbClr val="A17149">
                    <a:alpha val="640"/>
                  </a:srgbClr>
                </a:gs>
                <a:gs pos="100000">
                  <a:srgbClr val="A17149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5400000">
              <a:off x="1586945" y="1976119"/>
              <a:ext cx="65124" cy="65124"/>
            </a:xfrm>
            <a:prstGeom prst="ellipse">
              <a:avLst/>
            </a:prstGeom>
            <a:gradFill>
              <a:gsLst>
                <a:gs pos="0">
                  <a:srgbClr val="84461B">
                    <a:alpha val="12459"/>
                  </a:srgbClr>
                </a:gs>
                <a:gs pos="14286">
                  <a:srgbClr val="84461B">
                    <a:alpha val="11512"/>
                  </a:srgbClr>
                </a:gs>
                <a:gs pos="28571">
                  <a:srgbClr val="84461B">
                    <a:alpha val="9059"/>
                  </a:srgbClr>
                </a:gs>
                <a:gs pos="42857">
                  <a:srgbClr val="84461B">
                    <a:alpha val="6039"/>
                  </a:srgbClr>
                </a:gs>
                <a:gs pos="57143">
                  <a:srgbClr val="84461B">
                    <a:alpha val="3392"/>
                  </a:srgbClr>
                </a:gs>
                <a:gs pos="71429">
                  <a:srgbClr val="84461B">
                    <a:alpha val="1603"/>
                  </a:srgbClr>
                </a:gs>
                <a:gs pos="85714">
                  <a:srgbClr val="84461B">
                    <a:alpha val="637"/>
                  </a:srgbClr>
                </a:gs>
                <a:gs pos="100000">
                  <a:srgbClr val="84461B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5400000">
              <a:off x="2130446" y="376911"/>
              <a:ext cx="65105" cy="65105"/>
            </a:xfrm>
            <a:prstGeom prst="ellipse">
              <a:avLst/>
            </a:prstGeom>
            <a:gradFill>
              <a:gsLst>
                <a:gs pos="0">
                  <a:srgbClr val="623E29">
                    <a:alpha val="12464"/>
                  </a:srgbClr>
                </a:gs>
                <a:gs pos="14286">
                  <a:srgbClr val="623E29">
                    <a:alpha val="11516"/>
                  </a:srgbClr>
                </a:gs>
                <a:gs pos="28571">
                  <a:srgbClr val="623E29">
                    <a:alpha val="9063"/>
                  </a:srgbClr>
                </a:gs>
                <a:gs pos="42857">
                  <a:srgbClr val="623E29">
                    <a:alpha val="6041"/>
                  </a:srgbClr>
                </a:gs>
                <a:gs pos="57143">
                  <a:srgbClr val="623E29">
                    <a:alpha val="3394"/>
                  </a:srgbClr>
                </a:gs>
                <a:gs pos="71429">
                  <a:srgbClr val="623E29">
                    <a:alpha val="1603"/>
                  </a:srgbClr>
                </a:gs>
                <a:gs pos="85714">
                  <a:srgbClr val="623E29">
                    <a:alpha val="637"/>
                  </a:srgbClr>
                </a:gs>
                <a:gs pos="100000">
                  <a:srgbClr val="623E29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5400000">
              <a:off x="1307771" y="2022969"/>
              <a:ext cx="64967" cy="64967"/>
            </a:xfrm>
            <a:prstGeom prst="ellipse">
              <a:avLst/>
            </a:prstGeom>
            <a:gradFill>
              <a:gsLst>
                <a:gs pos="0">
                  <a:srgbClr val="9C6836">
                    <a:alpha val="12502"/>
                  </a:srgbClr>
                </a:gs>
                <a:gs pos="14286">
                  <a:srgbClr val="9C6836">
                    <a:alpha val="11551"/>
                  </a:srgbClr>
                </a:gs>
                <a:gs pos="28571">
                  <a:srgbClr val="9C6836">
                    <a:alpha val="9091"/>
                  </a:srgbClr>
                </a:gs>
                <a:gs pos="42857">
                  <a:srgbClr val="9C6836">
                    <a:alpha val="6060"/>
                  </a:srgbClr>
                </a:gs>
                <a:gs pos="57143">
                  <a:srgbClr val="9C6836">
                    <a:alpha val="3405"/>
                  </a:srgbClr>
                </a:gs>
                <a:gs pos="71429">
                  <a:srgbClr val="9C6836">
                    <a:alpha val="1608"/>
                  </a:srgbClr>
                </a:gs>
                <a:gs pos="85714">
                  <a:srgbClr val="9C6836">
                    <a:alpha val="639"/>
                  </a:srgbClr>
                </a:gs>
                <a:gs pos="100000">
                  <a:srgbClr val="9C6836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5400000">
              <a:off x="482487" y="936274"/>
              <a:ext cx="65044" cy="65044"/>
            </a:xfrm>
            <a:prstGeom prst="ellipse">
              <a:avLst/>
            </a:prstGeom>
            <a:gradFill>
              <a:gsLst>
                <a:gs pos="0">
                  <a:srgbClr val="8B603F">
                    <a:alpha val="12481"/>
                  </a:srgbClr>
                </a:gs>
                <a:gs pos="14286">
                  <a:srgbClr val="8B603F">
                    <a:alpha val="11532"/>
                  </a:srgbClr>
                </a:gs>
                <a:gs pos="28571">
                  <a:srgbClr val="8B603F">
                    <a:alpha val="9075"/>
                  </a:srgbClr>
                </a:gs>
                <a:gs pos="42857">
                  <a:srgbClr val="8B603F">
                    <a:alpha val="6049"/>
                  </a:srgbClr>
                </a:gs>
                <a:gs pos="57143">
                  <a:srgbClr val="8B603F">
                    <a:alpha val="3399"/>
                  </a:srgbClr>
                </a:gs>
                <a:gs pos="71429">
                  <a:srgbClr val="8B603F">
                    <a:alpha val="1606"/>
                  </a:srgbClr>
                </a:gs>
                <a:gs pos="85714">
                  <a:srgbClr val="8B603F">
                    <a:alpha val="638"/>
                  </a:srgbClr>
                </a:gs>
                <a:gs pos="100000">
                  <a:srgbClr val="8B603F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5400000">
              <a:off x="2166522" y="1796539"/>
              <a:ext cx="65104" cy="65104"/>
            </a:xfrm>
            <a:prstGeom prst="ellipse">
              <a:avLst/>
            </a:prstGeom>
            <a:gradFill>
              <a:gsLst>
                <a:gs pos="0">
                  <a:srgbClr val="9E755C">
                    <a:alpha val="12464"/>
                  </a:srgbClr>
                </a:gs>
                <a:gs pos="14286">
                  <a:srgbClr val="9E755C">
                    <a:alpha val="11517"/>
                  </a:srgbClr>
                </a:gs>
                <a:gs pos="28571">
                  <a:srgbClr val="9E755C">
                    <a:alpha val="9063"/>
                  </a:srgbClr>
                </a:gs>
                <a:gs pos="42857">
                  <a:srgbClr val="9E755C">
                    <a:alpha val="6041"/>
                  </a:srgbClr>
                </a:gs>
                <a:gs pos="57143">
                  <a:srgbClr val="9E755C">
                    <a:alpha val="3394"/>
                  </a:srgbClr>
                </a:gs>
                <a:gs pos="71429">
                  <a:srgbClr val="9E755C">
                    <a:alpha val="1603"/>
                  </a:srgbClr>
                </a:gs>
                <a:gs pos="85714">
                  <a:srgbClr val="9E755C">
                    <a:alpha val="637"/>
                  </a:srgbClr>
                </a:gs>
                <a:gs pos="100000">
                  <a:srgbClr val="9E755C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5400000">
              <a:off x="1119972" y="279966"/>
              <a:ext cx="65161" cy="65161"/>
            </a:xfrm>
            <a:prstGeom prst="ellipse">
              <a:avLst/>
            </a:prstGeom>
            <a:gradFill>
              <a:gsLst>
                <a:gs pos="0">
                  <a:srgbClr val="A4795F">
                    <a:alpha val="12449"/>
                  </a:srgbClr>
                </a:gs>
                <a:gs pos="14286">
                  <a:srgbClr val="A4795F">
                    <a:alpha val="11502"/>
                  </a:srgbClr>
                </a:gs>
                <a:gs pos="28571">
                  <a:srgbClr val="A4795F">
                    <a:alpha val="9052"/>
                  </a:srgbClr>
                </a:gs>
                <a:gs pos="42857">
                  <a:srgbClr val="A4795F">
                    <a:alpha val="6034"/>
                  </a:srgbClr>
                </a:gs>
                <a:gs pos="57143">
                  <a:srgbClr val="A4795F">
                    <a:alpha val="3390"/>
                  </a:srgbClr>
                </a:gs>
                <a:gs pos="71429">
                  <a:srgbClr val="A4795F">
                    <a:alpha val="1601"/>
                  </a:srgbClr>
                </a:gs>
                <a:gs pos="85714">
                  <a:srgbClr val="A4795F">
                    <a:alpha val="636"/>
                  </a:srgbClr>
                </a:gs>
                <a:gs pos="100000">
                  <a:srgbClr val="A4795F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5400000">
              <a:off x="2019270" y="1022517"/>
              <a:ext cx="63628" cy="63628"/>
            </a:xfrm>
            <a:prstGeom prst="ellipse">
              <a:avLst/>
            </a:prstGeom>
            <a:gradFill>
              <a:gsLst>
                <a:gs pos="0">
                  <a:srgbClr val="765237">
                    <a:alpha val="12865"/>
                  </a:srgbClr>
                </a:gs>
                <a:gs pos="14286">
                  <a:srgbClr val="765237">
                    <a:alpha val="11889"/>
                  </a:srgbClr>
                </a:gs>
                <a:gs pos="28571">
                  <a:srgbClr val="765237">
                    <a:alpha val="9361"/>
                  </a:srgbClr>
                </a:gs>
                <a:gs pos="42857">
                  <a:srgbClr val="765237">
                    <a:alpha val="6243"/>
                  </a:srgbClr>
                </a:gs>
                <a:gs pos="57143">
                  <a:srgbClr val="765237">
                    <a:alpha val="3509"/>
                  </a:srgbClr>
                </a:gs>
                <a:gs pos="71429">
                  <a:srgbClr val="765237">
                    <a:alpha val="1658"/>
                  </a:srgbClr>
                </a:gs>
                <a:gs pos="85714">
                  <a:srgbClr val="765237">
                    <a:alpha val="659"/>
                  </a:srgbClr>
                </a:gs>
                <a:gs pos="100000">
                  <a:srgbClr val="765237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5400000">
              <a:off x="519545" y="931224"/>
              <a:ext cx="65185" cy="65185"/>
            </a:xfrm>
            <a:prstGeom prst="ellipse">
              <a:avLst/>
            </a:prstGeom>
            <a:gradFill>
              <a:gsLst>
                <a:gs pos="0">
                  <a:srgbClr val="AC8565">
                    <a:alpha val="12442"/>
                  </a:srgbClr>
                </a:gs>
                <a:gs pos="14286">
                  <a:srgbClr val="AC8565">
                    <a:alpha val="11496"/>
                  </a:srgbClr>
                </a:gs>
                <a:gs pos="28571">
                  <a:srgbClr val="AC8565">
                    <a:alpha val="9047"/>
                  </a:srgbClr>
                </a:gs>
                <a:gs pos="42857">
                  <a:srgbClr val="AC8565">
                    <a:alpha val="6030"/>
                  </a:srgbClr>
                </a:gs>
                <a:gs pos="57143">
                  <a:srgbClr val="AC8565">
                    <a:alpha val="3388"/>
                  </a:srgbClr>
                </a:gs>
                <a:gs pos="71429">
                  <a:srgbClr val="AC8565">
                    <a:alpha val="1600"/>
                  </a:srgbClr>
                </a:gs>
                <a:gs pos="85714">
                  <a:srgbClr val="AC8565">
                    <a:alpha val="636"/>
                  </a:srgbClr>
                </a:gs>
                <a:gs pos="100000">
                  <a:srgbClr val="AC8565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5400000">
              <a:off x="1541600" y="670815"/>
              <a:ext cx="65265" cy="65265"/>
            </a:xfrm>
            <a:prstGeom prst="ellipse">
              <a:avLst/>
            </a:prstGeom>
            <a:gradFill>
              <a:gsLst>
                <a:gs pos="0">
                  <a:srgbClr val="AF866D">
                    <a:alpha val="12420"/>
                  </a:srgbClr>
                </a:gs>
                <a:gs pos="14286">
                  <a:srgbClr val="AF866D">
                    <a:alpha val="11476"/>
                  </a:srgbClr>
                </a:gs>
                <a:gs pos="28571">
                  <a:srgbClr val="AF866D">
                    <a:alpha val="9030"/>
                  </a:srgbClr>
                </a:gs>
                <a:gs pos="42857">
                  <a:srgbClr val="AF866D">
                    <a:alpha val="6019"/>
                  </a:srgbClr>
                </a:gs>
                <a:gs pos="57143">
                  <a:srgbClr val="AF866D">
                    <a:alpha val="3381"/>
                  </a:srgbClr>
                </a:gs>
                <a:gs pos="71429">
                  <a:srgbClr val="AF866D">
                    <a:alpha val="1597"/>
                  </a:srgbClr>
                </a:gs>
                <a:gs pos="85714">
                  <a:srgbClr val="AF866D">
                    <a:alpha val="635"/>
                  </a:srgbClr>
                </a:gs>
                <a:gs pos="100000">
                  <a:srgbClr val="AF866D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5400000">
              <a:off x="1738833" y="1936627"/>
              <a:ext cx="65284" cy="65284"/>
            </a:xfrm>
            <a:prstGeom prst="ellipse">
              <a:avLst/>
            </a:prstGeom>
            <a:gradFill>
              <a:gsLst>
                <a:gs pos="0">
                  <a:srgbClr val="C79980">
                    <a:alpha val="12415"/>
                  </a:srgbClr>
                </a:gs>
                <a:gs pos="14286">
                  <a:srgbClr val="C79980">
                    <a:alpha val="11471"/>
                  </a:srgbClr>
                </a:gs>
                <a:gs pos="28571">
                  <a:srgbClr val="C79980">
                    <a:alpha val="9027"/>
                  </a:srgbClr>
                </a:gs>
                <a:gs pos="42857">
                  <a:srgbClr val="C79980">
                    <a:alpha val="6017"/>
                  </a:srgbClr>
                </a:gs>
                <a:gs pos="57143">
                  <a:srgbClr val="C79980">
                    <a:alpha val="3380"/>
                  </a:srgbClr>
                </a:gs>
                <a:gs pos="71429">
                  <a:srgbClr val="C79980">
                    <a:alpha val="1597"/>
                  </a:srgbClr>
                </a:gs>
                <a:gs pos="85714">
                  <a:srgbClr val="C79980">
                    <a:alpha val="634"/>
                  </a:srgbClr>
                </a:gs>
                <a:gs pos="100000">
                  <a:srgbClr val="C79980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5400000">
              <a:off x="2473772" y="1416603"/>
              <a:ext cx="65231" cy="65231"/>
            </a:xfrm>
            <a:prstGeom prst="ellipse">
              <a:avLst/>
            </a:prstGeom>
            <a:gradFill>
              <a:gsLst>
                <a:gs pos="0">
                  <a:srgbClr val="9A6D3D">
                    <a:alpha val="12430"/>
                  </a:srgbClr>
                </a:gs>
                <a:gs pos="14286">
                  <a:srgbClr val="9A6D3D">
                    <a:alpha val="11485"/>
                  </a:srgbClr>
                </a:gs>
                <a:gs pos="28571">
                  <a:srgbClr val="9A6D3D">
                    <a:alpha val="9037"/>
                  </a:srgbClr>
                </a:gs>
                <a:gs pos="42857">
                  <a:srgbClr val="9A6D3D">
                    <a:alpha val="6024"/>
                  </a:srgbClr>
                </a:gs>
                <a:gs pos="57143">
                  <a:srgbClr val="9A6D3D">
                    <a:alpha val="3384"/>
                  </a:srgbClr>
                </a:gs>
                <a:gs pos="71429">
                  <a:srgbClr val="9A6D3D">
                    <a:alpha val="1599"/>
                  </a:srgbClr>
                </a:gs>
                <a:gs pos="85714">
                  <a:srgbClr val="9A6D3D">
                    <a:alpha val="635"/>
                  </a:srgbClr>
                </a:gs>
                <a:gs pos="100000">
                  <a:srgbClr val="9A6D3D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5400000">
              <a:off x="1693261" y="1280349"/>
              <a:ext cx="65290" cy="65290"/>
            </a:xfrm>
            <a:prstGeom prst="ellipse">
              <a:avLst/>
            </a:prstGeom>
            <a:gradFill>
              <a:gsLst>
                <a:gs pos="0">
                  <a:srgbClr val="75421C">
                    <a:alpha val="12414"/>
                  </a:srgbClr>
                </a:gs>
                <a:gs pos="14286">
                  <a:srgbClr val="75421C">
                    <a:alpha val="11470"/>
                  </a:srgbClr>
                </a:gs>
                <a:gs pos="28571">
                  <a:srgbClr val="75421C">
                    <a:alpha val="9025"/>
                  </a:srgbClr>
                </a:gs>
                <a:gs pos="42857">
                  <a:srgbClr val="75421C">
                    <a:alpha val="6016"/>
                  </a:srgbClr>
                </a:gs>
                <a:gs pos="57143">
                  <a:srgbClr val="75421C">
                    <a:alpha val="3379"/>
                  </a:srgbClr>
                </a:gs>
                <a:gs pos="71429">
                  <a:srgbClr val="75421C">
                    <a:alpha val="1596"/>
                  </a:srgbClr>
                </a:gs>
                <a:gs pos="85714">
                  <a:srgbClr val="75421C">
                    <a:alpha val="634"/>
                  </a:srgbClr>
                </a:gs>
                <a:gs pos="100000">
                  <a:srgbClr val="75421C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5400000">
              <a:off x="1491324" y="307805"/>
              <a:ext cx="65277" cy="65277"/>
            </a:xfrm>
            <a:prstGeom prst="ellipse">
              <a:avLst/>
            </a:prstGeom>
            <a:gradFill>
              <a:gsLst>
                <a:gs pos="0">
                  <a:srgbClr val="9E8066">
                    <a:alpha val="12417"/>
                  </a:srgbClr>
                </a:gs>
                <a:gs pos="14286">
                  <a:srgbClr val="9E8066">
                    <a:alpha val="11473"/>
                  </a:srgbClr>
                </a:gs>
                <a:gs pos="28571">
                  <a:srgbClr val="9E8066">
                    <a:alpha val="9028"/>
                  </a:srgbClr>
                </a:gs>
                <a:gs pos="42857">
                  <a:srgbClr val="9E8066">
                    <a:alpha val="6018"/>
                  </a:srgbClr>
                </a:gs>
                <a:gs pos="57143">
                  <a:srgbClr val="9E8066">
                    <a:alpha val="3380"/>
                  </a:srgbClr>
                </a:gs>
                <a:gs pos="71429">
                  <a:srgbClr val="9E8066">
                    <a:alpha val="1597"/>
                  </a:srgbClr>
                </a:gs>
                <a:gs pos="85714">
                  <a:srgbClr val="9E8066">
                    <a:alpha val="635"/>
                  </a:srgbClr>
                </a:gs>
                <a:gs pos="100000">
                  <a:srgbClr val="9E8066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5400000">
              <a:off x="1910759" y="-13846"/>
              <a:ext cx="65240" cy="65240"/>
            </a:xfrm>
            <a:prstGeom prst="ellipse">
              <a:avLst/>
            </a:prstGeom>
            <a:gradFill>
              <a:gsLst>
                <a:gs pos="0">
                  <a:srgbClr val="9B7457">
                    <a:alpha val="12427"/>
                  </a:srgbClr>
                </a:gs>
                <a:gs pos="14286">
                  <a:srgbClr val="9B7457">
                    <a:alpha val="11482"/>
                  </a:srgbClr>
                </a:gs>
                <a:gs pos="28571">
                  <a:srgbClr val="9B7457">
                    <a:alpha val="9036"/>
                  </a:srgbClr>
                </a:gs>
                <a:gs pos="42857">
                  <a:srgbClr val="9B7457">
                    <a:alpha val="6023"/>
                  </a:srgbClr>
                </a:gs>
                <a:gs pos="57143">
                  <a:srgbClr val="9B7457">
                    <a:alpha val="3383"/>
                  </a:srgbClr>
                </a:gs>
                <a:gs pos="71429">
                  <a:srgbClr val="9B7457">
                    <a:alpha val="1598"/>
                  </a:srgbClr>
                </a:gs>
                <a:gs pos="85714">
                  <a:srgbClr val="9B7457">
                    <a:alpha val="635"/>
                  </a:srgbClr>
                </a:gs>
                <a:gs pos="100000">
                  <a:srgbClr val="9B7457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5400000">
              <a:off x="2198515" y="1574332"/>
              <a:ext cx="65330" cy="65330"/>
            </a:xfrm>
            <a:prstGeom prst="ellipse">
              <a:avLst/>
            </a:prstGeom>
            <a:gradFill>
              <a:gsLst>
                <a:gs pos="0">
                  <a:srgbClr val="C1956E">
                    <a:alpha val="12403"/>
                  </a:srgbClr>
                </a:gs>
                <a:gs pos="14286">
                  <a:srgbClr val="C1956E">
                    <a:alpha val="11459"/>
                  </a:srgbClr>
                </a:gs>
                <a:gs pos="28571">
                  <a:srgbClr val="C1956E">
                    <a:alpha val="9017"/>
                  </a:srgbClr>
                </a:gs>
                <a:gs pos="42857">
                  <a:srgbClr val="C1956E">
                    <a:alpha val="6010"/>
                  </a:srgbClr>
                </a:gs>
                <a:gs pos="57143">
                  <a:srgbClr val="C1956E">
                    <a:alpha val="3376"/>
                  </a:srgbClr>
                </a:gs>
                <a:gs pos="71429">
                  <a:srgbClr val="C1956E">
                    <a:alpha val="1595"/>
                  </a:srgbClr>
                </a:gs>
                <a:gs pos="85714">
                  <a:srgbClr val="C1956E">
                    <a:alpha val="634"/>
                  </a:srgbClr>
                </a:gs>
                <a:gs pos="100000">
                  <a:srgbClr val="C1956E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5400000">
              <a:off x="640633" y="593321"/>
              <a:ext cx="65237" cy="65237"/>
            </a:xfrm>
            <a:prstGeom prst="ellipse">
              <a:avLst/>
            </a:prstGeom>
            <a:gradFill>
              <a:gsLst>
                <a:gs pos="0">
                  <a:srgbClr val="896648">
                    <a:alpha val="12428"/>
                  </a:srgbClr>
                </a:gs>
                <a:gs pos="14286">
                  <a:srgbClr val="896648">
                    <a:alpha val="11483"/>
                  </a:srgbClr>
                </a:gs>
                <a:gs pos="28571">
                  <a:srgbClr val="896648">
                    <a:alpha val="9036"/>
                  </a:srgbClr>
                </a:gs>
                <a:gs pos="42857">
                  <a:srgbClr val="896648">
                    <a:alpha val="6023"/>
                  </a:srgbClr>
                </a:gs>
                <a:gs pos="57143">
                  <a:srgbClr val="896648">
                    <a:alpha val="3384"/>
                  </a:srgbClr>
                </a:gs>
                <a:gs pos="71429">
                  <a:srgbClr val="896648">
                    <a:alpha val="1598"/>
                  </a:srgbClr>
                </a:gs>
                <a:gs pos="85714">
                  <a:srgbClr val="896648">
                    <a:alpha val="635"/>
                  </a:srgbClr>
                </a:gs>
                <a:gs pos="100000">
                  <a:srgbClr val="896648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5400000">
              <a:off x="32783" y="1101643"/>
              <a:ext cx="65289" cy="65289"/>
            </a:xfrm>
            <a:prstGeom prst="ellipse">
              <a:avLst/>
            </a:prstGeom>
            <a:gradFill>
              <a:gsLst>
                <a:gs pos="0">
                  <a:srgbClr val="795645">
                    <a:alpha val="12414"/>
                  </a:srgbClr>
                </a:gs>
                <a:gs pos="14286">
                  <a:srgbClr val="795645">
                    <a:alpha val="11470"/>
                  </a:srgbClr>
                </a:gs>
                <a:gs pos="28571">
                  <a:srgbClr val="795645">
                    <a:alpha val="9026"/>
                  </a:srgbClr>
                </a:gs>
                <a:gs pos="42857">
                  <a:srgbClr val="795645">
                    <a:alpha val="6016"/>
                  </a:srgbClr>
                </a:gs>
                <a:gs pos="57143">
                  <a:srgbClr val="795645">
                    <a:alpha val="3380"/>
                  </a:srgbClr>
                </a:gs>
                <a:gs pos="71429">
                  <a:srgbClr val="795645">
                    <a:alpha val="1596"/>
                  </a:srgbClr>
                </a:gs>
                <a:gs pos="85714">
                  <a:srgbClr val="795645">
                    <a:alpha val="634"/>
                  </a:srgbClr>
                </a:gs>
                <a:gs pos="100000">
                  <a:srgbClr val="795645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5400000">
              <a:off x="2092816" y="1926901"/>
              <a:ext cx="65309" cy="65309"/>
            </a:xfrm>
            <a:prstGeom prst="ellipse">
              <a:avLst/>
            </a:prstGeom>
            <a:gradFill>
              <a:gsLst>
                <a:gs pos="0">
                  <a:srgbClr val="8A2500">
                    <a:alpha val="12409"/>
                  </a:srgbClr>
                </a:gs>
                <a:gs pos="14286">
                  <a:srgbClr val="8A2500">
                    <a:alpha val="11465"/>
                  </a:srgbClr>
                </a:gs>
                <a:gs pos="28571">
                  <a:srgbClr val="8A2500">
                    <a:alpha val="9022"/>
                  </a:srgbClr>
                </a:gs>
                <a:gs pos="42857">
                  <a:srgbClr val="8A2500">
                    <a:alpha val="6013"/>
                  </a:srgbClr>
                </a:gs>
                <a:gs pos="57143">
                  <a:srgbClr val="8A2500">
                    <a:alpha val="3378"/>
                  </a:srgbClr>
                </a:gs>
                <a:gs pos="71429">
                  <a:srgbClr val="8A2500">
                    <a:alpha val="1596"/>
                  </a:srgbClr>
                </a:gs>
                <a:gs pos="85714">
                  <a:srgbClr val="8A2500">
                    <a:alpha val="634"/>
                  </a:srgbClr>
                </a:gs>
                <a:gs pos="100000">
                  <a:srgbClr val="8A2500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5400000">
              <a:off x="2379207" y="1517340"/>
              <a:ext cx="65359" cy="65359"/>
            </a:xfrm>
            <a:prstGeom prst="ellipse">
              <a:avLst/>
            </a:prstGeom>
            <a:gradFill>
              <a:gsLst>
                <a:gs pos="0">
                  <a:srgbClr val="885630">
                    <a:alpha val="12395"/>
                  </a:srgbClr>
                </a:gs>
                <a:gs pos="14286">
                  <a:srgbClr val="885630">
                    <a:alpha val="11452"/>
                  </a:srgbClr>
                </a:gs>
                <a:gs pos="28571">
                  <a:srgbClr val="885630">
                    <a:alpha val="9012"/>
                  </a:srgbClr>
                </a:gs>
                <a:gs pos="42857">
                  <a:srgbClr val="885630">
                    <a:alpha val="6006"/>
                  </a:srgbClr>
                </a:gs>
                <a:gs pos="57143">
                  <a:srgbClr val="885630">
                    <a:alpha val="3374"/>
                  </a:srgbClr>
                </a:gs>
                <a:gs pos="71429">
                  <a:srgbClr val="885630">
                    <a:alpha val="1594"/>
                  </a:srgbClr>
                </a:gs>
                <a:gs pos="85714">
                  <a:srgbClr val="885630">
                    <a:alpha val="633"/>
                  </a:srgbClr>
                </a:gs>
                <a:gs pos="100000">
                  <a:srgbClr val="885630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5400000">
              <a:off x="1980376" y="310174"/>
              <a:ext cx="65377" cy="65377"/>
            </a:xfrm>
            <a:prstGeom prst="ellipse">
              <a:avLst/>
            </a:prstGeom>
            <a:gradFill>
              <a:gsLst>
                <a:gs pos="0">
                  <a:srgbClr val="8A6B52">
                    <a:alpha val="12390"/>
                  </a:srgbClr>
                </a:gs>
                <a:gs pos="14286">
                  <a:srgbClr val="8A6B52">
                    <a:alpha val="11448"/>
                  </a:srgbClr>
                </a:gs>
                <a:gs pos="28571">
                  <a:srgbClr val="8A6B52">
                    <a:alpha val="9008"/>
                  </a:srgbClr>
                </a:gs>
                <a:gs pos="42857">
                  <a:srgbClr val="8A6B52">
                    <a:alpha val="6004"/>
                  </a:srgbClr>
                </a:gs>
                <a:gs pos="57143">
                  <a:srgbClr val="8A6B52">
                    <a:alpha val="3373"/>
                  </a:srgbClr>
                </a:gs>
                <a:gs pos="71429">
                  <a:srgbClr val="8A6B52">
                    <a:alpha val="1593"/>
                  </a:srgbClr>
                </a:gs>
                <a:gs pos="85714">
                  <a:srgbClr val="8A6B52">
                    <a:alpha val="633"/>
                  </a:srgbClr>
                </a:gs>
                <a:gs pos="100000">
                  <a:srgbClr val="8A6B52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10076903">
              <a:off x="946135" y="509058"/>
              <a:ext cx="577294" cy="104496"/>
            </a:xfrm>
            <a:prstGeom prst="ellipse">
              <a:avLst/>
            </a:prstGeom>
            <a:gradFill>
              <a:gsLst>
                <a:gs pos="0">
                  <a:srgbClr val="FEDFC8">
                    <a:alpha val="12135"/>
                  </a:srgbClr>
                </a:gs>
                <a:gs pos="14286">
                  <a:srgbClr val="FEDFC8">
                    <a:alpha val="11211"/>
                  </a:srgbClr>
                </a:gs>
                <a:gs pos="28571">
                  <a:srgbClr val="FEDFC8">
                    <a:alpha val="8819"/>
                  </a:srgbClr>
                </a:gs>
                <a:gs pos="42857">
                  <a:srgbClr val="FEDFC8">
                    <a:alpha val="5876"/>
                  </a:srgbClr>
                </a:gs>
                <a:gs pos="57143">
                  <a:srgbClr val="FEDFC8">
                    <a:alpha val="3300"/>
                  </a:srgbClr>
                </a:gs>
                <a:gs pos="71429">
                  <a:srgbClr val="FEDFC8">
                    <a:alpha val="1558"/>
                  </a:srgbClr>
                </a:gs>
                <a:gs pos="85714">
                  <a:srgbClr val="FEDFC8">
                    <a:alpha val="619"/>
                  </a:srgbClr>
                </a:gs>
                <a:gs pos="100000">
                  <a:srgbClr val="FEDFC8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5400000">
              <a:off x="1376173" y="825713"/>
              <a:ext cx="65412" cy="65412"/>
            </a:xfrm>
            <a:prstGeom prst="ellipse">
              <a:avLst/>
            </a:prstGeom>
            <a:gradFill>
              <a:gsLst>
                <a:gs pos="0">
                  <a:srgbClr val="4F3C4B">
                    <a:alpha val="12380"/>
                  </a:srgbClr>
                </a:gs>
                <a:gs pos="14286">
                  <a:srgbClr val="4F3C4B">
                    <a:alpha val="11439"/>
                  </a:srgbClr>
                </a:gs>
                <a:gs pos="28571">
                  <a:srgbClr val="4F3C4B">
                    <a:alpha val="9001"/>
                  </a:srgbClr>
                </a:gs>
                <a:gs pos="42857">
                  <a:srgbClr val="4F3C4B">
                    <a:alpha val="5999"/>
                  </a:srgbClr>
                </a:gs>
                <a:gs pos="57143">
                  <a:srgbClr val="4F3C4B">
                    <a:alpha val="3370"/>
                  </a:srgbClr>
                </a:gs>
                <a:gs pos="71429">
                  <a:srgbClr val="4F3C4B">
                    <a:alpha val="1592"/>
                  </a:srgbClr>
                </a:gs>
                <a:gs pos="85714">
                  <a:srgbClr val="4F3C4B">
                    <a:alpha val="633"/>
                  </a:srgbClr>
                </a:gs>
                <a:gs pos="100000">
                  <a:srgbClr val="4F3C4B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5400000">
              <a:off x="2196431" y="789037"/>
              <a:ext cx="65154" cy="65154"/>
            </a:xfrm>
            <a:prstGeom prst="ellipse">
              <a:avLst/>
            </a:prstGeom>
            <a:gradFill>
              <a:gsLst>
                <a:gs pos="0">
                  <a:srgbClr val="B57D4B">
                    <a:alpha val="12451"/>
                  </a:srgbClr>
                </a:gs>
                <a:gs pos="14286">
                  <a:srgbClr val="B57D4B">
                    <a:alpha val="11504"/>
                  </a:srgbClr>
                </a:gs>
                <a:gs pos="28571">
                  <a:srgbClr val="B57D4B">
                    <a:alpha val="9053"/>
                  </a:srgbClr>
                </a:gs>
                <a:gs pos="42857">
                  <a:srgbClr val="B57D4B">
                    <a:alpha val="6035"/>
                  </a:srgbClr>
                </a:gs>
                <a:gs pos="57143">
                  <a:srgbClr val="B57D4B">
                    <a:alpha val="3390"/>
                  </a:srgbClr>
                </a:gs>
                <a:gs pos="71429">
                  <a:srgbClr val="B57D4B">
                    <a:alpha val="1601"/>
                  </a:srgbClr>
                </a:gs>
                <a:gs pos="85714">
                  <a:srgbClr val="B57D4B">
                    <a:alpha val="636"/>
                  </a:srgbClr>
                </a:gs>
                <a:gs pos="100000">
                  <a:srgbClr val="B57D4B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5400000">
              <a:off x="1202381" y="1236922"/>
              <a:ext cx="65342" cy="65342"/>
            </a:xfrm>
            <a:prstGeom prst="ellipse">
              <a:avLst/>
            </a:prstGeom>
            <a:gradFill>
              <a:gsLst>
                <a:gs pos="0">
                  <a:srgbClr val="996C45">
                    <a:alpha val="12400"/>
                  </a:srgbClr>
                </a:gs>
                <a:gs pos="14286">
                  <a:srgbClr val="996C45">
                    <a:alpha val="11457"/>
                  </a:srgbClr>
                </a:gs>
                <a:gs pos="28571">
                  <a:srgbClr val="996C45">
                    <a:alpha val="9015"/>
                  </a:srgbClr>
                </a:gs>
                <a:gs pos="42857">
                  <a:srgbClr val="996C45">
                    <a:alpha val="6009"/>
                  </a:srgbClr>
                </a:gs>
                <a:gs pos="57143">
                  <a:srgbClr val="996C45">
                    <a:alpha val="3375"/>
                  </a:srgbClr>
                </a:gs>
                <a:gs pos="71429">
                  <a:srgbClr val="996C45">
                    <a:alpha val="1594"/>
                  </a:srgbClr>
                </a:gs>
                <a:gs pos="85714">
                  <a:srgbClr val="996C45">
                    <a:alpha val="634"/>
                  </a:srgbClr>
                </a:gs>
                <a:gs pos="100000">
                  <a:srgbClr val="996C45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5400000">
              <a:off x="2360622" y="766395"/>
              <a:ext cx="64426" cy="64426"/>
            </a:xfrm>
            <a:prstGeom prst="ellipse">
              <a:avLst/>
            </a:prstGeom>
            <a:gradFill>
              <a:gsLst>
                <a:gs pos="0">
                  <a:srgbClr val="BB9781">
                    <a:alpha val="12649"/>
                  </a:srgbClr>
                </a:gs>
                <a:gs pos="14286">
                  <a:srgbClr val="BB9781">
                    <a:alpha val="11688"/>
                  </a:srgbClr>
                </a:gs>
                <a:gs pos="28571">
                  <a:srgbClr val="BB9781">
                    <a:alpha val="9200"/>
                  </a:srgbClr>
                </a:gs>
                <a:gs pos="42857">
                  <a:srgbClr val="BB9781">
                    <a:alpha val="6134"/>
                  </a:srgbClr>
                </a:gs>
                <a:gs pos="57143">
                  <a:srgbClr val="BB9781">
                    <a:alpha val="3447"/>
                  </a:srgbClr>
                </a:gs>
                <a:gs pos="71429">
                  <a:srgbClr val="BB9781">
                    <a:alpha val="1628"/>
                  </a:srgbClr>
                </a:gs>
                <a:gs pos="85714">
                  <a:srgbClr val="BB9781">
                    <a:alpha val="647"/>
                  </a:srgbClr>
                </a:gs>
                <a:gs pos="100000">
                  <a:srgbClr val="BB9781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5400000">
              <a:off x="1988212" y="177912"/>
              <a:ext cx="65471" cy="65471"/>
            </a:xfrm>
            <a:prstGeom prst="ellipse">
              <a:avLst/>
            </a:prstGeom>
            <a:gradFill>
              <a:gsLst>
                <a:gs pos="0">
                  <a:srgbClr val="6C4931">
                    <a:alpha val="12364"/>
                  </a:srgbClr>
                </a:gs>
                <a:gs pos="14286">
                  <a:srgbClr val="6C4931">
                    <a:alpha val="11424"/>
                  </a:srgbClr>
                </a:gs>
                <a:gs pos="28571">
                  <a:srgbClr val="6C4931">
                    <a:alpha val="8989"/>
                  </a:srgbClr>
                </a:gs>
                <a:gs pos="42857">
                  <a:srgbClr val="6C4931">
                    <a:alpha val="5991"/>
                  </a:srgbClr>
                </a:gs>
                <a:gs pos="57143">
                  <a:srgbClr val="6C4931">
                    <a:alpha val="3365"/>
                  </a:srgbClr>
                </a:gs>
                <a:gs pos="71429">
                  <a:srgbClr val="6C4931">
                    <a:alpha val="1590"/>
                  </a:srgbClr>
                </a:gs>
                <a:gs pos="85714">
                  <a:srgbClr val="6C4931">
                    <a:alpha val="632"/>
                  </a:srgbClr>
                </a:gs>
                <a:gs pos="100000">
                  <a:srgbClr val="6C4931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5400000">
              <a:off x="834111" y="1166979"/>
              <a:ext cx="64564" cy="64564"/>
            </a:xfrm>
            <a:prstGeom prst="ellipse">
              <a:avLst/>
            </a:prstGeom>
            <a:gradFill>
              <a:gsLst>
                <a:gs pos="0">
                  <a:srgbClr val="A98268">
                    <a:alpha val="12611"/>
                  </a:srgbClr>
                </a:gs>
                <a:gs pos="14286">
                  <a:srgbClr val="A98268">
                    <a:alpha val="11653"/>
                  </a:srgbClr>
                </a:gs>
                <a:gs pos="28571">
                  <a:srgbClr val="A98268">
                    <a:alpha val="9172"/>
                  </a:srgbClr>
                </a:gs>
                <a:gs pos="42857">
                  <a:srgbClr val="A98268">
                    <a:alpha val="6115"/>
                  </a:srgbClr>
                </a:gs>
                <a:gs pos="57143">
                  <a:srgbClr val="A98268">
                    <a:alpha val="3436"/>
                  </a:srgbClr>
                </a:gs>
                <a:gs pos="71429">
                  <a:srgbClr val="A98268">
                    <a:alpha val="1623"/>
                  </a:srgbClr>
                </a:gs>
                <a:gs pos="85714">
                  <a:srgbClr val="A98268">
                    <a:alpha val="645"/>
                  </a:srgbClr>
                </a:gs>
                <a:gs pos="100000">
                  <a:srgbClr val="A98268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9518017">
              <a:off x="2872179" y="1049158"/>
              <a:ext cx="433983" cy="186568"/>
            </a:xfrm>
            <a:prstGeom prst="ellipse">
              <a:avLst/>
            </a:prstGeom>
            <a:gradFill>
              <a:gsLst>
                <a:gs pos="0">
                  <a:srgbClr val="FCE0D6">
                    <a:alpha val="32715"/>
                  </a:srgbClr>
                </a:gs>
                <a:gs pos="14286">
                  <a:srgbClr val="FCE0D6">
                    <a:alpha val="30524"/>
                  </a:srgbClr>
                </a:gs>
                <a:gs pos="28571">
                  <a:srgbClr val="FCE0D6">
                    <a:alpha val="24631"/>
                  </a:srgbClr>
                </a:gs>
                <a:gs pos="42857">
                  <a:srgbClr val="FCE0D6">
                    <a:alpha val="16929"/>
                  </a:srgbClr>
                </a:gs>
                <a:gs pos="57143">
                  <a:srgbClr val="FCE0D6">
                    <a:alpha val="9767"/>
                  </a:srgbClr>
                </a:gs>
                <a:gs pos="71429">
                  <a:srgbClr val="FCE0D6">
                    <a:alpha val="4697"/>
                  </a:srgbClr>
                </a:gs>
                <a:gs pos="85714">
                  <a:srgbClr val="FCE0D6">
                    <a:alpha val="1884"/>
                  </a:srgbClr>
                </a:gs>
                <a:gs pos="100000">
                  <a:srgbClr val="FCE0D6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-9570371">
              <a:off x="579998" y="531281"/>
              <a:ext cx="522699" cy="72223"/>
            </a:xfrm>
            <a:prstGeom prst="ellipse">
              <a:avLst/>
            </a:prstGeom>
            <a:gradFill>
              <a:gsLst>
                <a:gs pos="0">
                  <a:srgbClr val="876044">
                    <a:alpha val="24747"/>
                  </a:srgbClr>
                </a:gs>
                <a:gs pos="14286">
                  <a:srgbClr val="876044">
                    <a:alpha val="22997"/>
                  </a:srgbClr>
                </a:gs>
                <a:gs pos="28571">
                  <a:srgbClr val="876044">
                    <a:alpha val="18364"/>
                  </a:srgbClr>
                </a:gs>
                <a:gs pos="42857">
                  <a:srgbClr val="876044">
                    <a:alpha val="12461"/>
                  </a:srgbClr>
                </a:gs>
                <a:gs pos="57143">
                  <a:srgbClr val="876044">
                    <a:alpha val="7109"/>
                  </a:srgbClr>
                </a:gs>
                <a:gs pos="71429">
                  <a:srgbClr val="876044">
                    <a:alpha val="3393"/>
                  </a:srgbClr>
                </a:gs>
                <a:gs pos="85714">
                  <a:srgbClr val="876044">
                    <a:alpha val="1356"/>
                  </a:srgbClr>
                </a:gs>
                <a:gs pos="100000">
                  <a:srgbClr val="876044">
                    <a:alpha val="4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2900296">
              <a:off x="1713570" y="785028"/>
              <a:ext cx="330102" cy="302236"/>
            </a:xfrm>
            <a:prstGeom prst="ellipse">
              <a:avLst/>
            </a:prstGeom>
            <a:gradFill>
              <a:gsLst>
                <a:gs pos="0">
                  <a:srgbClr val="A15C00">
                    <a:alpha val="6777"/>
                  </a:srgbClr>
                </a:gs>
                <a:gs pos="14286">
                  <a:srgbClr val="A15C00">
                    <a:alpha val="6246"/>
                  </a:srgbClr>
                </a:gs>
                <a:gs pos="28571">
                  <a:srgbClr val="A15C00">
                    <a:alpha val="4885"/>
                  </a:srgbClr>
                </a:gs>
                <a:gs pos="42857">
                  <a:srgbClr val="A15C00">
                    <a:alpha val="3231"/>
                  </a:srgbClr>
                </a:gs>
                <a:gs pos="57143">
                  <a:srgbClr val="A15C00">
                    <a:alpha val="1804"/>
                  </a:srgbClr>
                </a:gs>
                <a:gs pos="71429">
                  <a:srgbClr val="A15C00">
                    <a:alpha val="848"/>
                  </a:srgbClr>
                </a:gs>
                <a:gs pos="85714">
                  <a:srgbClr val="A15C00">
                    <a:alpha val="336"/>
                  </a:srgbClr>
                </a:gs>
                <a:gs pos="100000">
                  <a:srgbClr val="A15C00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8511884">
              <a:off x="2334622" y="621574"/>
              <a:ext cx="504297" cy="31431"/>
            </a:xfrm>
            <a:prstGeom prst="ellipse">
              <a:avLst/>
            </a:prstGeom>
            <a:gradFill>
              <a:gsLst>
                <a:gs pos="0">
                  <a:srgbClr val="7A522D">
                    <a:alpha val="28847"/>
                  </a:srgbClr>
                </a:gs>
                <a:gs pos="14286">
                  <a:srgbClr val="7A522D">
                    <a:alpha val="26861"/>
                  </a:srgbClr>
                </a:gs>
                <a:gs pos="28571">
                  <a:srgbClr val="7A522D">
                    <a:alpha val="21563"/>
                  </a:srgbClr>
                </a:gs>
                <a:gs pos="42857">
                  <a:srgbClr val="7A522D">
                    <a:alpha val="14727"/>
                  </a:srgbClr>
                </a:gs>
                <a:gs pos="57143">
                  <a:srgbClr val="7A522D">
                    <a:alpha val="8449"/>
                  </a:srgbClr>
                </a:gs>
                <a:gs pos="71429">
                  <a:srgbClr val="7A522D">
                    <a:alpha val="4048"/>
                  </a:srgbClr>
                </a:gs>
                <a:gs pos="85714">
                  <a:srgbClr val="7A522D">
                    <a:alpha val="1621"/>
                  </a:srgbClr>
                </a:gs>
                <a:gs pos="100000">
                  <a:srgbClr val="7A522D">
                    <a:alpha val="5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6175012">
              <a:off x="2028743" y="1433951"/>
              <a:ext cx="396602" cy="319642"/>
            </a:xfrm>
            <a:prstGeom prst="ellipse">
              <a:avLst/>
            </a:prstGeom>
            <a:gradFill>
              <a:gsLst>
                <a:gs pos="0">
                  <a:srgbClr val="FFDB00">
                    <a:alpha val="10546"/>
                  </a:srgbClr>
                </a:gs>
                <a:gs pos="14286">
                  <a:srgbClr val="FFDB00">
                    <a:alpha val="9736"/>
                  </a:srgbClr>
                </a:gs>
                <a:gs pos="28571">
                  <a:srgbClr val="FFDB00">
                    <a:alpha val="7645"/>
                  </a:srgbClr>
                </a:gs>
                <a:gs pos="42857">
                  <a:srgbClr val="FFDB00">
                    <a:alpha val="5083"/>
                  </a:srgbClr>
                </a:gs>
                <a:gs pos="57143">
                  <a:srgbClr val="FFDB00">
                    <a:alpha val="2849"/>
                  </a:srgbClr>
                </a:gs>
                <a:gs pos="71429">
                  <a:srgbClr val="FFDB00">
                    <a:alpha val="1344"/>
                  </a:srgbClr>
                </a:gs>
                <a:gs pos="85714">
                  <a:srgbClr val="FFDB00">
                    <a:alpha val="534"/>
                  </a:srgbClr>
                </a:gs>
                <a:gs pos="100000">
                  <a:srgbClr val="FFDB00">
                    <a:alpha val="1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9321149">
              <a:off x="322202" y="554364"/>
              <a:ext cx="568560" cy="53940"/>
            </a:xfrm>
            <a:prstGeom prst="ellipse">
              <a:avLst/>
            </a:prstGeom>
            <a:gradFill>
              <a:gsLst>
                <a:gs pos="0">
                  <a:srgbClr val="351300">
                    <a:alpha val="32968"/>
                  </a:srgbClr>
                </a:gs>
                <a:gs pos="14286">
                  <a:srgbClr val="351300">
                    <a:alpha val="30764"/>
                  </a:srgbClr>
                </a:gs>
                <a:gs pos="28571">
                  <a:srgbClr val="351300">
                    <a:alpha val="24833"/>
                  </a:srgbClr>
                </a:gs>
                <a:gs pos="42857">
                  <a:srgbClr val="351300">
                    <a:alpha val="17075"/>
                  </a:srgbClr>
                </a:gs>
                <a:gs pos="57143">
                  <a:srgbClr val="351300">
                    <a:alpha val="9855"/>
                  </a:srgbClr>
                </a:gs>
                <a:gs pos="71429">
                  <a:srgbClr val="351300">
                    <a:alpha val="4740"/>
                  </a:srgbClr>
                </a:gs>
                <a:gs pos="85714">
                  <a:srgbClr val="351300">
                    <a:alpha val="1902"/>
                  </a:srgbClr>
                </a:gs>
                <a:gs pos="100000">
                  <a:srgbClr val="351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5920526">
              <a:off x="2226017" y="801869"/>
              <a:ext cx="516723" cy="98222"/>
            </a:xfrm>
            <a:prstGeom prst="ellipse">
              <a:avLst/>
            </a:prstGeom>
            <a:gradFill>
              <a:gsLst>
                <a:gs pos="0">
                  <a:srgbClr val="F5C598">
                    <a:alpha val="24898"/>
                  </a:srgbClr>
                </a:gs>
                <a:gs pos="14286">
                  <a:srgbClr val="F5C598">
                    <a:alpha val="23139"/>
                  </a:srgbClr>
                </a:gs>
                <a:gs pos="28571">
                  <a:srgbClr val="F5C598">
                    <a:alpha val="18481"/>
                  </a:srgbClr>
                </a:gs>
                <a:gs pos="42857">
                  <a:srgbClr val="F5C598">
                    <a:alpha val="12543"/>
                  </a:srgbClr>
                </a:gs>
                <a:gs pos="57143">
                  <a:srgbClr val="F5C598">
                    <a:alpha val="7157"/>
                  </a:srgbClr>
                </a:gs>
                <a:gs pos="71429">
                  <a:srgbClr val="F5C598">
                    <a:alpha val="3417"/>
                  </a:srgbClr>
                </a:gs>
                <a:gs pos="85714">
                  <a:srgbClr val="F5C598">
                    <a:alpha val="1365"/>
                  </a:srgbClr>
                </a:gs>
                <a:gs pos="100000">
                  <a:srgbClr val="F5C598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7319775">
              <a:off x="914259" y="738241"/>
              <a:ext cx="461200" cy="586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10513059">
              <a:off x="2377477" y="1326511"/>
              <a:ext cx="340376" cy="119536"/>
            </a:xfrm>
            <a:prstGeom prst="ellipse">
              <a:avLst/>
            </a:prstGeom>
            <a:gradFill>
              <a:gsLst>
                <a:gs pos="0">
                  <a:srgbClr val="FFCA9A">
                    <a:alpha val="32968"/>
                  </a:srgbClr>
                </a:gs>
                <a:gs pos="14286">
                  <a:srgbClr val="FFCA9A">
                    <a:alpha val="30764"/>
                  </a:srgbClr>
                </a:gs>
                <a:gs pos="28571">
                  <a:srgbClr val="FFCA9A">
                    <a:alpha val="24833"/>
                  </a:srgbClr>
                </a:gs>
                <a:gs pos="42857">
                  <a:srgbClr val="FFCA9A">
                    <a:alpha val="17075"/>
                  </a:srgbClr>
                </a:gs>
                <a:gs pos="57143">
                  <a:srgbClr val="FFCA9A">
                    <a:alpha val="9855"/>
                  </a:srgbClr>
                </a:gs>
                <a:gs pos="71429">
                  <a:srgbClr val="FFCA9A">
                    <a:alpha val="4740"/>
                  </a:srgbClr>
                </a:gs>
                <a:gs pos="85714">
                  <a:srgbClr val="FFCA9A">
                    <a:alpha val="1902"/>
                  </a:srgbClr>
                </a:gs>
                <a:gs pos="100000">
                  <a:srgbClr val="FFCA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5825505">
              <a:off x="1649940" y="403088"/>
              <a:ext cx="703217" cy="23985"/>
            </a:xfrm>
            <a:prstGeom prst="ellipse">
              <a:avLst/>
            </a:prstGeom>
            <a:gradFill>
              <a:gsLst>
                <a:gs pos="0">
                  <a:srgbClr val="9B6C4B">
                    <a:alpha val="32765"/>
                  </a:srgbClr>
                </a:gs>
                <a:gs pos="14286">
                  <a:srgbClr val="9B6C4B">
                    <a:alpha val="30571"/>
                  </a:srgbClr>
                </a:gs>
                <a:gs pos="28571">
                  <a:srgbClr val="9B6C4B">
                    <a:alpha val="24671"/>
                  </a:srgbClr>
                </a:gs>
                <a:gs pos="42857">
                  <a:srgbClr val="9B6C4B">
                    <a:alpha val="16958"/>
                  </a:srgbClr>
                </a:gs>
                <a:gs pos="57143">
                  <a:srgbClr val="9B6C4B">
                    <a:alpha val="9784"/>
                  </a:srgbClr>
                </a:gs>
                <a:gs pos="71429">
                  <a:srgbClr val="9B6C4B">
                    <a:alpha val="4705"/>
                  </a:srgbClr>
                </a:gs>
                <a:gs pos="85714">
                  <a:srgbClr val="9B6C4B">
                    <a:alpha val="1888"/>
                  </a:srgbClr>
                </a:gs>
                <a:gs pos="100000">
                  <a:srgbClr val="9B6C4B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-8955063">
              <a:off x="1207055" y="545359"/>
              <a:ext cx="385182" cy="50468"/>
            </a:xfrm>
            <a:prstGeom prst="ellipse">
              <a:avLst/>
            </a:prstGeom>
            <a:gradFill>
              <a:gsLst>
                <a:gs pos="0">
                  <a:srgbClr val="FEDCB8">
                    <a:alpha val="24757"/>
                  </a:srgbClr>
                </a:gs>
                <a:gs pos="14286">
                  <a:srgbClr val="FEDCB8">
                    <a:alpha val="23006"/>
                  </a:srgbClr>
                </a:gs>
                <a:gs pos="28571">
                  <a:srgbClr val="FEDCB8">
                    <a:alpha val="18371"/>
                  </a:srgbClr>
                </a:gs>
                <a:gs pos="42857">
                  <a:srgbClr val="FEDCB8">
                    <a:alpha val="12466"/>
                  </a:srgbClr>
                </a:gs>
                <a:gs pos="57143">
                  <a:srgbClr val="FEDCB8">
                    <a:alpha val="7112"/>
                  </a:srgbClr>
                </a:gs>
                <a:gs pos="71429">
                  <a:srgbClr val="FEDCB8">
                    <a:alpha val="3394"/>
                  </a:srgbClr>
                </a:gs>
                <a:gs pos="85714">
                  <a:srgbClr val="FEDCB8">
                    <a:alpha val="1356"/>
                  </a:srgbClr>
                </a:gs>
                <a:gs pos="100000">
                  <a:srgbClr val="FEDCB8">
                    <a:alpha val="4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5681367">
              <a:off x="1440228" y="845139"/>
              <a:ext cx="538637" cy="175996"/>
            </a:xfrm>
            <a:prstGeom prst="ellipse">
              <a:avLst/>
            </a:prstGeom>
            <a:gradFill>
              <a:gsLst>
                <a:gs pos="0">
                  <a:srgbClr val="080000">
                    <a:alpha val="16402"/>
                  </a:srgbClr>
                </a:gs>
                <a:gs pos="14286">
                  <a:srgbClr val="080000">
                    <a:alpha val="15182"/>
                  </a:srgbClr>
                </a:gs>
                <a:gs pos="28571">
                  <a:srgbClr val="080000">
                    <a:alpha val="12001"/>
                  </a:srgbClr>
                </a:gs>
                <a:gs pos="42857">
                  <a:srgbClr val="080000">
                    <a:alpha val="8044"/>
                  </a:srgbClr>
                </a:gs>
                <a:gs pos="57143">
                  <a:srgbClr val="080000">
                    <a:alpha val="4540"/>
                  </a:srgbClr>
                </a:gs>
                <a:gs pos="71429">
                  <a:srgbClr val="080000">
                    <a:alpha val="2152"/>
                  </a:srgbClr>
                </a:gs>
                <a:gs pos="85714">
                  <a:srgbClr val="080000">
                    <a:alpha val="856"/>
                  </a:srgbClr>
                </a:gs>
                <a:gs pos="100000">
                  <a:srgbClr val="080000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10005932">
              <a:off x="3205189" y="1015469"/>
              <a:ext cx="330305" cy="264111"/>
            </a:xfrm>
            <a:prstGeom prst="ellipse">
              <a:avLst/>
            </a:prstGeom>
            <a:gradFill>
              <a:gsLst>
                <a:gs pos="0">
                  <a:srgbClr val="F3AB5A">
                    <a:alpha val="6444"/>
                  </a:srgbClr>
                </a:gs>
                <a:gs pos="14286">
                  <a:srgbClr val="F3AB5A">
                    <a:alpha val="5939"/>
                  </a:srgbClr>
                </a:gs>
                <a:gs pos="28571">
                  <a:srgbClr val="F3AB5A">
                    <a:alpha val="4642"/>
                  </a:srgbClr>
                </a:gs>
                <a:gs pos="42857">
                  <a:srgbClr val="F3AB5A">
                    <a:alpha val="3070"/>
                  </a:srgbClr>
                </a:gs>
                <a:gs pos="57143">
                  <a:srgbClr val="F3AB5A">
                    <a:alpha val="1713"/>
                  </a:srgbClr>
                </a:gs>
                <a:gs pos="71429">
                  <a:srgbClr val="F3AB5A">
                    <a:alpha val="805"/>
                  </a:srgbClr>
                </a:gs>
                <a:gs pos="85714">
                  <a:srgbClr val="F3AB5A">
                    <a:alpha val="319"/>
                  </a:srgbClr>
                </a:gs>
                <a:gs pos="100000">
                  <a:srgbClr val="F3AB5A">
                    <a:alpha val="1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7861369">
              <a:off x="715092" y="1554512"/>
              <a:ext cx="350439" cy="247635"/>
            </a:xfrm>
            <a:prstGeom prst="ellipse">
              <a:avLst/>
            </a:prstGeom>
            <a:gradFill>
              <a:gsLst>
                <a:gs pos="0">
                  <a:srgbClr val="CACDCC">
                    <a:alpha val="4786"/>
                  </a:srgbClr>
                </a:gs>
                <a:gs pos="14286">
                  <a:srgbClr val="CACDCC">
                    <a:alpha val="4408"/>
                  </a:srgbClr>
                </a:gs>
                <a:gs pos="28571">
                  <a:srgbClr val="CACDCC">
                    <a:alpha val="3440"/>
                  </a:srgbClr>
                </a:gs>
                <a:gs pos="42857">
                  <a:srgbClr val="CACDCC">
                    <a:alpha val="2270"/>
                  </a:srgbClr>
                </a:gs>
                <a:gs pos="57143">
                  <a:srgbClr val="CACDCC">
                    <a:alpha val="1264"/>
                  </a:srgbClr>
                </a:gs>
                <a:gs pos="71429">
                  <a:srgbClr val="CACDCC">
                    <a:alpha val="594"/>
                  </a:srgbClr>
                </a:gs>
                <a:gs pos="85714">
                  <a:srgbClr val="CACDCC">
                    <a:alpha val="235"/>
                  </a:srgbClr>
                </a:gs>
                <a:gs pos="100000">
                  <a:srgbClr val="CACDCC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6149463">
              <a:off x="1957009" y="251157"/>
              <a:ext cx="465447" cy="32521"/>
            </a:xfrm>
            <a:prstGeom prst="ellipse">
              <a:avLst/>
            </a:prstGeom>
            <a:gradFill>
              <a:gsLst>
                <a:gs pos="0">
                  <a:srgbClr val="F2B07A">
                    <a:alpha val="18988"/>
                  </a:srgbClr>
                </a:gs>
                <a:gs pos="14286">
                  <a:srgbClr val="F2B07A">
                    <a:alpha val="17596"/>
                  </a:srgbClr>
                </a:gs>
                <a:gs pos="28571">
                  <a:srgbClr val="F2B07A">
                    <a:alpha val="13953"/>
                  </a:srgbClr>
                </a:gs>
                <a:gs pos="42857">
                  <a:srgbClr val="F2B07A">
                    <a:alpha val="9386"/>
                  </a:srgbClr>
                </a:gs>
                <a:gs pos="57143">
                  <a:srgbClr val="F2B07A">
                    <a:alpha val="5315"/>
                  </a:srgbClr>
                </a:gs>
                <a:gs pos="71429">
                  <a:srgbClr val="F2B07A">
                    <a:alpha val="2524"/>
                  </a:srgbClr>
                </a:gs>
                <a:gs pos="85714">
                  <a:srgbClr val="F2B07A">
                    <a:alpha val="1006"/>
                  </a:srgbClr>
                </a:gs>
                <a:gs pos="100000">
                  <a:srgbClr val="F2B07A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6362865">
              <a:off x="1734256" y="340247"/>
              <a:ext cx="698413" cy="50149"/>
            </a:xfrm>
            <a:prstGeom prst="ellipse">
              <a:avLst/>
            </a:prstGeom>
            <a:gradFill>
              <a:gsLst>
                <a:gs pos="0">
                  <a:srgbClr val="401B00">
                    <a:alpha val="30351"/>
                  </a:srgbClr>
                </a:gs>
                <a:gs pos="14286">
                  <a:srgbClr val="401B00">
                    <a:alpha val="28283"/>
                  </a:srgbClr>
                </a:gs>
                <a:gs pos="28571">
                  <a:srgbClr val="401B00">
                    <a:alpha val="22750"/>
                  </a:srgbClr>
                </a:gs>
                <a:gs pos="42857">
                  <a:srgbClr val="401B00">
                    <a:alpha val="15575"/>
                  </a:srgbClr>
                </a:gs>
                <a:gs pos="57143">
                  <a:srgbClr val="401B00">
                    <a:alpha val="8955"/>
                  </a:srgbClr>
                </a:gs>
                <a:gs pos="71429">
                  <a:srgbClr val="401B00">
                    <a:alpha val="4296"/>
                  </a:srgbClr>
                </a:gs>
                <a:gs pos="85714">
                  <a:srgbClr val="401B00">
                    <a:alpha val="1722"/>
                  </a:srgbClr>
                </a:gs>
                <a:gs pos="100000">
                  <a:srgbClr val="401B00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7074240">
              <a:off x="1495178" y="201941"/>
              <a:ext cx="495760" cy="71023"/>
            </a:xfrm>
            <a:prstGeom prst="ellipse">
              <a:avLst/>
            </a:prstGeom>
            <a:gradFill>
              <a:gsLst>
                <a:gs pos="0">
                  <a:srgbClr val="EBD1C6">
                    <a:alpha val="11649"/>
                  </a:srgbClr>
                </a:gs>
                <a:gs pos="14286">
                  <a:srgbClr val="EBD1C6">
                    <a:alpha val="10760"/>
                  </a:srgbClr>
                </a:gs>
                <a:gs pos="28571">
                  <a:srgbClr val="EBD1C6">
                    <a:alpha val="8459"/>
                  </a:srgbClr>
                </a:gs>
                <a:gs pos="42857">
                  <a:srgbClr val="EBD1C6">
                    <a:alpha val="5633"/>
                  </a:srgbClr>
                </a:gs>
                <a:gs pos="57143">
                  <a:srgbClr val="EBD1C6">
                    <a:alpha val="3161"/>
                  </a:srgbClr>
                </a:gs>
                <a:gs pos="71429">
                  <a:srgbClr val="EBD1C6">
                    <a:alpha val="1492"/>
                  </a:srgbClr>
                </a:gs>
                <a:gs pos="85714">
                  <a:srgbClr val="EBD1C6">
                    <a:alpha val="593"/>
                  </a:srgbClr>
                </a:gs>
                <a:gs pos="100000">
                  <a:srgbClr val="EBD1C6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10623445">
              <a:off x="-2609" y="655632"/>
              <a:ext cx="325210" cy="259139"/>
            </a:xfrm>
            <a:prstGeom prst="ellipse">
              <a:avLst/>
            </a:prstGeom>
            <a:gradFill>
              <a:gsLst>
                <a:gs pos="0">
                  <a:srgbClr val="FFFDFF">
                    <a:alpha val="32968"/>
                  </a:srgbClr>
                </a:gs>
                <a:gs pos="14286">
                  <a:srgbClr val="FFFDFF">
                    <a:alpha val="30764"/>
                  </a:srgbClr>
                </a:gs>
                <a:gs pos="28571">
                  <a:srgbClr val="FFFDFF">
                    <a:alpha val="24833"/>
                  </a:srgbClr>
                </a:gs>
                <a:gs pos="42857">
                  <a:srgbClr val="FFFDFF">
                    <a:alpha val="17075"/>
                  </a:srgbClr>
                </a:gs>
                <a:gs pos="57143">
                  <a:srgbClr val="FFFDFF">
                    <a:alpha val="9855"/>
                  </a:srgbClr>
                </a:gs>
                <a:gs pos="71429">
                  <a:srgbClr val="FFFDFF">
                    <a:alpha val="4740"/>
                  </a:srgbClr>
                </a:gs>
                <a:gs pos="85714">
                  <a:srgbClr val="FFFDFF">
                    <a:alpha val="1902"/>
                  </a:srgbClr>
                </a:gs>
                <a:gs pos="100000">
                  <a:srgbClr val="FF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6791862">
              <a:off x="670603" y="37445"/>
              <a:ext cx="485419" cy="352213"/>
            </a:xfrm>
            <a:prstGeom prst="ellipse">
              <a:avLst/>
            </a:prstGeom>
            <a:gradFill>
              <a:gsLst>
                <a:gs pos="0">
                  <a:srgbClr val="FFD981">
                    <a:alpha val="3301"/>
                  </a:srgbClr>
                </a:gs>
                <a:gs pos="14286">
                  <a:srgbClr val="FFD981">
                    <a:alpha val="3038"/>
                  </a:srgbClr>
                </a:gs>
                <a:gs pos="28571">
                  <a:srgbClr val="FFD981">
                    <a:alpha val="2367"/>
                  </a:srgbClr>
                </a:gs>
                <a:gs pos="42857">
                  <a:srgbClr val="FFD981">
                    <a:alpha val="1559"/>
                  </a:srgbClr>
                </a:gs>
                <a:gs pos="57143">
                  <a:srgbClr val="FFD981">
                    <a:alpha val="867"/>
                  </a:srgbClr>
                </a:gs>
                <a:gs pos="71429">
                  <a:srgbClr val="FFD981">
                    <a:alpha val="407"/>
                  </a:srgbClr>
                </a:gs>
                <a:gs pos="85714">
                  <a:srgbClr val="FFD981">
                    <a:alpha val="161"/>
                  </a:srgbClr>
                </a:gs>
                <a:gs pos="100000">
                  <a:srgbClr val="FFD981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5349415">
              <a:off x="820106" y="722443"/>
              <a:ext cx="498973" cy="111713"/>
            </a:xfrm>
            <a:prstGeom prst="ellipse">
              <a:avLst/>
            </a:prstGeom>
            <a:gradFill>
              <a:gsLst>
                <a:gs pos="0">
                  <a:srgbClr val="CC0B00">
                    <a:alpha val="5818"/>
                  </a:srgbClr>
                </a:gs>
                <a:gs pos="14286">
                  <a:srgbClr val="CC0B00">
                    <a:alpha val="5360"/>
                  </a:srgbClr>
                </a:gs>
                <a:gs pos="28571">
                  <a:srgbClr val="CC0B00">
                    <a:alpha val="4187"/>
                  </a:srgbClr>
                </a:gs>
                <a:gs pos="42857">
                  <a:srgbClr val="CC0B00">
                    <a:alpha val="2767"/>
                  </a:srgbClr>
                </a:gs>
                <a:gs pos="57143">
                  <a:srgbClr val="CC0B00">
                    <a:alpha val="1543"/>
                  </a:srgbClr>
                </a:gs>
                <a:gs pos="71429">
                  <a:srgbClr val="CC0B00">
                    <a:alpha val="725"/>
                  </a:srgbClr>
                </a:gs>
                <a:gs pos="85714">
                  <a:srgbClr val="CC0B00">
                    <a:alpha val="287"/>
                  </a:srgbClr>
                </a:gs>
                <a:gs pos="100000">
                  <a:srgbClr val="CC0B00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7029682">
              <a:off x="2331875" y="714348"/>
              <a:ext cx="531141" cy="90520"/>
            </a:xfrm>
            <a:prstGeom prst="ellipse">
              <a:avLst/>
            </a:prstGeom>
            <a:gradFill>
              <a:gsLst>
                <a:gs pos="0">
                  <a:srgbClr val="FCB900">
                    <a:alpha val="6655"/>
                  </a:srgbClr>
                </a:gs>
                <a:gs pos="14286">
                  <a:srgbClr val="FCB900">
                    <a:alpha val="6134"/>
                  </a:srgbClr>
                </a:gs>
                <a:gs pos="28571">
                  <a:srgbClr val="FCB900">
                    <a:alpha val="4796"/>
                  </a:srgbClr>
                </a:gs>
                <a:gs pos="42857">
                  <a:srgbClr val="FCB900">
                    <a:alpha val="3172"/>
                  </a:srgbClr>
                </a:gs>
                <a:gs pos="57143">
                  <a:srgbClr val="FCB900">
                    <a:alpha val="1770"/>
                  </a:srgbClr>
                </a:gs>
                <a:gs pos="71429">
                  <a:srgbClr val="FCB900">
                    <a:alpha val="833"/>
                  </a:srgbClr>
                </a:gs>
                <a:gs pos="85714">
                  <a:srgbClr val="FCB900">
                    <a:alpha val="330"/>
                  </a:srgbClr>
                </a:gs>
                <a:gs pos="100000">
                  <a:srgbClr val="FCB900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6206540">
              <a:off x="1513999" y="154785"/>
              <a:ext cx="485070" cy="188104"/>
            </a:xfrm>
            <a:prstGeom prst="ellipse">
              <a:avLst/>
            </a:prstGeom>
            <a:gradFill>
              <a:gsLst>
                <a:gs pos="0">
                  <a:srgbClr val="E4C900">
                    <a:alpha val="2389"/>
                  </a:srgbClr>
                </a:gs>
                <a:gs pos="14286">
                  <a:srgbClr val="E4C900">
                    <a:alpha val="2198"/>
                  </a:srgbClr>
                </a:gs>
                <a:gs pos="28571">
                  <a:srgbClr val="E4C900">
                    <a:alpha val="1711"/>
                  </a:srgbClr>
                </a:gs>
                <a:gs pos="42857">
                  <a:srgbClr val="E4C900">
                    <a:alpha val="1125"/>
                  </a:srgbClr>
                </a:gs>
                <a:gs pos="57143">
                  <a:srgbClr val="E4C900">
                    <a:alpha val="625"/>
                  </a:srgbClr>
                </a:gs>
                <a:gs pos="71429">
                  <a:srgbClr val="E4C900">
                    <a:alpha val="293"/>
                  </a:srgbClr>
                </a:gs>
                <a:gs pos="85714">
                  <a:srgbClr val="E4C900">
                    <a:alpha val="116"/>
                  </a:srgbClr>
                </a:gs>
                <a:gs pos="100000">
                  <a:srgbClr val="E4C900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9430914">
              <a:off x="1738260" y="470188"/>
              <a:ext cx="485880" cy="326225"/>
            </a:xfrm>
            <a:prstGeom prst="ellipse">
              <a:avLst/>
            </a:prstGeom>
            <a:gradFill>
              <a:gsLst>
                <a:gs pos="0">
                  <a:srgbClr val="370000">
                    <a:alpha val="1303"/>
                  </a:srgbClr>
                </a:gs>
                <a:gs pos="14286">
                  <a:srgbClr val="370000">
                    <a:alpha val="1198"/>
                  </a:srgbClr>
                </a:gs>
                <a:gs pos="28571">
                  <a:srgbClr val="370000">
                    <a:alpha val="932"/>
                  </a:srgbClr>
                </a:gs>
                <a:gs pos="42857">
                  <a:srgbClr val="370000">
                    <a:alpha val="612"/>
                  </a:srgbClr>
                </a:gs>
                <a:gs pos="57143">
                  <a:srgbClr val="370000">
                    <a:alpha val="340"/>
                  </a:srgbClr>
                </a:gs>
                <a:gs pos="71429">
                  <a:srgbClr val="370000">
                    <a:alpha val="159"/>
                  </a:srgbClr>
                </a:gs>
                <a:gs pos="85714">
                  <a:srgbClr val="370000">
                    <a:alpha val="63"/>
                  </a:srgbClr>
                </a:gs>
                <a:gs pos="100000">
                  <a:srgbClr val="370000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4307482">
              <a:off x="1803553" y="307593"/>
              <a:ext cx="459916" cy="63384"/>
            </a:xfrm>
            <a:prstGeom prst="ellipse">
              <a:avLst/>
            </a:prstGeom>
            <a:gradFill>
              <a:gsLst>
                <a:gs pos="0">
                  <a:srgbClr val="DEB99A">
                    <a:alpha val="32968"/>
                  </a:srgbClr>
                </a:gs>
                <a:gs pos="14286">
                  <a:srgbClr val="DEB99A">
                    <a:alpha val="30764"/>
                  </a:srgbClr>
                </a:gs>
                <a:gs pos="28571">
                  <a:srgbClr val="DEB99A">
                    <a:alpha val="24833"/>
                  </a:srgbClr>
                </a:gs>
                <a:gs pos="42857">
                  <a:srgbClr val="DEB99A">
                    <a:alpha val="17075"/>
                  </a:srgbClr>
                </a:gs>
                <a:gs pos="57143">
                  <a:srgbClr val="DEB99A">
                    <a:alpha val="9855"/>
                  </a:srgbClr>
                </a:gs>
                <a:gs pos="71429">
                  <a:srgbClr val="DEB99A">
                    <a:alpha val="4740"/>
                  </a:srgbClr>
                </a:gs>
                <a:gs pos="85714">
                  <a:srgbClr val="DEB99A">
                    <a:alpha val="1902"/>
                  </a:srgbClr>
                </a:gs>
                <a:gs pos="100000">
                  <a:srgbClr val="DEB9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-9884392">
              <a:off x="2105086" y="400664"/>
              <a:ext cx="392925" cy="383600"/>
            </a:xfrm>
            <a:prstGeom prst="ellipse">
              <a:avLst/>
            </a:prstGeom>
            <a:gradFill>
              <a:gsLst>
                <a:gs pos="0">
                  <a:srgbClr val="9A0000">
                    <a:alpha val="7389"/>
                  </a:srgbClr>
                </a:gs>
                <a:gs pos="14286">
                  <a:srgbClr val="9A0000">
                    <a:alpha val="6812"/>
                  </a:srgbClr>
                </a:gs>
                <a:gs pos="28571">
                  <a:srgbClr val="9A0000">
                    <a:alpha val="5331"/>
                  </a:srgbClr>
                </a:gs>
                <a:gs pos="42857">
                  <a:srgbClr val="9A0000">
                    <a:alpha val="3530"/>
                  </a:srgbClr>
                </a:gs>
                <a:gs pos="57143">
                  <a:srgbClr val="9A0000">
                    <a:alpha val="1971"/>
                  </a:srgbClr>
                </a:gs>
                <a:gs pos="71429">
                  <a:srgbClr val="9A0000">
                    <a:alpha val="928"/>
                  </a:srgbClr>
                </a:gs>
                <a:gs pos="85714">
                  <a:srgbClr val="9A0000">
                    <a:alpha val="368"/>
                  </a:srgbClr>
                </a:gs>
                <a:gs pos="100000">
                  <a:srgbClr val="9A0000">
                    <a:alpha val="1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10090155">
              <a:off x="930830" y="633927"/>
              <a:ext cx="567823" cy="1676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-10613355">
              <a:off x="1075585" y="1212774"/>
              <a:ext cx="624329" cy="449935"/>
            </a:xfrm>
            <a:prstGeom prst="ellipse">
              <a:avLst/>
            </a:prstGeom>
            <a:gradFill>
              <a:gsLst>
                <a:gs pos="0">
                  <a:srgbClr val="E19E00">
                    <a:alpha val="12503"/>
                  </a:srgbClr>
                </a:gs>
                <a:gs pos="14286">
                  <a:srgbClr val="E19E00">
                    <a:alpha val="11552"/>
                  </a:srgbClr>
                </a:gs>
                <a:gs pos="28571">
                  <a:srgbClr val="E19E00">
                    <a:alpha val="9091"/>
                  </a:srgbClr>
                </a:gs>
                <a:gs pos="42857">
                  <a:srgbClr val="E19E00">
                    <a:alpha val="6061"/>
                  </a:srgbClr>
                </a:gs>
                <a:gs pos="57143">
                  <a:srgbClr val="E19E00">
                    <a:alpha val="3405"/>
                  </a:srgbClr>
                </a:gs>
                <a:gs pos="71429">
                  <a:srgbClr val="E19E00">
                    <a:alpha val="1609"/>
                  </a:srgbClr>
                </a:gs>
                <a:gs pos="85714">
                  <a:srgbClr val="E19E00">
                    <a:alpha val="639"/>
                  </a:srgbClr>
                </a:gs>
                <a:gs pos="100000">
                  <a:srgbClr val="E19E00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8297391">
              <a:off x="306732" y="679834"/>
              <a:ext cx="655549" cy="119948"/>
            </a:xfrm>
            <a:prstGeom prst="ellipse">
              <a:avLst/>
            </a:prstGeom>
            <a:gradFill>
              <a:gsLst>
                <a:gs pos="0">
                  <a:srgbClr val="560800">
                    <a:alpha val="30968"/>
                  </a:srgbClr>
                </a:gs>
                <a:gs pos="14286">
                  <a:srgbClr val="560800">
                    <a:alpha val="28868"/>
                  </a:srgbClr>
                </a:gs>
                <a:gs pos="28571">
                  <a:srgbClr val="560800">
                    <a:alpha val="23240"/>
                  </a:srgbClr>
                </a:gs>
                <a:gs pos="42857">
                  <a:srgbClr val="560800">
                    <a:alpha val="15926"/>
                  </a:srgbClr>
                </a:gs>
                <a:gs pos="57143">
                  <a:srgbClr val="560800">
                    <a:alpha val="9165"/>
                  </a:srgbClr>
                </a:gs>
                <a:gs pos="71429">
                  <a:srgbClr val="560800">
                    <a:alpha val="4400"/>
                  </a:srgbClr>
                </a:gs>
                <a:gs pos="85714">
                  <a:srgbClr val="560800">
                    <a:alpha val="1764"/>
                  </a:srgbClr>
                </a:gs>
                <a:gs pos="100000">
                  <a:srgbClr val="560800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-10186251">
              <a:off x="1291229" y="1455836"/>
              <a:ext cx="429310" cy="149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9138996">
              <a:off x="1436072" y="1177611"/>
              <a:ext cx="248371" cy="138057"/>
            </a:xfrm>
            <a:prstGeom prst="ellipse">
              <a:avLst/>
            </a:prstGeom>
            <a:gradFill>
              <a:gsLst>
                <a:gs pos="0">
                  <a:srgbClr val="FF9028">
                    <a:alpha val="25893"/>
                  </a:srgbClr>
                </a:gs>
                <a:gs pos="14286">
                  <a:srgbClr val="FF9028">
                    <a:alpha val="24075"/>
                  </a:srgbClr>
                </a:gs>
                <a:gs pos="28571">
                  <a:srgbClr val="FF9028">
                    <a:alpha val="19253"/>
                  </a:srgbClr>
                </a:gs>
                <a:gs pos="42857">
                  <a:srgbClr val="FF9028">
                    <a:alpha val="13088"/>
                  </a:srgbClr>
                </a:gs>
                <a:gs pos="57143">
                  <a:srgbClr val="FF9028">
                    <a:alpha val="7478"/>
                  </a:srgbClr>
                </a:gs>
                <a:gs pos="71429">
                  <a:srgbClr val="FF9028">
                    <a:alpha val="3573"/>
                  </a:srgbClr>
                </a:gs>
                <a:gs pos="85714">
                  <a:srgbClr val="FF9028">
                    <a:alpha val="1428"/>
                  </a:srgbClr>
                </a:gs>
                <a:gs pos="100000">
                  <a:srgbClr val="FF9028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10256789">
              <a:off x="2526386" y="1336144"/>
              <a:ext cx="161450" cy="68058"/>
            </a:xfrm>
            <a:prstGeom prst="ellipse">
              <a:avLst/>
            </a:prstGeom>
            <a:gradFill>
              <a:gsLst>
                <a:gs pos="0">
                  <a:srgbClr val="FFCFA6">
                    <a:alpha val="31842"/>
                  </a:srgbClr>
                </a:gs>
                <a:gs pos="14286">
                  <a:srgbClr val="FFCFA6">
                    <a:alpha val="29695"/>
                  </a:srgbClr>
                </a:gs>
                <a:gs pos="28571">
                  <a:srgbClr val="FFCFA6">
                    <a:alpha val="23934"/>
                  </a:srgbClr>
                </a:gs>
                <a:gs pos="42857">
                  <a:srgbClr val="FFCFA6">
                    <a:alpha val="16426"/>
                  </a:srgbClr>
                </a:gs>
                <a:gs pos="57143">
                  <a:srgbClr val="FFCFA6">
                    <a:alpha val="9464"/>
                  </a:srgbClr>
                </a:gs>
                <a:gs pos="71429">
                  <a:srgbClr val="FFCFA6">
                    <a:alpha val="4547"/>
                  </a:srgbClr>
                </a:gs>
                <a:gs pos="85714">
                  <a:srgbClr val="FFCFA6">
                    <a:alpha val="1824"/>
                  </a:srgbClr>
                </a:gs>
                <a:gs pos="100000">
                  <a:srgbClr val="FFCFA6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5916731">
              <a:off x="1241616" y="128779"/>
              <a:ext cx="305754" cy="283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5835479">
              <a:off x="2377327" y="1668748"/>
              <a:ext cx="485630" cy="261391"/>
            </a:xfrm>
            <a:prstGeom prst="ellipse">
              <a:avLst/>
            </a:prstGeom>
            <a:gradFill>
              <a:gsLst>
                <a:gs pos="0">
                  <a:srgbClr val="E3C9B2">
                    <a:alpha val="32968"/>
                  </a:srgbClr>
                </a:gs>
                <a:gs pos="14286">
                  <a:srgbClr val="E3C9B2">
                    <a:alpha val="30764"/>
                  </a:srgbClr>
                </a:gs>
                <a:gs pos="28571">
                  <a:srgbClr val="E3C9B2">
                    <a:alpha val="24833"/>
                  </a:srgbClr>
                </a:gs>
                <a:gs pos="42857">
                  <a:srgbClr val="E3C9B2">
                    <a:alpha val="17075"/>
                  </a:srgbClr>
                </a:gs>
                <a:gs pos="57143">
                  <a:srgbClr val="E3C9B2">
                    <a:alpha val="9855"/>
                  </a:srgbClr>
                </a:gs>
                <a:gs pos="71429">
                  <a:srgbClr val="E3C9B2">
                    <a:alpha val="4740"/>
                  </a:srgbClr>
                </a:gs>
                <a:gs pos="85714">
                  <a:srgbClr val="E3C9B2">
                    <a:alpha val="1902"/>
                  </a:srgbClr>
                </a:gs>
                <a:gs pos="100000">
                  <a:srgbClr val="E3C9B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10583354">
              <a:off x="1305253" y="175248"/>
              <a:ext cx="344707" cy="164382"/>
            </a:xfrm>
            <a:prstGeom prst="ellipse">
              <a:avLst/>
            </a:prstGeom>
            <a:gradFill>
              <a:gsLst>
                <a:gs pos="0">
                  <a:srgbClr val="190000">
                    <a:alpha val="32968"/>
                  </a:srgbClr>
                </a:gs>
                <a:gs pos="14286">
                  <a:srgbClr val="190000">
                    <a:alpha val="30764"/>
                  </a:srgbClr>
                </a:gs>
                <a:gs pos="28571">
                  <a:srgbClr val="190000">
                    <a:alpha val="24833"/>
                  </a:srgbClr>
                </a:gs>
                <a:gs pos="42857">
                  <a:srgbClr val="190000">
                    <a:alpha val="17075"/>
                  </a:srgbClr>
                </a:gs>
                <a:gs pos="57143">
                  <a:srgbClr val="190000">
                    <a:alpha val="9855"/>
                  </a:srgbClr>
                </a:gs>
                <a:gs pos="71429">
                  <a:srgbClr val="190000">
                    <a:alpha val="4740"/>
                  </a:srgbClr>
                </a:gs>
                <a:gs pos="85714">
                  <a:srgbClr val="190000">
                    <a:alpha val="1902"/>
                  </a:srgbClr>
                </a:gs>
                <a:gs pos="100000">
                  <a:srgbClr val="1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9551266">
              <a:off x="1679361" y="1807232"/>
              <a:ext cx="592465" cy="95407"/>
            </a:xfrm>
            <a:prstGeom prst="ellipse">
              <a:avLst/>
            </a:prstGeom>
            <a:gradFill>
              <a:gsLst>
                <a:gs pos="0">
                  <a:srgbClr val="000E00">
                    <a:alpha val="32968"/>
                  </a:srgbClr>
                </a:gs>
                <a:gs pos="14286">
                  <a:srgbClr val="000E00">
                    <a:alpha val="30764"/>
                  </a:srgbClr>
                </a:gs>
                <a:gs pos="28571">
                  <a:srgbClr val="000E00">
                    <a:alpha val="24833"/>
                  </a:srgbClr>
                </a:gs>
                <a:gs pos="42857">
                  <a:srgbClr val="000E00">
                    <a:alpha val="17075"/>
                  </a:srgbClr>
                </a:gs>
                <a:gs pos="57143">
                  <a:srgbClr val="000E00">
                    <a:alpha val="9855"/>
                  </a:srgbClr>
                </a:gs>
                <a:gs pos="71429">
                  <a:srgbClr val="000E00">
                    <a:alpha val="4740"/>
                  </a:srgbClr>
                </a:gs>
                <a:gs pos="85714">
                  <a:srgbClr val="000E00">
                    <a:alpha val="1902"/>
                  </a:srgbClr>
                </a:gs>
                <a:gs pos="100000">
                  <a:srgbClr val="000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6038844">
              <a:off x="2112163" y="1191296"/>
              <a:ext cx="437790" cy="105443"/>
            </a:xfrm>
            <a:prstGeom prst="ellipse">
              <a:avLst/>
            </a:prstGeom>
            <a:gradFill>
              <a:gsLst>
                <a:gs pos="0">
                  <a:srgbClr val="FFCC9D">
                    <a:alpha val="9921"/>
                  </a:srgbClr>
                </a:gs>
                <a:gs pos="14286">
                  <a:srgbClr val="FFCC9D">
                    <a:alpha val="9157"/>
                  </a:srgbClr>
                </a:gs>
                <a:gs pos="28571">
                  <a:srgbClr val="FFCC9D">
                    <a:alpha val="7185"/>
                  </a:srgbClr>
                </a:gs>
                <a:gs pos="42857">
                  <a:srgbClr val="FFCC9D">
                    <a:alpha val="4773"/>
                  </a:srgbClr>
                </a:gs>
                <a:gs pos="57143">
                  <a:srgbClr val="FFCC9D">
                    <a:alpha val="2674"/>
                  </a:srgbClr>
                </a:gs>
                <a:gs pos="71429">
                  <a:srgbClr val="FFCC9D">
                    <a:alpha val="1261"/>
                  </a:srgbClr>
                </a:gs>
                <a:gs pos="85714">
                  <a:srgbClr val="FFCC9D">
                    <a:alpha val="500"/>
                  </a:srgbClr>
                </a:gs>
                <a:gs pos="100000">
                  <a:srgbClr val="FFCC9D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9725372">
              <a:off x="1905940" y="135661"/>
              <a:ext cx="333675" cy="96973"/>
            </a:xfrm>
            <a:prstGeom prst="ellipse">
              <a:avLst/>
            </a:prstGeom>
            <a:gradFill>
              <a:gsLst>
                <a:gs pos="0">
                  <a:srgbClr val="5D3421">
                    <a:alpha val="32968"/>
                  </a:srgbClr>
                </a:gs>
                <a:gs pos="14286">
                  <a:srgbClr val="5D3421">
                    <a:alpha val="30764"/>
                  </a:srgbClr>
                </a:gs>
                <a:gs pos="28571">
                  <a:srgbClr val="5D3421">
                    <a:alpha val="24833"/>
                  </a:srgbClr>
                </a:gs>
                <a:gs pos="42857">
                  <a:srgbClr val="5D3421">
                    <a:alpha val="17075"/>
                  </a:srgbClr>
                </a:gs>
                <a:gs pos="57143">
                  <a:srgbClr val="5D3421">
                    <a:alpha val="9855"/>
                  </a:srgbClr>
                </a:gs>
                <a:gs pos="71429">
                  <a:srgbClr val="5D3421">
                    <a:alpha val="4740"/>
                  </a:srgbClr>
                </a:gs>
                <a:gs pos="85714">
                  <a:srgbClr val="5D3421">
                    <a:alpha val="1902"/>
                  </a:srgbClr>
                </a:gs>
                <a:gs pos="100000">
                  <a:srgbClr val="5D342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5117544">
              <a:off x="1268007" y="348594"/>
              <a:ext cx="479967" cy="110006"/>
            </a:xfrm>
            <a:prstGeom prst="ellipse">
              <a:avLst/>
            </a:prstGeom>
            <a:gradFill>
              <a:gsLst>
                <a:gs pos="0">
                  <a:srgbClr val="006700">
                    <a:alpha val="8220"/>
                  </a:srgbClr>
                </a:gs>
                <a:gs pos="14286">
                  <a:srgbClr val="006700">
                    <a:alpha val="7581"/>
                  </a:srgbClr>
                </a:gs>
                <a:gs pos="28571">
                  <a:srgbClr val="006700">
                    <a:alpha val="5938"/>
                  </a:srgbClr>
                </a:gs>
                <a:gs pos="42857">
                  <a:srgbClr val="006700">
                    <a:alpha val="3935"/>
                  </a:srgbClr>
                </a:gs>
                <a:gs pos="57143">
                  <a:srgbClr val="006700">
                    <a:alpha val="2200"/>
                  </a:srgbClr>
                </a:gs>
                <a:gs pos="71429">
                  <a:srgbClr val="006700">
                    <a:alpha val="1036"/>
                  </a:srgbClr>
                </a:gs>
                <a:gs pos="85714">
                  <a:srgbClr val="006700">
                    <a:alpha val="411"/>
                  </a:srgbClr>
                </a:gs>
                <a:gs pos="100000">
                  <a:srgbClr val="006700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10098802">
              <a:off x="842289" y="1965710"/>
              <a:ext cx="535443" cy="110080"/>
            </a:xfrm>
            <a:prstGeom prst="ellipse">
              <a:avLst/>
            </a:prstGeom>
            <a:gradFill>
              <a:gsLst>
                <a:gs pos="0">
                  <a:srgbClr val="5D1600">
                    <a:alpha val="32968"/>
                  </a:srgbClr>
                </a:gs>
                <a:gs pos="14286">
                  <a:srgbClr val="5D1600">
                    <a:alpha val="30764"/>
                  </a:srgbClr>
                </a:gs>
                <a:gs pos="28571">
                  <a:srgbClr val="5D1600">
                    <a:alpha val="24833"/>
                  </a:srgbClr>
                </a:gs>
                <a:gs pos="42857">
                  <a:srgbClr val="5D1600">
                    <a:alpha val="17075"/>
                  </a:srgbClr>
                </a:gs>
                <a:gs pos="57143">
                  <a:srgbClr val="5D1600">
                    <a:alpha val="9855"/>
                  </a:srgbClr>
                </a:gs>
                <a:gs pos="71429">
                  <a:srgbClr val="5D1600">
                    <a:alpha val="4740"/>
                  </a:srgbClr>
                </a:gs>
                <a:gs pos="85714">
                  <a:srgbClr val="5D1600">
                    <a:alpha val="1902"/>
                  </a:srgbClr>
                </a:gs>
                <a:gs pos="100000">
                  <a:srgbClr val="5D1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5795498">
              <a:off x="-53261" y="550031"/>
              <a:ext cx="531715" cy="143816"/>
            </a:xfrm>
            <a:prstGeom prst="ellipse">
              <a:avLst/>
            </a:prstGeom>
            <a:gradFill>
              <a:gsLst>
                <a:gs pos="0">
                  <a:srgbClr val="00498A">
                    <a:alpha val="19789"/>
                  </a:srgbClr>
                </a:gs>
                <a:gs pos="14286">
                  <a:srgbClr val="00498A">
                    <a:alpha val="18346"/>
                  </a:srgbClr>
                </a:gs>
                <a:gs pos="28571">
                  <a:srgbClr val="00498A">
                    <a:alpha val="14561"/>
                  </a:srgbClr>
                </a:gs>
                <a:gs pos="42857">
                  <a:srgbClr val="00498A">
                    <a:alpha val="9807"/>
                  </a:srgbClr>
                </a:gs>
                <a:gs pos="57143">
                  <a:srgbClr val="00498A">
                    <a:alpha val="5559"/>
                  </a:srgbClr>
                </a:gs>
                <a:gs pos="71429">
                  <a:srgbClr val="00498A">
                    <a:alpha val="2642"/>
                  </a:srgbClr>
                </a:gs>
                <a:gs pos="85714">
                  <a:srgbClr val="00498A">
                    <a:alpha val="1053"/>
                  </a:srgbClr>
                </a:gs>
                <a:gs pos="100000">
                  <a:srgbClr val="00498A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5089748">
              <a:off x="1967410" y="1580106"/>
              <a:ext cx="508538" cy="196057"/>
            </a:xfrm>
            <a:prstGeom prst="ellipse">
              <a:avLst/>
            </a:prstGeom>
            <a:gradFill>
              <a:gsLst>
                <a:gs pos="0">
                  <a:srgbClr val="FFFFF2">
                    <a:alpha val="32968"/>
                  </a:srgbClr>
                </a:gs>
                <a:gs pos="14286">
                  <a:srgbClr val="FFFFF2">
                    <a:alpha val="30764"/>
                  </a:srgbClr>
                </a:gs>
                <a:gs pos="28571">
                  <a:srgbClr val="FFFFF2">
                    <a:alpha val="24833"/>
                  </a:srgbClr>
                </a:gs>
                <a:gs pos="42857">
                  <a:srgbClr val="FFFFF2">
                    <a:alpha val="17075"/>
                  </a:srgbClr>
                </a:gs>
                <a:gs pos="57143">
                  <a:srgbClr val="FFFFF2">
                    <a:alpha val="9855"/>
                  </a:srgbClr>
                </a:gs>
                <a:gs pos="71429">
                  <a:srgbClr val="FFFFF2">
                    <a:alpha val="4740"/>
                  </a:srgbClr>
                </a:gs>
                <a:gs pos="85714">
                  <a:srgbClr val="FFFFF2">
                    <a:alpha val="1902"/>
                  </a:srgbClr>
                </a:gs>
                <a:gs pos="100000">
                  <a:srgbClr val="FFFF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5735170">
              <a:off x="2009103" y="343951"/>
              <a:ext cx="489766" cy="35908"/>
            </a:xfrm>
            <a:prstGeom prst="ellipse">
              <a:avLst/>
            </a:prstGeom>
            <a:gradFill>
              <a:gsLst>
                <a:gs pos="0">
                  <a:srgbClr val="FEAE63">
                    <a:alpha val="8785"/>
                  </a:srgbClr>
                </a:gs>
                <a:gs pos="14286">
                  <a:srgbClr val="FEAE63">
                    <a:alpha val="8104"/>
                  </a:srgbClr>
                </a:gs>
                <a:gs pos="28571">
                  <a:srgbClr val="FEAE63">
                    <a:alpha val="6351"/>
                  </a:srgbClr>
                </a:gs>
                <a:gs pos="42857">
                  <a:srgbClr val="FEAE63">
                    <a:alpha val="4213"/>
                  </a:srgbClr>
                </a:gs>
                <a:gs pos="57143">
                  <a:srgbClr val="FEAE63">
                    <a:alpha val="2357"/>
                  </a:srgbClr>
                </a:gs>
                <a:gs pos="71429">
                  <a:srgbClr val="FEAE63">
                    <a:alpha val="1110"/>
                  </a:srgbClr>
                </a:gs>
                <a:gs pos="85714">
                  <a:srgbClr val="FEAE63">
                    <a:alpha val="440"/>
                  </a:srgbClr>
                </a:gs>
                <a:gs pos="100000">
                  <a:srgbClr val="FEAE63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-8845508">
              <a:off x="-251708" y="363434"/>
              <a:ext cx="568303" cy="281793"/>
            </a:xfrm>
            <a:prstGeom prst="ellipse">
              <a:avLst/>
            </a:prstGeom>
            <a:gradFill>
              <a:gsLst>
                <a:gs pos="0">
                  <a:srgbClr val="BAABAF">
                    <a:alpha val="32968"/>
                  </a:srgbClr>
                </a:gs>
                <a:gs pos="14286">
                  <a:srgbClr val="BAABAF">
                    <a:alpha val="30764"/>
                  </a:srgbClr>
                </a:gs>
                <a:gs pos="28571">
                  <a:srgbClr val="BAABAF">
                    <a:alpha val="24833"/>
                  </a:srgbClr>
                </a:gs>
                <a:gs pos="42857">
                  <a:srgbClr val="BAABAF">
                    <a:alpha val="17075"/>
                  </a:srgbClr>
                </a:gs>
                <a:gs pos="57143">
                  <a:srgbClr val="BAABAF">
                    <a:alpha val="9855"/>
                  </a:srgbClr>
                </a:gs>
                <a:gs pos="71429">
                  <a:srgbClr val="BAABAF">
                    <a:alpha val="4740"/>
                  </a:srgbClr>
                </a:gs>
                <a:gs pos="85714">
                  <a:srgbClr val="BAABAF">
                    <a:alpha val="1902"/>
                  </a:srgbClr>
                </a:gs>
                <a:gs pos="100000">
                  <a:srgbClr val="BAABA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8234498">
              <a:off x="819485" y="2125547"/>
              <a:ext cx="565342" cy="143556"/>
            </a:xfrm>
            <a:prstGeom prst="ellipse">
              <a:avLst/>
            </a:prstGeom>
            <a:gradFill>
              <a:gsLst>
                <a:gs pos="0">
                  <a:srgbClr val="987962">
                    <a:alpha val="3554"/>
                  </a:srgbClr>
                </a:gs>
                <a:gs pos="14286">
                  <a:srgbClr val="987962">
                    <a:alpha val="3271"/>
                  </a:srgbClr>
                </a:gs>
                <a:gs pos="28571">
                  <a:srgbClr val="987962">
                    <a:alpha val="2549"/>
                  </a:srgbClr>
                </a:gs>
                <a:gs pos="42857">
                  <a:srgbClr val="987962">
                    <a:alpha val="1679"/>
                  </a:srgbClr>
                </a:gs>
                <a:gs pos="57143">
                  <a:srgbClr val="987962">
                    <a:alpha val="934"/>
                  </a:srgbClr>
                </a:gs>
                <a:gs pos="71429">
                  <a:srgbClr val="987962">
                    <a:alpha val="438"/>
                  </a:srgbClr>
                </a:gs>
                <a:gs pos="85714">
                  <a:srgbClr val="987962">
                    <a:alpha val="174"/>
                  </a:srgbClr>
                </a:gs>
                <a:gs pos="100000">
                  <a:srgbClr val="987962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5172409">
              <a:off x="883648" y="853518"/>
              <a:ext cx="465348" cy="93291"/>
            </a:xfrm>
            <a:prstGeom prst="ellipse">
              <a:avLst/>
            </a:prstGeom>
            <a:gradFill>
              <a:gsLst>
                <a:gs pos="0">
                  <a:srgbClr val="000009">
                    <a:alpha val="32968"/>
                  </a:srgbClr>
                </a:gs>
                <a:gs pos="14286">
                  <a:srgbClr val="000009">
                    <a:alpha val="30764"/>
                  </a:srgbClr>
                </a:gs>
                <a:gs pos="28571">
                  <a:srgbClr val="000009">
                    <a:alpha val="24833"/>
                  </a:srgbClr>
                </a:gs>
                <a:gs pos="42857">
                  <a:srgbClr val="000009">
                    <a:alpha val="17075"/>
                  </a:srgbClr>
                </a:gs>
                <a:gs pos="57143">
                  <a:srgbClr val="000009">
                    <a:alpha val="9855"/>
                  </a:srgbClr>
                </a:gs>
                <a:gs pos="71429">
                  <a:srgbClr val="000009">
                    <a:alpha val="4740"/>
                  </a:srgbClr>
                </a:gs>
                <a:gs pos="85714">
                  <a:srgbClr val="000009">
                    <a:alpha val="1902"/>
                  </a:srgbClr>
                </a:gs>
                <a:gs pos="100000">
                  <a:srgbClr val="0000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10697520">
              <a:off x="-31896" y="519030"/>
              <a:ext cx="403743" cy="104296"/>
            </a:xfrm>
            <a:prstGeom prst="ellipse">
              <a:avLst/>
            </a:prstGeom>
            <a:gradFill>
              <a:gsLst>
                <a:gs pos="0">
                  <a:srgbClr val="C6B0B7">
                    <a:alpha val="31332"/>
                  </a:srgbClr>
                </a:gs>
                <a:gs pos="14286">
                  <a:srgbClr val="C6B0B7">
                    <a:alpha val="29212"/>
                  </a:srgbClr>
                </a:gs>
                <a:gs pos="28571">
                  <a:srgbClr val="C6B0B7">
                    <a:alpha val="23528"/>
                  </a:srgbClr>
                </a:gs>
                <a:gs pos="42857">
                  <a:srgbClr val="C6B0B7">
                    <a:alpha val="16134"/>
                  </a:srgbClr>
                </a:gs>
                <a:gs pos="57143">
                  <a:srgbClr val="C6B0B7">
                    <a:alpha val="9289"/>
                  </a:srgbClr>
                </a:gs>
                <a:gs pos="71429">
                  <a:srgbClr val="C6B0B7">
                    <a:alpha val="4461"/>
                  </a:srgbClr>
                </a:gs>
                <a:gs pos="85714">
                  <a:srgbClr val="C6B0B7">
                    <a:alpha val="1788"/>
                  </a:srgbClr>
                </a:gs>
                <a:gs pos="100000">
                  <a:srgbClr val="C6B0B7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8917475">
              <a:off x="1063243" y="122497"/>
              <a:ext cx="245333" cy="123317"/>
            </a:xfrm>
            <a:prstGeom prst="ellipse">
              <a:avLst/>
            </a:prstGeom>
            <a:gradFill>
              <a:gsLst>
                <a:gs pos="0">
                  <a:srgbClr val="5C2708">
                    <a:alpha val="28935"/>
                  </a:srgbClr>
                </a:gs>
                <a:gs pos="14286">
                  <a:srgbClr val="5C2708">
                    <a:alpha val="26944"/>
                  </a:srgbClr>
                </a:gs>
                <a:gs pos="28571">
                  <a:srgbClr val="5C2708">
                    <a:alpha val="21633"/>
                  </a:srgbClr>
                </a:gs>
                <a:gs pos="42857">
                  <a:srgbClr val="5C2708">
                    <a:alpha val="14776"/>
                  </a:srgbClr>
                </a:gs>
                <a:gs pos="57143">
                  <a:srgbClr val="5C2708">
                    <a:alpha val="8478"/>
                  </a:srgbClr>
                </a:gs>
                <a:gs pos="71429">
                  <a:srgbClr val="5C2708">
                    <a:alpha val="4062"/>
                  </a:srgbClr>
                </a:gs>
                <a:gs pos="85714">
                  <a:srgbClr val="5C2708">
                    <a:alpha val="1627"/>
                  </a:srgbClr>
                </a:gs>
                <a:gs pos="100000">
                  <a:srgbClr val="5C2708">
                    <a:alpha val="5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4637988">
              <a:off x="1857865" y="542873"/>
              <a:ext cx="319325" cy="812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8675156">
              <a:off x="189583" y="424207"/>
              <a:ext cx="507292" cy="162961"/>
            </a:xfrm>
            <a:prstGeom prst="ellipse">
              <a:avLst/>
            </a:prstGeom>
            <a:gradFill>
              <a:gsLst>
                <a:gs pos="0">
                  <a:srgbClr val="FFD4AA">
                    <a:alpha val="15434"/>
                  </a:srgbClr>
                </a:gs>
                <a:gs pos="14286">
                  <a:srgbClr val="FFD4AA">
                    <a:alpha val="14279"/>
                  </a:srgbClr>
                </a:gs>
                <a:gs pos="28571">
                  <a:srgbClr val="FFD4AA">
                    <a:alpha val="11275"/>
                  </a:srgbClr>
                </a:gs>
                <a:gs pos="42857">
                  <a:srgbClr val="FFD4AA">
                    <a:alpha val="7547"/>
                  </a:srgbClr>
                </a:gs>
                <a:gs pos="57143">
                  <a:srgbClr val="FFD4AA">
                    <a:alpha val="4255"/>
                  </a:srgbClr>
                </a:gs>
                <a:gs pos="71429">
                  <a:srgbClr val="FFD4AA">
                    <a:alpha val="2015"/>
                  </a:srgbClr>
                </a:gs>
                <a:gs pos="85714">
                  <a:srgbClr val="FFD4AA">
                    <a:alpha val="802"/>
                  </a:srgbClr>
                </a:gs>
                <a:gs pos="100000">
                  <a:srgbClr val="FFD4AA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-10389773">
              <a:off x="1897115" y="623866"/>
              <a:ext cx="431495" cy="224311"/>
            </a:xfrm>
            <a:prstGeom prst="ellipse">
              <a:avLst/>
            </a:prstGeom>
            <a:gradFill>
              <a:gsLst>
                <a:gs pos="0">
                  <a:srgbClr val="E0B68D">
                    <a:alpha val="32804"/>
                  </a:srgbClr>
                </a:gs>
                <a:gs pos="14286">
                  <a:srgbClr val="E0B68D">
                    <a:alpha val="30608"/>
                  </a:srgbClr>
                </a:gs>
                <a:gs pos="28571">
                  <a:srgbClr val="E0B68D">
                    <a:alpha val="24702"/>
                  </a:srgbClr>
                </a:gs>
                <a:gs pos="42857">
                  <a:srgbClr val="E0B68D">
                    <a:alpha val="16981"/>
                  </a:srgbClr>
                </a:gs>
                <a:gs pos="57143">
                  <a:srgbClr val="E0B68D">
                    <a:alpha val="9798"/>
                  </a:srgbClr>
                </a:gs>
                <a:gs pos="71429">
                  <a:srgbClr val="E0B68D">
                    <a:alpha val="4712"/>
                  </a:srgbClr>
                </a:gs>
                <a:gs pos="85714">
                  <a:srgbClr val="E0B68D">
                    <a:alpha val="1891"/>
                  </a:srgbClr>
                </a:gs>
                <a:gs pos="100000">
                  <a:srgbClr val="E0B68D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-10532691">
              <a:off x="757186" y="611607"/>
              <a:ext cx="326590" cy="194372"/>
            </a:xfrm>
            <a:prstGeom prst="ellipse">
              <a:avLst/>
            </a:prstGeom>
            <a:gradFill>
              <a:gsLst>
                <a:gs pos="0">
                  <a:srgbClr val="FEBC00">
                    <a:alpha val="17417"/>
                  </a:srgbClr>
                </a:gs>
                <a:gs pos="14286">
                  <a:srgbClr val="FEBC00">
                    <a:alpha val="16129"/>
                  </a:srgbClr>
                </a:gs>
                <a:gs pos="28571">
                  <a:srgbClr val="FEBC00">
                    <a:alpha val="12765"/>
                  </a:srgbClr>
                </a:gs>
                <a:gs pos="42857">
                  <a:srgbClr val="FEBC00">
                    <a:alpha val="8568"/>
                  </a:srgbClr>
                </a:gs>
                <a:gs pos="57143">
                  <a:srgbClr val="FEBC00">
                    <a:alpha val="4842"/>
                  </a:srgbClr>
                </a:gs>
                <a:gs pos="71429">
                  <a:srgbClr val="FEBC00">
                    <a:alpha val="2297"/>
                  </a:srgbClr>
                </a:gs>
                <a:gs pos="85714">
                  <a:srgbClr val="FEBC00">
                    <a:alpha val="915"/>
                  </a:srgbClr>
                </a:gs>
                <a:gs pos="100000">
                  <a:srgbClr val="FEBC00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6011899">
              <a:off x="1503645" y="506317"/>
              <a:ext cx="584561" cy="33635"/>
            </a:xfrm>
            <a:prstGeom prst="ellipse">
              <a:avLst/>
            </a:prstGeom>
            <a:gradFill>
              <a:gsLst>
                <a:gs pos="0">
                  <a:srgbClr val="F4B473">
                    <a:alpha val="11592"/>
                  </a:srgbClr>
                </a:gs>
                <a:gs pos="14286">
                  <a:srgbClr val="F4B473">
                    <a:alpha val="10707"/>
                  </a:srgbClr>
                </a:gs>
                <a:gs pos="28571">
                  <a:srgbClr val="F4B473">
                    <a:alpha val="8417"/>
                  </a:srgbClr>
                </a:gs>
                <a:gs pos="42857">
                  <a:srgbClr val="F4B473">
                    <a:alpha val="5604"/>
                  </a:srgbClr>
                </a:gs>
                <a:gs pos="57143">
                  <a:srgbClr val="F4B473">
                    <a:alpha val="3145"/>
                  </a:srgbClr>
                </a:gs>
                <a:gs pos="71429">
                  <a:srgbClr val="F4B473">
                    <a:alpha val="1485"/>
                  </a:srgbClr>
                </a:gs>
                <a:gs pos="85714">
                  <a:srgbClr val="F4B473">
                    <a:alpha val="590"/>
                  </a:srgbClr>
                </a:gs>
                <a:gs pos="100000">
                  <a:srgbClr val="F4B473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-9249736">
              <a:off x="1600583" y="1530502"/>
              <a:ext cx="609443" cy="71169"/>
            </a:xfrm>
            <a:prstGeom prst="ellipse">
              <a:avLst/>
            </a:prstGeom>
            <a:gradFill>
              <a:gsLst>
                <a:gs pos="0">
                  <a:srgbClr val="000000">
                    <a:alpha val="28578"/>
                  </a:srgbClr>
                </a:gs>
                <a:gs pos="14286">
                  <a:srgbClr val="000000">
                    <a:alpha val="26607"/>
                  </a:srgbClr>
                </a:gs>
                <a:gs pos="28571">
                  <a:srgbClr val="000000">
                    <a:alpha val="21352"/>
                  </a:srgbClr>
                </a:gs>
                <a:gs pos="42857">
                  <a:srgbClr val="000000">
                    <a:alpha val="14576"/>
                  </a:srgbClr>
                </a:gs>
                <a:gs pos="57143">
                  <a:srgbClr val="000000">
                    <a:alpha val="8359"/>
                  </a:srgbClr>
                </a:gs>
                <a:gs pos="71429">
                  <a:srgbClr val="000000">
                    <a:alpha val="4004"/>
                  </a:srgbClr>
                </a:gs>
                <a:gs pos="85714">
                  <a:srgbClr val="000000">
                    <a:alpha val="1603"/>
                  </a:srgbClr>
                </a:gs>
                <a:gs pos="100000">
                  <a:srgbClr val="000000">
                    <a:alpha val="5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5126014">
              <a:off x="2120282" y="1706199"/>
              <a:ext cx="514765" cy="61027"/>
            </a:xfrm>
            <a:prstGeom prst="ellipse">
              <a:avLst/>
            </a:prstGeom>
            <a:gradFill>
              <a:gsLst>
                <a:gs pos="0">
                  <a:srgbClr val="6C5400">
                    <a:alpha val="32968"/>
                  </a:srgbClr>
                </a:gs>
                <a:gs pos="14286">
                  <a:srgbClr val="6C5400">
                    <a:alpha val="30764"/>
                  </a:srgbClr>
                </a:gs>
                <a:gs pos="28571">
                  <a:srgbClr val="6C5400">
                    <a:alpha val="24833"/>
                  </a:srgbClr>
                </a:gs>
                <a:gs pos="42857">
                  <a:srgbClr val="6C5400">
                    <a:alpha val="17075"/>
                  </a:srgbClr>
                </a:gs>
                <a:gs pos="57143">
                  <a:srgbClr val="6C5400">
                    <a:alpha val="9855"/>
                  </a:srgbClr>
                </a:gs>
                <a:gs pos="71429">
                  <a:srgbClr val="6C5400">
                    <a:alpha val="4740"/>
                  </a:srgbClr>
                </a:gs>
                <a:gs pos="85714">
                  <a:srgbClr val="6C5400">
                    <a:alpha val="1902"/>
                  </a:srgbClr>
                </a:gs>
                <a:gs pos="100000">
                  <a:srgbClr val="6C5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6883886">
              <a:off x="48295" y="1738125"/>
              <a:ext cx="238284" cy="229274"/>
            </a:xfrm>
            <a:prstGeom prst="ellipse">
              <a:avLst/>
            </a:prstGeom>
            <a:gradFill>
              <a:gsLst>
                <a:gs pos="0">
                  <a:srgbClr val="2D001E">
                    <a:alpha val="32968"/>
                  </a:srgbClr>
                </a:gs>
                <a:gs pos="14286">
                  <a:srgbClr val="2D001E">
                    <a:alpha val="30764"/>
                  </a:srgbClr>
                </a:gs>
                <a:gs pos="28571">
                  <a:srgbClr val="2D001E">
                    <a:alpha val="24833"/>
                  </a:srgbClr>
                </a:gs>
                <a:gs pos="42857">
                  <a:srgbClr val="2D001E">
                    <a:alpha val="17075"/>
                  </a:srgbClr>
                </a:gs>
                <a:gs pos="57143">
                  <a:srgbClr val="2D001E">
                    <a:alpha val="9855"/>
                  </a:srgbClr>
                </a:gs>
                <a:gs pos="71429">
                  <a:srgbClr val="2D001E">
                    <a:alpha val="4740"/>
                  </a:srgbClr>
                </a:gs>
                <a:gs pos="85714">
                  <a:srgbClr val="2D001E">
                    <a:alpha val="1902"/>
                  </a:srgbClr>
                </a:gs>
                <a:gs pos="100000">
                  <a:srgbClr val="2D00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8202682">
              <a:off x="324329" y="412466"/>
              <a:ext cx="507658" cy="392770"/>
            </a:xfrm>
            <a:prstGeom prst="ellipse">
              <a:avLst/>
            </a:prstGeom>
            <a:gradFill>
              <a:gsLst>
                <a:gs pos="0">
                  <a:srgbClr val="C07A00">
                    <a:alpha val="15911"/>
                  </a:srgbClr>
                </a:gs>
                <a:gs pos="14286">
                  <a:srgbClr val="C07A00">
                    <a:alpha val="14724"/>
                  </a:srgbClr>
                </a:gs>
                <a:gs pos="28571">
                  <a:srgbClr val="C07A00">
                    <a:alpha val="11633"/>
                  </a:srgbClr>
                </a:gs>
                <a:gs pos="42857">
                  <a:srgbClr val="C07A00">
                    <a:alpha val="7791"/>
                  </a:srgbClr>
                </a:gs>
                <a:gs pos="57143">
                  <a:srgbClr val="C07A00">
                    <a:alpha val="4395"/>
                  </a:srgbClr>
                </a:gs>
                <a:gs pos="71429">
                  <a:srgbClr val="C07A00">
                    <a:alpha val="2082"/>
                  </a:srgbClr>
                </a:gs>
                <a:gs pos="85714">
                  <a:srgbClr val="C07A00">
                    <a:alpha val="829"/>
                  </a:srgbClr>
                </a:gs>
                <a:gs pos="100000">
                  <a:srgbClr val="C07A00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5520208">
              <a:off x="2129878" y="458048"/>
              <a:ext cx="430310" cy="71643"/>
            </a:xfrm>
            <a:prstGeom prst="ellipse">
              <a:avLst/>
            </a:prstGeom>
            <a:gradFill>
              <a:gsLst>
                <a:gs pos="0">
                  <a:srgbClr val="002000">
                    <a:alpha val="15609"/>
                  </a:srgbClr>
                </a:gs>
                <a:gs pos="14286">
                  <a:srgbClr val="002000">
                    <a:alpha val="14443"/>
                  </a:srgbClr>
                </a:gs>
                <a:gs pos="28571">
                  <a:srgbClr val="002000">
                    <a:alpha val="11407"/>
                  </a:srgbClr>
                </a:gs>
                <a:gs pos="42857">
                  <a:srgbClr val="002000">
                    <a:alpha val="7637"/>
                  </a:srgbClr>
                </a:gs>
                <a:gs pos="57143">
                  <a:srgbClr val="002000">
                    <a:alpha val="4306"/>
                  </a:srgbClr>
                </a:gs>
                <a:gs pos="71429">
                  <a:srgbClr val="002000">
                    <a:alpha val="2039"/>
                  </a:srgbClr>
                </a:gs>
                <a:gs pos="85714">
                  <a:srgbClr val="002000">
                    <a:alpha val="811"/>
                  </a:srgbClr>
                </a:gs>
                <a:gs pos="100000">
                  <a:srgbClr val="002000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3818130">
              <a:off x="746557" y="792355"/>
              <a:ext cx="456900" cy="112116"/>
            </a:xfrm>
            <a:prstGeom prst="ellipse">
              <a:avLst/>
            </a:prstGeom>
            <a:gradFill>
              <a:gsLst>
                <a:gs pos="0">
                  <a:srgbClr val="C5AD91">
                    <a:alpha val="6883"/>
                  </a:srgbClr>
                </a:gs>
                <a:gs pos="14286">
                  <a:srgbClr val="C5AD91">
                    <a:alpha val="6344"/>
                  </a:srgbClr>
                </a:gs>
                <a:gs pos="28571">
                  <a:srgbClr val="C5AD91">
                    <a:alpha val="4962"/>
                  </a:srgbClr>
                </a:gs>
                <a:gs pos="42857">
                  <a:srgbClr val="C5AD91">
                    <a:alpha val="3283"/>
                  </a:srgbClr>
                </a:gs>
                <a:gs pos="57143">
                  <a:srgbClr val="C5AD91">
                    <a:alpha val="1833"/>
                  </a:srgbClr>
                </a:gs>
                <a:gs pos="71429">
                  <a:srgbClr val="C5AD91">
                    <a:alpha val="862"/>
                  </a:srgbClr>
                </a:gs>
                <a:gs pos="85714">
                  <a:srgbClr val="C5AD91">
                    <a:alpha val="342"/>
                  </a:srgbClr>
                </a:gs>
                <a:gs pos="100000">
                  <a:srgbClr val="C5AD91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10073731">
              <a:off x="2177644" y="128740"/>
              <a:ext cx="306268" cy="170714"/>
            </a:xfrm>
            <a:prstGeom prst="ellipse">
              <a:avLst/>
            </a:prstGeom>
            <a:gradFill>
              <a:gsLst>
                <a:gs pos="0">
                  <a:srgbClr val="000000">
                    <a:alpha val="20616"/>
                  </a:srgbClr>
                </a:gs>
                <a:gs pos="14286">
                  <a:srgbClr val="000000">
                    <a:alpha val="19120"/>
                  </a:srgbClr>
                </a:gs>
                <a:gs pos="28571">
                  <a:srgbClr val="000000">
                    <a:alpha val="15190"/>
                  </a:srgbClr>
                </a:gs>
                <a:gs pos="42857">
                  <a:srgbClr val="000000">
                    <a:alpha val="10243"/>
                  </a:srgbClr>
                </a:gs>
                <a:gs pos="57143">
                  <a:srgbClr val="000000">
                    <a:alpha val="5812"/>
                  </a:srgbClr>
                </a:gs>
                <a:gs pos="71429">
                  <a:srgbClr val="000000">
                    <a:alpha val="2764"/>
                  </a:srgbClr>
                </a:gs>
                <a:gs pos="85714">
                  <a:srgbClr val="000000">
                    <a:alpha val="1102"/>
                  </a:srgbClr>
                </a:gs>
                <a:gs pos="100000">
                  <a:srgbClr val="000000">
                    <a:alpha val="3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-10403105">
              <a:off x="3209621" y="1100903"/>
              <a:ext cx="271637" cy="65908"/>
            </a:xfrm>
            <a:prstGeom prst="ellipse">
              <a:avLst/>
            </a:prstGeom>
            <a:gradFill>
              <a:gsLst>
                <a:gs pos="0">
                  <a:srgbClr val="B895B7">
                    <a:alpha val="8207"/>
                  </a:srgbClr>
                </a:gs>
                <a:gs pos="14286">
                  <a:srgbClr val="B895B7">
                    <a:alpha val="7569"/>
                  </a:srgbClr>
                </a:gs>
                <a:gs pos="28571">
                  <a:srgbClr val="B895B7">
                    <a:alpha val="5928"/>
                  </a:srgbClr>
                </a:gs>
                <a:gs pos="42857">
                  <a:srgbClr val="B895B7">
                    <a:alpha val="3929"/>
                  </a:srgbClr>
                </a:gs>
                <a:gs pos="57143">
                  <a:srgbClr val="B895B7">
                    <a:alpha val="2197"/>
                  </a:srgbClr>
                </a:gs>
                <a:gs pos="71429">
                  <a:srgbClr val="B895B7">
                    <a:alpha val="1034"/>
                  </a:srgbClr>
                </a:gs>
                <a:gs pos="85714">
                  <a:srgbClr val="B895B7">
                    <a:alpha val="410"/>
                  </a:srgbClr>
                </a:gs>
                <a:gs pos="100000">
                  <a:srgbClr val="B895B7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-8883549">
              <a:off x="520886" y="1767177"/>
              <a:ext cx="439269" cy="223483"/>
            </a:xfrm>
            <a:prstGeom prst="ellipse">
              <a:avLst/>
            </a:prstGeom>
            <a:gradFill>
              <a:gsLst>
                <a:gs pos="0">
                  <a:srgbClr val="A98478">
                    <a:alpha val="32968"/>
                  </a:srgbClr>
                </a:gs>
                <a:gs pos="14286">
                  <a:srgbClr val="A98478">
                    <a:alpha val="30764"/>
                  </a:srgbClr>
                </a:gs>
                <a:gs pos="28571">
                  <a:srgbClr val="A98478">
                    <a:alpha val="24833"/>
                  </a:srgbClr>
                </a:gs>
                <a:gs pos="42857">
                  <a:srgbClr val="A98478">
                    <a:alpha val="17075"/>
                  </a:srgbClr>
                </a:gs>
                <a:gs pos="57143">
                  <a:srgbClr val="A98478">
                    <a:alpha val="9855"/>
                  </a:srgbClr>
                </a:gs>
                <a:gs pos="71429">
                  <a:srgbClr val="A98478">
                    <a:alpha val="4740"/>
                  </a:srgbClr>
                </a:gs>
                <a:gs pos="85714">
                  <a:srgbClr val="A98478">
                    <a:alpha val="1902"/>
                  </a:srgbClr>
                </a:gs>
                <a:gs pos="100000">
                  <a:srgbClr val="A984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5610932">
              <a:off x="1880204" y="416150"/>
              <a:ext cx="444433" cy="100048"/>
            </a:xfrm>
            <a:prstGeom prst="ellipse">
              <a:avLst/>
            </a:prstGeom>
            <a:gradFill>
              <a:gsLst>
                <a:gs pos="0">
                  <a:srgbClr val="000000">
                    <a:alpha val="23091"/>
                  </a:srgbClr>
                </a:gs>
                <a:gs pos="14286">
                  <a:srgbClr val="000000">
                    <a:alpha val="21440"/>
                  </a:srgbClr>
                </a:gs>
                <a:gs pos="28571">
                  <a:srgbClr val="000000">
                    <a:alpha val="17086"/>
                  </a:srgbClr>
                </a:gs>
                <a:gs pos="42857">
                  <a:srgbClr val="000000">
                    <a:alpha val="11564"/>
                  </a:srgbClr>
                </a:gs>
                <a:gs pos="57143">
                  <a:srgbClr val="000000">
                    <a:alpha val="6583"/>
                  </a:srgbClr>
                </a:gs>
                <a:gs pos="71429">
                  <a:srgbClr val="000000">
                    <a:alpha val="3137"/>
                  </a:srgbClr>
                </a:gs>
                <a:gs pos="85714">
                  <a:srgbClr val="000000">
                    <a:alpha val="1253"/>
                  </a:srgbClr>
                </a:gs>
                <a:gs pos="100000">
                  <a:srgbClr val="000000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5781651">
              <a:off x="2059883" y="1157548"/>
              <a:ext cx="605776" cy="66223"/>
            </a:xfrm>
            <a:prstGeom prst="ellipse">
              <a:avLst/>
            </a:prstGeom>
            <a:gradFill>
              <a:gsLst>
                <a:gs pos="0">
                  <a:srgbClr val="FFD4CB">
                    <a:alpha val="32968"/>
                  </a:srgbClr>
                </a:gs>
                <a:gs pos="14286">
                  <a:srgbClr val="FFD4CB">
                    <a:alpha val="30764"/>
                  </a:srgbClr>
                </a:gs>
                <a:gs pos="28571">
                  <a:srgbClr val="FFD4CB">
                    <a:alpha val="24833"/>
                  </a:srgbClr>
                </a:gs>
                <a:gs pos="42857">
                  <a:srgbClr val="FFD4CB">
                    <a:alpha val="17075"/>
                  </a:srgbClr>
                </a:gs>
                <a:gs pos="57143">
                  <a:srgbClr val="FFD4CB">
                    <a:alpha val="9855"/>
                  </a:srgbClr>
                </a:gs>
                <a:gs pos="71429">
                  <a:srgbClr val="FFD4CB">
                    <a:alpha val="4740"/>
                  </a:srgbClr>
                </a:gs>
                <a:gs pos="85714">
                  <a:srgbClr val="FFD4CB">
                    <a:alpha val="1902"/>
                  </a:srgbClr>
                </a:gs>
                <a:gs pos="100000">
                  <a:srgbClr val="FFD4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5575895">
              <a:off x="1895382" y="516855"/>
              <a:ext cx="205270" cy="539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10542198">
              <a:off x="2004323" y="1827809"/>
              <a:ext cx="798304" cy="737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-9150222">
              <a:off x="5758" y="1745557"/>
              <a:ext cx="545338" cy="57565"/>
            </a:xfrm>
            <a:prstGeom prst="ellipse">
              <a:avLst/>
            </a:prstGeom>
            <a:gradFill>
              <a:gsLst>
                <a:gs pos="0">
                  <a:srgbClr val="E7CCBD">
                    <a:alpha val="8960"/>
                  </a:srgbClr>
                </a:gs>
                <a:gs pos="14286">
                  <a:srgbClr val="E7CCBD">
                    <a:alpha val="8266"/>
                  </a:srgbClr>
                </a:gs>
                <a:gs pos="28571">
                  <a:srgbClr val="E7CCBD">
                    <a:alpha val="6480"/>
                  </a:srgbClr>
                </a:gs>
                <a:gs pos="42857">
                  <a:srgbClr val="E7CCBD">
                    <a:alpha val="4299"/>
                  </a:srgbClr>
                </a:gs>
                <a:gs pos="57143">
                  <a:srgbClr val="E7CCBD">
                    <a:alpha val="2405"/>
                  </a:srgbClr>
                </a:gs>
                <a:gs pos="71429">
                  <a:srgbClr val="E7CCBD">
                    <a:alpha val="1133"/>
                  </a:srgbClr>
                </a:gs>
                <a:gs pos="85714">
                  <a:srgbClr val="E7CCBD">
                    <a:alpha val="450"/>
                  </a:srgbClr>
                </a:gs>
                <a:gs pos="100000">
                  <a:srgbClr val="E7CCBD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4473366">
              <a:off x="1863283" y="896642"/>
              <a:ext cx="499156" cy="282243"/>
            </a:xfrm>
            <a:prstGeom prst="ellipse">
              <a:avLst/>
            </a:prstGeom>
            <a:gradFill>
              <a:gsLst>
                <a:gs pos="0">
                  <a:srgbClr val="4E3B38">
                    <a:alpha val="21885"/>
                  </a:srgbClr>
                </a:gs>
                <a:gs pos="14286">
                  <a:srgbClr val="4E3B38">
                    <a:alpha val="20309"/>
                  </a:srgbClr>
                </a:gs>
                <a:gs pos="28571">
                  <a:srgbClr val="4E3B38">
                    <a:alpha val="16160"/>
                  </a:srgbClr>
                </a:gs>
                <a:gs pos="42857">
                  <a:srgbClr val="4E3B38">
                    <a:alpha val="10918"/>
                  </a:srgbClr>
                </a:gs>
                <a:gs pos="57143">
                  <a:srgbClr val="4E3B38">
                    <a:alpha val="6205"/>
                  </a:srgbClr>
                </a:gs>
                <a:gs pos="71429">
                  <a:srgbClr val="4E3B38">
                    <a:alpha val="2954"/>
                  </a:srgbClr>
                </a:gs>
                <a:gs pos="85714">
                  <a:srgbClr val="4E3B38">
                    <a:alpha val="1179"/>
                  </a:srgbClr>
                </a:gs>
                <a:gs pos="100000">
                  <a:srgbClr val="4E3B38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-10320169">
              <a:off x="3352516" y="1077962"/>
              <a:ext cx="384777" cy="264387"/>
            </a:xfrm>
            <a:prstGeom prst="ellipse">
              <a:avLst/>
            </a:prstGeom>
            <a:gradFill>
              <a:gsLst>
                <a:gs pos="0">
                  <a:srgbClr val="AE69FF">
                    <a:alpha val="11133"/>
                  </a:srgbClr>
                </a:gs>
                <a:gs pos="14286">
                  <a:srgbClr val="AE69FF">
                    <a:alpha val="10281"/>
                  </a:srgbClr>
                </a:gs>
                <a:gs pos="28571">
                  <a:srgbClr val="AE69FF">
                    <a:alpha val="8078"/>
                  </a:srgbClr>
                </a:gs>
                <a:gs pos="42857">
                  <a:srgbClr val="AE69FF">
                    <a:alpha val="5375"/>
                  </a:srgbClr>
                </a:gs>
                <a:gs pos="57143">
                  <a:srgbClr val="AE69FF">
                    <a:alpha val="3015"/>
                  </a:srgbClr>
                </a:gs>
                <a:gs pos="71429">
                  <a:srgbClr val="AE69FF">
                    <a:alpha val="1423"/>
                  </a:srgbClr>
                </a:gs>
                <a:gs pos="85714">
                  <a:srgbClr val="AE69FF">
                    <a:alpha val="565"/>
                  </a:srgbClr>
                </a:gs>
                <a:gs pos="100000">
                  <a:srgbClr val="AE69FF">
                    <a:alpha val="1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3705290">
              <a:off x="3391078" y="2105341"/>
              <a:ext cx="472321" cy="383111"/>
            </a:xfrm>
            <a:prstGeom prst="ellipse">
              <a:avLst/>
            </a:prstGeom>
            <a:gradFill>
              <a:gsLst>
                <a:gs pos="0">
                  <a:srgbClr val="98988B">
                    <a:alpha val="25067"/>
                  </a:srgbClr>
                </a:gs>
                <a:gs pos="14286">
                  <a:srgbClr val="98988B">
                    <a:alpha val="23298"/>
                  </a:srgbClr>
                </a:gs>
                <a:gs pos="28571">
                  <a:srgbClr val="98988B">
                    <a:alpha val="18612"/>
                  </a:srgbClr>
                </a:gs>
                <a:gs pos="42857">
                  <a:srgbClr val="98988B">
                    <a:alpha val="12636"/>
                  </a:srgbClr>
                </a:gs>
                <a:gs pos="57143">
                  <a:srgbClr val="98988B">
                    <a:alpha val="7212"/>
                  </a:srgbClr>
                </a:gs>
                <a:gs pos="71429">
                  <a:srgbClr val="98988B">
                    <a:alpha val="3443"/>
                  </a:srgbClr>
                </a:gs>
                <a:gs pos="85714">
                  <a:srgbClr val="98988B">
                    <a:alpha val="1376"/>
                  </a:srgbClr>
                </a:gs>
                <a:gs pos="100000">
                  <a:srgbClr val="98988B">
                    <a:alpha val="4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-8914975">
              <a:off x="617258" y="1128428"/>
              <a:ext cx="400922" cy="320867"/>
            </a:xfrm>
            <a:prstGeom prst="ellipse">
              <a:avLst/>
            </a:prstGeom>
            <a:gradFill>
              <a:gsLst>
                <a:gs pos="0">
                  <a:srgbClr val="001E82">
                    <a:alpha val="32968"/>
                  </a:srgbClr>
                </a:gs>
                <a:gs pos="14286">
                  <a:srgbClr val="001E82">
                    <a:alpha val="30764"/>
                  </a:srgbClr>
                </a:gs>
                <a:gs pos="28571">
                  <a:srgbClr val="001E82">
                    <a:alpha val="24833"/>
                  </a:srgbClr>
                </a:gs>
                <a:gs pos="42857">
                  <a:srgbClr val="001E82">
                    <a:alpha val="17075"/>
                  </a:srgbClr>
                </a:gs>
                <a:gs pos="57143">
                  <a:srgbClr val="001E82">
                    <a:alpha val="9855"/>
                  </a:srgbClr>
                </a:gs>
                <a:gs pos="71429">
                  <a:srgbClr val="001E82">
                    <a:alpha val="4740"/>
                  </a:srgbClr>
                </a:gs>
                <a:gs pos="85714">
                  <a:srgbClr val="001E82">
                    <a:alpha val="1902"/>
                  </a:srgbClr>
                </a:gs>
                <a:gs pos="100000">
                  <a:srgbClr val="001E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-8871817">
              <a:off x="871720" y="868367"/>
              <a:ext cx="290631" cy="45316"/>
            </a:xfrm>
            <a:prstGeom prst="ellipse">
              <a:avLst/>
            </a:prstGeom>
            <a:gradFill>
              <a:gsLst>
                <a:gs pos="0">
                  <a:srgbClr val="7D0000">
                    <a:alpha val="12652"/>
                  </a:srgbClr>
                </a:gs>
                <a:gs pos="14286">
                  <a:srgbClr val="7D0000">
                    <a:alpha val="11691"/>
                  </a:srgbClr>
                </a:gs>
                <a:gs pos="28571">
                  <a:srgbClr val="7D0000">
                    <a:alpha val="9202"/>
                  </a:srgbClr>
                </a:gs>
                <a:gs pos="42857">
                  <a:srgbClr val="7D0000">
                    <a:alpha val="6136"/>
                  </a:srgbClr>
                </a:gs>
                <a:gs pos="57143">
                  <a:srgbClr val="7D0000">
                    <a:alpha val="3448"/>
                  </a:srgbClr>
                </a:gs>
                <a:gs pos="71429">
                  <a:srgbClr val="7D0000">
                    <a:alpha val="1629"/>
                  </a:srgbClr>
                </a:gs>
                <a:gs pos="85714">
                  <a:srgbClr val="7D0000">
                    <a:alpha val="647"/>
                  </a:srgbClr>
                </a:gs>
                <a:gs pos="100000">
                  <a:srgbClr val="7D0000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5214149">
              <a:off x="990756" y="655743"/>
              <a:ext cx="381926" cy="380202"/>
            </a:xfrm>
            <a:prstGeom prst="ellipse">
              <a:avLst/>
            </a:prstGeom>
            <a:gradFill>
              <a:gsLst>
                <a:gs pos="0">
                  <a:srgbClr val="000000">
                    <a:alpha val="2901"/>
                  </a:srgbClr>
                </a:gs>
                <a:gs pos="14286">
                  <a:srgbClr val="000000">
                    <a:alpha val="2670"/>
                  </a:srgbClr>
                </a:gs>
                <a:gs pos="28571">
                  <a:srgbClr val="000000">
                    <a:alpha val="2079"/>
                  </a:srgbClr>
                </a:gs>
                <a:gs pos="42857">
                  <a:srgbClr val="000000">
                    <a:alpha val="1369"/>
                  </a:srgbClr>
                </a:gs>
                <a:gs pos="57143">
                  <a:srgbClr val="000000">
                    <a:alpha val="761"/>
                  </a:srgbClr>
                </a:gs>
                <a:gs pos="71429">
                  <a:srgbClr val="000000">
                    <a:alpha val="357"/>
                  </a:srgbClr>
                </a:gs>
                <a:gs pos="85714">
                  <a:srgbClr val="000000">
                    <a:alpha val="141"/>
                  </a:srgbClr>
                </a:gs>
                <a:gs pos="100000">
                  <a:srgbClr val="000000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8745223">
              <a:off x="1114682" y="654147"/>
              <a:ext cx="349978" cy="183018"/>
            </a:xfrm>
            <a:prstGeom prst="ellipse">
              <a:avLst/>
            </a:prstGeom>
            <a:gradFill>
              <a:gsLst>
                <a:gs pos="0">
                  <a:srgbClr val="8F4400">
                    <a:alpha val="26118"/>
                  </a:srgbClr>
                </a:gs>
                <a:gs pos="14286">
                  <a:srgbClr val="8F4400">
                    <a:alpha val="24287"/>
                  </a:srgbClr>
                </a:gs>
                <a:gs pos="28571">
                  <a:srgbClr val="8F4400">
                    <a:alpha val="19428"/>
                  </a:srgbClr>
                </a:gs>
                <a:gs pos="42857">
                  <a:srgbClr val="8F4400">
                    <a:alpha val="13211"/>
                  </a:srgbClr>
                </a:gs>
                <a:gs pos="57143">
                  <a:srgbClr val="8F4400">
                    <a:alpha val="7551"/>
                  </a:srgbClr>
                </a:gs>
                <a:gs pos="71429">
                  <a:srgbClr val="8F4400">
                    <a:alpha val="3608"/>
                  </a:srgbClr>
                </a:gs>
                <a:gs pos="85714">
                  <a:srgbClr val="8F4400">
                    <a:alpha val="1443"/>
                  </a:srgbClr>
                </a:gs>
                <a:gs pos="100000">
                  <a:srgbClr val="8F4400">
                    <a:alpha val="4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5815730">
              <a:off x="1478547" y="843640"/>
              <a:ext cx="343483" cy="138325"/>
            </a:xfrm>
            <a:prstGeom prst="ellipse">
              <a:avLst/>
            </a:prstGeom>
            <a:gradFill>
              <a:gsLst>
                <a:gs pos="0">
                  <a:srgbClr val="000200">
                    <a:alpha val="32968"/>
                  </a:srgbClr>
                </a:gs>
                <a:gs pos="14286">
                  <a:srgbClr val="000200">
                    <a:alpha val="30764"/>
                  </a:srgbClr>
                </a:gs>
                <a:gs pos="28571">
                  <a:srgbClr val="000200">
                    <a:alpha val="24833"/>
                  </a:srgbClr>
                </a:gs>
                <a:gs pos="42857">
                  <a:srgbClr val="000200">
                    <a:alpha val="17075"/>
                  </a:srgbClr>
                </a:gs>
                <a:gs pos="57143">
                  <a:srgbClr val="000200">
                    <a:alpha val="9855"/>
                  </a:srgbClr>
                </a:gs>
                <a:gs pos="71429">
                  <a:srgbClr val="000200">
                    <a:alpha val="4740"/>
                  </a:srgbClr>
                </a:gs>
                <a:gs pos="85714">
                  <a:srgbClr val="000200">
                    <a:alpha val="1902"/>
                  </a:srgbClr>
                </a:gs>
                <a:gs pos="100000">
                  <a:srgbClr val="00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-10501585">
              <a:off x="732531" y="653946"/>
              <a:ext cx="532852" cy="58861"/>
            </a:xfrm>
            <a:prstGeom prst="ellipse">
              <a:avLst/>
            </a:prstGeom>
            <a:gradFill>
              <a:gsLst>
                <a:gs pos="0">
                  <a:srgbClr val="300000">
                    <a:alpha val="29595"/>
                  </a:srgbClr>
                </a:gs>
                <a:gs pos="14286">
                  <a:srgbClr val="300000">
                    <a:alpha val="27568"/>
                  </a:srgbClr>
                </a:gs>
                <a:gs pos="28571">
                  <a:srgbClr val="300000">
                    <a:alpha val="22153"/>
                  </a:srgbClr>
                </a:gs>
                <a:gs pos="42857">
                  <a:srgbClr val="300000">
                    <a:alpha val="15148"/>
                  </a:srgbClr>
                </a:gs>
                <a:gs pos="57143">
                  <a:srgbClr val="300000">
                    <a:alpha val="8700"/>
                  </a:srgbClr>
                </a:gs>
                <a:gs pos="71429">
                  <a:srgbClr val="300000">
                    <a:alpha val="4171"/>
                  </a:srgbClr>
                </a:gs>
                <a:gs pos="85714">
                  <a:srgbClr val="300000">
                    <a:alpha val="1671"/>
                  </a:srgbClr>
                </a:gs>
                <a:gs pos="100000">
                  <a:srgbClr val="300000">
                    <a:alpha val="5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9219309">
              <a:off x="2918100" y="1062913"/>
              <a:ext cx="496668" cy="195847"/>
            </a:xfrm>
            <a:prstGeom prst="ellipse">
              <a:avLst/>
            </a:prstGeom>
            <a:gradFill>
              <a:gsLst>
                <a:gs pos="0">
                  <a:srgbClr val="FFE2DE">
                    <a:alpha val="32467"/>
                  </a:srgbClr>
                </a:gs>
                <a:gs pos="14286">
                  <a:srgbClr val="FFE2DE">
                    <a:alpha val="30288"/>
                  </a:srgbClr>
                </a:gs>
                <a:gs pos="28571">
                  <a:srgbClr val="FFE2DE">
                    <a:alpha val="24432"/>
                  </a:srgbClr>
                </a:gs>
                <a:gs pos="42857">
                  <a:srgbClr val="FFE2DE">
                    <a:alpha val="16786"/>
                  </a:srgbClr>
                </a:gs>
                <a:gs pos="57143">
                  <a:srgbClr val="FFE2DE">
                    <a:alpha val="9681"/>
                  </a:srgbClr>
                </a:gs>
                <a:gs pos="71429">
                  <a:srgbClr val="FFE2DE">
                    <a:alpha val="4654"/>
                  </a:srgbClr>
                </a:gs>
                <a:gs pos="85714">
                  <a:srgbClr val="FFE2DE">
                    <a:alpha val="1867"/>
                  </a:srgbClr>
                </a:gs>
                <a:gs pos="100000">
                  <a:srgbClr val="FFE2DE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10542595">
              <a:off x="1160996" y="505281"/>
              <a:ext cx="460009" cy="84813"/>
            </a:xfrm>
            <a:prstGeom prst="ellipse">
              <a:avLst/>
            </a:prstGeom>
            <a:gradFill>
              <a:gsLst>
                <a:gs pos="0">
                  <a:srgbClr val="8B5400">
                    <a:alpha val="23624"/>
                  </a:srgbClr>
                </a:gs>
                <a:gs pos="14286">
                  <a:srgbClr val="8B5400">
                    <a:alpha val="21941"/>
                  </a:srgbClr>
                </a:gs>
                <a:gs pos="28571">
                  <a:srgbClr val="8B5400">
                    <a:alpha val="17496"/>
                  </a:srgbClr>
                </a:gs>
                <a:gs pos="42857">
                  <a:srgbClr val="8B5400">
                    <a:alpha val="11852"/>
                  </a:srgbClr>
                </a:gs>
                <a:gs pos="57143">
                  <a:srgbClr val="8B5400">
                    <a:alpha val="6751"/>
                  </a:srgbClr>
                </a:gs>
                <a:gs pos="71429">
                  <a:srgbClr val="8B5400">
                    <a:alpha val="3219"/>
                  </a:srgbClr>
                </a:gs>
                <a:gs pos="85714">
                  <a:srgbClr val="8B5400">
                    <a:alpha val="1286"/>
                  </a:srgbClr>
                </a:gs>
                <a:gs pos="100000">
                  <a:srgbClr val="8B5400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-9295704">
              <a:off x="609370" y="283985"/>
              <a:ext cx="419510" cy="85150"/>
            </a:xfrm>
            <a:prstGeom prst="ellipse">
              <a:avLst/>
            </a:prstGeom>
            <a:gradFill>
              <a:gsLst>
                <a:gs pos="0">
                  <a:srgbClr val="FFCF99">
                    <a:alpha val="15343"/>
                  </a:srgbClr>
                </a:gs>
                <a:gs pos="14286">
                  <a:srgbClr val="FFCF99">
                    <a:alpha val="14195"/>
                  </a:srgbClr>
                </a:gs>
                <a:gs pos="28571">
                  <a:srgbClr val="FFCF99">
                    <a:alpha val="11207"/>
                  </a:srgbClr>
                </a:gs>
                <a:gs pos="42857">
                  <a:srgbClr val="FFCF99">
                    <a:alpha val="7500"/>
                  </a:srgbClr>
                </a:gs>
                <a:gs pos="57143">
                  <a:srgbClr val="FFCF99">
                    <a:alpha val="4228"/>
                  </a:srgbClr>
                </a:gs>
                <a:gs pos="71429">
                  <a:srgbClr val="FFCF99">
                    <a:alpha val="2002"/>
                  </a:srgbClr>
                </a:gs>
                <a:gs pos="85714">
                  <a:srgbClr val="FFCF99">
                    <a:alpha val="796"/>
                  </a:srgbClr>
                </a:gs>
                <a:gs pos="100000">
                  <a:srgbClr val="FFCF99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4634255">
              <a:off x="1720521" y="1938285"/>
              <a:ext cx="659425" cy="2008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5469052">
              <a:off x="1535938" y="139544"/>
              <a:ext cx="336207" cy="68564"/>
            </a:xfrm>
            <a:prstGeom prst="ellipse">
              <a:avLst/>
            </a:prstGeom>
            <a:gradFill>
              <a:gsLst>
                <a:gs pos="0">
                  <a:srgbClr val="691B00">
                    <a:alpha val="32968"/>
                  </a:srgbClr>
                </a:gs>
                <a:gs pos="14286">
                  <a:srgbClr val="691B00">
                    <a:alpha val="30764"/>
                  </a:srgbClr>
                </a:gs>
                <a:gs pos="28571">
                  <a:srgbClr val="691B00">
                    <a:alpha val="24833"/>
                  </a:srgbClr>
                </a:gs>
                <a:gs pos="42857">
                  <a:srgbClr val="691B00">
                    <a:alpha val="17075"/>
                  </a:srgbClr>
                </a:gs>
                <a:gs pos="57143">
                  <a:srgbClr val="691B00">
                    <a:alpha val="9855"/>
                  </a:srgbClr>
                </a:gs>
                <a:gs pos="71429">
                  <a:srgbClr val="691B00">
                    <a:alpha val="4740"/>
                  </a:srgbClr>
                </a:gs>
                <a:gs pos="85714">
                  <a:srgbClr val="691B00">
                    <a:alpha val="1902"/>
                  </a:srgbClr>
                </a:gs>
                <a:gs pos="100000">
                  <a:srgbClr val="691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-8564407">
              <a:off x="739990" y="996077"/>
              <a:ext cx="553689" cy="39938"/>
            </a:xfrm>
            <a:prstGeom prst="ellipse">
              <a:avLst/>
            </a:prstGeom>
            <a:gradFill>
              <a:gsLst>
                <a:gs pos="0">
                  <a:srgbClr val="FCCD9C">
                    <a:alpha val="17109"/>
                  </a:srgbClr>
                </a:gs>
                <a:gs pos="14286">
                  <a:srgbClr val="FCCD9C">
                    <a:alpha val="15841"/>
                  </a:srgbClr>
                </a:gs>
                <a:gs pos="28571">
                  <a:srgbClr val="FCCD9C">
                    <a:alpha val="12533"/>
                  </a:srgbClr>
                </a:gs>
                <a:gs pos="42857">
                  <a:srgbClr val="FCCD9C">
                    <a:alpha val="8409"/>
                  </a:srgbClr>
                </a:gs>
                <a:gs pos="57143">
                  <a:srgbClr val="FCCD9C">
                    <a:alpha val="4750"/>
                  </a:srgbClr>
                </a:gs>
                <a:gs pos="71429">
                  <a:srgbClr val="FCCD9C">
                    <a:alpha val="2252"/>
                  </a:srgbClr>
                </a:gs>
                <a:gs pos="85714">
                  <a:srgbClr val="FCCD9C">
                    <a:alpha val="897"/>
                  </a:srgbClr>
                </a:gs>
                <a:gs pos="100000">
                  <a:srgbClr val="FCCD9C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8290838">
              <a:off x="1982838" y="373264"/>
              <a:ext cx="293081" cy="81740"/>
            </a:xfrm>
            <a:prstGeom prst="ellipse">
              <a:avLst/>
            </a:prstGeom>
            <a:gradFill>
              <a:gsLst>
                <a:gs pos="0">
                  <a:srgbClr val="440000">
                    <a:alpha val="7768"/>
                  </a:srgbClr>
                </a:gs>
                <a:gs pos="14286">
                  <a:srgbClr val="440000">
                    <a:alpha val="7163"/>
                  </a:srgbClr>
                </a:gs>
                <a:gs pos="28571">
                  <a:srgbClr val="440000">
                    <a:alpha val="5608"/>
                  </a:srgbClr>
                </a:gs>
                <a:gs pos="42857">
                  <a:srgbClr val="440000">
                    <a:alpha val="3715"/>
                  </a:srgbClr>
                </a:gs>
                <a:gs pos="57143">
                  <a:srgbClr val="440000">
                    <a:alpha val="2076"/>
                  </a:srgbClr>
                </a:gs>
                <a:gs pos="71429">
                  <a:srgbClr val="440000">
                    <a:alpha val="977"/>
                  </a:srgbClr>
                </a:gs>
                <a:gs pos="85714">
                  <a:srgbClr val="440000">
                    <a:alpha val="387"/>
                  </a:srgbClr>
                </a:gs>
                <a:gs pos="100000">
                  <a:srgbClr val="440000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-9800491">
              <a:off x="3263535" y="1102481"/>
              <a:ext cx="422316" cy="143677"/>
            </a:xfrm>
            <a:prstGeom prst="ellipse">
              <a:avLst/>
            </a:prstGeom>
            <a:gradFill>
              <a:gsLst>
                <a:gs pos="0">
                  <a:srgbClr val="C8CFC5">
                    <a:alpha val="7385"/>
                  </a:srgbClr>
                </a:gs>
                <a:gs pos="14286">
                  <a:srgbClr val="C8CFC5">
                    <a:alpha val="6809"/>
                  </a:srgbClr>
                </a:gs>
                <a:gs pos="28571">
                  <a:srgbClr val="C8CFC5">
                    <a:alpha val="5328"/>
                  </a:srgbClr>
                </a:gs>
                <a:gs pos="42857">
                  <a:srgbClr val="C8CFC5">
                    <a:alpha val="3528"/>
                  </a:srgbClr>
                </a:gs>
                <a:gs pos="57143">
                  <a:srgbClr val="C8CFC5">
                    <a:alpha val="1970"/>
                  </a:srgbClr>
                </a:gs>
                <a:gs pos="71429">
                  <a:srgbClr val="C8CFC5">
                    <a:alpha val="927"/>
                  </a:srgbClr>
                </a:gs>
                <a:gs pos="85714">
                  <a:srgbClr val="C8CFC5">
                    <a:alpha val="368"/>
                  </a:srgbClr>
                </a:gs>
                <a:gs pos="100000">
                  <a:srgbClr val="C8CFC5">
                    <a:alpha val="1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4266453">
              <a:off x="1979779" y="644164"/>
              <a:ext cx="298144" cy="173222"/>
            </a:xfrm>
            <a:prstGeom prst="ellipse">
              <a:avLst/>
            </a:prstGeom>
            <a:gradFill>
              <a:gsLst>
                <a:gs pos="0">
                  <a:srgbClr val="9F6700">
                    <a:alpha val="32438"/>
                  </a:srgbClr>
                </a:gs>
                <a:gs pos="14286">
                  <a:srgbClr val="9F6700">
                    <a:alpha val="30261"/>
                  </a:srgbClr>
                </a:gs>
                <a:gs pos="28571">
                  <a:srgbClr val="9F6700">
                    <a:alpha val="24409"/>
                  </a:srgbClr>
                </a:gs>
                <a:gs pos="42857">
                  <a:srgbClr val="9F6700">
                    <a:alpha val="16769"/>
                  </a:srgbClr>
                </a:gs>
                <a:gs pos="57143">
                  <a:srgbClr val="9F6700">
                    <a:alpha val="9670"/>
                  </a:srgbClr>
                </a:gs>
                <a:gs pos="71429">
                  <a:srgbClr val="9F6700">
                    <a:alpha val="4649"/>
                  </a:srgbClr>
                </a:gs>
                <a:gs pos="85714">
                  <a:srgbClr val="9F6700">
                    <a:alpha val="1865"/>
                  </a:srgbClr>
                </a:gs>
                <a:gs pos="100000">
                  <a:srgbClr val="9F6700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-8835184">
              <a:off x="869808" y="1848001"/>
              <a:ext cx="255933" cy="235835"/>
            </a:xfrm>
            <a:prstGeom prst="ellipse">
              <a:avLst/>
            </a:prstGeom>
            <a:gradFill>
              <a:gsLst>
                <a:gs pos="0">
                  <a:srgbClr val="DA0000">
                    <a:alpha val="3973"/>
                  </a:srgbClr>
                </a:gs>
                <a:gs pos="14286">
                  <a:srgbClr val="DA0000">
                    <a:alpha val="3658"/>
                  </a:srgbClr>
                </a:gs>
                <a:gs pos="28571">
                  <a:srgbClr val="DA0000">
                    <a:alpha val="2852"/>
                  </a:srgbClr>
                </a:gs>
                <a:gs pos="42857">
                  <a:srgbClr val="DA0000">
                    <a:alpha val="1880"/>
                  </a:srgbClr>
                </a:gs>
                <a:gs pos="57143">
                  <a:srgbClr val="DA0000">
                    <a:alpha val="1046"/>
                  </a:srgbClr>
                </a:gs>
                <a:gs pos="71429">
                  <a:srgbClr val="DA0000">
                    <a:alpha val="491"/>
                  </a:srgbClr>
                </a:gs>
                <a:gs pos="85714">
                  <a:srgbClr val="DA0000">
                    <a:alpha val="194"/>
                  </a:srgbClr>
                </a:gs>
                <a:gs pos="100000">
                  <a:srgbClr val="DA0000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5226972">
              <a:off x="1001576" y="159582"/>
              <a:ext cx="466457" cy="109829"/>
            </a:xfrm>
            <a:prstGeom prst="ellipse">
              <a:avLst/>
            </a:prstGeom>
            <a:gradFill>
              <a:gsLst>
                <a:gs pos="0">
                  <a:srgbClr val="BA4B00">
                    <a:alpha val="2584"/>
                  </a:srgbClr>
                </a:gs>
                <a:gs pos="14286">
                  <a:srgbClr val="BA4B00">
                    <a:alpha val="2378"/>
                  </a:srgbClr>
                </a:gs>
                <a:gs pos="28571">
                  <a:srgbClr val="BA4B00">
                    <a:alpha val="1851"/>
                  </a:srgbClr>
                </a:gs>
                <a:gs pos="42857">
                  <a:srgbClr val="BA4B00">
                    <a:alpha val="1218"/>
                  </a:srgbClr>
                </a:gs>
                <a:gs pos="57143">
                  <a:srgbClr val="BA4B00">
                    <a:alpha val="677"/>
                  </a:srgbClr>
                </a:gs>
                <a:gs pos="71429">
                  <a:srgbClr val="BA4B00">
                    <a:alpha val="317"/>
                  </a:srgbClr>
                </a:gs>
                <a:gs pos="85714">
                  <a:srgbClr val="BA4B00">
                    <a:alpha val="126"/>
                  </a:srgbClr>
                </a:gs>
                <a:gs pos="100000">
                  <a:srgbClr val="BA4B0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10277904">
              <a:off x="1511842" y="1801005"/>
              <a:ext cx="459806" cy="45941"/>
            </a:xfrm>
            <a:prstGeom prst="ellipse">
              <a:avLst/>
            </a:prstGeom>
            <a:gradFill>
              <a:gsLst>
                <a:gs pos="0">
                  <a:srgbClr val="FFBA59">
                    <a:alpha val="24707"/>
                  </a:srgbClr>
                </a:gs>
                <a:gs pos="14286">
                  <a:srgbClr val="FFBA59">
                    <a:alpha val="22959"/>
                  </a:srgbClr>
                </a:gs>
                <a:gs pos="28571">
                  <a:srgbClr val="FFBA59">
                    <a:alpha val="18333"/>
                  </a:srgbClr>
                </a:gs>
                <a:gs pos="42857">
                  <a:srgbClr val="FFBA59">
                    <a:alpha val="12439"/>
                  </a:srgbClr>
                </a:gs>
                <a:gs pos="57143">
                  <a:srgbClr val="FFBA59">
                    <a:alpha val="7096"/>
                  </a:srgbClr>
                </a:gs>
                <a:gs pos="71429">
                  <a:srgbClr val="FFBA59">
                    <a:alpha val="3387"/>
                  </a:srgbClr>
                </a:gs>
                <a:gs pos="85714">
                  <a:srgbClr val="FFBA59">
                    <a:alpha val="1353"/>
                  </a:srgbClr>
                </a:gs>
                <a:gs pos="100000">
                  <a:srgbClr val="FFBA59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8652318">
              <a:off x="1591670" y="-66288"/>
              <a:ext cx="357630" cy="332963"/>
            </a:xfrm>
            <a:prstGeom prst="ellipse">
              <a:avLst/>
            </a:prstGeom>
            <a:gradFill>
              <a:gsLst>
                <a:gs pos="0">
                  <a:srgbClr val="000000">
                    <a:alpha val="6315"/>
                  </a:srgbClr>
                </a:gs>
                <a:gs pos="14286">
                  <a:srgbClr val="000000">
                    <a:alpha val="5820"/>
                  </a:srgbClr>
                </a:gs>
                <a:gs pos="28571">
                  <a:srgbClr val="000000">
                    <a:alpha val="4549"/>
                  </a:srgbClr>
                </a:gs>
                <a:gs pos="42857">
                  <a:srgbClr val="000000">
                    <a:alpha val="3007"/>
                  </a:srgbClr>
                </a:gs>
                <a:gs pos="57143">
                  <a:srgbClr val="000000">
                    <a:alpha val="1678"/>
                  </a:srgbClr>
                </a:gs>
                <a:gs pos="71429">
                  <a:srgbClr val="000000">
                    <a:alpha val="789"/>
                  </a:srgbClr>
                </a:gs>
                <a:gs pos="85714">
                  <a:srgbClr val="000000">
                    <a:alpha val="313"/>
                  </a:srgbClr>
                </a:gs>
                <a:gs pos="100000">
                  <a:srgbClr val="000000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6038188">
              <a:off x="1449916" y="241153"/>
              <a:ext cx="532011" cy="251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2957477">
              <a:off x="1084124" y="1459629"/>
              <a:ext cx="178271" cy="504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-8891220">
              <a:off x="434147" y="248899"/>
              <a:ext cx="516142" cy="139486"/>
            </a:xfrm>
            <a:prstGeom prst="ellipse">
              <a:avLst/>
            </a:prstGeom>
            <a:gradFill>
              <a:gsLst>
                <a:gs pos="0">
                  <a:srgbClr val="6F5300">
                    <a:alpha val="16354"/>
                  </a:srgbClr>
                </a:gs>
                <a:gs pos="14286">
                  <a:srgbClr val="6F5300">
                    <a:alpha val="15137"/>
                  </a:srgbClr>
                </a:gs>
                <a:gs pos="28571">
                  <a:srgbClr val="6F5300">
                    <a:alpha val="11965"/>
                  </a:srgbClr>
                </a:gs>
                <a:gs pos="42857">
                  <a:srgbClr val="6F5300">
                    <a:alpha val="8019"/>
                  </a:srgbClr>
                </a:gs>
                <a:gs pos="57143">
                  <a:srgbClr val="6F5300">
                    <a:alpha val="4526"/>
                  </a:srgbClr>
                </a:gs>
                <a:gs pos="71429">
                  <a:srgbClr val="6F5300">
                    <a:alpha val="2145"/>
                  </a:srgbClr>
                </a:gs>
                <a:gs pos="85714">
                  <a:srgbClr val="6F5300">
                    <a:alpha val="854"/>
                  </a:srgbClr>
                </a:gs>
                <a:gs pos="100000">
                  <a:srgbClr val="6F5300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7816300">
              <a:off x="1911321" y="2045996"/>
              <a:ext cx="545012" cy="507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10025250">
              <a:off x="930184" y="686753"/>
              <a:ext cx="494164" cy="717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-10645160">
              <a:off x="485092" y="639786"/>
              <a:ext cx="501580" cy="1088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10426423">
              <a:off x="1154879" y="606041"/>
              <a:ext cx="282134" cy="25146"/>
            </a:xfrm>
            <a:prstGeom prst="ellipse">
              <a:avLst/>
            </a:prstGeom>
            <a:gradFill>
              <a:gsLst>
                <a:gs pos="0">
                  <a:srgbClr val="914F2C">
                    <a:alpha val="22477"/>
                  </a:srgbClr>
                </a:gs>
                <a:gs pos="14286">
                  <a:srgbClr val="914F2C">
                    <a:alpha val="20864"/>
                  </a:srgbClr>
                </a:gs>
                <a:gs pos="28571">
                  <a:srgbClr val="914F2C">
                    <a:alpha val="16614"/>
                  </a:srgbClr>
                </a:gs>
                <a:gs pos="42857">
                  <a:srgbClr val="914F2C">
                    <a:alpha val="11235"/>
                  </a:srgbClr>
                </a:gs>
                <a:gs pos="57143">
                  <a:srgbClr val="914F2C">
                    <a:alpha val="6390"/>
                  </a:srgbClr>
                </a:gs>
                <a:gs pos="71429">
                  <a:srgbClr val="914F2C">
                    <a:alpha val="3044"/>
                  </a:srgbClr>
                </a:gs>
                <a:gs pos="85714">
                  <a:srgbClr val="914F2C">
                    <a:alpha val="1215"/>
                  </a:srgbClr>
                </a:gs>
                <a:gs pos="100000">
                  <a:srgbClr val="914F2C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3232459">
              <a:off x="-163842" y="563061"/>
              <a:ext cx="520981" cy="220272"/>
            </a:xfrm>
            <a:prstGeom prst="ellipse">
              <a:avLst/>
            </a:prstGeom>
            <a:gradFill>
              <a:gsLst>
                <a:gs pos="0">
                  <a:srgbClr val="CEB3C6">
                    <a:alpha val="32968"/>
                  </a:srgbClr>
                </a:gs>
                <a:gs pos="14286">
                  <a:srgbClr val="CEB3C6">
                    <a:alpha val="30764"/>
                  </a:srgbClr>
                </a:gs>
                <a:gs pos="28571">
                  <a:srgbClr val="CEB3C6">
                    <a:alpha val="24833"/>
                  </a:srgbClr>
                </a:gs>
                <a:gs pos="42857">
                  <a:srgbClr val="CEB3C6">
                    <a:alpha val="17075"/>
                  </a:srgbClr>
                </a:gs>
                <a:gs pos="57143">
                  <a:srgbClr val="CEB3C6">
                    <a:alpha val="9855"/>
                  </a:srgbClr>
                </a:gs>
                <a:gs pos="71429">
                  <a:srgbClr val="CEB3C6">
                    <a:alpha val="4740"/>
                  </a:srgbClr>
                </a:gs>
                <a:gs pos="85714">
                  <a:srgbClr val="CEB3C6">
                    <a:alpha val="1902"/>
                  </a:srgbClr>
                </a:gs>
                <a:gs pos="100000">
                  <a:srgbClr val="CEB3C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-9954182">
              <a:off x="917576" y="1905724"/>
              <a:ext cx="383974" cy="379415"/>
            </a:xfrm>
            <a:prstGeom prst="ellipse">
              <a:avLst/>
            </a:prstGeom>
            <a:gradFill>
              <a:gsLst>
                <a:gs pos="0">
                  <a:srgbClr val="775500">
                    <a:alpha val="5385"/>
                  </a:srgbClr>
                </a:gs>
                <a:gs pos="14286">
                  <a:srgbClr val="775500">
                    <a:alpha val="4961"/>
                  </a:srgbClr>
                </a:gs>
                <a:gs pos="28571">
                  <a:srgbClr val="775500">
                    <a:alpha val="3873"/>
                  </a:srgbClr>
                </a:gs>
                <a:gs pos="42857">
                  <a:srgbClr val="775500">
                    <a:alpha val="2558"/>
                  </a:srgbClr>
                </a:gs>
                <a:gs pos="57143">
                  <a:srgbClr val="775500">
                    <a:alpha val="1426"/>
                  </a:srgbClr>
                </a:gs>
                <a:gs pos="71429">
                  <a:srgbClr val="775500">
                    <a:alpha val="670"/>
                  </a:srgbClr>
                </a:gs>
                <a:gs pos="85714">
                  <a:srgbClr val="775500">
                    <a:alpha val="265"/>
                  </a:srgbClr>
                </a:gs>
                <a:gs pos="100000">
                  <a:srgbClr val="775500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9466904">
              <a:off x="2477957" y="1228457"/>
              <a:ext cx="374926" cy="373486"/>
            </a:xfrm>
            <a:prstGeom prst="ellipse">
              <a:avLst/>
            </a:prstGeom>
            <a:gradFill>
              <a:gsLst>
                <a:gs pos="0">
                  <a:srgbClr val="000000">
                    <a:alpha val="7331"/>
                  </a:srgbClr>
                </a:gs>
                <a:gs pos="14286">
                  <a:srgbClr val="000000">
                    <a:alpha val="6758"/>
                  </a:srgbClr>
                </a:gs>
                <a:gs pos="28571">
                  <a:srgbClr val="000000">
                    <a:alpha val="5288"/>
                  </a:srgbClr>
                </a:gs>
                <a:gs pos="42857">
                  <a:srgbClr val="000000">
                    <a:alpha val="3501"/>
                  </a:srgbClr>
                </a:gs>
                <a:gs pos="57143">
                  <a:srgbClr val="000000">
                    <a:alpha val="1955"/>
                  </a:srgbClr>
                </a:gs>
                <a:gs pos="71429">
                  <a:srgbClr val="000000">
                    <a:alpha val="920"/>
                  </a:srgbClr>
                </a:gs>
                <a:gs pos="85714">
                  <a:srgbClr val="000000">
                    <a:alpha val="365"/>
                  </a:srgbClr>
                </a:gs>
                <a:gs pos="100000">
                  <a:srgbClr val="000000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6080105">
              <a:off x="161793" y="63383"/>
              <a:ext cx="325791" cy="68477"/>
            </a:xfrm>
            <a:prstGeom prst="ellipse">
              <a:avLst/>
            </a:prstGeom>
            <a:gradFill>
              <a:gsLst>
                <a:gs pos="0">
                  <a:srgbClr val="000400">
                    <a:alpha val="32968"/>
                  </a:srgbClr>
                </a:gs>
                <a:gs pos="14286">
                  <a:srgbClr val="000400">
                    <a:alpha val="30764"/>
                  </a:srgbClr>
                </a:gs>
                <a:gs pos="28571">
                  <a:srgbClr val="000400">
                    <a:alpha val="24833"/>
                  </a:srgbClr>
                </a:gs>
                <a:gs pos="42857">
                  <a:srgbClr val="000400">
                    <a:alpha val="17075"/>
                  </a:srgbClr>
                </a:gs>
                <a:gs pos="57143">
                  <a:srgbClr val="000400">
                    <a:alpha val="9855"/>
                  </a:srgbClr>
                </a:gs>
                <a:gs pos="71429">
                  <a:srgbClr val="000400">
                    <a:alpha val="4740"/>
                  </a:srgbClr>
                </a:gs>
                <a:gs pos="85714">
                  <a:srgbClr val="000400">
                    <a:alpha val="1902"/>
                  </a:srgbClr>
                </a:gs>
                <a:gs pos="100000">
                  <a:srgbClr val="000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2795518">
              <a:off x="2460916" y="1505533"/>
              <a:ext cx="502678" cy="284837"/>
            </a:xfrm>
            <a:prstGeom prst="ellipse">
              <a:avLst/>
            </a:prstGeom>
            <a:gradFill>
              <a:gsLst>
                <a:gs pos="0">
                  <a:srgbClr val="8D7245">
                    <a:alpha val="32968"/>
                  </a:srgbClr>
                </a:gs>
                <a:gs pos="14286">
                  <a:srgbClr val="8D7245">
                    <a:alpha val="30764"/>
                  </a:srgbClr>
                </a:gs>
                <a:gs pos="28571">
                  <a:srgbClr val="8D7245">
                    <a:alpha val="24833"/>
                  </a:srgbClr>
                </a:gs>
                <a:gs pos="42857">
                  <a:srgbClr val="8D7245">
                    <a:alpha val="17075"/>
                  </a:srgbClr>
                </a:gs>
                <a:gs pos="57143">
                  <a:srgbClr val="8D7245">
                    <a:alpha val="9855"/>
                  </a:srgbClr>
                </a:gs>
                <a:gs pos="71429">
                  <a:srgbClr val="8D7245">
                    <a:alpha val="4740"/>
                  </a:srgbClr>
                </a:gs>
                <a:gs pos="85714">
                  <a:srgbClr val="8D7245">
                    <a:alpha val="1902"/>
                  </a:srgbClr>
                </a:gs>
                <a:gs pos="100000">
                  <a:srgbClr val="8D72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-9977822">
              <a:off x="1252219" y="130721"/>
              <a:ext cx="721959" cy="124675"/>
            </a:xfrm>
            <a:prstGeom prst="ellipse">
              <a:avLst/>
            </a:prstGeom>
            <a:gradFill>
              <a:gsLst>
                <a:gs pos="0">
                  <a:srgbClr val="020000">
                    <a:alpha val="32968"/>
                  </a:srgbClr>
                </a:gs>
                <a:gs pos="14286">
                  <a:srgbClr val="020000">
                    <a:alpha val="30764"/>
                  </a:srgbClr>
                </a:gs>
                <a:gs pos="28571">
                  <a:srgbClr val="020000">
                    <a:alpha val="24833"/>
                  </a:srgbClr>
                </a:gs>
                <a:gs pos="42857">
                  <a:srgbClr val="020000">
                    <a:alpha val="17075"/>
                  </a:srgbClr>
                </a:gs>
                <a:gs pos="57143">
                  <a:srgbClr val="020000">
                    <a:alpha val="9855"/>
                  </a:srgbClr>
                </a:gs>
                <a:gs pos="71429">
                  <a:srgbClr val="020000">
                    <a:alpha val="4740"/>
                  </a:srgbClr>
                </a:gs>
                <a:gs pos="85714">
                  <a:srgbClr val="020000">
                    <a:alpha val="1902"/>
                  </a:srgbClr>
                </a:gs>
                <a:gs pos="100000">
                  <a:srgbClr val="0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4368866">
              <a:off x="881280" y="736133"/>
              <a:ext cx="411296" cy="111838"/>
            </a:xfrm>
            <a:prstGeom prst="ellipse">
              <a:avLst/>
            </a:prstGeom>
            <a:gradFill>
              <a:gsLst>
                <a:gs pos="0">
                  <a:srgbClr val="00281D">
                    <a:alpha val="3277"/>
                  </a:srgbClr>
                </a:gs>
                <a:gs pos="14286">
                  <a:srgbClr val="00281D">
                    <a:alpha val="3016"/>
                  </a:srgbClr>
                </a:gs>
                <a:gs pos="28571">
                  <a:srgbClr val="00281D">
                    <a:alpha val="2350"/>
                  </a:srgbClr>
                </a:gs>
                <a:gs pos="42857">
                  <a:srgbClr val="00281D">
                    <a:alpha val="1548"/>
                  </a:srgbClr>
                </a:gs>
                <a:gs pos="57143">
                  <a:srgbClr val="00281D">
                    <a:alpha val="861"/>
                  </a:srgbClr>
                </a:gs>
                <a:gs pos="71429">
                  <a:srgbClr val="00281D">
                    <a:alpha val="404"/>
                  </a:srgbClr>
                </a:gs>
                <a:gs pos="85714">
                  <a:srgbClr val="00281D">
                    <a:alpha val="160"/>
                  </a:srgbClr>
                </a:gs>
                <a:gs pos="100000">
                  <a:srgbClr val="00281D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6446694">
              <a:off x="1369714" y="42093"/>
              <a:ext cx="460912" cy="187325"/>
            </a:xfrm>
            <a:prstGeom prst="ellipse">
              <a:avLst/>
            </a:prstGeom>
            <a:gradFill>
              <a:gsLst>
                <a:gs pos="0">
                  <a:srgbClr val="B21500">
                    <a:alpha val="4070"/>
                  </a:srgbClr>
                </a:gs>
                <a:gs pos="14286">
                  <a:srgbClr val="B21500">
                    <a:alpha val="3747"/>
                  </a:srgbClr>
                </a:gs>
                <a:gs pos="28571">
                  <a:srgbClr val="B21500">
                    <a:alpha val="2922"/>
                  </a:srgbClr>
                </a:gs>
                <a:gs pos="42857">
                  <a:srgbClr val="B21500">
                    <a:alpha val="1926"/>
                  </a:srgbClr>
                </a:gs>
                <a:gs pos="57143">
                  <a:srgbClr val="B21500">
                    <a:alpha val="1072"/>
                  </a:srgbClr>
                </a:gs>
                <a:gs pos="71429">
                  <a:srgbClr val="B21500">
                    <a:alpha val="503"/>
                  </a:srgbClr>
                </a:gs>
                <a:gs pos="85714">
                  <a:srgbClr val="B21500">
                    <a:alpha val="199"/>
                  </a:srgbClr>
                </a:gs>
                <a:gs pos="100000">
                  <a:srgbClr val="B21500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-9994937">
              <a:off x="3077250" y="1062288"/>
              <a:ext cx="466913" cy="205774"/>
            </a:xfrm>
            <a:prstGeom prst="ellipse">
              <a:avLst/>
            </a:prstGeom>
            <a:gradFill>
              <a:gsLst>
                <a:gs pos="0">
                  <a:srgbClr val="F7DFF4">
                    <a:alpha val="18055"/>
                  </a:srgbClr>
                </a:gs>
                <a:gs pos="14286">
                  <a:srgbClr val="F7DFF4">
                    <a:alpha val="16724"/>
                  </a:srgbClr>
                </a:gs>
                <a:gs pos="28571">
                  <a:srgbClr val="F7DFF4">
                    <a:alpha val="13247"/>
                  </a:srgbClr>
                </a:gs>
                <a:gs pos="42857">
                  <a:srgbClr val="F7DFF4">
                    <a:alpha val="8899"/>
                  </a:srgbClr>
                </a:gs>
                <a:gs pos="57143">
                  <a:srgbClr val="F7DFF4">
                    <a:alpha val="5033"/>
                  </a:srgbClr>
                </a:gs>
                <a:gs pos="71429">
                  <a:srgbClr val="F7DFF4">
                    <a:alpha val="2389"/>
                  </a:srgbClr>
                </a:gs>
                <a:gs pos="85714">
                  <a:srgbClr val="F7DFF4">
                    <a:alpha val="951"/>
                  </a:srgbClr>
                </a:gs>
                <a:gs pos="100000">
                  <a:srgbClr val="F7DFF4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-8358974">
              <a:off x="1132003" y="1099350"/>
              <a:ext cx="353386" cy="290712"/>
            </a:xfrm>
            <a:prstGeom prst="ellipse">
              <a:avLst/>
            </a:prstGeom>
            <a:gradFill>
              <a:gsLst>
                <a:gs pos="0">
                  <a:srgbClr val="6E0000">
                    <a:alpha val="32968"/>
                  </a:srgbClr>
                </a:gs>
                <a:gs pos="14286">
                  <a:srgbClr val="6E0000">
                    <a:alpha val="30764"/>
                  </a:srgbClr>
                </a:gs>
                <a:gs pos="28571">
                  <a:srgbClr val="6E0000">
                    <a:alpha val="24833"/>
                  </a:srgbClr>
                </a:gs>
                <a:gs pos="42857">
                  <a:srgbClr val="6E0000">
                    <a:alpha val="17075"/>
                  </a:srgbClr>
                </a:gs>
                <a:gs pos="57143">
                  <a:srgbClr val="6E0000">
                    <a:alpha val="9855"/>
                  </a:srgbClr>
                </a:gs>
                <a:gs pos="71429">
                  <a:srgbClr val="6E0000">
                    <a:alpha val="4740"/>
                  </a:srgbClr>
                </a:gs>
                <a:gs pos="85714">
                  <a:srgbClr val="6E0000">
                    <a:alpha val="1902"/>
                  </a:srgbClr>
                </a:gs>
                <a:gs pos="100000">
                  <a:srgbClr val="6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5896403">
              <a:off x="2738489" y="1075537"/>
              <a:ext cx="469185" cy="340378"/>
            </a:xfrm>
            <a:prstGeom prst="ellipse">
              <a:avLst/>
            </a:prstGeom>
            <a:gradFill>
              <a:gsLst>
                <a:gs pos="0">
                  <a:srgbClr val="71B8B7">
                    <a:alpha val="1773"/>
                  </a:srgbClr>
                </a:gs>
                <a:gs pos="14286">
                  <a:srgbClr val="71B8B7">
                    <a:alpha val="1631"/>
                  </a:srgbClr>
                </a:gs>
                <a:gs pos="28571">
                  <a:srgbClr val="71B8B7">
                    <a:alpha val="1269"/>
                  </a:srgbClr>
                </a:gs>
                <a:gs pos="42857">
                  <a:srgbClr val="71B8B7">
                    <a:alpha val="834"/>
                  </a:srgbClr>
                </a:gs>
                <a:gs pos="57143">
                  <a:srgbClr val="71B8B7">
                    <a:alpha val="463"/>
                  </a:srgbClr>
                </a:gs>
                <a:gs pos="71429">
                  <a:srgbClr val="71B8B7">
                    <a:alpha val="217"/>
                  </a:srgbClr>
                </a:gs>
                <a:gs pos="85714">
                  <a:srgbClr val="71B8B7">
                    <a:alpha val="86"/>
                  </a:srgbClr>
                </a:gs>
                <a:gs pos="100000">
                  <a:srgbClr val="71B8B7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5577248">
              <a:off x="85652" y="364506"/>
              <a:ext cx="404190" cy="380126"/>
            </a:xfrm>
            <a:prstGeom prst="ellipse">
              <a:avLst/>
            </a:prstGeom>
            <a:gradFill>
              <a:gsLst>
                <a:gs pos="0">
                  <a:srgbClr val="B8AB00">
                    <a:alpha val="3019"/>
                  </a:srgbClr>
                </a:gs>
                <a:gs pos="14286">
                  <a:srgbClr val="B8AB00">
                    <a:alpha val="2778"/>
                  </a:srgbClr>
                </a:gs>
                <a:gs pos="28571">
                  <a:srgbClr val="B8AB00">
                    <a:alpha val="2164"/>
                  </a:srgbClr>
                </a:gs>
                <a:gs pos="42857">
                  <a:srgbClr val="B8AB00">
                    <a:alpha val="1425"/>
                  </a:srgbClr>
                </a:gs>
                <a:gs pos="57143">
                  <a:srgbClr val="B8AB00">
                    <a:alpha val="792"/>
                  </a:srgbClr>
                </a:gs>
                <a:gs pos="71429">
                  <a:srgbClr val="B8AB00">
                    <a:alpha val="372"/>
                  </a:srgbClr>
                </a:gs>
                <a:gs pos="85714">
                  <a:srgbClr val="B8AB00">
                    <a:alpha val="147"/>
                  </a:srgbClr>
                </a:gs>
                <a:gs pos="100000">
                  <a:srgbClr val="B8AB00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5644074">
              <a:off x="2142420" y="467362"/>
              <a:ext cx="427150" cy="62891"/>
            </a:xfrm>
            <a:prstGeom prst="ellipse">
              <a:avLst/>
            </a:prstGeom>
            <a:gradFill>
              <a:gsLst>
                <a:gs pos="0">
                  <a:srgbClr val="D66C00">
                    <a:alpha val="7839"/>
                  </a:srgbClr>
                </a:gs>
                <a:gs pos="14286">
                  <a:srgbClr val="D66C00">
                    <a:alpha val="7229"/>
                  </a:srgbClr>
                </a:gs>
                <a:gs pos="28571">
                  <a:srgbClr val="D66C00">
                    <a:alpha val="5659"/>
                  </a:srgbClr>
                </a:gs>
                <a:gs pos="42857">
                  <a:srgbClr val="D66C00">
                    <a:alpha val="3749"/>
                  </a:srgbClr>
                </a:gs>
                <a:gs pos="57143">
                  <a:srgbClr val="D66C00">
                    <a:alpha val="2095"/>
                  </a:srgbClr>
                </a:gs>
                <a:gs pos="71429">
                  <a:srgbClr val="D66C00">
                    <a:alpha val="986"/>
                  </a:srgbClr>
                </a:gs>
                <a:gs pos="85714">
                  <a:srgbClr val="D66C00">
                    <a:alpha val="391"/>
                  </a:srgbClr>
                </a:gs>
                <a:gs pos="100000">
                  <a:srgbClr val="D66C00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2936826">
              <a:off x="617046" y="818434"/>
              <a:ext cx="396289" cy="117120"/>
            </a:xfrm>
            <a:prstGeom prst="ellipse">
              <a:avLst/>
            </a:prstGeom>
            <a:gradFill>
              <a:gsLst>
                <a:gs pos="0">
                  <a:srgbClr val="4C0012">
                    <a:alpha val="32968"/>
                  </a:srgbClr>
                </a:gs>
                <a:gs pos="14286">
                  <a:srgbClr val="4C0012">
                    <a:alpha val="30764"/>
                  </a:srgbClr>
                </a:gs>
                <a:gs pos="28571">
                  <a:srgbClr val="4C0012">
                    <a:alpha val="24833"/>
                  </a:srgbClr>
                </a:gs>
                <a:gs pos="42857">
                  <a:srgbClr val="4C0012">
                    <a:alpha val="17075"/>
                  </a:srgbClr>
                </a:gs>
                <a:gs pos="57143">
                  <a:srgbClr val="4C0012">
                    <a:alpha val="9855"/>
                  </a:srgbClr>
                </a:gs>
                <a:gs pos="71429">
                  <a:srgbClr val="4C0012">
                    <a:alpha val="4740"/>
                  </a:srgbClr>
                </a:gs>
                <a:gs pos="85714">
                  <a:srgbClr val="4C0012">
                    <a:alpha val="1902"/>
                  </a:srgbClr>
                </a:gs>
                <a:gs pos="100000">
                  <a:srgbClr val="4C00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4683584">
              <a:off x="-175838" y="543242"/>
              <a:ext cx="360583" cy="321353"/>
            </a:xfrm>
            <a:prstGeom prst="ellipse">
              <a:avLst/>
            </a:prstGeom>
            <a:gradFill>
              <a:gsLst>
                <a:gs pos="0">
                  <a:srgbClr val="E9D1E3">
                    <a:alpha val="27816"/>
                  </a:srgbClr>
                </a:gs>
                <a:gs pos="14286">
                  <a:srgbClr val="E9D1E3">
                    <a:alpha val="25887"/>
                  </a:srgbClr>
                </a:gs>
                <a:gs pos="28571">
                  <a:srgbClr val="E9D1E3">
                    <a:alpha val="20754"/>
                  </a:srgbClr>
                </a:gs>
                <a:gs pos="42857">
                  <a:srgbClr val="E9D1E3">
                    <a:alpha val="14150"/>
                  </a:srgbClr>
                </a:gs>
                <a:gs pos="57143">
                  <a:srgbClr val="E9D1E3">
                    <a:alpha val="8107"/>
                  </a:srgbClr>
                </a:gs>
                <a:gs pos="71429">
                  <a:srgbClr val="E9D1E3">
                    <a:alpha val="3880"/>
                  </a:srgbClr>
                </a:gs>
                <a:gs pos="85714">
                  <a:srgbClr val="E9D1E3">
                    <a:alpha val="1553"/>
                  </a:srgbClr>
                </a:gs>
                <a:gs pos="100000">
                  <a:srgbClr val="E9D1E3">
                    <a:alpha val="5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4585718">
              <a:off x="1770301" y="362479"/>
              <a:ext cx="537584" cy="59869"/>
            </a:xfrm>
            <a:prstGeom prst="ellipse">
              <a:avLst/>
            </a:prstGeom>
            <a:gradFill>
              <a:gsLst>
                <a:gs pos="0">
                  <a:srgbClr val="612E00">
                    <a:alpha val="14915"/>
                  </a:srgbClr>
                </a:gs>
                <a:gs pos="14286">
                  <a:srgbClr val="612E00">
                    <a:alpha val="13796"/>
                  </a:srgbClr>
                </a:gs>
                <a:gs pos="28571">
                  <a:srgbClr val="612E00">
                    <a:alpha val="10887"/>
                  </a:srgbClr>
                </a:gs>
                <a:gs pos="42857">
                  <a:srgbClr val="612E00">
                    <a:alpha val="7282"/>
                  </a:srgbClr>
                </a:gs>
                <a:gs pos="57143">
                  <a:srgbClr val="612E00">
                    <a:alpha val="4103"/>
                  </a:srgbClr>
                </a:gs>
                <a:gs pos="71429">
                  <a:srgbClr val="612E00">
                    <a:alpha val="1942"/>
                  </a:srgbClr>
                </a:gs>
                <a:gs pos="85714">
                  <a:srgbClr val="612E00">
                    <a:alpha val="772"/>
                  </a:srgbClr>
                </a:gs>
                <a:gs pos="100000">
                  <a:srgbClr val="612E00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-8401482">
              <a:off x="904472" y="1087249"/>
              <a:ext cx="407271" cy="104321"/>
            </a:xfrm>
            <a:prstGeom prst="ellipse">
              <a:avLst/>
            </a:prstGeom>
            <a:gradFill>
              <a:gsLst>
                <a:gs pos="0">
                  <a:srgbClr val="D58500">
                    <a:alpha val="32968"/>
                  </a:srgbClr>
                </a:gs>
                <a:gs pos="14286">
                  <a:srgbClr val="D58500">
                    <a:alpha val="30764"/>
                  </a:srgbClr>
                </a:gs>
                <a:gs pos="28571">
                  <a:srgbClr val="D58500">
                    <a:alpha val="24833"/>
                  </a:srgbClr>
                </a:gs>
                <a:gs pos="42857">
                  <a:srgbClr val="D58500">
                    <a:alpha val="17075"/>
                  </a:srgbClr>
                </a:gs>
                <a:gs pos="57143">
                  <a:srgbClr val="D58500">
                    <a:alpha val="9855"/>
                  </a:srgbClr>
                </a:gs>
                <a:gs pos="71429">
                  <a:srgbClr val="D58500">
                    <a:alpha val="4740"/>
                  </a:srgbClr>
                </a:gs>
                <a:gs pos="85714">
                  <a:srgbClr val="D58500">
                    <a:alpha val="1902"/>
                  </a:srgbClr>
                </a:gs>
                <a:gs pos="100000">
                  <a:srgbClr val="D58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5373204">
              <a:off x="1931894" y="559610"/>
              <a:ext cx="153688" cy="34646"/>
            </a:xfrm>
            <a:prstGeom prst="ellipse">
              <a:avLst/>
            </a:prstGeom>
            <a:gradFill>
              <a:gsLst>
                <a:gs pos="0">
                  <a:srgbClr val="B26C31">
                    <a:alpha val="32968"/>
                  </a:srgbClr>
                </a:gs>
                <a:gs pos="14286">
                  <a:srgbClr val="B26C31">
                    <a:alpha val="30764"/>
                  </a:srgbClr>
                </a:gs>
                <a:gs pos="28571">
                  <a:srgbClr val="B26C31">
                    <a:alpha val="24833"/>
                  </a:srgbClr>
                </a:gs>
                <a:gs pos="42857">
                  <a:srgbClr val="B26C31">
                    <a:alpha val="17075"/>
                  </a:srgbClr>
                </a:gs>
                <a:gs pos="57143">
                  <a:srgbClr val="B26C31">
                    <a:alpha val="9855"/>
                  </a:srgbClr>
                </a:gs>
                <a:gs pos="71429">
                  <a:srgbClr val="B26C31">
                    <a:alpha val="4740"/>
                  </a:srgbClr>
                </a:gs>
                <a:gs pos="85714">
                  <a:srgbClr val="B26C31">
                    <a:alpha val="1902"/>
                  </a:srgbClr>
                </a:gs>
                <a:gs pos="100000">
                  <a:srgbClr val="B26C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4574652">
              <a:off x="1971249" y="323387"/>
              <a:ext cx="179553" cy="40765"/>
            </a:xfrm>
            <a:prstGeom prst="ellipse">
              <a:avLst/>
            </a:prstGeom>
            <a:gradFill>
              <a:gsLst>
                <a:gs pos="0">
                  <a:srgbClr val="C6A082">
                    <a:alpha val="32968"/>
                  </a:srgbClr>
                </a:gs>
                <a:gs pos="14286">
                  <a:srgbClr val="C6A082">
                    <a:alpha val="30764"/>
                  </a:srgbClr>
                </a:gs>
                <a:gs pos="28571">
                  <a:srgbClr val="C6A082">
                    <a:alpha val="24833"/>
                  </a:srgbClr>
                </a:gs>
                <a:gs pos="42857">
                  <a:srgbClr val="C6A082">
                    <a:alpha val="17075"/>
                  </a:srgbClr>
                </a:gs>
                <a:gs pos="57143">
                  <a:srgbClr val="C6A082">
                    <a:alpha val="9855"/>
                  </a:srgbClr>
                </a:gs>
                <a:gs pos="71429">
                  <a:srgbClr val="C6A082">
                    <a:alpha val="4740"/>
                  </a:srgbClr>
                </a:gs>
                <a:gs pos="85714">
                  <a:srgbClr val="C6A082">
                    <a:alpha val="1902"/>
                  </a:srgbClr>
                </a:gs>
                <a:gs pos="100000">
                  <a:srgbClr val="C6A0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9250977">
              <a:off x="2382418" y="1632455"/>
              <a:ext cx="390755" cy="324617"/>
            </a:xfrm>
            <a:prstGeom prst="ellipse">
              <a:avLst/>
            </a:prstGeom>
            <a:gradFill>
              <a:gsLst>
                <a:gs pos="0">
                  <a:srgbClr val="743A00">
                    <a:alpha val="15549"/>
                  </a:srgbClr>
                </a:gs>
                <a:gs pos="14286">
                  <a:srgbClr val="743A00">
                    <a:alpha val="14387"/>
                  </a:srgbClr>
                </a:gs>
                <a:gs pos="28571">
                  <a:srgbClr val="743A00">
                    <a:alpha val="11361"/>
                  </a:srgbClr>
                </a:gs>
                <a:gs pos="42857">
                  <a:srgbClr val="743A00">
                    <a:alpha val="7606"/>
                  </a:srgbClr>
                </a:gs>
                <a:gs pos="57143">
                  <a:srgbClr val="743A00">
                    <a:alpha val="4289"/>
                  </a:srgbClr>
                </a:gs>
                <a:gs pos="71429">
                  <a:srgbClr val="743A00">
                    <a:alpha val="2031"/>
                  </a:srgbClr>
                </a:gs>
                <a:gs pos="85714">
                  <a:srgbClr val="743A00">
                    <a:alpha val="808"/>
                  </a:srgbClr>
                </a:gs>
                <a:gs pos="100000">
                  <a:srgbClr val="743A00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10514826">
              <a:off x="642955" y="1714466"/>
              <a:ext cx="507805" cy="80219"/>
            </a:xfrm>
            <a:prstGeom prst="ellipse">
              <a:avLst/>
            </a:prstGeom>
            <a:gradFill>
              <a:gsLst>
                <a:gs pos="0">
                  <a:srgbClr val="663200">
                    <a:alpha val="27719"/>
                  </a:srgbClr>
                </a:gs>
                <a:gs pos="14286">
                  <a:srgbClr val="663200">
                    <a:alpha val="25796"/>
                  </a:srgbClr>
                </a:gs>
                <a:gs pos="28571">
                  <a:srgbClr val="663200">
                    <a:alpha val="20678"/>
                  </a:srgbClr>
                </a:gs>
                <a:gs pos="42857">
                  <a:srgbClr val="663200">
                    <a:alpha val="14096"/>
                  </a:srgbClr>
                </a:gs>
                <a:gs pos="57143">
                  <a:srgbClr val="663200">
                    <a:alpha val="8075"/>
                  </a:srgbClr>
                </a:gs>
                <a:gs pos="71429">
                  <a:srgbClr val="663200">
                    <a:alpha val="3864"/>
                  </a:srgbClr>
                </a:gs>
                <a:gs pos="85714">
                  <a:srgbClr val="663200">
                    <a:alpha val="1546"/>
                  </a:srgbClr>
                </a:gs>
                <a:gs pos="100000">
                  <a:srgbClr val="663200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4417891">
              <a:off x="2466119" y="843840"/>
              <a:ext cx="573092" cy="2502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-10449876">
              <a:off x="1526953" y="2077392"/>
              <a:ext cx="485521" cy="68450"/>
            </a:xfrm>
            <a:prstGeom prst="ellipse">
              <a:avLst/>
            </a:prstGeom>
            <a:gradFill>
              <a:gsLst>
                <a:gs pos="0">
                  <a:srgbClr val="EEE0D6">
                    <a:alpha val="13121"/>
                  </a:srgbClr>
                </a:gs>
                <a:gs pos="14286">
                  <a:srgbClr val="EEE0D6">
                    <a:alpha val="12127"/>
                  </a:srgbClr>
                </a:gs>
                <a:gs pos="28571">
                  <a:srgbClr val="EEE0D6">
                    <a:alpha val="9550"/>
                  </a:srgbClr>
                </a:gs>
                <a:gs pos="42857">
                  <a:srgbClr val="EEE0D6">
                    <a:alpha val="6372"/>
                  </a:srgbClr>
                </a:gs>
                <a:gs pos="57143">
                  <a:srgbClr val="EEE0D6">
                    <a:alpha val="3582"/>
                  </a:srgbClr>
                </a:gs>
                <a:gs pos="71429">
                  <a:srgbClr val="EEE0D6">
                    <a:alpha val="1693"/>
                  </a:srgbClr>
                </a:gs>
                <a:gs pos="85714">
                  <a:srgbClr val="EEE0D6">
                    <a:alpha val="673"/>
                  </a:srgbClr>
                </a:gs>
                <a:gs pos="100000">
                  <a:srgbClr val="EEE0D6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3086956">
              <a:off x="443428" y="258619"/>
              <a:ext cx="508752" cy="94543"/>
            </a:xfrm>
            <a:prstGeom prst="ellipse">
              <a:avLst/>
            </a:prstGeom>
            <a:gradFill>
              <a:gsLst>
                <a:gs pos="0">
                  <a:srgbClr val="4F0000">
                    <a:alpha val="32968"/>
                  </a:srgbClr>
                </a:gs>
                <a:gs pos="14286">
                  <a:srgbClr val="4F0000">
                    <a:alpha val="30764"/>
                  </a:srgbClr>
                </a:gs>
                <a:gs pos="28571">
                  <a:srgbClr val="4F0000">
                    <a:alpha val="24833"/>
                  </a:srgbClr>
                </a:gs>
                <a:gs pos="42857">
                  <a:srgbClr val="4F0000">
                    <a:alpha val="17075"/>
                  </a:srgbClr>
                </a:gs>
                <a:gs pos="57143">
                  <a:srgbClr val="4F0000">
                    <a:alpha val="9855"/>
                  </a:srgbClr>
                </a:gs>
                <a:gs pos="71429">
                  <a:srgbClr val="4F0000">
                    <a:alpha val="4740"/>
                  </a:srgbClr>
                </a:gs>
                <a:gs pos="85714">
                  <a:srgbClr val="4F0000">
                    <a:alpha val="1902"/>
                  </a:srgbClr>
                </a:gs>
                <a:gs pos="100000">
                  <a:srgbClr val="4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8640916">
              <a:off x="666998" y="2113107"/>
              <a:ext cx="409789" cy="127390"/>
            </a:xfrm>
            <a:prstGeom prst="ellipse">
              <a:avLst/>
            </a:prstGeom>
            <a:gradFill>
              <a:gsLst>
                <a:gs pos="0">
                  <a:srgbClr val="A7978A">
                    <a:alpha val="10240"/>
                  </a:srgbClr>
                </a:gs>
                <a:gs pos="14286">
                  <a:srgbClr val="A7978A">
                    <a:alpha val="9453"/>
                  </a:srgbClr>
                </a:gs>
                <a:gs pos="28571">
                  <a:srgbClr val="A7978A">
                    <a:alpha val="7420"/>
                  </a:srgbClr>
                </a:gs>
                <a:gs pos="42857">
                  <a:srgbClr val="A7978A">
                    <a:alpha val="4931"/>
                  </a:srgbClr>
                </a:gs>
                <a:gs pos="57143">
                  <a:srgbClr val="A7978A">
                    <a:alpha val="2763"/>
                  </a:srgbClr>
                </a:gs>
                <a:gs pos="71429">
                  <a:srgbClr val="A7978A">
                    <a:alpha val="1303"/>
                  </a:srgbClr>
                </a:gs>
                <a:gs pos="85714">
                  <a:srgbClr val="A7978A">
                    <a:alpha val="517"/>
                  </a:srgbClr>
                </a:gs>
                <a:gs pos="100000">
                  <a:srgbClr val="A7978A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5162424">
              <a:off x="-263419" y="599364"/>
              <a:ext cx="526838" cy="107705"/>
            </a:xfrm>
            <a:prstGeom prst="ellipse">
              <a:avLst/>
            </a:prstGeom>
            <a:gradFill>
              <a:gsLst>
                <a:gs pos="0">
                  <a:srgbClr val="CDBBBC">
                    <a:alpha val="32968"/>
                  </a:srgbClr>
                </a:gs>
                <a:gs pos="14286">
                  <a:srgbClr val="CDBBBC">
                    <a:alpha val="30764"/>
                  </a:srgbClr>
                </a:gs>
                <a:gs pos="28571">
                  <a:srgbClr val="CDBBBC">
                    <a:alpha val="24833"/>
                  </a:srgbClr>
                </a:gs>
                <a:gs pos="42857">
                  <a:srgbClr val="CDBBBC">
                    <a:alpha val="17075"/>
                  </a:srgbClr>
                </a:gs>
                <a:gs pos="57143">
                  <a:srgbClr val="CDBBBC">
                    <a:alpha val="9855"/>
                  </a:srgbClr>
                </a:gs>
                <a:gs pos="71429">
                  <a:srgbClr val="CDBBBC">
                    <a:alpha val="4740"/>
                  </a:srgbClr>
                </a:gs>
                <a:gs pos="85714">
                  <a:srgbClr val="CDBBBC">
                    <a:alpha val="1902"/>
                  </a:srgbClr>
                </a:gs>
                <a:gs pos="100000">
                  <a:srgbClr val="CDBB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10771233">
              <a:off x="66664" y="-80522"/>
              <a:ext cx="401829" cy="396459"/>
            </a:xfrm>
            <a:prstGeom prst="ellipse">
              <a:avLst/>
            </a:prstGeom>
            <a:gradFill>
              <a:gsLst>
                <a:gs pos="0">
                  <a:srgbClr val="564B00">
                    <a:alpha val="3057"/>
                  </a:srgbClr>
                </a:gs>
                <a:gs pos="14286">
                  <a:srgbClr val="564B00">
                    <a:alpha val="2814"/>
                  </a:srgbClr>
                </a:gs>
                <a:gs pos="28571">
                  <a:srgbClr val="564B00">
                    <a:alpha val="2191"/>
                  </a:srgbClr>
                </a:gs>
                <a:gs pos="42857">
                  <a:srgbClr val="564B00">
                    <a:alpha val="1443"/>
                  </a:srgbClr>
                </a:gs>
                <a:gs pos="57143">
                  <a:srgbClr val="564B00">
                    <a:alpha val="802"/>
                  </a:srgbClr>
                </a:gs>
                <a:gs pos="71429">
                  <a:srgbClr val="564B00">
                    <a:alpha val="376"/>
                  </a:srgbClr>
                </a:gs>
                <a:gs pos="85714">
                  <a:srgbClr val="564B00">
                    <a:alpha val="149"/>
                  </a:srgbClr>
                </a:gs>
                <a:gs pos="100000">
                  <a:srgbClr val="564B00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-10764370">
              <a:off x="675522" y="298267"/>
              <a:ext cx="502325" cy="73115"/>
            </a:xfrm>
            <a:prstGeom prst="ellipse">
              <a:avLst/>
            </a:prstGeom>
            <a:gradFill>
              <a:gsLst>
                <a:gs pos="0">
                  <a:srgbClr val="502714">
                    <a:alpha val="29756"/>
                  </a:srgbClr>
                </a:gs>
                <a:gs pos="14286">
                  <a:srgbClr val="502714">
                    <a:alpha val="27720"/>
                  </a:srgbClr>
                </a:gs>
                <a:gs pos="28571">
                  <a:srgbClr val="502714">
                    <a:alpha val="22280"/>
                  </a:srgbClr>
                </a:gs>
                <a:gs pos="42857">
                  <a:srgbClr val="502714">
                    <a:alpha val="15238"/>
                  </a:srgbClr>
                </a:gs>
                <a:gs pos="57143">
                  <a:srgbClr val="502714">
                    <a:alpha val="8754"/>
                  </a:srgbClr>
                </a:gs>
                <a:gs pos="71429">
                  <a:srgbClr val="502714">
                    <a:alpha val="4197"/>
                  </a:srgbClr>
                </a:gs>
                <a:gs pos="85714">
                  <a:srgbClr val="502714">
                    <a:alpha val="1681"/>
                  </a:srgbClr>
                </a:gs>
                <a:gs pos="100000">
                  <a:srgbClr val="502714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-9934753">
              <a:off x="1197529" y="1402923"/>
              <a:ext cx="362394" cy="187239"/>
            </a:xfrm>
            <a:prstGeom prst="ellipse">
              <a:avLst/>
            </a:prstGeom>
            <a:gradFill>
              <a:gsLst>
                <a:gs pos="0">
                  <a:srgbClr val="502F00">
                    <a:alpha val="16550"/>
                  </a:srgbClr>
                </a:gs>
                <a:gs pos="14286">
                  <a:srgbClr val="502F00">
                    <a:alpha val="15319"/>
                  </a:srgbClr>
                </a:gs>
                <a:gs pos="28571">
                  <a:srgbClr val="502F00">
                    <a:alpha val="12112"/>
                  </a:srgbClr>
                </a:gs>
                <a:gs pos="42857">
                  <a:srgbClr val="502F00">
                    <a:alpha val="8120"/>
                  </a:srgbClr>
                </a:gs>
                <a:gs pos="57143">
                  <a:srgbClr val="502F00">
                    <a:alpha val="4584"/>
                  </a:srgbClr>
                </a:gs>
                <a:gs pos="71429">
                  <a:srgbClr val="502F00">
                    <a:alpha val="2173"/>
                  </a:srgbClr>
                </a:gs>
                <a:gs pos="85714">
                  <a:srgbClr val="502F00">
                    <a:alpha val="865"/>
                  </a:srgbClr>
                </a:gs>
                <a:gs pos="100000">
                  <a:srgbClr val="502F00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6918646">
              <a:off x="1457800" y="123313"/>
              <a:ext cx="421759" cy="33698"/>
            </a:xfrm>
            <a:prstGeom prst="ellipse">
              <a:avLst/>
            </a:prstGeom>
            <a:gradFill>
              <a:gsLst>
                <a:gs pos="0">
                  <a:srgbClr val="5E3E2A">
                    <a:alpha val="32968"/>
                  </a:srgbClr>
                </a:gs>
                <a:gs pos="14286">
                  <a:srgbClr val="5E3E2A">
                    <a:alpha val="30764"/>
                  </a:srgbClr>
                </a:gs>
                <a:gs pos="28571">
                  <a:srgbClr val="5E3E2A">
                    <a:alpha val="24833"/>
                  </a:srgbClr>
                </a:gs>
                <a:gs pos="42857">
                  <a:srgbClr val="5E3E2A">
                    <a:alpha val="17075"/>
                  </a:srgbClr>
                </a:gs>
                <a:gs pos="57143">
                  <a:srgbClr val="5E3E2A">
                    <a:alpha val="9855"/>
                  </a:srgbClr>
                </a:gs>
                <a:gs pos="71429">
                  <a:srgbClr val="5E3E2A">
                    <a:alpha val="4740"/>
                  </a:srgbClr>
                </a:gs>
                <a:gs pos="85714">
                  <a:srgbClr val="5E3E2A">
                    <a:alpha val="1902"/>
                  </a:srgbClr>
                </a:gs>
                <a:gs pos="100000">
                  <a:srgbClr val="5E3E2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6009891">
              <a:off x="1564521" y="530880"/>
              <a:ext cx="554506" cy="57070"/>
            </a:xfrm>
            <a:prstGeom prst="ellipse">
              <a:avLst/>
            </a:prstGeom>
            <a:gradFill>
              <a:gsLst>
                <a:gs pos="0">
                  <a:srgbClr val="210000">
                    <a:alpha val="32968"/>
                  </a:srgbClr>
                </a:gs>
                <a:gs pos="14286">
                  <a:srgbClr val="210000">
                    <a:alpha val="30764"/>
                  </a:srgbClr>
                </a:gs>
                <a:gs pos="28571">
                  <a:srgbClr val="210000">
                    <a:alpha val="24833"/>
                  </a:srgbClr>
                </a:gs>
                <a:gs pos="42857">
                  <a:srgbClr val="210000">
                    <a:alpha val="17075"/>
                  </a:srgbClr>
                </a:gs>
                <a:gs pos="57143">
                  <a:srgbClr val="210000">
                    <a:alpha val="9855"/>
                  </a:srgbClr>
                </a:gs>
                <a:gs pos="71429">
                  <a:srgbClr val="210000">
                    <a:alpha val="4740"/>
                  </a:srgbClr>
                </a:gs>
                <a:gs pos="85714">
                  <a:srgbClr val="210000">
                    <a:alpha val="1902"/>
                  </a:srgbClr>
                </a:gs>
                <a:gs pos="100000">
                  <a:srgbClr val="2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4749678">
              <a:off x="1661581" y="1007999"/>
              <a:ext cx="521691" cy="113971"/>
            </a:xfrm>
            <a:prstGeom prst="ellipse">
              <a:avLst/>
            </a:prstGeom>
            <a:gradFill>
              <a:gsLst>
                <a:gs pos="0">
                  <a:srgbClr val="894A00">
                    <a:alpha val="13371"/>
                  </a:srgbClr>
                </a:gs>
                <a:gs pos="14286">
                  <a:srgbClr val="894A00">
                    <a:alpha val="12359"/>
                  </a:srgbClr>
                </a:gs>
                <a:gs pos="28571">
                  <a:srgbClr val="894A00">
                    <a:alpha val="9736"/>
                  </a:srgbClr>
                </a:gs>
                <a:gs pos="42857">
                  <a:srgbClr val="894A00">
                    <a:alpha val="6498"/>
                  </a:srgbClr>
                </a:gs>
                <a:gs pos="57143">
                  <a:srgbClr val="894A00">
                    <a:alpha val="3654"/>
                  </a:srgbClr>
                </a:gs>
                <a:gs pos="71429">
                  <a:srgbClr val="894A00">
                    <a:alpha val="1728"/>
                  </a:srgbClr>
                </a:gs>
                <a:gs pos="85714">
                  <a:srgbClr val="894A00">
                    <a:alpha val="687"/>
                  </a:srgbClr>
                </a:gs>
                <a:gs pos="100000">
                  <a:srgbClr val="894A00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2828675">
              <a:off x="961159" y="1072665"/>
              <a:ext cx="342611" cy="68671"/>
            </a:xfrm>
            <a:prstGeom prst="ellipse">
              <a:avLst/>
            </a:prstGeom>
            <a:gradFill>
              <a:gsLst>
                <a:gs pos="0">
                  <a:srgbClr val="FEC891">
                    <a:alpha val="19087"/>
                  </a:srgbClr>
                </a:gs>
                <a:gs pos="14286">
                  <a:srgbClr val="FEC891">
                    <a:alpha val="17689"/>
                  </a:srgbClr>
                </a:gs>
                <a:gs pos="28571">
                  <a:srgbClr val="FEC891">
                    <a:alpha val="14028"/>
                  </a:srgbClr>
                </a:gs>
                <a:gs pos="42857">
                  <a:srgbClr val="FEC891">
                    <a:alpha val="9439"/>
                  </a:srgbClr>
                </a:gs>
                <a:gs pos="57143">
                  <a:srgbClr val="FEC891">
                    <a:alpha val="5345"/>
                  </a:srgbClr>
                </a:gs>
                <a:gs pos="71429">
                  <a:srgbClr val="FEC891">
                    <a:alpha val="2539"/>
                  </a:srgbClr>
                </a:gs>
                <a:gs pos="85714">
                  <a:srgbClr val="FEC891">
                    <a:alpha val="1012"/>
                  </a:srgbClr>
                </a:gs>
                <a:gs pos="100000">
                  <a:srgbClr val="FEC891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-9579980">
              <a:off x="-1356" y="640473"/>
              <a:ext cx="305827" cy="163874"/>
            </a:xfrm>
            <a:prstGeom prst="ellipse">
              <a:avLst/>
            </a:prstGeom>
            <a:gradFill>
              <a:gsLst>
                <a:gs pos="0">
                  <a:srgbClr val="E2C8B4">
                    <a:alpha val="13389"/>
                  </a:srgbClr>
                </a:gs>
                <a:gs pos="14286">
                  <a:srgbClr val="E2C8B4">
                    <a:alpha val="12377"/>
                  </a:srgbClr>
                </a:gs>
                <a:gs pos="28571">
                  <a:srgbClr val="E2C8B4">
                    <a:alpha val="9750"/>
                  </a:srgbClr>
                </a:gs>
                <a:gs pos="42857">
                  <a:srgbClr val="E2C8B4">
                    <a:alpha val="6507"/>
                  </a:srgbClr>
                </a:gs>
                <a:gs pos="57143">
                  <a:srgbClr val="E2C8B4">
                    <a:alpha val="3660"/>
                  </a:srgbClr>
                </a:gs>
                <a:gs pos="71429">
                  <a:srgbClr val="E2C8B4">
                    <a:alpha val="1730"/>
                  </a:srgbClr>
                </a:gs>
                <a:gs pos="85714">
                  <a:srgbClr val="E2C8B4">
                    <a:alpha val="688"/>
                  </a:srgbClr>
                </a:gs>
                <a:gs pos="100000">
                  <a:srgbClr val="E2C8B4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4524306">
              <a:off x="1422222" y="426860"/>
              <a:ext cx="266021" cy="270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7612579">
              <a:off x="1407692" y="1239674"/>
              <a:ext cx="253007" cy="80531"/>
            </a:xfrm>
            <a:prstGeom prst="ellipse">
              <a:avLst/>
            </a:prstGeom>
            <a:gradFill>
              <a:gsLst>
                <a:gs pos="0">
                  <a:srgbClr val="B9AB8B">
                    <a:alpha val="32968"/>
                  </a:srgbClr>
                </a:gs>
                <a:gs pos="14286">
                  <a:srgbClr val="B9AB8B">
                    <a:alpha val="30764"/>
                  </a:srgbClr>
                </a:gs>
                <a:gs pos="28571">
                  <a:srgbClr val="B9AB8B">
                    <a:alpha val="24833"/>
                  </a:srgbClr>
                </a:gs>
                <a:gs pos="42857">
                  <a:srgbClr val="B9AB8B">
                    <a:alpha val="17075"/>
                  </a:srgbClr>
                </a:gs>
                <a:gs pos="57143">
                  <a:srgbClr val="B9AB8B">
                    <a:alpha val="9855"/>
                  </a:srgbClr>
                </a:gs>
                <a:gs pos="71429">
                  <a:srgbClr val="B9AB8B">
                    <a:alpha val="4740"/>
                  </a:srgbClr>
                </a:gs>
                <a:gs pos="85714">
                  <a:srgbClr val="B9AB8B">
                    <a:alpha val="1902"/>
                  </a:srgbClr>
                </a:gs>
                <a:gs pos="100000">
                  <a:srgbClr val="B9AB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6740368">
              <a:off x="1641686" y="317583"/>
              <a:ext cx="448958" cy="68658"/>
            </a:xfrm>
            <a:prstGeom prst="ellipse">
              <a:avLst/>
            </a:prstGeom>
            <a:gradFill>
              <a:gsLst>
                <a:gs pos="0">
                  <a:srgbClr val="000000">
                    <a:alpha val="19052"/>
                  </a:srgbClr>
                </a:gs>
                <a:gs pos="14286">
                  <a:srgbClr val="000000">
                    <a:alpha val="17656"/>
                  </a:srgbClr>
                </a:gs>
                <a:gs pos="28571">
                  <a:srgbClr val="000000">
                    <a:alpha val="14001"/>
                  </a:srgbClr>
                </a:gs>
                <a:gs pos="42857">
                  <a:srgbClr val="000000">
                    <a:alpha val="9420"/>
                  </a:srgbClr>
                </a:gs>
                <a:gs pos="57143">
                  <a:srgbClr val="000000">
                    <a:alpha val="5334"/>
                  </a:srgbClr>
                </a:gs>
                <a:gs pos="71429">
                  <a:srgbClr val="000000">
                    <a:alpha val="2533"/>
                  </a:srgbClr>
                </a:gs>
                <a:gs pos="85714">
                  <a:srgbClr val="000000">
                    <a:alpha val="1010"/>
                  </a:srgbClr>
                </a:gs>
                <a:gs pos="100000">
                  <a:srgbClr val="000000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-10594447">
              <a:off x="876241" y="2016682"/>
              <a:ext cx="406539" cy="394678"/>
            </a:xfrm>
            <a:prstGeom prst="ellipse">
              <a:avLst/>
            </a:prstGeom>
            <a:gradFill>
              <a:gsLst>
                <a:gs pos="0">
                  <a:srgbClr val="C69C69">
                    <a:alpha val="2287"/>
                  </a:srgbClr>
                </a:gs>
                <a:gs pos="14286">
                  <a:srgbClr val="C69C69">
                    <a:alpha val="2104"/>
                  </a:srgbClr>
                </a:gs>
                <a:gs pos="28571">
                  <a:srgbClr val="C69C69">
                    <a:alpha val="1637"/>
                  </a:srgbClr>
                </a:gs>
                <a:gs pos="42857">
                  <a:srgbClr val="C69C69">
                    <a:alpha val="1077"/>
                  </a:srgbClr>
                </a:gs>
                <a:gs pos="57143">
                  <a:srgbClr val="C69C69">
                    <a:alpha val="598"/>
                  </a:srgbClr>
                </a:gs>
                <a:gs pos="71429">
                  <a:srgbClr val="C69C69">
                    <a:alpha val="280"/>
                  </a:srgbClr>
                </a:gs>
                <a:gs pos="85714">
                  <a:srgbClr val="C69C69">
                    <a:alpha val="111"/>
                  </a:srgbClr>
                </a:gs>
                <a:gs pos="100000">
                  <a:srgbClr val="C69C69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6123201">
              <a:off x="-88870" y="990714"/>
              <a:ext cx="408354" cy="304704"/>
            </a:xfrm>
            <a:prstGeom prst="ellipse">
              <a:avLst/>
            </a:prstGeom>
            <a:gradFill>
              <a:gsLst>
                <a:gs pos="0">
                  <a:srgbClr val="DEA783">
                    <a:alpha val="13176"/>
                  </a:srgbClr>
                </a:gs>
                <a:gs pos="14286">
                  <a:srgbClr val="DEA783">
                    <a:alpha val="12179"/>
                  </a:srgbClr>
                </a:gs>
                <a:gs pos="28571">
                  <a:srgbClr val="DEA783">
                    <a:alpha val="9592"/>
                  </a:srgbClr>
                </a:gs>
                <a:gs pos="42857">
                  <a:srgbClr val="DEA783">
                    <a:alpha val="6400"/>
                  </a:srgbClr>
                </a:gs>
                <a:gs pos="57143">
                  <a:srgbClr val="DEA783">
                    <a:alpha val="3598"/>
                  </a:srgbClr>
                </a:gs>
                <a:gs pos="71429">
                  <a:srgbClr val="DEA783">
                    <a:alpha val="1701"/>
                  </a:srgbClr>
                </a:gs>
                <a:gs pos="85714">
                  <a:srgbClr val="DEA783">
                    <a:alpha val="676"/>
                  </a:srgbClr>
                </a:gs>
                <a:gs pos="100000">
                  <a:srgbClr val="DEA783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-8859725">
              <a:off x="1955122" y="3985"/>
              <a:ext cx="584866" cy="107678"/>
            </a:xfrm>
            <a:prstGeom prst="ellipse">
              <a:avLst/>
            </a:prstGeom>
            <a:gradFill>
              <a:gsLst>
                <a:gs pos="0">
                  <a:srgbClr val="3D0000">
                    <a:alpha val="32968"/>
                  </a:srgbClr>
                </a:gs>
                <a:gs pos="14286">
                  <a:srgbClr val="3D0000">
                    <a:alpha val="30764"/>
                  </a:srgbClr>
                </a:gs>
                <a:gs pos="28571">
                  <a:srgbClr val="3D0000">
                    <a:alpha val="24833"/>
                  </a:srgbClr>
                </a:gs>
                <a:gs pos="42857">
                  <a:srgbClr val="3D0000">
                    <a:alpha val="17075"/>
                  </a:srgbClr>
                </a:gs>
                <a:gs pos="57143">
                  <a:srgbClr val="3D0000">
                    <a:alpha val="9855"/>
                  </a:srgbClr>
                </a:gs>
                <a:gs pos="71429">
                  <a:srgbClr val="3D0000">
                    <a:alpha val="4740"/>
                  </a:srgbClr>
                </a:gs>
                <a:gs pos="85714">
                  <a:srgbClr val="3D0000">
                    <a:alpha val="1902"/>
                  </a:srgbClr>
                </a:gs>
                <a:gs pos="100000">
                  <a:srgbClr val="3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3478340">
              <a:off x="795170" y="980664"/>
              <a:ext cx="606607" cy="62054"/>
            </a:xfrm>
            <a:prstGeom prst="ellipse">
              <a:avLst/>
            </a:prstGeom>
            <a:gradFill>
              <a:gsLst>
                <a:gs pos="0">
                  <a:srgbClr val="FFC892">
                    <a:alpha val="32968"/>
                  </a:srgbClr>
                </a:gs>
                <a:gs pos="14286">
                  <a:srgbClr val="FFC892">
                    <a:alpha val="30764"/>
                  </a:srgbClr>
                </a:gs>
                <a:gs pos="28571">
                  <a:srgbClr val="FFC892">
                    <a:alpha val="24833"/>
                  </a:srgbClr>
                </a:gs>
                <a:gs pos="42857">
                  <a:srgbClr val="FFC892">
                    <a:alpha val="17075"/>
                  </a:srgbClr>
                </a:gs>
                <a:gs pos="57143">
                  <a:srgbClr val="FFC892">
                    <a:alpha val="9855"/>
                  </a:srgbClr>
                </a:gs>
                <a:gs pos="71429">
                  <a:srgbClr val="FFC892">
                    <a:alpha val="4740"/>
                  </a:srgbClr>
                </a:gs>
                <a:gs pos="85714">
                  <a:srgbClr val="FFC892">
                    <a:alpha val="1902"/>
                  </a:srgbClr>
                </a:gs>
                <a:gs pos="100000">
                  <a:srgbClr val="FFC8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9272465">
              <a:off x="539867" y="605407"/>
              <a:ext cx="449188" cy="197344"/>
            </a:xfrm>
            <a:prstGeom prst="ellipse">
              <a:avLst/>
            </a:prstGeom>
            <a:gradFill>
              <a:gsLst>
                <a:gs pos="0">
                  <a:srgbClr val="571C00">
                    <a:alpha val="31964"/>
                  </a:srgbClr>
                </a:gs>
                <a:gs pos="14286">
                  <a:srgbClr val="571C00">
                    <a:alpha val="29811"/>
                  </a:srgbClr>
                </a:gs>
                <a:gs pos="28571">
                  <a:srgbClr val="571C00">
                    <a:alpha val="24031"/>
                  </a:srgbClr>
                </a:gs>
                <a:gs pos="42857">
                  <a:srgbClr val="571C00">
                    <a:alpha val="16496"/>
                  </a:srgbClr>
                </a:gs>
                <a:gs pos="57143">
                  <a:srgbClr val="571C00">
                    <a:alpha val="9507"/>
                  </a:srgbClr>
                </a:gs>
                <a:gs pos="71429">
                  <a:srgbClr val="571C00">
                    <a:alpha val="4568"/>
                  </a:srgbClr>
                </a:gs>
                <a:gs pos="85714">
                  <a:srgbClr val="571C00">
                    <a:alpha val="1832"/>
                  </a:srgbClr>
                </a:gs>
                <a:gs pos="100000">
                  <a:srgbClr val="571C00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10048162">
              <a:off x="878113" y="733102"/>
              <a:ext cx="291506" cy="287030"/>
            </a:xfrm>
            <a:prstGeom prst="ellipse">
              <a:avLst/>
            </a:prstGeom>
            <a:gradFill>
              <a:gsLst>
                <a:gs pos="0">
                  <a:srgbClr val="000000">
                    <a:alpha val="3331"/>
                  </a:srgbClr>
                </a:gs>
                <a:gs pos="14286">
                  <a:srgbClr val="000000">
                    <a:alpha val="3066"/>
                  </a:srgbClr>
                </a:gs>
                <a:gs pos="28571">
                  <a:srgbClr val="000000">
                    <a:alpha val="2389"/>
                  </a:srgbClr>
                </a:gs>
                <a:gs pos="42857">
                  <a:srgbClr val="000000">
                    <a:alpha val="1573"/>
                  </a:srgbClr>
                </a:gs>
                <a:gs pos="57143">
                  <a:srgbClr val="000000">
                    <a:alpha val="875"/>
                  </a:srgbClr>
                </a:gs>
                <a:gs pos="71429">
                  <a:srgbClr val="000000">
                    <a:alpha val="410"/>
                  </a:srgbClr>
                </a:gs>
                <a:gs pos="85714">
                  <a:srgbClr val="000000">
                    <a:alpha val="163"/>
                  </a:srgbClr>
                </a:gs>
                <a:gs pos="100000">
                  <a:srgbClr val="000000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-8424869">
              <a:off x="2505552" y="495858"/>
              <a:ext cx="428452" cy="203377"/>
            </a:xfrm>
            <a:prstGeom prst="ellipse">
              <a:avLst/>
            </a:prstGeom>
            <a:gradFill>
              <a:gsLst>
                <a:gs pos="0">
                  <a:srgbClr val="B6885A">
                    <a:alpha val="32968"/>
                  </a:srgbClr>
                </a:gs>
                <a:gs pos="14286">
                  <a:srgbClr val="B6885A">
                    <a:alpha val="30764"/>
                  </a:srgbClr>
                </a:gs>
                <a:gs pos="28571">
                  <a:srgbClr val="B6885A">
                    <a:alpha val="24833"/>
                  </a:srgbClr>
                </a:gs>
                <a:gs pos="42857">
                  <a:srgbClr val="B6885A">
                    <a:alpha val="17075"/>
                  </a:srgbClr>
                </a:gs>
                <a:gs pos="57143">
                  <a:srgbClr val="B6885A">
                    <a:alpha val="9855"/>
                  </a:srgbClr>
                </a:gs>
                <a:gs pos="71429">
                  <a:srgbClr val="B6885A">
                    <a:alpha val="4740"/>
                  </a:srgbClr>
                </a:gs>
                <a:gs pos="85714">
                  <a:srgbClr val="B6885A">
                    <a:alpha val="1902"/>
                  </a:srgbClr>
                </a:gs>
                <a:gs pos="100000">
                  <a:srgbClr val="B688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-10216708">
              <a:off x="1101929" y="1837106"/>
              <a:ext cx="495641" cy="65866"/>
            </a:xfrm>
            <a:prstGeom prst="ellipse">
              <a:avLst/>
            </a:prstGeom>
            <a:gradFill>
              <a:gsLst>
                <a:gs pos="0">
                  <a:srgbClr val="FFE1BF">
                    <a:alpha val="32968"/>
                  </a:srgbClr>
                </a:gs>
                <a:gs pos="14286">
                  <a:srgbClr val="FFE1BF">
                    <a:alpha val="30764"/>
                  </a:srgbClr>
                </a:gs>
                <a:gs pos="28571">
                  <a:srgbClr val="FFE1BF">
                    <a:alpha val="24833"/>
                  </a:srgbClr>
                </a:gs>
                <a:gs pos="42857">
                  <a:srgbClr val="FFE1BF">
                    <a:alpha val="17075"/>
                  </a:srgbClr>
                </a:gs>
                <a:gs pos="57143">
                  <a:srgbClr val="FFE1BF">
                    <a:alpha val="9855"/>
                  </a:srgbClr>
                </a:gs>
                <a:gs pos="71429">
                  <a:srgbClr val="FFE1BF">
                    <a:alpha val="4740"/>
                  </a:srgbClr>
                </a:gs>
                <a:gs pos="85714">
                  <a:srgbClr val="FFE1BF">
                    <a:alpha val="1902"/>
                  </a:srgbClr>
                </a:gs>
                <a:gs pos="100000">
                  <a:srgbClr val="FFE1B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-8109880">
              <a:off x="1039844" y="1364273"/>
              <a:ext cx="248464" cy="41677"/>
            </a:xfrm>
            <a:prstGeom prst="ellipse">
              <a:avLst/>
            </a:prstGeom>
            <a:gradFill>
              <a:gsLst>
                <a:gs pos="0">
                  <a:srgbClr val="280000">
                    <a:alpha val="32968"/>
                  </a:srgbClr>
                </a:gs>
                <a:gs pos="14286">
                  <a:srgbClr val="280000">
                    <a:alpha val="30764"/>
                  </a:srgbClr>
                </a:gs>
                <a:gs pos="28571">
                  <a:srgbClr val="280000">
                    <a:alpha val="24833"/>
                  </a:srgbClr>
                </a:gs>
                <a:gs pos="42857">
                  <a:srgbClr val="280000">
                    <a:alpha val="17075"/>
                  </a:srgbClr>
                </a:gs>
                <a:gs pos="57143">
                  <a:srgbClr val="280000">
                    <a:alpha val="9855"/>
                  </a:srgbClr>
                </a:gs>
                <a:gs pos="71429">
                  <a:srgbClr val="280000">
                    <a:alpha val="4740"/>
                  </a:srgbClr>
                </a:gs>
                <a:gs pos="85714">
                  <a:srgbClr val="280000">
                    <a:alpha val="1902"/>
                  </a:srgbClr>
                </a:gs>
                <a:gs pos="100000">
                  <a:srgbClr val="2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10114279">
              <a:off x="1695638" y="924590"/>
              <a:ext cx="569965" cy="99710"/>
            </a:xfrm>
            <a:prstGeom prst="ellipse">
              <a:avLst/>
            </a:prstGeom>
            <a:gradFill>
              <a:gsLst>
                <a:gs pos="0">
                  <a:srgbClr val="D9A97D">
                    <a:alpha val="12306"/>
                  </a:srgbClr>
                </a:gs>
                <a:gs pos="14286">
                  <a:srgbClr val="D9A97D">
                    <a:alpha val="11369"/>
                  </a:srgbClr>
                </a:gs>
                <a:gs pos="28571">
                  <a:srgbClr val="D9A97D">
                    <a:alpha val="8945"/>
                  </a:srgbClr>
                </a:gs>
                <a:gs pos="42857">
                  <a:srgbClr val="D9A97D">
                    <a:alpha val="5962"/>
                  </a:srgbClr>
                </a:gs>
                <a:gs pos="57143">
                  <a:srgbClr val="D9A97D">
                    <a:alpha val="3349"/>
                  </a:srgbClr>
                </a:gs>
                <a:gs pos="71429">
                  <a:srgbClr val="D9A97D">
                    <a:alpha val="1582"/>
                  </a:srgbClr>
                </a:gs>
                <a:gs pos="85714">
                  <a:srgbClr val="D9A97D">
                    <a:alpha val="628"/>
                  </a:srgbClr>
                </a:gs>
                <a:gs pos="100000">
                  <a:srgbClr val="D9A97D">
                    <a:alpha val="2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-10692323">
              <a:off x="824726" y="117487"/>
              <a:ext cx="479176" cy="397834"/>
            </a:xfrm>
            <a:prstGeom prst="ellipse">
              <a:avLst/>
            </a:prstGeom>
            <a:gradFill>
              <a:gsLst>
                <a:gs pos="0">
                  <a:srgbClr val="DD6E00">
                    <a:alpha val="3946"/>
                  </a:srgbClr>
                </a:gs>
                <a:gs pos="14286">
                  <a:srgbClr val="DD6E00">
                    <a:alpha val="3633"/>
                  </a:srgbClr>
                </a:gs>
                <a:gs pos="28571">
                  <a:srgbClr val="DD6E00">
                    <a:alpha val="2832"/>
                  </a:srgbClr>
                </a:gs>
                <a:gs pos="42857">
                  <a:srgbClr val="DD6E00">
                    <a:alpha val="1867"/>
                  </a:srgbClr>
                </a:gs>
                <a:gs pos="57143">
                  <a:srgbClr val="DD6E00">
                    <a:alpha val="1039"/>
                  </a:srgbClr>
                </a:gs>
                <a:gs pos="71429">
                  <a:srgbClr val="DD6E00">
                    <a:alpha val="488"/>
                  </a:srgbClr>
                </a:gs>
                <a:gs pos="85714">
                  <a:srgbClr val="DD6E00">
                    <a:alpha val="193"/>
                  </a:srgbClr>
                </a:gs>
                <a:gs pos="100000">
                  <a:srgbClr val="DD6E00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6114307">
              <a:off x="1470722" y="900868"/>
              <a:ext cx="539163" cy="163802"/>
            </a:xfrm>
            <a:prstGeom prst="ellipse">
              <a:avLst/>
            </a:prstGeom>
            <a:gradFill>
              <a:gsLst>
                <a:gs pos="0">
                  <a:srgbClr val="4F0100">
                    <a:alpha val="24186"/>
                  </a:srgbClr>
                </a:gs>
                <a:gs pos="14286">
                  <a:srgbClr val="4F0100">
                    <a:alpha val="22469"/>
                  </a:srgbClr>
                </a:gs>
                <a:gs pos="28571">
                  <a:srgbClr val="4F0100">
                    <a:alpha val="17930"/>
                  </a:srgbClr>
                </a:gs>
                <a:gs pos="42857">
                  <a:srgbClr val="4F0100">
                    <a:alpha val="12156"/>
                  </a:srgbClr>
                </a:gs>
                <a:gs pos="57143">
                  <a:srgbClr val="4F0100">
                    <a:alpha val="6930"/>
                  </a:srgbClr>
                </a:gs>
                <a:gs pos="71429">
                  <a:srgbClr val="4F0100">
                    <a:alpha val="3306"/>
                  </a:srgbClr>
                </a:gs>
                <a:gs pos="85714">
                  <a:srgbClr val="4F0100">
                    <a:alpha val="1321"/>
                  </a:srgbClr>
                </a:gs>
                <a:gs pos="100000">
                  <a:srgbClr val="4F0100">
                    <a:alpha val="4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9991418">
              <a:off x="1233835" y="553621"/>
              <a:ext cx="341200" cy="220921"/>
            </a:xfrm>
            <a:prstGeom prst="ellipse">
              <a:avLst/>
            </a:prstGeom>
            <a:gradFill>
              <a:gsLst>
                <a:gs pos="0">
                  <a:srgbClr val="FF0000">
                    <a:alpha val="6241"/>
                  </a:srgbClr>
                </a:gs>
                <a:gs pos="14286">
                  <a:srgbClr val="FF0000">
                    <a:alpha val="5751"/>
                  </a:srgbClr>
                </a:gs>
                <a:gs pos="28571">
                  <a:srgbClr val="FF0000">
                    <a:alpha val="4495"/>
                  </a:srgbClr>
                </a:gs>
                <a:gs pos="42857">
                  <a:srgbClr val="FF0000">
                    <a:alpha val="2972"/>
                  </a:srgbClr>
                </a:gs>
                <a:gs pos="57143">
                  <a:srgbClr val="FF0000">
                    <a:alpha val="1658"/>
                  </a:srgbClr>
                </a:gs>
                <a:gs pos="71429">
                  <a:srgbClr val="FF0000">
                    <a:alpha val="779"/>
                  </a:srgbClr>
                </a:gs>
                <a:gs pos="85714">
                  <a:srgbClr val="FF0000">
                    <a:alpha val="309"/>
                  </a:srgbClr>
                </a:gs>
                <a:gs pos="100000">
                  <a:srgbClr val="FF0000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6207563">
              <a:off x="2012287" y="15201"/>
              <a:ext cx="315409" cy="798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5230108">
              <a:off x="1562389" y="668583"/>
              <a:ext cx="348693" cy="45383"/>
            </a:xfrm>
            <a:prstGeom prst="ellipse">
              <a:avLst/>
            </a:prstGeom>
            <a:gradFill>
              <a:gsLst>
                <a:gs pos="0">
                  <a:srgbClr val="1D0000">
                    <a:alpha val="32968"/>
                  </a:srgbClr>
                </a:gs>
                <a:gs pos="14286">
                  <a:srgbClr val="1D0000">
                    <a:alpha val="30764"/>
                  </a:srgbClr>
                </a:gs>
                <a:gs pos="28571">
                  <a:srgbClr val="1D0000">
                    <a:alpha val="24833"/>
                  </a:srgbClr>
                </a:gs>
                <a:gs pos="42857">
                  <a:srgbClr val="1D0000">
                    <a:alpha val="17075"/>
                  </a:srgbClr>
                </a:gs>
                <a:gs pos="57143">
                  <a:srgbClr val="1D0000">
                    <a:alpha val="9855"/>
                  </a:srgbClr>
                </a:gs>
                <a:gs pos="71429">
                  <a:srgbClr val="1D0000">
                    <a:alpha val="4740"/>
                  </a:srgbClr>
                </a:gs>
                <a:gs pos="85714">
                  <a:srgbClr val="1D0000">
                    <a:alpha val="1902"/>
                  </a:srgbClr>
                </a:gs>
                <a:gs pos="100000">
                  <a:srgbClr val="1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-10741955">
              <a:off x="1109260" y="1795906"/>
              <a:ext cx="316129" cy="25078"/>
            </a:xfrm>
            <a:prstGeom prst="ellipse">
              <a:avLst/>
            </a:prstGeom>
            <a:gradFill>
              <a:gsLst>
                <a:gs pos="0">
                  <a:srgbClr val="F7E9D5">
                    <a:alpha val="32968"/>
                  </a:srgbClr>
                </a:gs>
                <a:gs pos="14286">
                  <a:srgbClr val="F7E9D5">
                    <a:alpha val="30764"/>
                  </a:srgbClr>
                </a:gs>
                <a:gs pos="28571">
                  <a:srgbClr val="F7E9D5">
                    <a:alpha val="24833"/>
                  </a:srgbClr>
                </a:gs>
                <a:gs pos="42857">
                  <a:srgbClr val="F7E9D5">
                    <a:alpha val="17075"/>
                  </a:srgbClr>
                </a:gs>
                <a:gs pos="57143">
                  <a:srgbClr val="F7E9D5">
                    <a:alpha val="9855"/>
                  </a:srgbClr>
                </a:gs>
                <a:gs pos="71429">
                  <a:srgbClr val="F7E9D5">
                    <a:alpha val="4740"/>
                  </a:srgbClr>
                </a:gs>
                <a:gs pos="85714">
                  <a:srgbClr val="F7E9D5">
                    <a:alpha val="1902"/>
                  </a:srgbClr>
                </a:gs>
                <a:gs pos="100000">
                  <a:srgbClr val="F7E9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3166279">
              <a:off x="-113060" y="554953"/>
              <a:ext cx="355591" cy="336241"/>
            </a:xfrm>
            <a:prstGeom prst="ellipse">
              <a:avLst/>
            </a:prstGeom>
            <a:gradFill>
              <a:gsLst>
                <a:gs pos="0">
                  <a:srgbClr val="B39891">
                    <a:alpha val="29539"/>
                  </a:srgbClr>
                </a:gs>
                <a:gs pos="14286">
                  <a:srgbClr val="B39891">
                    <a:alpha val="27515"/>
                  </a:srgbClr>
                </a:gs>
                <a:gs pos="28571">
                  <a:srgbClr val="B39891">
                    <a:alpha val="22108"/>
                  </a:srgbClr>
                </a:gs>
                <a:gs pos="42857">
                  <a:srgbClr val="B39891">
                    <a:alpha val="15116"/>
                  </a:srgbClr>
                </a:gs>
                <a:gs pos="57143">
                  <a:srgbClr val="B39891">
                    <a:alpha val="8681"/>
                  </a:srgbClr>
                </a:gs>
                <a:gs pos="71429">
                  <a:srgbClr val="B39891">
                    <a:alpha val="4162"/>
                  </a:srgbClr>
                </a:gs>
                <a:gs pos="85714">
                  <a:srgbClr val="B39891">
                    <a:alpha val="1667"/>
                  </a:srgbClr>
                </a:gs>
                <a:gs pos="100000">
                  <a:srgbClr val="B39891">
                    <a:alpha val="5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-8404815">
              <a:off x="623785" y="317111"/>
              <a:ext cx="398931" cy="60259"/>
            </a:xfrm>
            <a:prstGeom prst="ellipse">
              <a:avLst/>
            </a:prstGeom>
            <a:gradFill>
              <a:gsLst>
                <a:gs pos="0">
                  <a:srgbClr val="38003C">
                    <a:alpha val="19222"/>
                  </a:srgbClr>
                </a:gs>
                <a:gs pos="14286">
                  <a:srgbClr val="38003C">
                    <a:alpha val="17815"/>
                  </a:srgbClr>
                </a:gs>
                <a:gs pos="28571">
                  <a:srgbClr val="38003C">
                    <a:alpha val="14130"/>
                  </a:srgbClr>
                </a:gs>
                <a:gs pos="42857">
                  <a:srgbClr val="38003C">
                    <a:alpha val="9509"/>
                  </a:srgbClr>
                </a:gs>
                <a:gs pos="57143">
                  <a:srgbClr val="38003C">
                    <a:alpha val="5386"/>
                  </a:srgbClr>
                </a:gs>
                <a:gs pos="71429">
                  <a:srgbClr val="38003C">
                    <a:alpha val="2558"/>
                  </a:srgbClr>
                </a:gs>
                <a:gs pos="85714">
                  <a:srgbClr val="38003C">
                    <a:alpha val="1020"/>
                  </a:srgbClr>
                </a:gs>
                <a:gs pos="100000">
                  <a:srgbClr val="38003C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3928161">
              <a:off x="501319" y="1983766"/>
              <a:ext cx="413260" cy="258866"/>
            </a:xfrm>
            <a:prstGeom prst="ellipse">
              <a:avLst/>
            </a:prstGeom>
            <a:gradFill>
              <a:gsLst>
                <a:gs pos="0">
                  <a:srgbClr val="765100">
                    <a:alpha val="19911"/>
                  </a:srgbClr>
                </a:gs>
                <a:gs pos="14286">
                  <a:srgbClr val="765100">
                    <a:alpha val="18460"/>
                  </a:srgbClr>
                </a:gs>
                <a:gs pos="28571">
                  <a:srgbClr val="765100">
                    <a:alpha val="14654"/>
                  </a:srgbClr>
                </a:gs>
                <a:gs pos="42857">
                  <a:srgbClr val="765100">
                    <a:alpha val="9871"/>
                  </a:srgbClr>
                </a:gs>
                <a:gs pos="57143">
                  <a:srgbClr val="765100">
                    <a:alpha val="5596"/>
                  </a:srgbClr>
                </a:gs>
                <a:gs pos="71429">
                  <a:srgbClr val="765100">
                    <a:alpha val="2660"/>
                  </a:srgbClr>
                </a:gs>
                <a:gs pos="85714">
                  <a:srgbClr val="765100">
                    <a:alpha val="1060"/>
                  </a:srgbClr>
                </a:gs>
                <a:gs pos="100000">
                  <a:srgbClr val="765100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8797983">
              <a:off x="557270" y="1191109"/>
              <a:ext cx="445354" cy="294871"/>
            </a:xfrm>
            <a:prstGeom prst="ellipse">
              <a:avLst/>
            </a:prstGeom>
            <a:gradFill>
              <a:gsLst>
                <a:gs pos="0">
                  <a:srgbClr val="DCA400">
                    <a:alpha val="16419"/>
                  </a:srgbClr>
                </a:gs>
                <a:gs pos="14286">
                  <a:srgbClr val="DCA400">
                    <a:alpha val="15198"/>
                  </a:srgbClr>
                </a:gs>
                <a:gs pos="28571">
                  <a:srgbClr val="DCA400">
                    <a:alpha val="12014"/>
                  </a:srgbClr>
                </a:gs>
                <a:gs pos="42857">
                  <a:srgbClr val="DCA400">
                    <a:alpha val="8053"/>
                  </a:srgbClr>
                </a:gs>
                <a:gs pos="57143">
                  <a:srgbClr val="DCA400">
                    <a:alpha val="4545"/>
                  </a:srgbClr>
                </a:gs>
                <a:gs pos="71429">
                  <a:srgbClr val="DCA400">
                    <a:alpha val="2154"/>
                  </a:srgbClr>
                </a:gs>
                <a:gs pos="85714">
                  <a:srgbClr val="DCA400">
                    <a:alpha val="857"/>
                  </a:srgbClr>
                </a:gs>
                <a:gs pos="100000">
                  <a:srgbClr val="DCA400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9639527">
              <a:off x="3427437" y="1108721"/>
              <a:ext cx="414356" cy="296695"/>
            </a:xfrm>
            <a:prstGeom prst="ellipse">
              <a:avLst/>
            </a:prstGeom>
            <a:gradFill>
              <a:gsLst>
                <a:gs pos="0">
                  <a:srgbClr val="BFB7E3">
                    <a:alpha val="27336"/>
                  </a:srgbClr>
                </a:gs>
                <a:gs pos="14286">
                  <a:srgbClr val="BFB7E3">
                    <a:alpha val="25435"/>
                  </a:srgbClr>
                </a:gs>
                <a:gs pos="28571">
                  <a:srgbClr val="BFB7E3">
                    <a:alpha val="20379"/>
                  </a:srgbClr>
                </a:gs>
                <a:gs pos="42857">
                  <a:srgbClr val="BFB7E3">
                    <a:alpha val="13884"/>
                  </a:srgbClr>
                </a:gs>
                <a:gs pos="57143">
                  <a:srgbClr val="BFB7E3">
                    <a:alpha val="7949"/>
                  </a:srgbClr>
                </a:gs>
                <a:gs pos="71429">
                  <a:srgbClr val="BFB7E3">
                    <a:alpha val="3803"/>
                  </a:srgbClr>
                </a:gs>
                <a:gs pos="85714">
                  <a:srgbClr val="BFB7E3">
                    <a:alpha val="1521"/>
                  </a:srgbClr>
                </a:gs>
                <a:gs pos="100000">
                  <a:srgbClr val="BFB7E3">
                    <a:alpha val="5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7182413">
              <a:off x="442337" y="915369"/>
              <a:ext cx="489752" cy="443077"/>
            </a:xfrm>
            <a:prstGeom prst="ellipse">
              <a:avLst/>
            </a:prstGeom>
            <a:gradFill>
              <a:gsLst>
                <a:gs pos="0">
                  <a:srgbClr val="EAC3BD">
                    <a:alpha val="20980"/>
                  </a:srgbClr>
                </a:gs>
                <a:gs pos="14286">
                  <a:srgbClr val="EAC3BD">
                    <a:alpha val="19460"/>
                  </a:srgbClr>
                </a:gs>
                <a:gs pos="28571">
                  <a:srgbClr val="EAC3BD">
                    <a:alpha val="15468"/>
                  </a:srgbClr>
                </a:gs>
                <a:gs pos="42857">
                  <a:srgbClr val="EAC3BD">
                    <a:alpha val="10436"/>
                  </a:srgbClr>
                </a:gs>
                <a:gs pos="57143">
                  <a:srgbClr val="EAC3BD">
                    <a:alpha val="5925"/>
                  </a:srgbClr>
                </a:gs>
                <a:gs pos="71429">
                  <a:srgbClr val="EAC3BD">
                    <a:alpha val="2818"/>
                  </a:srgbClr>
                </a:gs>
                <a:gs pos="85714">
                  <a:srgbClr val="EAC3BD">
                    <a:alpha val="1124"/>
                  </a:srgbClr>
                </a:gs>
                <a:gs pos="100000">
                  <a:srgbClr val="EAC3BD">
                    <a:alpha val="3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-8153163">
              <a:off x="724786" y="537836"/>
              <a:ext cx="402113" cy="96816"/>
            </a:xfrm>
            <a:prstGeom prst="ellipse">
              <a:avLst/>
            </a:prstGeom>
            <a:gradFill>
              <a:gsLst>
                <a:gs pos="0">
                  <a:srgbClr val="DDBDA1">
                    <a:alpha val="7439"/>
                  </a:srgbClr>
                </a:gs>
                <a:gs pos="14286">
                  <a:srgbClr val="DDBDA1">
                    <a:alpha val="6858"/>
                  </a:srgbClr>
                </a:gs>
                <a:gs pos="28571">
                  <a:srgbClr val="DDBDA1">
                    <a:alpha val="5367"/>
                  </a:srgbClr>
                </a:gs>
                <a:gs pos="42857">
                  <a:srgbClr val="DDBDA1">
                    <a:alpha val="3554"/>
                  </a:srgbClr>
                </a:gs>
                <a:gs pos="57143">
                  <a:srgbClr val="DDBDA1">
                    <a:alpha val="1985"/>
                  </a:srgbClr>
                </a:gs>
                <a:gs pos="71429">
                  <a:srgbClr val="DDBDA1">
                    <a:alpha val="934"/>
                  </a:srgbClr>
                </a:gs>
                <a:gs pos="85714">
                  <a:srgbClr val="DDBDA1">
                    <a:alpha val="370"/>
                  </a:srgbClr>
                </a:gs>
                <a:gs pos="100000">
                  <a:srgbClr val="DDBDA1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2910980">
              <a:off x="1708448" y="203580"/>
              <a:ext cx="452710" cy="225577"/>
            </a:xfrm>
            <a:prstGeom prst="ellipse">
              <a:avLst/>
            </a:prstGeom>
            <a:gradFill>
              <a:gsLst>
                <a:gs pos="0">
                  <a:srgbClr val="370000">
                    <a:alpha val="17790"/>
                  </a:srgbClr>
                </a:gs>
                <a:gs pos="14286">
                  <a:srgbClr val="370000">
                    <a:alpha val="16477"/>
                  </a:srgbClr>
                </a:gs>
                <a:gs pos="28571">
                  <a:srgbClr val="370000">
                    <a:alpha val="13047"/>
                  </a:srgbClr>
                </a:gs>
                <a:gs pos="42857">
                  <a:srgbClr val="370000">
                    <a:alpha val="8762"/>
                  </a:srgbClr>
                </a:gs>
                <a:gs pos="57143">
                  <a:srgbClr val="370000">
                    <a:alpha val="4954"/>
                  </a:srgbClr>
                </a:gs>
                <a:gs pos="71429">
                  <a:srgbClr val="370000">
                    <a:alpha val="2350"/>
                  </a:srgbClr>
                </a:gs>
                <a:gs pos="85714">
                  <a:srgbClr val="370000">
                    <a:alpha val="936"/>
                  </a:srgbClr>
                </a:gs>
                <a:gs pos="100000">
                  <a:srgbClr val="370000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7237868">
              <a:off x="1447323" y="983077"/>
              <a:ext cx="233206" cy="72983"/>
            </a:xfrm>
            <a:prstGeom prst="ellipse">
              <a:avLst/>
            </a:prstGeom>
            <a:gradFill>
              <a:gsLst>
                <a:gs pos="0">
                  <a:srgbClr val="FCBE3D">
                    <a:alpha val="32968"/>
                  </a:srgbClr>
                </a:gs>
                <a:gs pos="14286">
                  <a:srgbClr val="FCBE3D">
                    <a:alpha val="30764"/>
                  </a:srgbClr>
                </a:gs>
                <a:gs pos="28571">
                  <a:srgbClr val="FCBE3D">
                    <a:alpha val="24833"/>
                  </a:srgbClr>
                </a:gs>
                <a:gs pos="42857">
                  <a:srgbClr val="FCBE3D">
                    <a:alpha val="17075"/>
                  </a:srgbClr>
                </a:gs>
                <a:gs pos="57143">
                  <a:srgbClr val="FCBE3D">
                    <a:alpha val="9855"/>
                  </a:srgbClr>
                </a:gs>
                <a:gs pos="71429">
                  <a:srgbClr val="FCBE3D">
                    <a:alpha val="4740"/>
                  </a:srgbClr>
                </a:gs>
                <a:gs pos="85714">
                  <a:srgbClr val="FCBE3D">
                    <a:alpha val="1902"/>
                  </a:srgbClr>
                </a:gs>
                <a:gs pos="100000">
                  <a:srgbClr val="FCBE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7071550">
              <a:off x="1930631" y="550998"/>
              <a:ext cx="391480" cy="217576"/>
            </a:xfrm>
            <a:prstGeom prst="ellipse">
              <a:avLst/>
            </a:prstGeom>
            <a:gradFill>
              <a:gsLst>
                <a:gs pos="0">
                  <a:srgbClr val="1E0000">
                    <a:alpha val="32968"/>
                  </a:srgbClr>
                </a:gs>
                <a:gs pos="14286">
                  <a:srgbClr val="1E0000">
                    <a:alpha val="30764"/>
                  </a:srgbClr>
                </a:gs>
                <a:gs pos="28571">
                  <a:srgbClr val="1E0000">
                    <a:alpha val="24833"/>
                  </a:srgbClr>
                </a:gs>
                <a:gs pos="42857">
                  <a:srgbClr val="1E0000">
                    <a:alpha val="17075"/>
                  </a:srgbClr>
                </a:gs>
                <a:gs pos="57143">
                  <a:srgbClr val="1E0000">
                    <a:alpha val="9855"/>
                  </a:srgbClr>
                </a:gs>
                <a:gs pos="71429">
                  <a:srgbClr val="1E0000">
                    <a:alpha val="4740"/>
                  </a:srgbClr>
                </a:gs>
                <a:gs pos="85714">
                  <a:srgbClr val="1E0000">
                    <a:alpha val="1902"/>
                  </a:srgbClr>
                </a:gs>
                <a:gs pos="100000">
                  <a:srgbClr val="1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-9749818">
              <a:off x="1952437" y="127809"/>
              <a:ext cx="415182" cy="215862"/>
            </a:xfrm>
            <a:prstGeom prst="ellipse">
              <a:avLst/>
            </a:prstGeom>
            <a:gradFill>
              <a:gsLst>
                <a:gs pos="0">
                  <a:srgbClr val="000000">
                    <a:alpha val="8316"/>
                  </a:srgbClr>
                </a:gs>
                <a:gs pos="14286">
                  <a:srgbClr val="000000">
                    <a:alpha val="7670"/>
                  </a:srgbClr>
                </a:gs>
                <a:gs pos="28571">
                  <a:srgbClr val="000000">
                    <a:alpha val="6008"/>
                  </a:srgbClr>
                </a:gs>
                <a:gs pos="42857">
                  <a:srgbClr val="000000">
                    <a:alpha val="3983"/>
                  </a:srgbClr>
                </a:gs>
                <a:gs pos="57143">
                  <a:srgbClr val="000000">
                    <a:alpha val="2227"/>
                  </a:srgbClr>
                </a:gs>
                <a:gs pos="71429">
                  <a:srgbClr val="000000">
                    <a:alpha val="1049"/>
                  </a:srgbClr>
                </a:gs>
                <a:gs pos="85714">
                  <a:srgbClr val="000000">
                    <a:alpha val="416"/>
                  </a:srgbClr>
                </a:gs>
                <a:gs pos="100000">
                  <a:srgbClr val="000000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6561591">
              <a:off x="1607295" y="38242"/>
              <a:ext cx="358300" cy="82966"/>
            </a:xfrm>
            <a:prstGeom prst="ellipse">
              <a:avLst/>
            </a:prstGeom>
            <a:gradFill>
              <a:gsLst>
                <a:gs pos="0">
                  <a:srgbClr val="B88661">
                    <a:alpha val="23791"/>
                  </a:srgbClr>
                </a:gs>
                <a:gs pos="14286">
                  <a:srgbClr val="B88661">
                    <a:alpha val="22098"/>
                  </a:srgbClr>
                </a:gs>
                <a:gs pos="28571">
                  <a:srgbClr val="B88661">
                    <a:alpha val="17625"/>
                  </a:srgbClr>
                </a:gs>
                <a:gs pos="42857">
                  <a:srgbClr val="B88661">
                    <a:alpha val="11942"/>
                  </a:srgbClr>
                </a:gs>
                <a:gs pos="57143">
                  <a:srgbClr val="B88661">
                    <a:alpha val="6804"/>
                  </a:srgbClr>
                </a:gs>
                <a:gs pos="71429">
                  <a:srgbClr val="B88661">
                    <a:alpha val="3245"/>
                  </a:srgbClr>
                </a:gs>
                <a:gs pos="85714">
                  <a:srgbClr val="B88661">
                    <a:alpha val="1296"/>
                  </a:srgbClr>
                </a:gs>
                <a:gs pos="100000">
                  <a:srgbClr val="B88661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6528329">
              <a:off x="1364204" y="117098"/>
              <a:ext cx="445409" cy="378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-10730769">
              <a:off x="193126" y="1063716"/>
              <a:ext cx="334226" cy="107371"/>
            </a:xfrm>
            <a:prstGeom prst="ellipse">
              <a:avLst/>
            </a:prstGeom>
            <a:gradFill>
              <a:gsLst>
                <a:gs pos="0">
                  <a:srgbClr val="FFDECA">
                    <a:alpha val="29476"/>
                  </a:srgbClr>
                </a:gs>
                <a:gs pos="14286">
                  <a:srgbClr val="FFDECA">
                    <a:alpha val="27455"/>
                  </a:srgbClr>
                </a:gs>
                <a:gs pos="28571">
                  <a:srgbClr val="FFDECA">
                    <a:alpha val="22058"/>
                  </a:srgbClr>
                </a:gs>
                <a:gs pos="42857">
                  <a:srgbClr val="FFDECA">
                    <a:alpha val="15080"/>
                  </a:srgbClr>
                </a:gs>
                <a:gs pos="57143">
                  <a:srgbClr val="FFDECA">
                    <a:alpha val="8659"/>
                  </a:srgbClr>
                </a:gs>
                <a:gs pos="71429">
                  <a:srgbClr val="FFDECA">
                    <a:alpha val="4151"/>
                  </a:srgbClr>
                </a:gs>
                <a:gs pos="85714">
                  <a:srgbClr val="FFDECA">
                    <a:alpha val="1663"/>
                  </a:srgbClr>
                </a:gs>
                <a:gs pos="100000">
                  <a:srgbClr val="FFDECA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-10299639">
              <a:off x="891371" y="180554"/>
              <a:ext cx="406046" cy="396563"/>
            </a:xfrm>
            <a:prstGeom prst="ellipse">
              <a:avLst/>
            </a:prstGeom>
            <a:gradFill>
              <a:gsLst>
                <a:gs pos="0">
                  <a:srgbClr val="BCAD00">
                    <a:alpha val="6322"/>
                  </a:srgbClr>
                </a:gs>
                <a:gs pos="14286">
                  <a:srgbClr val="BCAD00">
                    <a:alpha val="5826"/>
                  </a:srgbClr>
                </a:gs>
                <a:gs pos="28571">
                  <a:srgbClr val="BCAD00">
                    <a:alpha val="4554"/>
                  </a:srgbClr>
                </a:gs>
                <a:gs pos="42857">
                  <a:srgbClr val="BCAD00">
                    <a:alpha val="3011"/>
                  </a:srgbClr>
                </a:gs>
                <a:gs pos="57143">
                  <a:srgbClr val="BCAD00">
                    <a:alpha val="1680"/>
                  </a:srgbClr>
                </a:gs>
                <a:gs pos="71429">
                  <a:srgbClr val="BCAD00">
                    <a:alpha val="790"/>
                  </a:srgbClr>
                </a:gs>
                <a:gs pos="85714">
                  <a:srgbClr val="BCAD00">
                    <a:alpha val="313"/>
                  </a:srgbClr>
                </a:gs>
                <a:gs pos="100000">
                  <a:srgbClr val="BCAD00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6855344">
              <a:off x="2685068" y="2178184"/>
              <a:ext cx="383831" cy="302414"/>
            </a:xfrm>
            <a:prstGeom prst="ellipse">
              <a:avLst/>
            </a:prstGeom>
            <a:gradFill>
              <a:gsLst>
                <a:gs pos="0">
                  <a:srgbClr val="001A8F">
                    <a:alpha val="11567"/>
                  </a:srgbClr>
                </a:gs>
                <a:gs pos="14286">
                  <a:srgbClr val="001A8F">
                    <a:alpha val="10683"/>
                  </a:srgbClr>
                </a:gs>
                <a:gs pos="28571">
                  <a:srgbClr val="001A8F">
                    <a:alpha val="8399"/>
                  </a:srgbClr>
                </a:gs>
                <a:gs pos="42857">
                  <a:srgbClr val="001A8F">
                    <a:alpha val="5592"/>
                  </a:srgbClr>
                </a:gs>
                <a:gs pos="57143">
                  <a:srgbClr val="001A8F">
                    <a:alpha val="3138"/>
                  </a:srgbClr>
                </a:gs>
                <a:gs pos="71429">
                  <a:srgbClr val="001A8F">
                    <a:alpha val="1481"/>
                  </a:srgbClr>
                </a:gs>
                <a:gs pos="85714">
                  <a:srgbClr val="001A8F">
                    <a:alpha val="588"/>
                  </a:srgbClr>
                </a:gs>
                <a:gs pos="100000">
                  <a:srgbClr val="001A8F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6739969">
              <a:off x="1675171" y="542387"/>
              <a:ext cx="396775" cy="43193"/>
            </a:xfrm>
            <a:prstGeom prst="ellipse">
              <a:avLst/>
            </a:prstGeom>
            <a:gradFill>
              <a:gsLst>
                <a:gs pos="0">
                  <a:srgbClr val="26001A">
                    <a:alpha val="32968"/>
                  </a:srgbClr>
                </a:gs>
                <a:gs pos="14286">
                  <a:srgbClr val="26001A">
                    <a:alpha val="30764"/>
                  </a:srgbClr>
                </a:gs>
                <a:gs pos="28571">
                  <a:srgbClr val="26001A">
                    <a:alpha val="24833"/>
                  </a:srgbClr>
                </a:gs>
                <a:gs pos="42857">
                  <a:srgbClr val="26001A">
                    <a:alpha val="17075"/>
                  </a:srgbClr>
                </a:gs>
                <a:gs pos="57143">
                  <a:srgbClr val="26001A">
                    <a:alpha val="9855"/>
                  </a:srgbClr>
                </a:gs>
                <a:gs pos="71429">
                  <a:srgbClr val="26001A">
                    <a:alpha val="4740"/>
                  </a:srgbClr>
                </a:gs>
                <a:gs pos="85714">
                  <a:srgbClr val="26001A">
                    <a:alpha val="1902"/>
                  </a:srgbClr>
                </a:gs>
                <a:gs pos="100000">
                  <a:srgbClr val="2600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7810725">
              <a:off x="1341058" y="-129127"/>
              <a:ext cx="391135" cy="332638"/>
            </a:xfrm>
            <a:prstGeom prst="ellipse">
              <a:avLst/>
            </a:prstGeom>
            <a:gradFill>
              <a:gsLst>
                <a:gs pos="0">
                  <a:srgbClr val="5E3E00">
                    <a:alpha val="12961"/>
                  </a:srgbClr>
                </a:gs>
                <a:gs pos="14286">
                  <a:srgbClr val="5E3E00">
                    <a:alpha val="11978"/>
                  </a:srgbClr>
                </a:gs>
                <a:gs pos="28571">
                  <a:srgbClr val="5E3E00">
                    <a:alpha val="9431"/>
                  </a:srgbClr>
                </a:gs>
                <a:gs pos="42857">
                  <a:srgbClr val="5E3E00">
                    <a:alpha val="6291"/>
                  </a:srgbClr>
                </a:gs>
                <a:gs pos="57143">
                  <a:srgbClr val="5E3E00">
                    <a:alpha val="3536"/>
                  </a:srgbClr>
                </a:gs>
                <a:gs pos="71429">
                  <a:srgbClr val="5E3E00">
                    <a:alpha val="1671"/>
                  </a:srgbClr>
                </a:gs>
                <a:gs pos="85714">
                  <a:srgbClr val="5E3E00">
                    <a:alpha val="664"/>
                  </a:srgbClr>
                </a:gs>
                <a:gs pos="100000">
                  <a:srgbClr val="5E3E00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-8498888">
              <a:off x="1034013" y="1452339"/>
              <a:ext cx="467091" cy="54727"/>
            </a:xfrm>
            <a:prstGeom prst="ellipse">
              <a:avLst/>
            </a:prstGeom>
            <a:gradFill>
              <a:gsLst>
                <a:gs pos="0">
                  <a:srgbClr val="FFD08B">
                    <a:alpha val="14680"/>
                  </a:srgbClr>
                </a:gs>
                <a:gs pos="14286">
                  <a:srgbClr val="FFD08B">
                    <a:alpha val="13577"/>
                  </a:srgbClr>
                </a:gs>
                <a:gs pos="28571">
                  <a:srgbClr val="FFD08B">
                    <a:alpha val="10712"/>
                  </a:srgbClr>
                </a:gs>
                <a:gs pos="42857">
                  <a:srgbClr val="FFD08B">
                    <a:alpha val="7162"/>
                  </a:srgbClr>
                </a:gs>
                <a:gs pos="57143">
                  <a:srgbClr val="FFD08B">
                    <a:alpha val="4034"/>
                  </a:srgbClr>
                </a:gs>
                <a:gs pos="71429">
                  <a:srgbClr val="FFD08B">
                    <a:alpha val="1909"/>
                  </a:srgbClr>
                </a:gs>
                <a:gs pos="85714">
                  <a:srgbClr val="FFD08B">
                    <a:alpha val="759"/>
                  </a:srgbClr>
                </a:gs>
                <a:gs pos="100000">
                  <a:srgbClr val="FFD08B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-9326915">
              <a:off x="669321" y="358366"/>
              <a:ext cx="449193" cy="49130"/>
            </a:xfrm>
            <a:prstGeom prst="ellipse">
              <a:avLst/>
            </a:prstGeom>
            <a:gradFill>
              <a:gsLst>
                <a:gs pos="0">
                  <a:srgbClr val="300014">
                    <a:alpha val="23603"/>
                  </a:srgbClr>
                </a:gs>
                <a:gs pos="14286">
                  <a:srgbClr val="300014">
                    <a:alpha val="21921"/>
                  </a:srgbClr>
                </a:gs>
                <a:gs pos="28571">
                  <a:srgbClr val="300014">
                    <a:alpha val="17480"/>
                  </a:srgbClr>
                </a:gs>
                <a:gs pos="42857">
                  <a:srgbClr val="300014">
                    <a:alpha val="11840"/>
                  </a:srgbClr>
                </a:gs>
                <a:gs pos="57143">
                  <a:srgbClr val="300014">
                    <a:alpha val="6745"/>
                  </a:srgbClr>
                </a:gs>
                <a:gs pos="71429">
                  <a:srgbClr val="300014">
                    <a:alpha val="3216"/>
                  </a:srgbClr>
                </a:gs>
                <a:gs pos="85714">
                  <a:srgbClr val="300014">
                    <a:alpha val="1284"/>
                  </a:srgbClr>
                </a:gs>
                <a:gs pos="100000">
                  <a:srgbClr val="300014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4057770">
              <a:off x="1913275" y="967160"/>
              <a:ext cx="466717" cy="197523"/>
            </a:xfrm>
            <a:prstGeom prst="ellipse">
              <a:avLst/>
            </a:prstGeom>
            <a:gradFill>
              <a:gsLst>
                <a:gs pos="0">
                  <a:srgbClr val="C6A080">
                    <a:alpha val="31568"/>
                  </a:srgbClr>
                </a:gs>
                <a:gs pos="14286">
                  <a:srgbClr val="C6A080">
                    <a:alpha val="29436"/>
                  </a:srgbClr>
                </a:gs>
                <a:gs pos="28571">
                  <a:srgbClr val="C6A080">
                    <a:alpha val="23716"/>
                  </a:srgbClr>
                </a:gs>
                <a:gs pos="42857">
                  <a:srgbClr val="C6A080">
                    <a:alpha val="16269"/>
                  </a:srgbClr>
                </a:gs>
                <a:gs pos="57143">
                  <a:srgbClr val="C6A080">
                    <a:alpha val="9370"/>
                  </a:srgbClr>
                </a:gs>
                <a:gs pos="71429">
                  <a:srgbClr val="C6A080">
                    <a:alpha val="4501"/>
                  </a:srgbClr>
                </a:gs>
                <a:gs pos="85714">
                  <a:srgbClr val="C6A080">
                    <a:alpha val="1805"/>
                  </a:srgbClr>
                </a:gs>
                <a:gs pos="100000">
                  <a:srgbClr val="C6A080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3736823">
              <a:off x="759378" y="853637"/>
              <a:ext cx="483586" cy="149517"/>
            </a:xfrm>
            <a:prstGeom prst="ellipse">
              <a:avLst/>
            </a:prstGeom>
            <a:gradFill>
              <a:gsLst>
                <a:gs pos="0">
                  <a:srgbClr val="FFCDA9">
                    <a:alpha val="18501"/>
                  </a:srgbClr>
                </a:gs>
                <a:gs pos="14286">
                  <a:srgbClr val="FFCDA9">
                    <a:alpha val="17141"/>
                  </a:srgbClr>
                </a:gs>
                <a:gs pos="28571">
                  <a:srgbClr val="FFCDA9">
                    <a:alpha val="13584"/>
                  </a:srgbClr>
                </a:gs>
                <a:gs pos="42857">
                  <a:srgbClr val="FFCDA9">
                    <a:alpha val="9132"/>
                  </a:srgbClr>
                </a:gs>
                <a:gs pos="57143">
                  <a:srgbClr val="FFCDA9">
                    <a:alpha val="5168"/>
                  </a:srgbClr>
                </a:gs>
                <a:gs pos="71429">
                  <a:srgbClr val="FFCDA9">
                    <a:alpha val="2453"/>
                  </a:srgbClr>
                </a:gs>
                <a:gs pos="85714">
                  <a:srgbClr val="FFCDA9">
                    <a:alpha val="977"/>
                  </a:srgbClr>
                </a:gs>
                <a:gs pos="100000">
                  <a:srgbClr val="FFCDA9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-9169398">
              <a:off x="1213335" y="657880"/>
              <a:ext cx="586238" cy="2409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-10367984">
              <a:off x="3123983" y="1062330"/>
              <a:ext cx="226848" cy="96598"/>
            </a:xfrm>
            <a:prstGeom prst="ellipse">
              <a:avLst/>
            </a:prstGeom>
            <a:gradFill>
              <a:gsLst>
                <a:gs pos="0">
                  <a:srgbClr val="DFCBB5">
                    <a:alpha val="9052"/>
                  </a:srgbClr>
                </a:gs>
                <a:gs pos="14286">
                  <a:srgbClr val="DFCBB5">
                    <a:alpha val="8352"/>
                  </a:srgbClr>
                </a:gs>
                <a:gs pos="28571">
                  <a:srgbClr val="DFCBB5">
                    <a:alpha val="6547"/>
                  </a:srgbClr>
                </a:gs>
                <a:gs pos="42857">
                  <a:srgbClr val="DFCBB5">
                    <a:alpha val="4344"/>
                  </a:srgbClr>
                </a:gs>
                <a:gs pos="57143">
                  <a:srgbClr val="DFCBB5">
                    <a:alpha val="2431"/>
                  </a:srgbClr>
                </a:gs>
                <a:gs pos="71429">
                  <a:srgbClr val="DFCBB5">
                    <a:alpha val="1145"/>
                  </a:srgbClr>
                </a:gs>
                <a:gs pos="85714">
                  <a:srgbClr val="DFCBB5">
                    <a:alpha val="455"/>
                  </a:srgbClr>
                </a:gs>
                <a:gs pos="100000">
                  <a:srgbClr val="DFCBB5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5772560">
              <a:off x="1935694" y="495793"/>
              <a:ext cx="273356" cy="39901"/>
            </a:xfrm>
            <a:prstGeom prst="ellipse">
              <a:avLst/>
            </a:prstGeom>
            <a:gradFill>
              <a:gsLst>
                <a:gs pos="0">
                  <a:srgbClr val="F1C5A0">
                    <a:alpha val="31915"/>
                  </a:srgbClr>
                </a:gs>
                <a:gs pos="14286">
                  <a:srgbClr val="F1C5A0">
                    <a:alpha val="29765"/>
                  </a:srgbClr>
                </a:gs>
                <a:gs pos="28571">
                  <a:srgbClr val="F1C5A0">
                    <a:alpha val="23992"/>
                  </a:srgbClr>
                </a:gs>
                <a:gs pos="42857">
                  <a:srgbClr val="F1C5A0">
                    <a:alpha val="16468"/>
                  </a:srgbClr>
                </a:gs>
                <a:gs pos="57143">
                  <a:srgbClr val="F1C5A0">
                    <a:alpha val="9490"/>
                  </a:srgbClr>
                </a:gs>
                <a:gs pos="71429">
                  <a:srgbClr val="F1C5A0">
                    <a:alpha val="4560"/>
                  </a:srgbClr>
                </a:gs>
                <a:gs pos="85714">
                  <a:srgbClr val="F1C5A0">
                    <a:alpha val="1829"/>
                  </a:srgbClr>
                </a:gs>
                <a:gs pos="100000">
                  <a:srgbClr val="F1C5A0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5508854">
              <a:off x="1995448" y="1388077"/>
              <a:ext cx="559688" cy="121620"/>
            </a:xfrm>
            <a:prstGeom prst="ellipse">
              <a:avLst/>
            </a:prstGeom>
            <a:gradFill>
              <a:gsLst>
                <a:gs pos="0">
                  <a:srgbClr val="F4CF00">
                    <a:alpha val="9445"/>
                  </a:srgbClr>
                </a:gs>
                <a:gs pos="14286">
                  <a:srgbClr val="F4CF00">
                    <a:alpha val="8716"/>
                  </a:srgbClr>
                </a:gs>
                <a:gs pos="28571">
                  <a:srgbClr val="F4CF00">
                    <a:alpha val="6836"/>
                  </a:srgbClr>
                </a:gs>
                <a:gs pos="42857">
                  <a:srgbClr val="F4CF00">
                    <a:alpha val="4538"/>
                  </a:srgbClr>
                </a:gs>
                <a:gs pos="57143">
                  <a:srgbClr val="F4CF00">
                    <a:alpha val="2541"/>
                  </a:srgbClr>
                </a:gs>
                <a:gs pos="71429">
                  <a:srgbClr val="F4CF00">
                    <a:alpha val="1197"/>
                  </a:srgbClr>
                </a:gs>
                <a:gs pos="85714">
                  <a:srgbClr val="F4CF00">
                    <a:alpha val="475"/>
                  </a:srgbClr>
                </a:gs>
                <a:gs pos="100000">
                  <a:srgbClr val="F4CF00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3357066">
              <a:off x="2468725" y="1761307"/>
              <a:ext cx="473277" cy="227486"/>
            </a:xfrm>
            <a:prstGeom prst="ellipse">
              <a:avLst/>
            </a:prstGeom>
            <a:gradFill>
              <a:gsLst>
                <a:gs pos="0">
                  <a:srgbClr val="866232">
                    <a:alpha val="20702"/>
                  </a:srgbClr>
                </a:gs>
                <a:gs pos="14286">
                  <a:srgbClr val="866232">
                    <a:alpha val="19200"/>
                  </a:srgbClr>
                </a:gs>
                <a:gs pos="28571">
                  <a:srgbClr val="866232">
                    <a:alpha val="15256"/>
                  </a:srgbClr>
                </a:gs>
                <a:gs pos="42857">
                  <a:srgbClr val="866232">
                    <a:alpha val="10289"/>
                  </a:srgbClr>
                </a:gs>
                <a:gs pos="57143">
                  <a:srgbClr val="866232">
                    <a:alpha val="5839"/>
                  </a:srgbClr>
                </a:gs>
                <a:gs pos="71429">
                  <a:srgbClr val="866232">
                    <a:alpha val="2777"/>
                  </a:srgbClr>
                </a:gs>
                <a:gs pos="85714">
                  <a:srgbClr val="866232">
                    <a:alpha val="1107"/>
                  </a:srgbClr>
                </a:gs>
                <a:gs pos="100000">
                  <a:srgbClr val="866232">
                    <a:alpha val="3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3019282">
              <a:off x="1039991" y="447398"/>
              <a:ext cx="386009" cy="53134"/>
            </a:xfrm>
            <a:prstGeom prst="ellipse">
              <a:avLst/>
            </a:prstGeom>
            <a:gradFill>
              <a:gsLst>
                <a:gs pos="0">
                  <a:srgbClr val="280000">
                    <a:alpha val="32968"/>
                  </a:srgbClr>
                </a:gs>
                <a:gs pos="14286">
                  <a:srgbClr val="280000">
                    <a:alpha val="30764"/>
                  </a:srgbClr>
                </a:gs>
                <a:gs pos="28571">
                  <a:srgbClr val="280000">
                    <a:alpha val="24833"/>
                  </a:srgbClr>
                </a:gs>
                <a:gs pos="42857">
                  <a:srgbClr val="280000">
                    <a:alpha val="17075"/>
                  </a:srgbClr>
                </a:gs>
                <a:gs pos="57143">
                  <a:srgbClr val="280000">
                    <a:alpha val="9855"/>
                  </a:srgbClr>
                </a:gs>
                <a:gs pos="71429">
                  <a:srgbClr val="280000">
                    <a:alpha val="4740"/>
                  </a:srgbClr>
                </a:gs>
                <a:gs pos="85714">
                  <a:srgbClr val="280000">
                    <a:alpha val="1902"/>
                  </a:srgbClr>
                </a:gs>
                <a:gs pos="100000">
                  <a:srgbClr val="2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6459285">
              <a:off x="2754304" y="1067657"/>
              <a:ext cx="327629" cy="141406"/>
            </a:xfrm>
            <a:prstGeom prst="ellipse">
              <a:avLst/>
            </a:prstGeom>
            <a:gradFill>
              <a:gsLst>
                <a:gs pos="0">
                  <a:srgbClr val="FDC472">
                    <a:alpha val="14378"/>
                  </a:srgbClr>
                </a:gs>
                <a:gs pos="14286">
                  <a:srgbClr val="FDC472">
                    <a:alpha val="13296"/>
                  </a:srgbClr>
                </a:gs>
                <a:gs pos="28571">
                  <a:srgbClr val="FDC472">
                    <a:alpha val="10486"/>
                  </a:srgbClr>
                </a:gs>
                <a:gs pos="42857">
                  <a:srgbClr val="FDC472">
                    <a:alpha val="7008"/>
                  </a:srgbClr>
                </a:gs>
                <a:gs pos="57143">
                  <a:srgbClr val="FDC472">
                    <a:alpha val="3946"/>
                  </a:srgbClr>
                </a:gs>
                <a:gs pos="71429">
                  <a:srgbClr val="FDC472">
                    <a:alpha val="1867"/>
                  </a:srgbClr>
                </a:gs>
                <a:gs pos="85714">
                  <a:srgbClr val="FDC472">
                    <a:alpha val="742"/>
                  </a:srgbClr>
                </a:gs>
                <a:gs pos="100000">
                  <a:srgbClr val="FDC472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5540218">
              <a:off x="2054488" y="454943"/>
              <a:ext cx="353557" cy="86035"/>
            </a:xfrm>
            <a:prstGeom prst="ellipse">
              <a:avLst/>
            </a:prstGeom>
            <a:gradFill>
              <a:gsLst>
                <a:gs pos="0">
                  <a:srgbClr val="760000">
                    <a:alpha val="3039"/>
                  </a:srgbClr>
                </a:gs>
                <a:gs pos="14286">
                  <a:srgbClr val="760000">
                    <a:alpha val="2797"/>
                  </a:srgbClr>
                </a:gs>
                <a:gs pos="28571">
                  <a:srgbClr val="760000">
                    <a:alpha val="2179"/>
                  </a:srgbClr>
                </a:gs>
                <a:gs pos="42857">
                  <a:srgbClr val="760000">
                    <a:alpha val="1434"/>
                  </a:srgbClr>
                </a:gs>
                <a:gs pos="57143">
                  <a:srgbClr val="760000">
                    <a:alpha val="797"/>
                  </a:srgbClr>
                </a:gs>
                <a:gs pos="71429">
                  <a:srgbClr val="760000">
                    <a:alpha val="374"/>
                  </a:srgbClr>
                </a:gs>
                <a:gs pos="85714">
                  <a:srgbClr val="760000">
                    <a:alpha val="148"/>
                  </a:srgbClr>
                </a:gs>
                <a:gs pos="100000">
                  <a:srgbClr val="760000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4655282">
              <a:off x="2315100" y="1336244"/>
              <a:ext cx="228411" cy="66443"/>
            </a:xfrm>
            <a:prstGeom prst="ellipse">
              <a:avLst/>
            </a:prstGeom>
            <a:gradFill>
              <a:gsLst>
                <a:gs pos="0">
                  <a:srgbClr val="FFAA50">
                    <a:alpha val="32968"/>
                  </a:srgbClr>
                </a:gs>
                <a:gs pos="14286">
                  <a:srgbClr val="FFAA50">
                    <a:alpha val="30764"/>
                  </a:srgbClr>
                </a:gs>
                <a:gs pos="28571">
                  <a:srgbClr val="FFAA50">
                    <a:alpha val="24833"/>
                  </a:srgbClr>
                </a:gs>
                <a:gs pos="42857">
                  <a:srgbClr val="FFAA50">
                    <a:alpha val="17075"/>
                  </a:srgbClr>
                </a:gs>
                <a:gs pos="57143">
                  <a:srgbClr val="FFAA50">
                    <a:alpha val="9855"/>
                  </a:srgbClr>
                </a:gs>
                <a:gs pos="71429">
                  <a:srgbClr val="FFAA50">
                    <a:alpha val="4740"/>
                  </a:srgbClr>
                </a:gs>
                <a:gs pos="85714">
                  <a:srgbClr val="FFAA50">
                    <a:alpha val="1902"/>
                  </a:srgbClr>
                </a:gs>
                <a:gs pos="100000">
                  <a:srgbClr val="FFAA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3444100">
              <a:off x="1985971" y="126120"/>
              <a:ext cx="623761" cy="85929"/>
            </a:xfrm>
            <a:prstGeom prst="ellipse">
              <a:avLst/>
            </a:prstGeom>
            <a:gradFill>
              <a:gsLst>
                <a:gs pos="0">
                  <a:srgbClr val="200000">
                    <a:alpha val="32968"/>
                  </a:srgbClr>
                </a:gs>
                <a:gs pos="14286">
                  <a:srgbClr val="200000">
                    <a:alpha val="30764"/>
                  </a:srgbClr>
                </a:gs>
                <a:gs pos="28571">
                  <a:srgbClr val="200000">
                    <a:alpha val="24833"/>
                  </a:srgbClr>
                </a:gs>
                <a:gs pos="42857">
                  <a:srgbClr val="200000">
                    <a:alpha val="17075"/>
                  </a:srgbClr>
                </a:gs>
                <a:gs pos="57143">
                  <a:srgbClr val="200000">
                    <a:alpha val="9855"/>
                  </a:srgbClr>
                </a:gs>
                <a:gs pos="71429">
                  <a:srgbClr val="200000">
                    <a:alpha val="4740"/>
                  </a:srgbClr>
                </a:gs>
                <a:gs pos="85714">
                  <a:srgbClr val="200000">
                    <a:alpha val="1902"/>
                  </a:srgbClr>
                </a:gs>
                <a:gs pos="100000">
                  <a:srgbClr val="2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5147525">
              <a:off x="-40165" y="381277"/>
              <a:ext cx="489540" cy="144681"/>
            </a:xfrm>
            <a:prstGeom prst="ellipse">
              <a:avLst/>
            </a:prstGeom>
            <a:gradFill>
              <a:gsLst>
                <a:gs pos="0">
                  <a:srgbClr val="FFF2F2">
                    <a:alpha val="27056"/>
                  </a:srgbClr>
                </a:gs>
                <a:gs pos="14286">
                  <a:srgbClr val="FFF2F2">
                    <a:alpha val="25171"/>
                  </a:srgbClr>
                </a:gs>
                <a:gs pos="28571">
                  <a:srgbClr val="FFF2F2">
                    <a:alpha val="20160"/>
                  </a:srgbClr>
                </a:gs>
                <a:gs pos="42857">
                  <a:srgbClr val="FFF2F2">
                    <a:alpha val="13729"/>
                  </a:srgbClr>
                </a:gs>
                <a:gs pos="57143">
                  <a:srgbClr val="FFF2F2">
                    <a:alpha val="7857"/>
                  </a:srgbClr>
                </a:gs>
                <a:gs pos="71429">
                  <a:srgbClr val="FFF2F2">
                    <a:alpha val="3758"/>
                  </a:srgbClr>
                </a:gs>
                <a:gs pos="85714">
                  <a:srgbClr val="FFF2F2">
                    <a:alpha val="1503"/>
                  </a:srgbClr>
                </a:gs>
                <a:gs pos="100000">
                  <a:srgbClr val="FFF2F2">
                    <a:alpha val="5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10044375">
              <a:off x="1225701" y="619453"/>
              <a:ext cx="220663" cy="161057"/>
            </a:xfrm>
            <a:prstGeom prst="ellipse">
              <a:avLst/>
            </a:prstGeom>
            <a:gradFill>
              <a:gsLst>
                <a:gs pos="0">
                  <a:srgbClr val="000600">
                    <a:alpha val="32968"/>
                  </a:srgbClr>
                </a:gs>
                <a:gs pos="14286">
                  <a:srgbClr val="000600">
                    <a:alpha val="30764"/>
                  </a:srgbClr>
                </a:gs>
                <a:gs pos="28571">
                  <a:srgbClr val="000600">
                    <a:alpha val="24833"/>
                  </a:srgbClr>
                </a:gs>
                <a:gs pos="42857">
                  <a:srgbClr val="000600">
                    <a:alpha val="17075"/>
                  </a:srgbClr>
                </a:gs>
                <a:gs pos="57143">
                  <a:srgbClr val="000600">
                    <a:alpha val="9855"/>
                  </a:srgbClr>
                </a:gs>
                <a:gs pos="71429">
                  <a:srgbClr val="000600">
                    <a:alpha val="4740"/>
                  </a:srgbClr>
                </a:gs>
                <a:gs pos="85714">
                  <a:srgbClr val="000600">
                    <a:alpha val="1902"/>
                  </a:srgbClr>
                </a:gs>
                <a:gs pos="100000">
                  <a:srgbClr val="00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-9710734">
              <a:off x="2731040" y="913173"/>
              <a:ext cx="237195" cy="108496"/>
            </a:xfrm>
            <a:prstGeom prst="ellipse">
              <a:avLst/>
            </a:prstGeom>
            <a:gradFill>
              <a:gsLst>
                <a:gs pos="0">
                  <a:srgbClr val="FDC32B">
                    <a:alpha val="32968"/>
                  </a:srgbClr>
                </a:gs>
                <a:gs pos="14286">
                  <a:srgbClr val="FDC32B">
                    <a:alpha val="30764"/>
                  </a:srgbClr>
                </a:gs>
                <a:gs pos="28571">
                  <a:srgbClr val="FDC32B">
                    <a:alpha val="24833"/>
                  </a:srgbClr>
                </a:gs>
                <a:gs pos="42857">
                  <a:srgbClr val="FDC32B">
                    <a:alpha val="17075"/>
                  </a:srgbClr>
                </a:gs>
                <a:gs pos="57143">
                  <a:srgbClr val="FDC32B">
                    <a:alpha val="9855"/>
                  </a:srgbClr>
                </a:gs>
                <a:gs pos="71429">
                  <a:srgbClr val="FDC32B">
                    <a:alpha val="4740"/>
                  </a:srgbClr>
                </a:gs>
                <a:gs pos="85714">
                  <a:srgbClr val="FDC32B">
                    <a:alpha val="1902"/>
                  </a:srgbClr>
                </a:gs>
                <a:gs pos="100000">
                  <a:srgbClr val="FDC32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8397584">
              <a:off x="1384863" y="1018118"/>
              <a:ext cx="249002" cy="99983"/>
            </a:xfrm>
            <a:prstGeom prst="ellipse">
              <a:avLst/>
            </a:prstGeom>
            <a:gradFill>
              <a:gsLst>
                <a:gs pos="0">
                  <a:srgbClr val="FCE070">
                    <a:alpha val="32968"/>
                  </a:srgbClr>
                </a:gs>
                <a:gs pos="14286">
                  <a:srgbClr val="FCE070">
                    <a:alpha val="30764"/>
                  </a:srgbClr>
                </a:gs>
                <a:gs pos="28571">
                  <a:srgbClr val="FCE070">
                    <a:alpha val="24833"/>
                  </a:srgbClr>
                </a:gs>
                <a:gs pos="42857">
                  <a:srgbClr val="FCE070">
                    <a:alpha val="17075"/>
                  </a:srgbClr>
                </a:gs>
                <a:gs pos="57143">
                  <a:srgbClr val="FCE070">
                    <a:alpha val="9855"/>
                  </a:srgbClr>
                </a:gs>
                <a:gs pos="71429">
                  <a:srgbClr val="FCE070">
                    <a:alpha val="4740"/>
                  </a:srgbClr>
                </a:gs>
                <a:gs pos="85714">
                  <a:srgbClr val="FCE070">
                    <a:alpha val="1902"/>
                  </a:srgbClr>
                </a:gs>
                <a:gs pos="100000">
                  <a:srgbClr val="FCE07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3827198">
              <a:off x="3081428" y="2335263"/>
              <a:ext cx="384475" cy="154145"/>
            </a:xfrm>
            <a:prstGeom prst="ellipse">
              <a:avLst/>
            </a:prstGeom>
            <a:gradFill>
              <a:gsLst>
                <a:gs pos="0">
                  <a:srgbClr val="230700">
                    <a:alpha val="32968"/>
                  </a:srgbClr>
                </a:gs>
                <a:gs pos="14286">
                  <a:srgbClr val="230700">
                    <a:alpha val="30764"/>
                  </a:srgbClr>
                </a:gs>
                <a:gs pos="28571">
                  <a:srgbClr val="230700">
                    <a:alpha val="24833"/>
                  </a:srgbClr>
                </a:gs>
                <a:gs pos="42857">
                  <a:srgbClr val="230700">
                    <a:alpha val="17075"/>
                  </a:srgbClr>
                </a:gs>
                <a:gs pos="57143">
                  <a:srgbClr val="230700">
                    <a:alpha val="9855"/>
                  </a:srgbClr>
                </a:gs>
                <a:gs pos="71429">
                  <a:srgbClr val="230700">
                    <a:alpha val="4740"/>
                  </a:srgbClr>
                </a:gs>
                <a:gs pos="85714">
                  <a:srgbClr val="230700">
                    <a:alpha val="1902"/>
                  </a:srgbClr>
                </a:gs>
                <a:gs pos="100000">
                  <a:srgbClr val="230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-9774606">
              <a:off x="-76479" y="672979"/>
              <a:ext cx="351792" cy="203171"/>
            </a:xfrm>
            <a:prstGeom prst="ellipse">
              <a:avLst/>
            </a:prstGeom>
            <a:gradFill>
              <a:gsLst>
                <a:gs pos="0">
                  <a:srgbClr val="8C705D">
                    <a:alpha val="25771"/>
                  </a:srgbClr>
                </a:gs>
                <a:gs pos="14286">
                  <a:srgbClr val="8C705D">
                    <a:alpha val="23960"/>
                  </a:srgbClr>
                </a:gs>
                <a:gs pos="28571">
                  <a:srgbClr val="8C705D">
                    <a:alpha val="19158"/>
                  </a:srgbClr>
                </a:gs>
                <a:gs pos="42857">
                  <a:srgbClr val="8C705D">
                    <a:alpha val="13021"/>
                  </a:srgbClr>
                </a:gs>
                <a:gs pos="57143">
                  <a:srgbClr val="8C705D">
                    <a:alpha val="7439"/>
                  </a:srgbClr>
                </a:gs>
                <a:gs pos="71429">
                  <a:srgbClr val="8C705D">
                    <a:alpha val="3554"/>
                  </a:srgbClr>
                </a:gs>
                <a:gs pos="85714">
                  <a:srgbClr val="8C705D">
                    <a:alpha val="1421"/>
                  </a:srgbClr>
                </a:gs>
                <a:gs pos="100000">
                  <a:srgbClr val="8C705D">
                    <a:alpha val="4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10688628">
              <a:off x="1184459" y="1017745"/>
              <a:ext cx="459737" cy="85411"/>
            </a:xfrm>
            <a:prstGeom prst="ellipse">
              <a:avLst/>
            </a:prstGeom>
            <a:gradFill>
              <a:gsLst>
                <a:gs pos="0">
                  <a:srgbClr val="A06A00">
                    <a:alpha val="32968"/>
                  </a:srgbClr>
                </a:gs>
                <a:gs pos="14286">
                  <a:srgbClr val="A06A00">
                    <a:alpha val="30764"/>
                  </a:srgbClr>
                </a:gs>
                <a:gs pos="28571">
                  <a:srgbClr val="A06A00">
                    <a:alpha val="24833"/>
                  </a:srgbClr>
                </a:gs>
                <a:gs pos="42857">
                  <a:srgbClr val="A06A00">
                    <a:alpha val="17075"/>
                  </a:srgbClr>
                </a:gs>
                <a:gs pos="57143">
                  <a:srgbClr val="A06A00">
                    <a:alpha val="9855"/>
                  </a:srgbClr>
                </a:gs>
                <a:gs pos="71429">
                  <a:srgbClr val="A06A00">
                    <a:alpha val="4740"/>
                  </a:srgbClr>
                </a:gs>
                <a:gs pos="85714">
                  <a:srgbClr val="A06A00">
                    <a:alpha val="1902"/>
                  </a:srgbClr>
                </a:gs>
                <a:gs pos="100000">
                  <a:srgbClr val="A06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-10711872">
              <a:off x="344044" y="770587"/>
              <a:ext cx="308974" cy="91668"/>
            </a:xfrm>
            <a:prstGeom prst="ellipse">
              <a:avLst/>
            </a:prstGeom>
            <a:gradFill>
              <a:gsLst>
                <a:gs pos="0">
                  <a:srgbClr val="FFB27B">
                    <a:alpha val="24254"/>
                  </a:srgbClr>
                </a:gs>
                <a:gs pos="14286">
                  <a:srgbClr val="FFB27B">
                    <a:alpha val="22532"/>
                  </a:srgbClr>
                </a:gs>
                <a:gs pos="28571">
                  <a:srgbClr val="FFB27B">
                    <a:alpha val="17982"/>
                  </a:srgbClr>
                </a:gs>
                <a:gs pos="42857">
                  <a:srgbClr val="FFB27B">
                    <a:alpha val="12193"/>
                  </a:srgbClr>
                </a:gs>
                <a:gs pos="57143">
                  <a:srgbClr val="FFB27B">
                    <a:alpha val="6951"/>
                  </a:srgbClr>
                </a:gs>
                <a:gs pos="71429">
                  <a:srgbClr val="FFB27B">
                    <a:alpha val="3316"/>
                  </a:srgbClr>
                </a:gs>
                <a:gs pos="85714">
                  <a:srgbClr val="FFB27B">
                    <a:alpha val="1325"/>
                  </a:srgbClr>
                </a:gs>
                <a:gs pos="100000">
                  <a:srgbClr val="FFB27B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-9388333">
              <a:off x="1059052" y="1150388"/>
              <a:ext cx="484903" cy="84424"/>
            </a:xfrm>
            <a:prstGeom prst="ellipse">
              <a:avLst/>
            </a:prstGeom>
            <a:gradFill>
              <a:gsLst>
                <a:gs pos="0">
                  <a:srgbClr val="F4B778">
                    <a:alpha val="32968"/>
                  </a:srgbClr>
                </a:gs>
                <a:gs pos="14286">
                  <a:srgbClr val="F4B778">
                    <a:alpha val="30764"/>
                  </a:srgbClr>
                </a:gs>
                <a:gs pos="28571">
                  <a:srgbClr val="F4B778">
                    <a:alpha val="24833"/>
                  </a:srgbClr>
                </a:gs>
                <a:gs pos="42857">
                  <a:srgbClr val="F4B778">
                    <a:alpha val="17075"/>
                  </a:srgbClr>
                </a:gs>
                <a:gs pos="57143">
                  <a:srgbClr val="F4B778">
                    <a:alpha val="9855"/>
                  </a:srgbClr>
                </a:gs>
                <a:gs pos="71429">
                  <a:srgbClr val="F4B778">
                    <a:alpha val="4740"/>
                  </a:srgbClr>
                </a:gs>
                <a:gs pos="85714">
                  <a:srgbClr val="F4B778">
                    <a:alpha val="1902"/>
                  </a:srgbClr>
                </a:gs>
                <a:gs pos="100000">
                  <a:srgbClr val="F4B7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7042914">
              <a:off x="1395843" y="138372"/>
              <a:ext cx="294920" cy="29776"/>
            </a:xfrm>
            <a:prstGeom prst="ellipse">
              <a:avLst/>
            </a:prstGeom>
            <a:gradFill>
              <a:gsLst>
                <a:gs pos="0">
                  <a:srgbClr val="FFCA98">
                    <a:alpha val="22410"/>
                  </a:srgbClr>
                </a:gs>
                <a:gs pos="14286">
                  <a:srgbClr val="FFCA98">
                    <a:alpha val="20801"/>
                  </a:srgbClr>
                </a:gs>
                <a:gs pos="28571">
                  <a:srgbClr val="FFCA98">
                    <a:alpha val="16562"/>
                  </a:srgbClr>
                </a:gs>
                <a:gs pos="42857">
                  <a:srgbClr val="FFCA98">
                    <a:alpha val="11199"/>
                  </a:srgbClr>
                </a:gs>
                <a:gs pos="57143">
                  <a:srgbClr val="FFCA98">
                    <a:alpha val="6369"/>
                  </a:srgbClr>
                </a:gs>
                <a:gs pos="71429">
                  <a:srgbClr val="FFCA98">
                    <a:alpha val="3034"/>
                  </a:srgbClr>
                </a:gs>
                <a:gs pos="85714">
                  <a:srgbClr val="FFCA98">
                    <a:alpha val="1211"/>
                  </a:srgbClr>
                </a:gs>
                <a:gs pos="100000">
                  <a:srgbClr val="FFCA98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6251516">
              <a:off x="1876392" y="247919"/>
              <a:ext cx="589181" cy="95610"/>
            </a:xfrm>
            <a:prstGeom prst="ellipse">
              <a:avLst/>
            </a:prstGeom>
            <a:gradFill>
              <a:gsLst>
                <a:gs pos="0">
                  <a:srgbClr val="210000">
                    <a:alpha val="32968"/>
                  </a:srgbClr>
                </a:gs>
                <a:gs pos="14286">
                  <a:srgbClr val="210000">
                    <a:alpha val="30764"/>
                  </a:srgbClr>
                </a:gs>
                <a:gs pos="28571">
                  <a:srgbClr val="210000">
                    <a:alpha val="24833"/>
                  </a:srgbClr>
                </a:gs>
                <a:gs pos="42857">
                  <a:srgbClr val="210000">
                    <a:alpha val="17075"/>
                  </a:srgbClr>
                </a:gs>
                <a:gs pos="57143">
                  <a:srgbClr val="210000">
                    <a:alpha val="9855"/>
                  </a:srgbClr>
                </a:gs>
                <a:gs pos="71429">
                  <a:srgbClr val="210000">
                    <a:alpha val="4740"/>
                  </a:srgbClr>
                </a:gs>
                <a:gs pos="85714">
                  <a:srgbClr val="210000">
                    <a:alpha val="1902"/>
                  </a:srgbClr>
                </a:gs>
                <a:gs pos="100000">
                  <a:srgbClr val="2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-8965371">
              <a:off x="1004257" y="1091681"/>
              <a:ext cx="401765" cy="47697"/>
            </a:xfrm>
            <a:prstGeom prst="ellipse">
              <a:avLst/>
            </a:prstGeom>
            <a:gradFill>
              <a:gsLst>
                <a:gs pos="0">
                  <a:srgbClr val="FF6E00">
                    <a:alpha val="15602"/>
                  </a:srgbClr>
                </a:gs>
                <a:gs pos="14286">
                  <a:srgbClr val="FF6E00">
                    <a:alpha val="14436"/>
                  </a:srgbClr>
                </a:gs>
                <a:gs pos="28571">
                  <a:srgbClr val="FF6E00">
                    <a:alpha val="11401"/>
                  </a:srgbClr>
                </a:gs>
                <a:gs pos="42857">
                  <a:srgbClr val="FF6E00">
                    <a:alpha val="7633"/>
                  </a:srgbClr>
                </a:gs>
                <a:gs pos="57143">
                  <a:srgbClr val="FF6E00">
                    <a:alpha val="4304"/>
                  </a:srgbClr>
                </a:gs>
                <a:gs pos="71429">
                  <a:srgbClr val="FF6E00">
                    <a:alpha val="2038"/>
                  </a:srgbClr>
                </a:gs>
                <a:gs pos="85714">
                  <a:srgbClr val="FF6E00">
                    <a:alpha val="811"/>
                  </a:srgbClr>
                </a:gs>
                <a:gs pos="100000">
                  <a:srgbClr val="FF6E00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-8980817">
              <a:off x="906318" y="1185425"/>
              <a:ext cx="442566" cy="95667"/>
            </a:xfrm>
            <a:prstGeom prst="ellipse">
              <a:avLst/>
            </a:prstGeom>
            <a:gradFill>
              <a:gsLst>
                <a:gs pos="0">
                  <a:srgbClr val="FFD57E">
                    <a:alpha val="32968"/>
                  </a:srgbClr>
                </a:gs>
                <a:gs pos="14286">
                  <a:srgbClr val="FFD57E">
                    <a:alpha val="30764"/>
                  </a:srgbClr>
                </a:gs>
                <a:gs pos="28571">
                  <a:srgbClr val="FFD57E">
                    <a:alpha val="24833"/>
                  </a:srgbClr>
                </a:gs>
                <a:gs pos="42857">
                  <a:srgbClr val="FFD57E">
                    <a:alpha val="17075"/>
                  </a:srgbClr>
                </a:gs>
                <a:gs pos="57143">
                  <a:srgbClr val="FFD57E">
                    <a:alpha val="9855"/>
                  </a:srgbClr>
                </a:gs>
                <a:gs pos="71429">
                  <a:srgbClr val="FFD57E">
                    <a:alpha val="4740"/>
                  </a:srgbClr>
                </a:gs>
                <a:gs pos="85714">
                  <a:srgbClr val="FFD57E">
                    <a:alpha val="1902"/>
                  </a:srgbClr>
                </a:gs>
                <a:gs pos="100000">
                  <a:srgbClr val="FFD5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5439193">
              <a:off x="1979074" y="589344"/>
              <a:ext cx="226980" cy="142404"/>
            </a:xfrm>
            <a:prstGeom prst="ellipse">
              <a:avLst/>
            </a:prstGeom>
            <a:gradFill>
              <a:gsLst>
                <a:gs pos="0">
                  <a:srgbClr val="C29366">
                    <a:alpha val="32968"/>
                  </a:srgbClr>
                </a:gs>
                <a:gs pos="14286">
                  <a:srgbClr val="C29366">
                    <a:alpha val="30764"/>
                  </a:srgbClr>
                </a:gs>
                <a:gs pos="28571">
                  <a:srgbClr val="C29366">
                    <a:alpha val="24833"/>
                  </a:srgbClr>
                </a:gs>
                <a:gs pos="42857">
                  <a:srgbClr val="C29366">
                    <a:alpha val="17075"/>
                  </a:srgbClr>
                </a:gs>
                <a:gs pos="57143">
                  <a:srgbClr val="C29366">
                    <a:alpha val="9855"/>
                  </a:srgbClr>
                </a:gs>
                <a:gs pos="71429">
                  <a:srgbClr val="C29366">
                    <a:alpha val="4740"/>
                  </a:srgbClr>
                </a:gs>
                <a:gs pos="85714">
                  <a:srgbClr val="C29366">
                    <a:alpha val="1902"/>
                  </a:srgbClr>
                </a:gs>
                <a:gs pos="100000">
                  <a:srgbClr val="C293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6881655">
              <a:off x="2095724" y="294565"/>
              <a:ext cx="573348" cy="1329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-9978717">
              <a:off x="2504096" y="1509520"/>
              <a:ext cx="688319" cy="210430"/>
            </a:xfrm>
            <a:prstGeom prst="ellipse">
              <a:avLst/>
            </a:prstGeom>
            <a:gradFill>
              <a:gsLst>
                <a:gs pos="0">
                  <a:srgbClr val="A99291">
                    <a:alpha val="23473"/>
                  </a:srgbClr>
                </a:gs>
                <a:gs pos="14286">
                  <a:srgbClr val="A99291">
                    <a:alpha val="21799"/>
                  </a:srgbClr>
                </a:gs>
                <a:gs pos="28571">
                  <a:srgbClr val="A99291">
                    <a:alpha val="17380"/>
                  </a:srgbClr>
                </a:gs>
                <a:gs pos="42857">
                  <a:srgbClr val="A99291">
                    <a:alpha val="11770"/>
                  </a:srgbClr>
                </a:gs>
                <a:gs pos="57143">
                  <a:srgbClr val="A99291">
                    <a:alpha val="6704"/>
                  </a:srgbClr>
                </a:gs>
                <a:gs pos="71429">
                  <a:srgbClr val="A99291">
                    <a:alpha val="3196"/>
                  </a:srgbClr>
                </a:gs>
                <a:gs pos="85714">
                  <a:srgbClr val="A99291">
                    <a:alpha val="1276"/>
                  </a:srgbClr>
                </a:gs>
                <a:gs pos="100000">
                  <a:srgbClr val="A99291">
                    <a:alpha val="4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10219988">
              <a:off x="2462151" y="118225"/>
              <a:ext cx="385220" cy="349682"/>
            </a:xfrm>
            <a:prstGeom prst="ellipse">
              <a:avLst/>
            </a:prstGeom>
            <a:gradFill>
              <a:gsLst>
                <a:gs pos="0">
                  <a:srgbClr val="007D00">
                    <a:alpha val="4919"/>
                  </a:srgbClr>
                </a:gs>
                <a:gs pos="14286">
                  <a:srgbClr val="007D00">
                    <a:alpha val="4530"/>
                  </a:srgbClr>
                </a:gs>
                <a:gs pos="28571">
                  <a:srgbClr val="007D00">
                    <a:alpha val="3536"/>
                  </a:srgbClr>
                </a:gs>
                <a:gs pos="42857">
                  <a:srgbClr val="007D00">
                    <a:alpha val="2333"/>
                  </a:srgbClr>
                </a:gs>
                <a:gs pos="57143">
                  <a:srgbClr val="007D00">
                    <a:alpha val="1300"/>
                  </a:srgbClr>
                </a:gs>
                <a:gs pos="71429">
                  <a:srgbClr val="007D00">
                    <a:alpha val="611"/>
                  </a:srgbClr>
                </a:gs>
                <a:gs pos="85714">
                  <a:srgbClr val="007D00">
                    <a:alpha val="242"/>
                  </a:srgbClr>
                </a:gs>
                <a:gs pos="100000">
                  <a:srgbClr val="007D00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2843712">
              <a:off x="551768" y="1610135"/>
              <a:ext cx="514434" cy="145158"/>
            </a:xfrm>
            <a:prstGeom prst="ellipse">
              <a:avLst/>
            </a:prstGeom>
            <a:gradFill>
              <a:gsLst>
                <a:gs pos="0">
                  <a:srgbClr val="C1A498">
                    <a:alpha val="12564"/>
                  </a:srgbClr>
                </a:gs>
                <a:gs pos="14286">
                  <a:srgbClr val="C1A498">
                    <a:alpha val="11609"/>
                  </a:srgbClr>
                </a:gs>
                <a:gs pos="28571">
                  <a:srgbClr val="C1A498">
                    <a:alpha val="9137"/>
                  </a:srgbClr>
                </a:gs>
                <a:gs pos="42857">
                  <a:srgbClr val="C1A498">
                    <a:alpha val="6091"/>
                  </a:srgbClr>
                </a:gs>
                <a:gs pos="57143">
                  <a:srgbClr val="C1A498">
                    <a:alpha val="3422"/>
                  </a:srgbClr>
                </a:gs>
                <a:gs pos="71429">
                  <a:srgbClr val="C1A498">
                    <a:alpha val="1617"/>
                  </a:srgbClr>
                </a:gs>
                <a:gs pos="85714">
                  <a:srgbClr val="C1A498">
                    <a:alpha val="642"/>
                  </a:srgbClr>
                </a:gs>
                <a:gs pos="100000">
                  <a:srgbClr val="C1A498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-8945125">
              <a:off x="286374" y="1455091"/>
              <a:ext cx="342399" cy="218163"/>
            </a:xfrm>
            <a:prstGeom prst="ellipse">
              <a:avLst/>
            </a:prstGeom>
            <a:gradFill>
              <a:gsLst>
                <a:gs pos="0">
                  <a:srgbClr val="33538C">
                    <a:alpha val="10072"/>
                  </a:srgbClr>
                </a:gs>
                <a:gs pos="14286">
                  <a:srgbClr val="33538C">
                    <a:alpha val="9297"/>
                  </a:srgbClr>
                </a:gs>
                <a:gs pos="28571">
                  <a:srgbClr val="33538C">
                    <a:alpha val="7296"/>
                  </a:srgbClr>
                </a:gs>
                <a:gs pos="42857">
                  <a:srgbClr val="33538C">
                    <a:alpha val="4848"/>
                  </a:srgbClr>
                </a:gs>
                <a:gs pos="57143">
                  <a:srgbClr val="33538C">
                    <a:alpha val="2716"/>
                  </a:srgbClr>
                </a:gs>
                <a:gs pos="71429">
                  <a:srgbClr val="33538C">
                    <a:alpha val="1281"/>
                  </a:srgbClr>
                </a:gs>
                <a:gs pos="85714">
                  <a:srgbClr val="33538C">
                    <a:alpha val="508"/>
                  </a:srgbClr>
                </a:gs>
                <a:gs pos="100000">
                  <a:srgbClr val="33538C">
                    <a:alpha val="1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8881509">
              <a:off x="1972440" y="1820599"/>
              <a:ext cx="659747" cy="2110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9080667">
              <a:off x="715242" y="381587"/>
              <a:ext cx="365685" cy="89953"/>
            </a:xfrm>
            <a:prstGeom prst="ellipse">
              <a:avLst/>
            </a:prstGeom>
            <a:gradFill>
              <a:gsLst>
                <a:gs pos="0">
                  <a:srgbClr val="400015">
                    <a:alpha val="16028"/>
                  </a:srgbClr>
                </a:gs>
                <a:gs pos="14286">
                  <a:srgbClr val="400015">
                    <a:alpha val="14833"/>
                  </a:srgbClr>
                </a:gs>
                <a:gs pos="28571">
                  <a:srgbClr val="400015">
                    <a:alpha val="11721"/>
                  </a:srgbClr>
                </a:gs>
                <a:gs pos="42857">
                  <a:srgbClr val="400015">
                    <a:alpha val="7852"/>
                  </a:srgbClr>
                </a:gs>
                <a:gs pos="57143">
                  <a:srgbClr val="400015">
                    <a:alpha val="4430"/>
                  </a:srgbClr>
                </a:gs>
                <a:gs pos="71429">
                  <a:srgbClr val="400015">
                    <a:alpha val="2099"/>
                  </a:srgbClr>
                </a:gs>
                <a:gs pos="85714">
                  <a:srgbClr val="400015">
                    <a:alpha val="835"/>
                  </a:srgbClr>
                </a:gs>
                <a:gs pos="100000">
                  <a:srgbClr val="400015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7340497">
              <a:off x="2128721" y="1463386"/>
              <a:ext cx="306532" cy="136406"/>
            </a:xfrm>
            <a:prstGeom prst="ellipse">
              <a:avLst/>
            </a:prstGeom>
            <a:gradFill>
              <a:gsLst>
                <a:gs pos="0">
                  <a:srgbClr val="F6F0E5">
                    <a:alpha val="15052"/>
                  </a:srgbClr>
                </a:gs>
                <a:gs pos="14286">
                  <a:srgbClr val="F6F0E5">
                    <a:alpha val="13924"/>
                  </a:srgbClr>
                </a:gs>
                <a:gs pos="28571">
                  <a:srgbClr val="F6F0E5">
                    <a:alpha val="10990"/>
                  </a:srgbClr>
                </a:gs>
                <a:gs pos="42857">
                  <a:srgbClr val="F6F0E5">
                    <a:alpha val="7352"/>
                  </a:srgbClr>
                </a:gs>
                <a:gs pos="57143">
                  <a:srgbClr val="F6F0E5">
                    <a:alpha val="4143"/>
                  </a:srgbClr>
                </a:gs>
                <a:gs pos="71429">
                  <a:srgbClr val="F6F0E5">
                    <a:alpha val="1961"/>
                  </a:srgbClr>
                </a:gs>
                <a:gs pos="85714">
                  <a:srgbClr val="F6F0E5">
                    <a:alpha val="780"/>
                  </a:srgbClr>
                </a:gs>
                <a:gs pos="100000">
                  <a:srgbClr val="F6F0E5">
                    <a:alpha val="2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4131878">
              <a:off x="2062300" y="1338040"/>
              <a:ext cx="366059" cy="117894"/>
            </a:xfrm>
            <a:prstGeom prst="ellipse">
              <a:avLst/>
            </a:prstGeom>
            <a:gradFill>
              <a:gsLst>
                <a:gs pos="0">
                  <a:srgbClr val="FFE3C5">
                    <a:alpha val="32968"/>
                  </a:srgbClr>
                </a:gs>
                <a:gs pos="14286">
                  <a:srgbClr val="FFE3C5">
                    <a:alpha val="30764"/>
                  </a:srgbClr>
                </a:gs>
                <a:gs pos="28571">
                  <a:srgbClr val="FFE3C5">
                    <a:alpha val="24833"/>
                  </a:srgbClr>
                </a:gs>
                <a:gs pos="42857">
                  <a:srgbClr val="FFE3C5">
                    <a:alpha val="17075"/>
                  </a:srgbClr>
                </a:gs>
                <a:gs pos="57143">
                  <a:srgbClr val="FFE3C5">
                    <a:alpha val="9855"/>
                  </a:srgbClr>
                </a:gs>
                <a:gs pos="71429">
                  <a:srgbClr val="FFE3C5">
                    <a:alpha val="4740"/>
                  </a:srgbClr>
                </a:gs>
                <a:gs pos="85714">
                  <a:srgbClr val="FFE3C5">
                    <a:alpha val="1902"/>
                  </a:srgbClr>
                </a:gs>
                <a:gs pos="100000">
                  <a:srgbClr val="FFE3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9836416">
              <a:off x="749614" y="1943463"/>
              <a:ext cx="456662" cy="311096"/>
            </a:xfrm>
            <a:prstGeom prst="ellipse">
              <a:avLst/>
            </a:prstGeom>
            <a:gradFill>
              <a:gsLst>
                <a:gs pos="0">
                  <a:srgbClr val="9E6900">
                    <a:alpha val="16386"/>
                  </a:srgbClr>
                </a:gs>
                <a:gs pos="14286">
                  <a:srgbClr val="9E6900">
                    <a:alpha val="15167"/>
                  </a:srgbClr>
                </a:gs>
                <a:gs pos="28571">
                  <a:srgbClr val="9E6900">
                    <a:alpha val="11990"/>
                  </a:srgbClr>
                </a:gs>
                <a:gs pos="42857">
                  <a:srgbClr val="9E6900">
                    <a:alpha val="8036"/>
                  </a:srgbClr>
                </a:gs>
                <a:gs pos="57143">
                  <a:srgbClr val="9E6900">
                    <a:alpha val="4536"/>
                  </a:srgbClr>
                </a:gs>
                <a:gs pos="71429">
                  <a:srgbClr val="9E6900">
                    <a:alpha val="2149"/>
                  </a:srgbClr>
                </a:gs>
                <a:gs pos="85714">
                  <a:srgbClr val="9E6900">
                    <a:alpha val="856"/>
                  </a:srgbClr>
                </a:gs>
                <a:gs pos="100000">
                  <a:srgbClr val="9E6900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5688514">
              <a:off x="2062417" y="336568"/>
              <a:ext cx="468296" cy="61678"/>
            </a:xfrm>
            <a:prstGeom prst="ellipse">
              <a:avLst/>
            </a:prstGeom>
            <a:gradFill>
              <a:gsLst>
                <a:gs pos="0">
                  <a:srgbClr val="DAB495">
                    <a:alpha val="32968"/>
                  </a:srgbClr>
                </a:gs>
                <a:gs pos="14286">
                  <a:srgbClr val="DAB495">
                    <a:alpha val="30764"/>
                  </a:srgbClr>
                </a:gs>
                <a:gs pos="28571">
                  <a:srgbClr val="DAB495">
                    <a:alpha val="24833"/>
                  </a:srgbClr>
                </a:gs>
                <a:gs pos="42857">
                  <a:srgbClr val="DAB495">
                    <a:alpha val="17075"/>
                  </a:srgbClr>
                </a:gs>
                <a:gs pos="57143">
                  <a:srgbClr val="DAB495">
                    <a:alpha val="9855"/>
                  </a:srgbClr>
                </a:gs>
                <a:gs pos="71429">
                  <a:srgbClr val="DAB495">
                    <a:alpha val="4740"/>
                  </a:srgbClr>
                </a:gs>
                <a:gs pos="85714">
                  <a:srgbClr val="DAB495">
                    <a:alpha val="1902"/>
                  </a:srgbClr>
                </a:gs>
                <a:gs pos="100000">
                  <a:srgbClr val="DAB4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5453033">
              <a:off x="2443468" y="413905"/>
              <a:ext cx="531112" cy="128290"/>
            </a:xfrm>
            <a:prstGeom prst="ellipse">
              <a:avLst/>
            </a:prstGeom>
            <a:gradFill>
              <a:gsLst>
                <a:gs pos="0">
                  <a:srgbClr val="784C34">
                    <a:alpha val="32968"/>
                  </a:srgbClr>
                </a:gs>
                <a:gs pos="14286">
                  <a:srgbClr val="784C34">
                    <a:alpha val="30764"/>
                  </a:srgbClr>
                </a:gs>
                <a:gs pos="28571">
                  <a:srgbClr val="784C34">
                    <a:alpha val="24833"/>
                  </a:srgbClr>
                </a:gs>
                <a:gs pos="42857">
                  <a:srgbClr val="784C34">
                    <a:alpha val="17075"/>
                  </a:srgbClr>
                </a:gs>
                <a:gs pos="57143">
                  <a:srgbClr val="784C34">
                    <a:alpha val="9855"/>
                  </a:srgbClr>
                </a:gs>
                <a:gs pos="71429">
                  <a:srgbClr val="784C34">
                    <a:alpha val="4740"/>
                  </a:srgbClr>
                </a:gs>
                <a:gs pos="85714">
                  <a:srgbClr val="784C34">
                    <a:alpha val="1902"/>
                  </a:srgbClr>
                </a:gs>
                <a:gs pos="100000">
                  <a:srgbClr val="784C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4719540">
              <a:off x="2586439" y="1713935"/>
              <a:ext cx="389244" cy="289280"/>
            </a:xfrm>
            <a:prstGeom prst="ellipse">
              <a:avLst/>
            </a:prstGeom>
            <a:gradFill>
              <a:gsLst>
                <a:gs pos="0">
                  <a:srgbClr val="FDC170">
                    <a:alpha val="15390"/>
                  </a:srgbClr>
                </a:gs>
                <a:gs pos="14286">
                  <a:srgbClr val="FDC170">
                    <a:alpha val="14239"/>
                  </a:srgbClr>
                </a:gs>
                <a:gs pos="28571">
                  <a:srgbClr val="FDC170">
                    <a:alpha val="11243"/>
                  </a:srgbClr>
                </a:gs>
                <a:gs pos="42857">
                  <a:srgbClr val="FDC170">
                    <a:alpha val="7525"/>
                  </a:srgbClr>
                </a:gs>
                <a:gs pos="57143">
                  <a:srgbClr val="FDC170">
                    <a:alpha val="4242"/>
                  </a:srgbClr>
                </a:gs>
                <a:gs pos="71429">
                  <a:srgbClr val="FDC170">
                    <a:alpha val="2009"/>
                  </a:srgbClr>
                </a:gs>
                <a:gs pos="85714">
                  <a:srgbClr val="FDC170">
                    <a:alpha val="799"/>
                  </a:srgbClr>
                </a:gs>
                <a:gs pos="100000">
                  <a:srgbClr val="FDC170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4262981">
              <a:off x="1123370" y="704656"/>
              <a:ext cx="386665" cy="192215"/>
            </a:xfrm>
            <a:prstGeom prst="ellipse">
              <a:avLst/>
            </a:prstGeom>
            <a:gradFill>
              <a:gsLst>
                <a:gs pos="0">
                  <a:srgbClr val="000000">
                    <a:alpha val="2381"/>
                  </a:srgbClr>
                </a:gs>
                <a:gs pos="14286">
                  <a:srgbClr val="000000">
                    <a:alpha val="2190"/>
                  </a:srgbClr>
                </a:gs>
                <a:gs pos="28571">
                  <a:srgbClr val="000000">
                    <a:alpha val="1705"/>
                  </a:srgbClr>
                </a:gs>
                <a:gs pos="42857">
                  <a:srgbClr val="000000">
                    <a:alpha val="1121"/>
                  </a:srgbClr>
                </a:gs>
                <a:gs pos="57143">
                  <a:srgbClr val="000000">
                    <a:alpha val="623"/>
                  </a:srgbClr>
                </a:gs>
                <a:gs pos="71429">
                  <a:srgbClr val="000000">
                    <a:alpha val="292"/>
                  </a:srgbClr>
                </a:gs>
                <a:gs pos="85714">
                  <a:srgbClr val="000000">
                    <a:alpha val="116"/>
                  </a:srgbClr>
                </a:gs>
                <a:gs pos="100000">
                  <a:srgbClr val="000000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-8856168">
              <a:off x="500132" y="-164057"/>
              <a:ext cx="383280" cy="328133"/>
            </a:xfrm>
            <a:prstGeom prst="ellipse">
              <a:avLst/>
            </a:prstGeom>
            <a:gradFill>
              <a:gsLst>
                <a:gs pos="0">
                  <a:srgbClr val="871972">
                    <a:alpha val="4952"/>
                  </a:srgbClr>
                </a:gs>
                <a:gs pos="14286">
                  <a:srgbClr val="871972">
                    <a:alpha val="4561"/>
                  </a:srgbClr>
                </a:gs>
                <a:gs pos="28571">
                  <a:srgbClr val="871972">
                    <a:alpha val="3560"/>
                  </a:srgbClr>
                </a:gs>
                <a:gs pos="42857">
                  <a:srgbClr val="871972">
                    <a:alpha val="2349"/>
                  </a:srgbClr>
                </a:gs>
                <a:gs pos="57143">
                  <a:srgbClr val="871972">
                    <a:alpha val="1309"/>
                  </a:srgbClr>
                </a:gs>
                <a:gs pos="71429">
                  <a:srgbClr val="871972">
                    <a:alpha val="615"/>
                  </a:srgbClr>
                </a:gs>
                <a:gs pos="85714">
                  <a:srgbClr val="871972">
                    <a:alpha val="244"/>
                  </a:srgbClr>
                </a:gs>
                <a:gs pos="100000">
                  <a:srgbClr val="871972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5243082">
              <a:off x="1950370" y="519947"/>
              <a:ext cx="294830" cy="52904"/>
            </a:xfrm>
            <a:prstGeom prst="ellipse">
              <a:avLst/>
            </a:prstGeom>
            <a:gradFill>
              <a:gsLst>
                <a:gs pos="0">
                  <a:srgbClr val="E3B893">
                    <a:alpha val="32968"/>
                  </a:srgbClr>
                </a:gs>
                <a:gs pos="14286">
                  <a:srgbClr val="E3B893">
                    <a:alpha val="30764"/>
                  </a:srgbClr>
                </a:gs>
                <a:gs pos="28571">
                  <a:srgbClr val="E3B893">
                    <a:alpha val="24833"/>
                  </a:srgbClr>
                </a:gs>
                <a:gs pos="42857">
                  <a:srgbClr val="E3B893">
                    <a:alpha val="17075"/>
                  </a:srgbClr>
                </a:gs>
                <a:gs pos="57143">
                  <a:srgbClr val="E3B893">
                    <a:alpha val="9855"/>
                  </a:srgbClr>
                </a:gs>
                <a:gs pos="71429">
                  <a:srgbClr val="E3B893">
                    <a:alpha val="4740"/>
                  </a:srgbClr>
                </a:gs>
                <a:gs pos="85714">
                  <a:srgbClr val="E3B893">
                    <a:alpha val="1902"/>
                  </a:srgbClr>
                </a:gs>
                <a:gs pos="100000">
                  <a:srgbClr val="E3B8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7089152">
              <a:off x="1334595" y="7796"/>
              <a:ext cx="469432" cy="27902"/>
            </a:xfrm>
            <a:prstGeom prst="ellipse">
              <a:avLst/>
            </a:prstGeom>
            <a:gradFill>
              <a:gsLst>
                <a:gs pos="0">
                  <a:srgbClr val="FBC28E">
                    <a:alpha val="16166"/>
                  </a:srgbClr>
                </a:gs>
                <a:gs pos="14286">
                  <a:srgbClr val="FBC28E">
                    <a:alpha val="14962"/>
                  </a:srgbClr>
                </a:gs>
                <a:gs pos="28571">
                  <a:srgbClr val="FBC28E">
                    <a:alpha val="11824"/>
                  </a:srgbClr>
                </a:gs>
                <a:gs pos="42857">
                  <a:srgbClr val="FBC28E">
                    <a:alpha val="7923"/>
                  </a:srgbClr>
                </a:gs>
                <a:gs pos="57143">
                  <a:srgbClr val="FBC28E">
                    <a:alpha val="4471"/>
                  </a:srgbClr>
                </a:gs>
                <a:gs pos="71429">
                  <a:srgbClr val="FBC28E">
                    <a:alpha val="2118"/>
                  </a:srgbClr>
                </a:gs>
                <a:gs pos="85714">
                  <a:srgbClr val="FBC28E">
                    <a:alpha val="843"/>
                  </a:srgbClr>
                </a:gs>
                <a:gs pos="100000">
                  <a:srgbClr val="FBC28E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6060175">
              <a:off x="-304293" y="1023265"/>
              <a:ext cx="681799" cy="1897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8030671">
              <a:off x="1683469" y="1074638"/>
              <a:ext cx="329681" cy="29912"/>
            </a:xfrm>
            <a:prstGeom prst="ellipse">
              <a:avLst/>
            </a:prstGeom>
            <a:gradFill>
              <a:gsLst>
                <a:gs pos="0">
                  <a:srgbClr val="FED1B4">
                    <a:alpha val="30989"/>
                  </a:srgbClr>
                </a:gs>
                <a:gs pos="14286">
                  <a:srgbClr val="FED1B4">
                    <a:alpha val="28887"/>
                  </a:srgbClr>
                </a:gs>
                <a:gs pos="28571">
                  <a:srgbClr val="FED1B4">
                    <a:alpha val="23256"/>
                  </a:srgbClr>
                </a:gs>
                <a:gs pos="42857">
                  <a:srgbClr val="FED1B4">
                    <a:alpha val="15938"/>
                  </a:srgbClr>
                </a:gs>
                <a:gs pos="57143">
                  <a:srgbClr val="FED1B4">
                    <a:alpha val="9172"/>
                  </a:srgbClr>
                </a:gs>
                <a:gs pos="71429">
                  <a:srgbClr val="FED1B4">
                    <a:alpha val="4403"/>
                  </a:srgbClr>
                </a:gs>
                <a:gs pos="85714">
                  <a:srgbClr val="FED1B4">
                    <a:alpha val="1765"/>
                  </a:srgbClr>
                </a:gs>
                <a:gs pos="100000">
                  <a:srgbClr val="FED1B4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5538670">
              <a:off x="2331390" y="1811849"/>
              <a:ext cx="380491" cy="80036"/>
            </a:xfrm>
            <a:prstGeom prst="ellipse">
              <a:avLst/>
            </a:prstGeom>
            <a:gradFill>
              <a:gsLst>
                <a:gs pos="0">
                  <a:srgbClr val="410000">
                    <a:alpha val="32265"/>
                  </a:srgbClr>
                </a:gs>
                <a:gs pos="14286">
                  <a:srgbClr val="410000">
                    <a:alpha val="30097"/>
                  </a:srgbClr>
                </a:gs>
                <a:gs pos="28571">
                  <a:srgbClr val="410000">
                    <a:alpha val="24272"/>
                  </a:srgbClr>
                </a:gs>
                <a:gs pos="42857">
                  <a:srgbClr val="410000">
                    <a:alpha val="16670"/>
                  </a:srgbClr>
                </a:gs>
                <a:gs pos="57143">
                  <a:srgbClr val="410000">
                    <a:alpha val="9611"/>
                  </a:srgbClr>
                </a:gs>
                <a:gs pos="71429">
                  <a:srgbClr val="410000">
                    <a:alpha val="4620"/>
                  </a:srgbClr>
                </a:gs>
                <a:gs pos="85714">
                  <a:srgbClr val="410000">
                    <a:alpha val="1853"/>
                  </a:srgbClr>
                </a:gs>
                <a:gs pos="100000">
                  <a:srgbClr val="410000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-9823726">
              <a:off x="390543" y="1698305"/>
              <a:ext cx="430091" cy="363087"/>
            </a:xfrm>
            <a:prstGeom prst="ellipse">
              <a:avLst/>
            </a:prstGeom>
            <a:gradFill>
              <a:gsLst>
                <a:gs pos="0">
                  <a:srgbClr val="AA7928">
                    <a:alpha val="10099"/>
                  </a:srgbClr>
                </a:gs>
                <a:gs pos="14286">
                  <a:srgbClr val="AA7928">
                    <a:alpha val="9321"/>
                  </a:srgbClr>
                </a:gs>
                <a:gs pos="28571">
                  <a:srgbClr val="AA7928">
                    <a:alpha val="7316"/>
                  </a:srgbClr>
                </a:gs>
                <a:gs pos="42857">
                  <a:srgbClr val="AA7928">
                    <a:alpha val="4861"/>
                  </a:srgbClr>
                </a:gs>
                <a:gs pos="57143">
                  <a:srgbClr val="AA7928">
                    <a:alpha val="2723"/>
                  </a:srgbClr>
                </a:gs>
                <a:gs pos="71429">
                  <a:srgbClr val="AA7928">
                    <a:alpha val="1284"/>
                  </a:srgbClr>
                </a:gs>
                <a:gs pos="85714">
                  <a:srgbClr val="AA7928">
                    <a:alpha val="510"/>
                  </a:srgbClr>
                </a:gs>
                <a:gs pos="100000">
                  <a:srgbClr val="AA7928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10452731">
              <a:off x="-183158" y="773740"/>
              <a:ext cx="462058" cy="214995"/>
            </a:xfrm>
            <a:prstGeom prst="ellipse">
              <a:avLst/>
            </a:prstGeom>
            <a:gradFill>
              <a:gsLst>
                <a:gs pos="0">
                  <a:srgbClr val="FFF2FF">
                    <a:alpha val="32968"/>
                  </a:srgbClr>
                </a:gs>
                <a:gs pos="14286">
                  <a:srgbClr val="FFF2FF">
                    <a:alpha val="30764"/>
                  </a:srgbClr>
                </a:gs>
                <a:gs pos="28571">
                  <a:srgbClr val="FFF2FF">
                    <a:alpha val="24833"/>
                  </a:srgbClr>
                </a:gs>
                <a:gs pos="42857">
                  <a:srgbClr val="FFF2FF">
                    <a:alpha val="17075"/>
                  </a:srgbClr>
                </a:gs>
                <a:gs pos="57143">
                  <a:srgbClr val="FFF2FF">
                    <a:alpha val="9855"/>
                  </a:srgbClr>
                </a:gs>
                <a:gs pos="71429">
                  <a:srgbClr val="FFF2FF">
                    <a:alpha val="4740"/>
                  </a:srgbClr>
                </a:gs>
                <a:gs pos="85714">
                  <a:srgbClr val="FFF2FF">
                    <a:alpha val="1902"/>
                  </a:srgbClr>
                </a:gs>
                <a:gs pos="100000">
                  <a:srgbClr val="FFF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8433619">
              <a:off x="-236699" y="704588"/>
              <a:ext cx="512549" cy="73872"/>
            </a:xfrm>
            <a:prstGeom prst="ellipse">
              <a:avLst/>
            </a:prstGeom>
            <a:gradFill>
              <a:gsLst>
                <a:gs pos="0">
                  <a:srgbClr val="BC9FA8">
                    <a:alpha val="13979"/>
                  </a:srgbClr>
                </a:gs>
                <a:gs pos="14286">
                  <a:srgbClr val="BC9FA8">
                    <a:alpha val="12925"/>
                  </a:srgbClr>
                </a:gs>
                <a:gs pos="28571">
                  <a:srgbClr val="BC9FA8">
                    <a:alpha val="10189"/>
                  </a:srgbClr>
                </a:gs>
                <a:gs pos="42857">
                  <a:srgbClr val="BC9FA8">
                    <a:alpha val="6806"/>
                  </a:srgbClr>
                </a:gs>
                <a:gs pos="57143">
                  <a:srgbClr val="BC9FA8">
                    <a:alpha val="3830"/>
                  </a:srgbClr>
                </a:gs>
                <a:gs pos="71429">
                  <a:srgbClr val="BC9FA8">
                    <a:alpha val="1812"/>
                  </a:srgbClr>
                </a:gs>
                <a:gs pos="85714">
                  <a:srgbClr val="BC9FA8">
                    <a:alpha val="720"/>
                  </a:srgbClr>
                </a:gs>
                <a:gs pos="100000">
                  <a:srgbClr val="BC9FA8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7081052">
              <a:off x="1345402" y="997279"/>
              <a:ext cx="539548" cy="58966"/>
            </a:xfrm>
            <a:prstGeom prst="ellipse">
              <a:avLst/>
            </a:prstGeom>
            <a:gradFill>
              <a:gsLst>
                <a:gs pos="0">
                  <a:srgbClr val="000900">
                    <a:alpha val="32968"/>
                  </a:srgbClr>
                </a:gs>
                <a:gs pos="14286">
                  <a:srgbClr val="000900">
                    <a:alpha val="30764"/>
                  </a:srgbClr>
                </a:gs>
                <a:gs pos="28571">
                  <a:srgbClr val="000900">
                    <a:alpha val="24833"/>
                  </a:srgbClr>
                </a:gs>
                <a:gs pos="42857">
                  <a:srgbClr val="000900">
                    <a:alpha val="17075"/>
                  </a:srgbClr>
                </a:gs>
                <a:gs pos="57143">
                  <a:srgbClr val="000900">
                    <a:alpha val="9855"/>
                  </a:srgbClr>
                </a:gs>
                <a:gs pos="71429">
                  <a:srgbClr val="000900">
                    <a:alpha val="4740"/>
                  </a:srgbClr>
                </a:gs>
                <a:gs pos="85714">
                  <a:srgbClr val="000900">
                    <a:alpha val="1902"/>
                  </a:srgbClr>
                </a:gs>
                <a:gs pos="100000">
                  <a:srgbClr val="000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5129544">
              <a:off x="2010326" y="641166"/>
              <a:ext cx="395793" cy="12047"/>
            </a:xfrm>
            <a:prstGeom prst="ellipse">
              <a:avLst/>
            </a:prstGeom>
            <a:gradFill>
              <a:gsLst>
                <a:gs pos="0">
                  <a:srgbClr val="460D00">
                    <a:alpha val="32968"/>
                  </a:srgbClr>
                </a:gs>
                <a:gs pos="14286">
                  <a:srgbClr val="460D00">
                    <a:alpha val="30764"/>
                  </a:srgbClr>
                </a:gs>
                <a:gs pos="28571">
                  <a:srgbClr val="460D00">
                    <a:alpha val="24833"/>
                  </a:srgbClr>
                </a:gs>
                <a:gs pos="42857">
                  <a:srgbClr val="460D00">
                    <a:alpha val="17075"/>
                  </a:srgbClr>
                </a:gs>
                <a:gs pos="57143">
                  <a:srgbClr val="460D00">
                    <a:alpha val="9855"/>
                  </a:srgbClr>
                </a:gs>
                <a:gs pos="71429">
                  <a:srgbClr val="460D00">
                    <a:alpha val="4740"/>
                  </a:srgbClr>
                </a:gs>
                <a:gs pos="85714">
                  <a:srgbClr val="460D00">
                    <a:alpha val="1902"/>
                  </a:srgbClr>
                </a:gs>
                <a:gs pos="100000">
                  <a:srgbClr val="460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6321390">
              <a:off x="1371678" y="882647"/>
              <a:ext cx="255626" cy="76143"/>
            </a:xfrm>
            <a:prstGeom prst="ellipse">
              <a:avLst/>
            </a:prstGeom>
            <a:gradFill>
              <a:gsLst>
                <a:gs pos="0">
                  <a:srgbClr val="FCE494">
                    <a:alpha val="23857"/>
                  </a:srgbClr>
                </a:gs>
                <a:gs pos="14286">
                  <a:srgbClr val="FCE494">
                    <a:alpha val="22160"/>
                  </a:srgbClr>
                </a:gs>
                <a:gs pos="28571">
                  <a:srgbClr val="FCE494">
                    <a:alpha val="17676"/>
                  </a:srgbClr>
                </a:gs>
                <a:gs pos="42857">
                  <a:srgbClr val="FCE494">
                    <a:alpha val="11978"/>
                  </a:srgbClr>
                </a:gs>
                <a:gs pos="57143">
                  <a:srgbClr val="FCE494">
                    <a:alpha val="6825"/>
                  </a:srgbClr>
                </a:gs>
                <a:gs pos="71429">
                  <a:srgbClr val="FCE494">
                    <a:alpha val="3255"/>
                  </a:srgbClr>
                </a:gs>
                <a:gs pos="85714">
                  <a:srgbClr val="FCE494">
                    <a:alpha val="1300"/>
                  </a:srgbClr>
                </a:gs>
                <a:gs pos="100000">
                  <a:srgbClr val="FCE494">
                    <a:alpha val="4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-10768873">
              <a:off x="1463032" y="1978738"/>
              <a:ext cx="506450" cy="172578"/>
            </a:xfrm>
            <a:prstGeom prst="ellipse">
              <a:avLst/>
            </a:prstGeom>
            <a:gradFill>
              <a:gsLst>
                <a:gs pos="0">
                  <a:srgbClr val="FFD997">
                    <a:alpha val="32645"/>
                  </a:srgbClr>
                </a:gs>
                <a:gs pos="14286">
                  <a:srgbClr val="FFD997">
                    <a:alpha val="30457"/>
                  </a:srgbClr>
                </a:gs>
                <a:gs pos="28571">
                  <a:srgbClr val="FFD997">
                    <a:alpha val="24574"/>
                  </a:srgbClr>
                </a:gs>
                <a:gs pos="42857">
                  <a:srgbClr val="FFD997">
                    <a:alpha val="16888"/>
                  </a:srgbClr>
                </a:gs>
                <a:gs pos="57143">
                  <a:srgbClr val="FFD997">
                    <a:alpha val="9742"/>
                  </a:srgbClr>
                </a:gs>
                <a:gs pos="71429">
                  <a:srgbClr val="FFD997">
                    <a:alpha val="4685"/>
                  </a:srgbClr>
                </a:gs>
                <a:gs pos="85714">
                  <a:srgbClr val="FFD997">
                    <a:alpha val="1879"/>
                  </a:srgbClr>
                </a:gs>
                <a:gs pos="100000">
                  <a:srgbClr val="FFD997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10132108">
              <a:off x="820068" y="1181311"/>
              <a:ext cx="374271" cy="61136"/>
            </a:xfrm>
            <a:prstGeom prst="ellipse">
              <a:avLst/>
            </a:prstGeom>
            <a:gradFill>
              <a:gsLst>
                <a:gs pos="0">
                  <a:srgbClr val="080000">
                    <a:alpha val="32968"/>
                  </a:srgbClr>
                </a:gs>
                <a:gs pos="14286">
                  <a:srgbClr val="080000">
                    <a:alpha val="30764"/>
                  </a:srgbClr>
                </a:gs>
                <a:gs pos="28571">
                  <a:srgbClr val="080000">
                    <a:alpha val="24833"/>
                  </a:srgbClr>
                </a:gs>
                <a:gs pos="42857">
                  <a:srgbClr val="080000">
                    <a:alpha val="17075"/>
                  </a:srgbClr>
                </a:gs>
                <a:gs pos="57143">
                  <a:srgbClr val="080000">
                    <a:alpha val="9855"/>
                  </a:srgbClr>
                </a:gs>
                <a:gs pos="71429">
                  <a:srgbClr val="080000">
                    <a:alpha val="4740"/>
                  </a:srgbClr>
                </a:gs>
                <a:gs pos="85714">
                  <a:srgbClr val="080000">
                    <a:alpha val="1902"/>
                  </a:srgbClr>
                </a:gs>
                <a:gs pos="100000">
                  <a:srgbClr val="0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9772925">
              <a:off x="2265502" y="1120866"/>
              <a:ext cx="696707" cy="2895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9421024">
              <a:off x="2462097" y="1312408"/>
              <a:ext cx="433408" cy="250692"/>
            </a:xfrm>
            <a:prstGeom prst="ellipse">
              <a:avLst/>
            </a:prstGeom>
            <a:gradFill>
              <a:gsLst>
                <a:gs pos="0">
                  <a:srgbClr val="EBA753">
                    <a:alpha val="11497"/>
                  </a:srgbClr>
                </a:gs>
                <a:gs pos="14286">
                  <a:srgbClr val="EBA753">
                    <a:alpha val="10618"/>
                  </a:srgbClr>
                </a:gs>
                <a:gs pos="28571">
                  <a:srgbClr val="EBA753">
                    <a:alpha val="8347"/>
                  </a:srgbClr>
                </a:gs>
                <a:gs pos="42857">
                  <a:srgbClr val="EBA753">
                    <a:alpha val="5556"/>
                  </a:srgbClr>
                </a:gs>
                <a:gs pos="57143">
                  <a:srgbClr val="EBA753">
                    <a:alpha val="3118"/>
                  </a:srgbClr>
                </a:gs>
                <a:gs pos="71429">
                  <a:srgbClr val="EBA753">
                    <a:alpha val="1472"/>
                  </a:srgbClr>
                </a:gs>
                <a:gs pos="85714">
                  <a:srgbClr val="EBA753">
                    <a:alpha val="585"/>
                  </a:srgbClr>
                </a:gs>
                <a:gs pos="100000">
                  <a:srgbClr val="EBA753">
                    <a:alpha val="1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10282053">
              <a:off x="1534113" y="1100762"/>
              <a:ext cx="539606" cy="365273"/>
            </a:xfrm>
            <a:prstGeom prst="ellipse">
              <a:avLst/>
            </a:prstGeom>
            <a:gradFill>
              <a:gsLst>
                <a:gs pos="0">
                  <a:srgbClr val="BC3600">
                    <a:alpha val="32968"/>
                  </a:srgbClr>
                </a:gs>
                <a:gs pos="14286">
                  <a:srgbClr val="BC3600">
                    <a:alpha val="30764"/>
                  </a:srgbClr>
                </a:gs>
                <a:gs pos="28571">
                  <a:srgbClr val="BC3600">
                    <a:alpha val="24833"/>
                  </a:srgbClr>
                </a:gs>
                <a:gs pos="42857">
                  <a:srgbClr val="BC3600">
                    <a:alpha val="17075"/>
                  </a:srgbClr>
                </a:gs>
                <a:gs pos="57143">
                  <a:srgbClr val="BC3600">
                    <a:alpha val="9855"/>
                  </a:srgbClr>
                </a:gs>
                <a:gs pos="71429">
                  <a:srgbClr val="BC3600">
                    <a:alpha val="4740"/>
                  </a:srgbClr>
                </a:gs>
                <a:gs pos="85714">
                  <a:srgbClr val="BC3600">
                    <a:alpha val="1902"/>
                  </a:srgbClr>
                </a:gs>
                <a:gs pos="100000">
                  <a:srgbClr val="BC3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6343335">
              <a:off x="2144958" y="342797"/>
              <a:ext cx="258483" cy="46528"/>
            </a:xfrm>
            <a:prstGeom prst="ellipse">
              <a:avLst/>
            </a:prstGeom>
            <a:gradFill>
              <a:gsLst>
                <a:gs pos="0">
                  <a:srgbClr val="CEA177">
                    <a:alpha val="32968"/>
                  </a:srgbClr>
                </a:gs>
                <a:gs pos="14286">
                  <a:srgbClr val="CEA177">
                    <a:alpha val="30764"/>
                  </a:srgbClr>
                </a:gs>
                <a:gs pos="28571">
                  <a:srgbClr val="CEA177">
                    <a:alpha val="24833"/>
                  </a:srgbClr>
                </a:gs>
                <a:gs pos="42857">
                  <a:srgbClr val="CEA177">
                    <a:alpha val="17075"/>
                  </a:srgbClr>
                </a:gs>
                <a:gs pos="57143">
                  <a:srgbClr val="CEA177">
                    <a:alpha val="9855"/>
                  </a:srgbClr>
                </a:gs>
                <a:gs pos="71429">
                  <a:srgbClr val="CEA177">
                    <a:alpha val="4740"/>
                  </a:srgbClr>
                </a:gs>
                <a:gs pos="85714">
                  <a:srgbClr val="CEA177">
                    <a:alpha val="1902"/>
                  </a:srgbClr>
                </a:gs>
                <a:gs pos="100000">
                  <a:srgbClr val="CEA1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5218708">
              <a:off x="2670194" y="1621670"/>
              <a:ext cx="342715" cy="244676"/>
            </a:xfrm>
            <a:prstGeom prst="ellipse">
              <a:avLst/>
            </a:prstGeom>
            <a:gradFill>
              <a:gsLst>
                <a:gs pos="0">
                  <a:srgbClr val="C8A489">
                    <a:alpha val="25191"/>
                  </a:srgbClr>
                </a:gs>
                <a:gs pos="14286">
                  <a:srgbClr val="C8A489">
                    <a:alpha val="23414"/>
                  </a:srgbClr>
                </a:gs>
                <a:gs pos="28571">
                  <a:srgbClr val="C8A489">
                    <a:alpha val="18708"/>
                  </a:srgbClr>
                </a:gs>
                <a:gs pos="42857">
                  <a:srgbClr val="C8A489">
                    <a:alpha val="12703"/>
                  </a:srgbClr>
                </a:gs>
                <a:gs pos="57143">
                  <a:srgbClr val="C8A489">
                    <a:alpha val="7251"/>
                  </a:srgbClr>
                </a:gs>
                <a:gs pos="71429">
                  <a:srgbClr val="C8A489">
                    <a:alpha val="3462"/>
                  </a:srgbClr>
                </a:gs>
                <a:gs pos="85714">
                  <a:srgbClr val="C8A489">
                    <a:alpha val="1384"/>
                  </a:srgbClr>
                </a:gs>
                <a:gs pos="100000">
                  <a:srgbClr val="C8A489">
                    <a:alpha val="4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4406047">
              <a:off x="2304554" y="1705105"/>
              <a:ext cx="180873" cy="174574"/>
            </a:xfrm>
            <a:prstGeom prst="ellipse">
              <a:avLst/>
            </a:prstGeom>
            <a:gradFill>
              <a:gsLst>
                <a:gs pos="0">
                  <a:srgbClr val="923200">
                    <a:alpha val="32968"/>
                  </a:srgbClr>
                </a:gs>
                <a:gs pos="14286">
                  <a:srgbClr val="923200">
                    <a:alpha val="30764"/>
                  </a:srgbClr>
                </a:gs>
                <a:gs pos="28571">
                  <a:srgbClr val="923200">
                    <a:alpha val="24833"/>
                  </a:srgbClr>
                </a:gs>
                <a:gs pos="42857">
                  <a:srgbClr val="923200">
                    <a:alpha val="17075"/>
                  </a:srgbClr>
                </a:gs>
                <a:gs pos="57143">
                  <a:srgbClr val="923200">
                    <a:alpha val="9855"/>
                  </a:srgbClr>
                </a:gs>
                <a:gs pos="71429">
                  <a:srgbClr val="923200">
                    <a:alpha val="4740"/>
                  </a:srgbClr>
                </a:gs>
                <a:gs pos="85714">
                  <a:srgbClr val="923200">
                    <a:alpha val="1902"/>
                  </a:srgbClr>
                </a:gs>
                <a:gs pos="100000">
                  <a:srgbClr val="923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6248801">
              <a:off x="1808641" y="601166"/>
              <a:ext cx="522284" cy="41269"/>
            </a:xfrm>
            <a:prstGeom prst="ellipse">
              <a:avLst/>
            </a:prstGeom>
            <a:gradFill>
              <a:gsLst>
                <a:gs pos="0">
                  <a:srgbClr val="D5AC88">
                    <a:alpha val="32968"/>
                  </a:srgbClr>
                </a:gs>
                <a:gs pos="14286">
                  <a:srgbClr val="D5AC88">
                    <a:alpha val="30764"/>
                  </a:srgbClr>
                </a:gs>
                <a:gs pos="28571">
                  <a:srgbClr val="D5AC88">
                    <a:alpha val="24833"/>
                  </a:srgbClr>
                </a:gs>
                <a:gs pos="42857">
                  <a:srgbClr val="D5AC88">
                    <a:alpha val="17075"/>
                  </a:srgbClr>
                </a:gs>
                <a:gs pos="57143">
                  <a:srgbClr val="D5AC88">
                    <a:alpha val="9855"/>
                  </a:srgbClr>
                </a:gs>
                <a:gs pos="71429">
                  <a:srgbClr val="D5AC88">
                    <a:alpha val="4740"/>
                  </a:srgbClr>
                </a:gs>
                <a:gs pos="85714">
                  <a:srgbClr val="D5AC88">
                    <a:alpha val="1902"/>
                  </a:srgbClr>
                </a:gs>
                <a:gs pos="100000">
                  <a:srgbClr val="D5AC8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7607290">
              <a:off x="85869" y="1937012"/>
              <a:ext cx="310534" cy="168133"/>
            </a:xfrm>
            <a:prstGeom prst="ellipse">
              <a:avLst/>
            </a:prstGeom>
            <a:gradFill>
              <a:gsLst>
                <a:gs pos="0">
                  <a:srgbClr val="1D0000">
                    <a:alpha val="32968"/>
                  </a:srgbClr>
                </a:gs>
                <a:gs pos="14286">
                  <a:srgbClr val="1D0000">
                    <a:alpha val="30764"/>
                  </a:srgbClr>
                </a:gs>
                <a:gs pos="28571">
                  <a:srgbClr val="1D0000">
                    <a:alpha val="24833"/>
                  </a:srgbClr>
                </a:gs>
                <a:gs pos="42857">
                  <a:srgbClr val="1D0000">
                    <a:alpha val="17075"/>
                  </a:srgbClr>
                </a:gs>
                <a:gs pos="57143">
                  <a:srgbClr val="1D0000">
                    <a:alpha val="9855"/>
                  </a:srgbClr>
                </a:gs>
                <a:gs pos="71429">
                  <a:srgbClr val="1D0000">
                    <a:alpha val="4740"/>
                  </a:srgbClr>
                </a:gs>
                <a:gs pos="85714">
                  <a:srgbClr val="1D0000">
                    <a:alpha val="1902"/>
                  </a:srgbClr>
                </a:gs>
                <a:gs pos="100000">
                  <a:srgbClr val="1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3689484">
              <a:off x="876076" y="975727"/>
              <a:ext cx="469096" cy="43017"/>
            </a:xfrm>
            <a:prstGeom prst="ellipse">
              <a:avLst/>
            </a:prstGeom>
            <a:gradFill>
              <a:gsLst>
                <a:gs pos="0">
                  <a:srgbClr val="FFB371">
                    <a:alpha val="12919"/>
                  </a:srgbClr>
                </a:gs>
                <a:gs pos="14286">
                  <a:srgbClr val="FFB371">
                    <a:alpha val="11940"/>
                  </a:srgbClr>
                </a:gs>
                <a:gs pos="28571">
                  <a:srgbClr val="FFB371">
                    <a:alpha val="9401"/>
                  </a:srgbClr>
                </a:gs>
                <a:gs pos="42857">
                  <a:srgbClr val="FFB371">
                    <a:alpha val="6270"/>
                  </a:srgbClr>
                </a:gs>
                <a:gs pos="57143">
                  <a:srgbClr val="FFB371">
                    <a:alpha val="3524"/>
                  </a:srgbClr>
                </a:gs>
                <a:gs pos="71429">
                  <a:srgbClr val="FFB371">
                    <a:alpha val="1666"/>
                  </a:srgbClr>
                </a:gs>
                <a:gs pos="85714">
                  <a:srgbClr val="FFB371">
                    <a:alpha val="662"/>
                  </a:srgbClr>
                </a:gs>
                <a:gs pos="100000">
                  <a:srgbClr val="FFB371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-8865714">
              <a:off x="1133889" y="1690681"/>
              <a:ext cx="411888" cy="199282"/>
            </a:xfrm>
            <a:prstGeom prst="ellipse">
              <a:avLst/>
            </a:prstGeom>
            <a:gradFill>
              <a:gsLst>
                <a:gs pos="0">
                  <a:srgbClr val="000000">
                    <a:alpha val="13040"/>
                  </a:srgbClr>
                </a:gs>
                <a:gs pos="14286">
                  <a:srgbClr val="000000">
                    <a:alpha val="12052"/>
                  </a:srgbClr>
                </a:gs>
                <a:gs pos="28571">
                  <a:srgbClr val="000000">
                    <a:alpha val="9490"/>
                  </a:srgbClr>
                </a:gs>
                <a:gs pos="42857">
                  <a:srgbClr val="000000">
                    <a:alpha val="6331"/>
                  </a:srgbClr>
                </a:gs>
                <a:gs pos="57143">
                  <a:srgbClr val="000000">
                    <a:alpha val="3559"/>
                  </a:srgbClr>
                </a:gs>
                <a:gs pos="71429">
                  <a:srgbClr val="000000">
                    <a:alpha val="1682"/>
                  </a:srgbClr>
                </a:gs>
                <a:gs pos="85714">
                  <a:srgbClr val="000000">
                    <a:alpha val="669"/>
                  </a:srgbClr>
                </a:gs>
                <a:gs pos="100000">
                  <a:srgbClr val="000000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6370451">
              <a:off x="1130374" y="823134"/>
              <a:ext cx="504750" cy="58423"/>
            </a:xfrm>
            <a:prstGeom prst="ellipse">
              <a:avLst/>
            </a:prstGeom>
            <a:gradFill>
              <a:gsLst>
                <a:gs pos="0">
                  <a:srgbClr val="000F0A">
                    <a:alpha val="32968"/>
                  </a:srgbClr>
                </a:gs>
                <a:gs pos="14286">
                  <a:srgbClr val="000F0A">
                    <a:alpha val="30764"/>
                  </a:srgbClr>
                </a:gs>
                <a:gs pos="28571">
                  <a:srgbClr val="000F0A">
                    <a:alpha val="24833"/>
                  </a:srgbClr>
                </a:gs>
                <a:gs pos="42857">
                  <a:srgbClr val="000F0A">
                    <a:alpha val="17075"/>
                  </a:srgbClr>
                </a:gs>
                <a:gs pos="57143">
                  <a:srgbClr val="000F0A">
                    <a:alpha val="9855"/>
                  </a:srgbClr>
                </a:gs>
                <a:gs pos="71429">
                  <a:srgbClr val="000F0A">
                    <a:alpha val="4740"/>
                  </a:srgbClr>
                </a:gs>
                <a:gs pos="85714">
                  <a:srgbClr val="000F0A">
                    <a:alpha val="1902"/>
                  </a:srgbClr>
                </a:gs>
                <a:gs pos="100000">
                  <a:srgbClr val="000F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8431856">
              <a:off x="2647150" y="1767622"/>
              <a:ext cx="430444" cy="228759"/>
            </a:xfrm>
            <a:prstGeom prst="ellipse">
              <a:avLst/>
            </a:prstGeom>
            <a:gradFill>
              <a:gsLst>
                <a:gs pos="0">
                  <a:srgbClr val="4C0400">
                    <a:alpha val="29321"/>
                  </a:srgbClr>
                </a:gs>
                <a:gs pos="14286">
                  <a:srgbClr val="4C0400">
                    <a:alpha val="27309"/>
                  </a:srgbClr>
                </a:gs>
                <a:gs pos="28571">
                  <a:srgbClr val="4C0400">
                    <a:alpha val="21937"/>
                  </a:srgbClr>
                </a:gs>
                <a:gs pos="42857">
                  <a:srgbClr val="4C0400">
                    <a:alpha val="14993"/>
                  </a:srgbClr>
                </a:gs>
                <a:gs pos="57143">
                  <a:srgbClr val="4C0400">
                    <a:alpha val="8608"/>
                  </a:srgbClr>
                </a:gs>
                <a:gs pos="71429">
                  <a:srgbClr val="4C0400">
                    <a:alpha val="4126"/>
                  </a:srgbClr>
                </a:gs>
                <a:gs pos="85714">
                  <a:srgbClr val="4C0400">
                    <a:alpha val="1652"/>
                  </a:srgbClr>
                </a:gs>
                <a:gs pos="100000">
                  <a:srgbClr val="4C0400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-9867171">
              <a:off x="38185" y="2004033"/>
              <a:ext cx="302221" cy="69010"/>
            </a:xfrm>
            <a:prstGeom prst="ellipse">
              <a:avLst/>
            </a:prstGeom>
            <a:gradFill>
              <a:gsLst>
                <a:gs pos="0">
                  <a:srgbClr val="FFD6AB">
                    <a:alpha val="32968"/>
                  </a:srgbClr>
                </a:gs>
                <a:gs pos="14286">
                  <a:srgbClr val="FFD6AB">
                    <a:alpha val="30764"/>
                  </a:srgbClr>
                </a:gs>
                <a:gs pos="28571">
                  <a:srgbClr val="FFD6AB">
                    <a:alpha val="24833"/>
                  </a:srgbClr>
                </a:gs>
                <a:gs pos="42857">
                  <a:srgbClr val="FFD6AB">
                    <a:alpha val="17075"/>
                  </a:srgbClr>
                </a:gs>
                <a:gs pos="57143">
                  <a:srgbClr val="FFD6AB">
                    <a:alpha val="9855"/>
                  </a:srgbClr>
                </a:gs>
                <a:gs pos="71429">
                  <a:srgbClr val="FFD6AB">
                    <a:alpha val="4740"/>
                  </a:srgbClr>
                </a:gs>
                <a:gs pos="85714">
                  <a:srgbClr val="FFD6AB">
                    <a:alpha val="1902"/>
                  </a:srgbClr>
                </a:gs>
                <a:gs pos="100000">
                  <a:srgbClr val="FFD6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8026713">
              <a:off x="2678344" y="1163237"/>
              <a:ext cx="238164" cy="131016"/>
            </a:xfrm>
            <a:prstGeom prst="ellipse">
              <a:avLst/>
            </a:prstGeom>
            <a:gradFill>
              <a:gsLst>
                <a:gs pos="0">
                  <a:srgbClr val="FEC9A4">
                    <a:alpha val="32968"/>
                  </a:srgbClr>
                </a:gs>
                <a:gs pos="14286">
                  <a:srgbClr val="FEC9A4">
                    <a:alpha val="30764"/>
                  </a:srgbClr>
                </a:gs>
                <a:gs pos="28571">
                  <a:srgbClr val="FEC9A4">
                    <a:alpha val="24833"/>
                  </a:srgbClr>
                </a:gs>
                <a:gs pos="42857">
                  <a:srgbClr val="FEC9A4">
                    <a:alpha val="17075"/>
                  </a:srgbClr>
                </a:gs>
                <a:gs pos="57143">
                  <a:srgbClr val="FEC9A4">
                    <a:alpha val="9855"/>
                  </a:srgbClr>
                </a:gs>
                <a:gs pos="71429">
                  <a:srgbClr val="FEC9A4">
                    <a:alpha val="4740"/>
                  </a:srgbClr>
                </a:gs>
                <a:gs pos="85714">
                  <a:srgbClr val="FEC9A4">
                    <a:alpha val="1902"/>
                  </a:srgbClr>
                </a:gs>
                <a:gs pos="100000">
                  <a:srgbClr val="FEC9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5683614">
              <a:off x="1618070" y="1135466"/>
              <a:ext cx="517524" cy="117468"/>
            </a:xfrm>
            <a:prstGeom prst="ellipse">
              <a:avLst/>
            </a:prstGeom>
            <a:gradFill>
              <a:gsLst>
                <a:gs pos="0">
                  <a:srgbClr val="ECBA6E">
                    <a:alpha val="31895"/>
                  </a:srgbClr>
                </a:gs>
                <a:gs pos="14286">
                  <a:srgbClr val="ECBA6E">
                    <a:alpha val="29746"/>
                  </a:srgbClr>
                </a:gs>
                <a:gs pos="28571">
                  <a:srgbClr val="ECBA6E">
                    <a:alpha val="23976"/>
                  </a:srgbClr>
                </a:gs>
                <a:gs pos="42857">
                  <a:srgbClr val="ECBA6E">
                    <a:alpha val="16457"/>
                  </a:srgbClr>
                </a:gs>
                <a:gs pos="57143">
                  <a:srgbClr val="ECBA6E">
                    <a:alpha val="9483"/>
                  </a:srgbClr>
                </a:gs>
                <a:gs pos="71429">
                  <a:srgbClr val="ECBA6E">
                    <a:alpha val="4557"/>
                  </a:srgbClr>
                </a:gs>
                <a:gs pos="85714">
                  <a:srgbClr val="ECBA6E">
                    <a:alpha val="1827"/>
                  </a:srgbClr>
                </a:gs>
                <a:gs pos="100000">
                  <a:srgbClr val="ECBA6E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5994044">
              <a:off x="122492" y="36601"/>
              <a:ext cx="522876" cy="329313"/>
            </a:xfrm>
            <a:prstGeom prst="ellipse">
              <a:avLst/>
            </a:prstGeom>
            <a:gradFill>
              <a:gsLst>
                <a:gs pos="0">
                  <a:srgbClr val="AB6E00">
                    <a:alpha val="24924"/>
                  </a:srgbClr>
                </a:gs>
                <a:gs pos="14286">
                  <a:srgbClr val="AB6E00">
                    <a:alpha val="23163"/>
                  </a:srgbClr>
                </a:gs>
                <a:gs pos="28571">
                  <a:srgbClr val="AB6E00">
                    <a:alpha val="18501"/>
                  </a:srgbClr>
                </a:gs>
                <a:gs pos="42857">
                  <a:srgbClr val="AB6E00">
                    <a:alpha val="12558"/>
                  </a:srgbClr>
                </a:gs>
                <a:gs pos="57143">
                  <a:srgbClr val="AB6E00">
                    <a:alpha val="7166"/>
                  </a:srgbClr>
                </a:gs>
                <a:gs pos="71429">
                  <a:srgbClr val="AB6E00">
                    <a:alpha val="3421"/>
                  </a:srgbClr>
                </a:gs>
                <a:gs pos="85714">
                  <a:srgbClr val="AB6E00">
                    <a:alpha val="1367"/>
                  </a:srgbClr>
                </a:gs>
                <a:gs pos="100000">
                  <a:srgbClr val="AB6E00">
                    <a:alpha val="4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-8194829">
              <a:off x="811252" y="960498"/>
              <a:ext cx="409271" cy="110894"/>
            </a:xfrm>
            <a:prstGeom prst="ellipse">
              <a:avLst/>
            </a:prstGeom>
            <a:gradFill>
              <a:gsLst>
                <a:gs pos="0">
                  <a:srgbClr val="BEB846">
                    <a:alpha val="2191"/>
                  </a:srgbClr>
                </a:gs>
                <a:gs pos="14286">
                  <a:srgbClr val="BEB846">
                    <a:alpha val="2016"/>
                  </a:srgbClr>
                </a:gs>
                <a:gs pos="28571">
                  <a:srgbClr val="BEB846">
                    <a:alpha val="1569"/>
                  </a:srgbClr>
                </a:gs>
                <a:gs pos="42857">
                  <a:srgbClr val="BEB846">
                    <a:alpha val="1032"/>
                  </a:srgbClr>
                </a:gs>
                <a:gs pos="57143">
                  <a:srgbClr val="BEB846">
                    <a:alpha val="573"/>
                  </a:srgbClr>
                </a:gs>
                <a:gs pos="71429">
                  <a:srgbClr val="BEB846">
                    <a:alpha val="269"/>
                  </a:srgbClr>
                </a:gs>
                <a:gs pos="85714">
                  <a:srgbClr val="BEB846">
                    <a:alpha val="106"/>
                  </a:srgbClr>
                </a:gs>
                <a:gs pos="100000">
                  <a:srgbClr val="BEB846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-9320326">
              <a:off x="1278133" y="630243"/>
              <a:ext cx="370614" cy="53443"/>
            </a:xfrm>
            <a:prstGeom prst="ellipse">
              <a:avLst/>
            </a:prstGeom>
            <a:gradFill>
              <a:gsLst>
                <a:gs pos="0">
                  <a:srgbClr val="FFC365">
                    <a:alpha val="10405"/>
                  </a:srgbClr>
                </a:gs>
                <a:gs pos="14286">
                  <a:srgbClr val="FFC365">
                    <a:alpha val="9605"/>
                  </a:srgbClr>
                </a:gs>
                <a:gs pos="28571">
                  <a:srgbClr val="FFC365">
                    <a:alpha val="7541"/>
                  </a:srgbClr>
                </a:gs>
                <a:gs pos="42857">
                  <a:srgbClr val="FFC365">
                    <a:alpha val="5013"/>
                  </a:srgbClr>
                </a:gs>
                <a:gs pos="57143">
                  <a:srgbClr val="FFC365">
                    <a:alpha val="2809"/>
                  </a:srgbClr>
                </a:gs>
                <a:gs pos="71429">
                  <a:srgbClr val="FFC365">
                    <a:alpha val="1325"/>
                  </a:srgbClr>
                </a:gs>
                <a:gs pos="85714">
                  <a:srgbClr val="FFC365">
                    <a:alpha val="526"/>
                  </a:srgbClr>
                </a:gs>
                <a:gs pos="100000">
                  <a:srgbClr val="FFC365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5139112">
              <a:off x="2082596" y="190494"/>
              <a:ext cx="456270" cy="10144"/>
            </a:xfrm>
            <a:prstGeom prst="ellipse">
              <a:avLst/>
            </a:prstGeom>
            <a:gradFill>
              <a:gsLst>
                <a:gs pos="0">
                  <a:srgbClr val="532A00">
                    <a:alpha val="32968"/>
                  </a:srgbClr>
                </a:gs>
                <a:gs pos="14286">
                  <a:srgbClr val="532A00">
                    <a:alpha val="30764"/>
                  </a:srgbClr>
                </a:gs>
                <a:gs pos="28571">
                  <a:srgbClr val="532A00">
                    <a:alpha val="24833"/>
                  </a:srgbClr>
                </a:gs>
                <a:gs pos="42857">
                  <a:srgbClr val="532A00">
                    <a:alpha val="17075"/>
                  </a:srgbClr>
                </a:gs>
                <a:gs pos="57143">
                  <a:srgbClr val="532A00">
                    <a:alpha val="9855"/>
                  </a:srgbClr>
                </a:gs>
                <a:gs pos="71429">
                  <a:srgbClr val="532A00">
                    <a:alpha val="4740"/>
                  </a:srgbClr>
                </a:gs>
                <a:gs pos="85714">
                  <a:srgbClr val="532A00">
                    <a:alpha val="1902"/>
                  </a:srgbClr>
                </a:gs>
                <a:gs pos="100000">
                  <a:srgbClr val="532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-10181079">
              <a:off x="484728" y="440827"/>
              <a:ext cx="573290" cy="54526"/>
            </a:xfrm>
            <a:prstGeom prst="ellipse">
              <a:avLst/>
            </a:prstGeom>
            <a:gradFill>
              <a:gsLst>
                <a:gs pos="0">
                  <a:srgbClr val="B18861">
                    <a:alpha val="32968"/>
                  </a:srgbClr>
                </a:gs>
                <a:gs pos="14286">
                  <a:srgbClr val="B18861">
                    <a:alpha val="30764"/>
                  </a:srgbClr>
                </a:gs>
                <a:gs pos="28571">
                  <a:srgbClr val="B18861">
                    <a:alpha val="24833"/>
                  </a:srgbClr>
                </a:gs>
                <a:gs pos="42857">
                  <a:srgbClr val="B18861">
                    <a:alpha val="17075"/>
                  </a:srgbClr>
                </a:gs>
                <a:gs pos="57143">
                  <a:srgbClr val="B18861">
                    <a:alpha val="9855"/>
                  </a:srgbClr>
                </a:gs>
                <a:gs pos="71429">
                  <a:srgbClr val="B18861">
                    <a:alpha val="4740"/>
                  </a:srgbClr>
                </a:gs>
                <a:gs pos="85714">
                  <a:srgbClr val="B18861">
                    <a:alpha val="1902"/>
                  </a:srgbClr>
                </a:gs>
                <a:gs pos="100000">
                  <a:srgbClr val="B1886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10493349">
              <a:off x="3252566" y="2250284"/>
              <a:ext cx="289533" cy="282287"/>
            </a:xfrm>
            <a:prstGeom prst="ellipse">
              <a:avLst/>
            </a:prstGeom>
            <a:gradFill>
              <a:gsLst>
                <a:gs pos="0">
                  <a:srgbClr val="74B091">
                    <a:alpha val="7966"/>
                  </a:srgbClr>
                </a:gs>
                <a:gs pos="14286">
                  <a:srgbClr val="74B091">
                    <a:alpha val="7346"/>
                  </a:srgbClr>
                </a:gs>
                <a:gs pos="28571">
                  <a:srgbClr val="74B091">
                    <a:alpha val="5752"/>
                  </a:srgbClr>
                </a:gs>
                <a:gs pos="42857">
                  <a:srgbClr val="74B091">
                    <a:alpha val="3811"/>
                  </a:srgbClr>
                </a:gs>
                <a:gs pos="57143">
                  <a:srgbClr val="74B091">
                    <a:alpha val="2130"/>
                  </a:srgbClr>
                </a:gs>
                <a:gs pos="71429">
                  <a:srgbClr val="74B091">
                    <a:alpha val="1003"/>
                  </a:srgbClr>
                </a:gs>
                <a:gs pos="85714">
                  <a:srgbClr val="74B091">
                    <a:alpha val="398"/>
                  </a:srgbClr>
                </a:gs>
                <a:gs pos="100000">
                  <a:srgbClr val="74B091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4417317">
              <a:off x="1435904" y="640115"/>
              <a:ext cx="392862" cy="112058"/>
            </a:xfrm>
            <a:prstGeom prst="ellipse">
              <a:avLst/>
            </a:prstGeom>
            <a:gradFill>
              <a:gsLst>
                <a:gs pos="0">
                  <a:srgbClr val="B60000">
                    <a:alpha val="3918"/>
                  </a:srgbClr>
                </a:gs>
                <a:gs pos="14286">
                  <a:srgbClr val="B60000">
                    <a:alpha val="3607"/>
                  </a:srgbClr>
                </a:gs>
                <a:gs pos="28571">
                  <a:srgbClr val="B60000">
                    <a:alpha val="2812"/>
                  </a:srgbClr>
                </a:gs>
                <a:gs pos="42857">
                  <a:srgbClr val="B60000">
                    <a:alpha val="1854"/>
                  </a:srgbClr>
                </a:gs>
                <a:gs pos="57143">
                  <a:srgbClr val="B60000">
                    <a:alpha val="1031"/>
                  </a:srgbClr>
                </a:gs>
                <a:gs pos="71429">
                  <a:srgbClr val="B60000">
                    <a:alpha val="484"/>
                  </a:srgbClr>
                </a:gs>
                <a:gs pos="85714">
                  <a:srgbClr val="B60000">
                    <a:alpha val="192"/>
                  </a:srgbClr>
                </a:gs>
                <a:gs pos="100000">
                  <a:srgbClr val="B60000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-10392055">
              <a:off x="3209250" y="2336734"/>
              <a:ext cx="342382" cy="135711"/>
            </a:xfrm>
            <a:prstGeom prst="ellipse">
              <a:avLst/>
            </a:prstGeom>
            <a:gradFill>
              <a:gsLst>
                <a:gs pos="0">
                  <a:srgbClr val="CAB6B5">
                    <a:alpha val="32968"/>
                  </a:srgbClr>
                </a:gs>
                <a:gs pos="14286">
                  <a:srgbClr val="CAB6B5">
                    <a:alpha val="30764"/>
                  </a:srgbClr>
                </a:gs>
                <a:gs pos="28571">
                  <a:srgbClr val="CAB6B5">
                    <a:alpha val="24833"/>
                  </a:srgbClr>
                </a:gs>
                <a:gs pos="42857">
                  <a:srgbClr val="CAB6B5">
                    <a:alpha val="17075"/>
                  </a:srgbClr>
                </a:gs>
                <a:gs pos="57143">
                  <a:srgbClr val="CAB6B5">
                    <a:alpha val="9855"/>
                  </a:srgbClr>
                </a:gs>
                <a:gs pos="71429">
                  <a:srgbClr val="CAB6B5">
                    <a:alpha val="4740"/>
                  </a:srgbClr>
                </a:gs>
                <a:gs pos="85714">
                  <a:srgbClr val="CAB6B5">
                    <a:alpha val="1902"/>
                  </a:srgbClr>
                </a:gs>
                <a:gs pos="100000">
                  <a:srgbClr val="CAB6B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10620562">
              <a:off x="-172719" y="1232301"/>
              <a:ext cx="373952" cy="287221"/>
            </a:xfrm>
            <a:prstGeom prst="ellipse">
              <a:avLst/>
            </a:prstGeom>
            <a:gradFill>
              <a:gsLst>
                <a:gs pos="0">
                  <a:srgbClr val="FFA513">
                    <a:alpha val="5192"/>
                  </a:srgbClr>
                </a:gs>
                <a:gs pos="14286">
                  <a:srgbClr val="FFA513">
                    <a:alpha val="4782"/>
                  </a:srgbClr>
                </a:gs>
                <a:gs pos="28571">
                  <a:srgbClr val="FFA513">
                    <a:alpha val="3733"/>
                  </a:srgbClr>
                </a:gs>
                <a:gs pos="42857">
                  <a:srgbClr val="FFA513">
                    <a:alpha val="2465"/>
                  </a:srgbClr>
                </a:gs>
                <a:gs pos="57143">
                  <a:srgbClr val="FFA513">
                    <a:alpha val="1373"/>
                  </a:srgbClr>
                </a:gs>
                <a:gs pos="71429">
                  <a:srgbClr val="FFA513">
                    <a:alpha val="645"/>
                  </a:srgbClr>
                </a:gs>
                <a:gs pos="85714">
                  <a:srgbClr val="FFA513">
                    <a:alpha val="256"/>
                  </a:srgbClr>
                </a:gs>
                <a:gs pos="100000">
                  <a:srgbClr val="FFA513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6251168">
              <a:off x="-15769" y="862201"/>
              <a:ext cx="446979" cy="223574"/>
            </a:xfrm>
            <a:prstGeom prst="ellipse">
              <a:avLst/>
            </a:prstGeom>
            <a:gradFill>
              <a:gsLst>
                <a:gs pos="0">
                  <a:srgbClr val="2E1700">
                    <a:alpha val="21878"/>
                  </a:srgbClr>
                </a:gs>
                <a:gs pos="14286">
                  <a:srgbClr val="2E1700">
                    <a:alpha val="20302"/>
                  </a:srgbClr>
                </a:gs>
                <a:gs pos="28571">
                  <a:srgbClr val="2E1700">
                    <a:alpha val="16155"/>
                  </a:srgbClr>
                </a:gs>
                <a:gs pos="42857">
                  <a:srgbClr val="2E1700">
                    <a:alpha val="10914"/>
                  </a:srgbClr>
                </a:gs>
                <a:gs pos="57143">
                  <a:srgbClr val="2E1700">
                    <a:alpha val="6203"/>
                  </a:srgbClr>
                </a:gs>
                <a:gs pos="71429">
                  <a:srgbClr val="2E1700">
                    <a:alpha val="2953"/>
                  </a:srgbClr>
                </a:gs>
                <a:gs pos="85714">
                  <a:srgbClr val="2E1700">
                    <a:alpha val="1178"/>
                  </a:srgbClr>
                </a:gs>
                <a:gs pos="100000">
                  <a:srgbClr val="2E1700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9904643">
              <a:off x="890089" y="1967541"/>
              <a:ext cx="370371" cy="21335"/>
            </a:xfrm>
            <a:prstGeom prst="ellipse">
              <a:avLst/>
            </a:prstGeom>
            <a:gradFill>
              <a:gsLst>
                <a:gs pos="0">
                  <a:srgbClr val="FFD9C9">
                    <a:alpha val="25162"/>
                  </a:srgbClr>
                </a:gs>
                <a:gs pos="14286">
                  <a:srgbClr val="FFD9C9">
                    <a:alpha val="23387"/>
                  </a:srgbClr>
                </a:gs>
                <a:gs pos="28571">
                  <a:srgbClr val="FFD9C9">
                    <a:alpha val="18685"/>
                  </a:srgbClr>
                </a:gs>
                <a:gs pos="42857">
                  <a:srgbClr val="FFD9C9">
                    <a:alpha val="12687"/>
                  </a:srgbClr>
                </a:gs>
                <a:gs pos="57143">
                  <a:srgbClr val="FFD9C9">
                    <a:alpha val="7242"/>
                  </a:srgbClr>
                </a:gs>
                <a:gs pos="71429">
                  <a:srgbClr val="FFD9C9">
                    <a:alpha val="3458"/>
                  </a:srgbClr>
                </a:gs>
                <a:gs pos="85714">
                  <a:srgbClr val="FFD9C9">
                    <a:alpha val="1382"/>
                  </a:srgbClr>
                </a:gs>
                <a:gs pos="100000">
                  <a:srgbClr val="FFD9C9">
                    <a:alpha val="4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5614207">
              <a:off x="919166" y="1766197"/>
              <a:ext cx="365798" cy="358041"/>
            </a:xfrm>
            <a:prstGeom prst="ellipse">
              <a:avLst/>
            </a:prstGeom>
            <a:gradFill>
              <a:gsLst>
                <a:gs pos="0">
                  <a:srgbClr val="750000">
                    <a:alpha val="6325"/>
                  </a:srgbClr>
                </a:gs>
                <a:gs pos="14286">
                  <a:srgbClr val="750000">
                    <a:alpha val="5829"/>
                  </a:srgbClr>
                </a:gs>
                <a:gs pos="28571">
                  <a:srgbClr val="750000">
                    <a:alpha val="4556"/>
                  </a:srgbClr>
                </a:gs>
                <a:gs pos="42857">
                  <a:srgbClr val="750000">
                    <a:alpha val="3012"/>
                  </a:srgbClr>
                </a:gs>
                <a:gs pos="57143">
                  <a:srgbClr val="750000">
                    <a:alpha val="1681"/>
                  </a:srgbClr>
                </a:gs>
                <a:gs pos="71429">
                  <a:srgbClr val="750000">
                    <a:alpha val="790"/>
                  </a:srgbClr>
                </a:gs>
                <a:gs pos="85714">
                  <a:srgbClr val="750000">
                    <a:alpha val="313"/>
                  </a:srgbClr>
                </a:gs>
                <a:gs pos="100000">
                  <a:srgbClr val="750000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5554322">
              <a:off x="1675421" y="358119"/>
              <a:ext cx="368324" cy="36213"/>
            </a:xfrm>
            <a:prstGeom prst="ellipse">
              <a:avLst/>
            </a:prstGeom>
            <a:gradFill>
              <a:gsLst>
                <a:gs pos="0">
                  <a:srgbClr val="F9C394">
                    <a:alpha val="16227"/>
                  </a:srgbClr>
                </a:gs>
                <a:gs pos="14286">
                  <a:srgbClr val="F9C394">
                    <a:alpha val="15019"/>
                  </a:srgbClr>
                </a:gs>
                <a:gs pos="28571">
                  <a:srgbClr val="F9C394">
                    <a:alpha val="11870"/>
                  </a:srgbClr>
                </a:gs>
                <a:gs pos="42857">
                  <a:srgbClr val="F9C394">
                    <a:alpha val="7954"/>
                  </a:srgbClr>
                </a:gs>
                <a:gs pos="57143">
                  <a:srgbClr val="F9C394">
                    <a:alpha val="4489"/>
                  </a:srgbClr>
                </a:gs>
                <a:gs pos="71429">
                  <a:srgbClr val="F9C394">
                    <a:alpha val="2127"/>
                  </a:srgbClr>
                </a:gs>
                <a:gs pos="85714">
                  <a:srgbClr val="F9C394">
                    <a:alpha val="846"/>
                  </a:srgbClr>
                </a:gs>
                <a:gs pos="100000">
                  <a:srgbClr val="F9C394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9056489">
              <a:off x="577938" y="841333"/>
              <a:ext cx="475407" cy="210796"/>
            </a:xfrm>
            <a:prstGeom prst="ellipse">
              <a:avLst/>
            </a:prstGeom>
            <a:gradFill>
              <a:gsLst>
                <a:gs pos="0">
                  <a:srgbClr val="510000">
                    <a:alpha val="18021"/>
                  </a:srgbClr>
                </a:gs>
                <a:gs pos="14286">
                  <a:srgbClr val="510000">
                    <a:alpha val="16693"/>
                  </a:srgbClr>
                </a:gs>
                <a:gs pos="28571">
                  <a:srgbClr val="510000">
                    <a:alpha val="13221"/>
                  </a:srgbClr>
                </a:gs>
                <a:gs pos="42857">
                  <a:srgbClr val="510000">
                    <a:alpha val="8882"/>
                  </a:srgbClr>
                </a:gs>
                <a:gs pos="57143">
                  <a:srgbClr val="510000">
                    <a:alpha val="5023"/>
                  </a:srgbClr>
                </a:gs>
                <a:gs pos="71429">
                  <a:srgbClr val="510000">
                    <a:alpha val="2384"/>
                  </a:srgbClr>
                </a:gs>
                <a:gs pos="85714">
                  <a:srgbClr val="510000">
                    <a:alpha val="949"/>
                  </a:srgbClr>
                </a:gs>
                <a:gs pos="100000">
                  <a:srgbClr val="510000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5978837">
              <a:off x="2222311" y="466750"/>
              <a:ext cx="383997" cy="85629"/>
            </a:xfrm>
            <a:prstGeom prst="ellipse">
              <a:avLst/>
            </a:prstGeom>
            <a:gradFill>
              <a:gsLst>
                <a:gs pos="0">
                  <a:srgbClr val="FFD4AB">
                    <a:alpha val="17748"/>
                  </a:srgbClr>
                </a:gs>
                <a:gs pos="14286">
                  <a:srgbClr val="FFD4AB">
                    <a:alpha val="16438"/>
                  </a:srgbClr>
                </a:gs>
                <a:gs pos="28571">
                  <a:srgbClr val="FFD4AB">
                    <a:alpha val="13015"/>
                  </a:srgbClr>
                </a:gs>
                <a:gs pos="42857">
                  <a:srgbClr val="FFD4AB">
                    <a:alpha val="8740"/>
                  </a:srgbClr>
                </a:gs>
                <a:gs pos="57143">
                  <a:srgbClr val="FFD4AB">
                    <a:alpha val="4941"/>
                  </a:srgbClr>
                </a:gs>
                <a:gs pos="71429">
                  <a:srgbClr val="FFD4AB">
                    <a:alpha val="2344"/>
                  </a:srgbClr>
                </a:gs>
                <a:gs pos="85714">
                  <a:srgbClr val="FFD4AB">
                    <a:alpha val="934"/>
                  </a:srgbClr>
                </a:gs>
                <a:gs pos="100000">
                  <a:srgbClr val="FFD4AB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8336187">
              <a:off x="2014202" y="2092831"/>
              <a:ext cx="322282" cy="54451"/>
            </a:xfrm>
            <a:prstGeom prst="ellipse">
              <a:avLst/>
            </a:prstGeom>
            <a:gradFill>
              <a:gsLst>
                <a:gs pos="0">
                  <a:srgbClr val="F7B89F">
                    <a:alpha val="32968"/>
                  </a:srgbClr>
                </a:gs>
                <a:gs pos="14286">
                  <a:srgbClr val="F7B89F">
                    <a:alpha val="30764"/>
                  </a:srgbClr>
                </a:gs>
                <a:gs pos="28571">
                  <a:srgbClr val="F7B89F">
                    <a:alpha val="24833"/>
                  </a:srgbClr>
                </a:gs>
                <a:gs pos="42857">
                  <a:srgbClr val="F7B89F">
                    <a:alpha val="17075"/>
                  </a:srgbClr>
                </a:gs>
                <a:gs pos="57143">
                  <a:srgbClr val="F7B89F">
                    <a:alpha val="9855"/>
                  </a:srgbClr>
                </a:gs>
                <a:gs pos="71429">
                  <a:srgbClr val="F7B89F">
                    <a:alpha val="4740"/>
                  </a:srgbClr>
                </a:gs>
                <a:gs pos="85714">
                  <a:srgbClr val="F7B89F">
                    <a:alpha val="1902"/>
                  </a:srgbClr>
                </a:gs>
                <a:gs pos="100000">
                  <a:srgbClr val="F7B8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7950521">
              <a:off x="1300075" y="407231"/>
              <a:ext cx="346788" cy="240985"/>
            </a:xfrm>
            <a:prstGeom prst="ellipse">
              <a:avLst/>
            </a:prstGeom>
            <a:gradFill>
              <a:gsLst>
                <a:gs pos="0">
                  <a:srgbClr val="5B2100">
                    <a:alpha val="24896"/>
                  </a:srgbClr>
                </a:gs>
                <a:gs pos="14286">
                  <a:srgbClr val="5B2100">
                    <a:alpha val="23137"/>
                  </a:srgbClr>
                </a:gs>
                <a:gs pos="28571">
                  <a:srgbClr val="5B2100">
                    <a:alpha val="18479"/>
                  </a:srgbClr>
                </a:gs>
                <a:gs pos="42857">
                  <a:srgbClr val="5B2100">
                    <a:alpha val="12542"/>
                  </a:srgbClr>
                </a:gs>
                <a:gs pos="57143">
                  <a:srgbClr val="5B2100">
                    <a:alpha val="7157"/>
                  </a:srgbClr>
                </a:gs>
                <a:gs pos="71429">
                  <a:srgbClr val="5B2100">
                    <a:alpha val="3416"/>
                  </a:srgbClr>
                </a:gs>
                <a:gs pos="85714">
                  <a:srgbClr val="5B2100">
                    <a:alpha val="1365"/>
                  </a:srgbClr>
                </a:gs>
                <a:gs pos="100000">
                  <a:srgbClr val="5B2100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10291390">
              <a:off x="303462" y="1489620"/>
              <a:ext cx="403978" cy="202797"/>
            </a:xfrm>
            <a:prstGeom prst="ellipse">
              <a:avLst/>
            </a:prstGeom>
            <a:gradFill>
              <a:gsLst>
                <a:gs pos="0">
                  <a:srgbClr val="8B580B">
                    <a:alpha val="24657"/>
                  </a:srgbClr>
                </a:gs>
                <a:gs pos="14286">
                  <a:srgbClr val="8B580B">
                    <a:alpha val="22912"/>
                  </a:srgbClr>
                </a:gs>
                <a:gs pos="28571">
                  <a:srgbClr val="8B580B">
                    <a:alpha val="18295"/>
                  </a:srgbClr>
                </a:gs>
                <a:gs pos="42857">
                  <a:srgbClr val="8B580B">
                    <a:alpha val="12412"/>
                  </a:srgbClr>
                </a:gs>
                <a:gs pos="57143">
                  <a:srgbClr val="8B580B">
                    <a:alpha val="7080"/>
                  </a:srgbClr>
                </a:gs>
                <a:gs pos="71429">
                  <a:srgbClr val="8B580B">
                    <a:alpha val="3379"/>
                  </a:srgbClr>
                </a:gs>
                <a:gs pos="85714">
                  <a:srgbClr val="8B580B">
                    <a:alpha val="1350"/>
                  </a:srgbClr>
                </a:gs>
                <a:gs pos="100000">
                  <a:srgbClr val="8B580B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9905956">
              <a:off x="3210721" y="2288547"/>
              <a:ext cx="416396" cy="117789"/>
            </a:xfrm>
            <a:prstGeom prst="ellipse">
              <a:avLst/>
            </a:prstGeom>
            <a:gradFill>
              <a:gsLst>
                <a:gs pos="0">
                  <a:srgbClr val="CF7666">
                    <a:alpha val="1841"/>
                  </a:srgbClr>
                </a:gs>
                <a:gs pos="14286">
                  <a:srgbClr val="CF7666">
                    <a:alpha val="1693"/>
                  </a:srgbClr>
                </a:gs>
                <a:gs pos="28571">
                  <a:srgbClr val="CF7666">
                    <a:alpha val="1317"/>
                  </a:srgbClr>
                </a:gs>
                <a:gs pos="42857">
                  <a:srgbClr val="CF7666">
                    <a:alpha val="866"/>
                  </a:srgbClr>
                </a:gs>
                <a:gs pos="57143">
                  <a:srgbClr val="CF7666">
                    <a:alpha val="481"/>
                  </a:srgbClr>
                </a:gs>
                <a:gs pos="71429">
                  <a:srgbClr val="CF7666">
                    <a:alpha val="225"/>
                  </a:srgbClr>
                </a:gs>
                <a:gs pos="85714">
                  <a:srgbClr val="CF7666">
                    <a:alpha val="89"/>
                  </a:srgbClr>
                </a:gs>
                <a:gs pos="100000">
                  <a:srgbClr val="CF7666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4814084">
              <a:off x="1757286" y="413186"/>
              <a:ext cx="367694" cy="91643"/>
            </a:xfrm>
            <a:prstGeom prst="ellipse">
              <a:avLst/>
            </a:prstGeom>
            <a:gradFill>
              <a:gsLst>
                <a:gs pos="0">
                  <a:srgbClr val="000700">
                    <a:alpha val="6492"/>
                  </a:srgbClr>
                </a:gs>
                <a:gs pos="14286">
                  <a:srgbClr val="000700">
                    <a:alpha val="5983"/>
                  </a:srgbClr>
                </a:gs>
                <a:gs pos="28571">
                  <a:srgbClr val="000700">
                    <a:alpha val="4677"/>
                  </a:srgbClr>
                </a:gs>
                <a:gs pos="42857">
                  <a:srgbClr val="000700">
                    <a:alpha val="3093"/>
                  </a:srgbClr>
                </a:gs>
                <a:gs pos="57143">
                  <a:srgbClr val="000700">
                    <a:alpha val="1726"/>
                  </a:srgbClr>
                </a:gs>
                <a:gs pos="71429">
                  <a:srgbClr val="000700">
                    <a:alpha val="812"/>
                  </a:srgbClr>
                </a:gs>
                <a:gs pos="85714">
                  <a:srgbClr val="000700">
                    <a:alpha val="322"/>
                  </a:srgbClr>
                </a:gs>
                <a:gs pos="100000">
                  <a:srgbClr val="000700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-8590325">
              <a:off x="627537" y="1763930"/>
              <a:ext cx="472027" cy="108609"/>
            </a:xfrm>
            <a:prstGeom prst="ellipse">
              <a:avLst/>
            </a:prstGeom>
            <a:gradFill>
              <a:gsLst>
                <a:gs pos="0">
                  <a:srgbClr val="840000">
                    <a:alpha val="4394"/>
                  </a:srgbClr>
                </a:gs>
                <a:gs pos="14286">
                  <a:srgbClr val="840000">
                    <a:alpha val="4046"/>
                  </a:srgbClr>
                </a:gs>
                <a:gs pos="28571">
                  <a:srgbClr val="840000">
                    <a:alpha val="3156"/>
                  </a:srgbClr>
                </a:gs>
                <a:gs pos="42857">
                  <a:srgbClr val="840000">
                    <a:alpha val="2081"/>
                  </a:srgbClr>
                </a:gs>
                <a:gs pos="57143">
                  <a:srgbClr val="840000">
                    <a:alpha val="1159"/>
                  </a:srgbClr>
                </a:gs>
                <a:gs pos="71429">
                  <a:srgbClr val="840000">
                    <a:alpha val="544"/>
                  </a:srgbClr>
                </a:gs>
                <a:gs pos="85714">
                  <a:srgbClr val="840000">
                    <a:alpha val="215"/>
                  </a:srgbClr>
                </a:gs>
                <a:gs pos="100000">
                  <a:srgbClr val="840000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6485895">
              <a:off x="1529864" y="-18259"/>
              <a:ext cx="297891" cy="36519"/>
            </a:xfrm>
            <a:prstGeom prst="ellipse">
              <a:avLst/>
            </a:prstGeom>
            <a:gradFill>
              <a:gsLst>
                <a:gs pos="0">
                  <a:srgbClr val="320000">
                    <a:alpha val="32968"/>
                  </a:srgbClr>
                </a:gs>
                <a:gs pos="14286">
                  <a:srgbClr val="320000">
                    <a:alpha val="30764"/>
                  </a:srgbClr>
                </a:gs>
                <a:gs pos="28571">
                  <a:srgbClr val="320000">
                    <a:alpha val="24833"/>
                  </a:srgbClr>
                </a:gs>
                <a:gs pos="42857">
                  <a:srgbClr val="320000">
                    <a:alpha val="17075"/>
                  </a:srgbClr>
                </a:gs>
                <a:gs pos="57143">
                  <a:srgbClr val="320000">
                    <a:alpha val="9855"/>
                  </a:srgbClr>
                </a:gs>
                <a:gs pos="71429">
                  <a:srgbClr val="320000">
                    <a:alpha val="4740"/>
                  </a:srgbClr>
                </a:gs>
                <a:gs pos="85714">
                  <a:srgbClr val="320000">
                    <a:alpha val="1902"/>
                  </a:srgbClr>
                </a:gs>
                <a:gs pos="100000">
                  <a:srgbClr val="3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-8602105">
              <a:off x="1066674" y="1081997"/>
              <a:ext cx="313440" cy="337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-8154197">
              <a:off x="1039659" y="1257603"/>
              <a:ext cx="474555" cy="150850"/>
            </a:xfrm>
            <a:prstGeom prst="ellipse">
              <a:avLst/>
            </a:prstGeom>
            <a:gradFill>
              <a:gsLst>
                <a:gs pos="0">
                  <a:srgbClr val="FFD0A4">
                    <a:alpha val="6206"/>
                  </a:srgbClr>
                </a:gs>
                <a:gs pos="14286">
                  <a:srgbClr val="FFD0A4">
                    <a:alpha val="5719"/>
                  </a:srgbClr>
                </a:gs>
                <a:gs pos="28571">
                  <a:srgbClr val="FFD0A4">
                    <a:alpha val="4469"/>
                  </a:srgbClr>
                </a:gs>
                <a:gs pos="42857">
                  <a:srgbClr val="FFD0A4">
                    <a:alpha val="2954"/>
                  </a:srgbClr>
                </a:gs>
                <a:gs pos="57143">
                  <a:srgbClr val="FFD0A4">
                    <a:alpha val="1648"/>
                  </a:srgbClr>
                </a:gs>
                <a:gs pos="71429">
                  <a:srgbClr val="FFD0A4">
                    <a:alpha val="775"/>
                  </a:srgbClr>
                </a:gs>
                <a:gs pos="85714">
                  <a:srgbClr val="FFD0A4">
                    <a:alpha val="307"/>
                  </a:srgbClr>
                </a:gs>
                <a:gs pos="100000">
                  <a:srgbClr val="FFD0A4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3742743">
              <a:off x="1598957" y="1596206"/>
              <a:ext cx="681876" cy="43178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-10476026">
              <a:off x="3061883" y="1068302"/>
              <a:ext cx="253798" cy="64405"/>
            </a:xfrm>
            <a:prstGeom prst="ellipse">
              <a:avLst/>
            </a:prstGeom>
            <a:gradFill>
              <a:gsLst>
                <a:gs pos="0">
                  <a:srgbClr val="C39BC6">
                    <a:alpha val="3140"/>
                  </a:srgbClr>
                </a:gs>
                <a:gs pos="14286">
                  <a:srgbClr val="C39BC6">
                    <a:alpha val="2890"/>
                  </a:srgbClr>
                </a:gs>
                <a:gs pos="28571">
                  <a:srgbClr val="C39BC6">
                    <a:alpha val="2251"/>
                  </a:srgbClr>
                </a:gs>
                <a:gs pos="42857">
                  <a:srgbClr val="C39BC6">
                    <a:alpha val="1482"/>
                  </a:srgbClr>
                </a:gs>
                <a:gs pos="57143">
                  <a:srgbClr val="C39BC6">
                    <a:alpha val="824"/>
                  </a:srgbClr>
                </a:gs>
                <a:gs pos="71429">
                  <a:srgbClr val="C39BC6">
                    <a:alpha val="387"/>
                  </a:srgbClr>
                </a:gs>
                <a:gs pos="85714">
                  <a:srgbClr val="C39BC6">
                    <a:alpha val="153"/>
                  </a:srgbClr>
                </a:gs>
                <a:gs pos="100000">
                  <a:srgbClr val="C39BC6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6544687">
              <a:off x="2605841" y="1100843"/>
              <a:ext cx="330399" cy="66989"/>
            </a:xfrm>
            <a:prstGeom prst="ellipse">
              <a:avLst/>
            </a:prstGeom>
            <a:gradFill>
              <a:gsLst>
                <a:gs pos="0">
                  <a:srgbClr val="EB0000">
                    <a:alpha val="3216"/>
                  </a:srgbClr>
                </a:gs>
                <a:gs pos="14286">
                  <a:srgbClr val="EB0000">
                    <a:alpha val="2960"/>
                  </a:srgbClr>
                </a:gs>
                <a:gs pos="28571">
                  <a:srgbClr val="EB0000">
                    <a:alpha val="2306"/>
                  </a:srgbClr>
                </a:gs>
                <a:gs pos="42857">
                  <a:srgbClr val="EB0000">
                    <a:alpha val="1519"/>
                  </a:srgbClr>
                </a:gs>
                <a:gs pos="57143">
                  <a:srgbClr val="EB0000">
                    <a:alpha val="844"/>
                  </a:srgbClr>
                </a:gs>
                <a:gs pos="71429">
                  <a:srgbClr val="EB0000">
                    <a:alpha val="396"/>
                  </a:srgbClr>
                </a:gs>
                <a:gs pos="85714">
                  <a:srgbClr val="EB0000">
                    <a:alpha val="157"/>
                  </a:srgbClr>
                </a:gs>
                <a:gs pos="100000">
                  <a:srgbClr val="EB0000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3609080">
              <a:off x="740041" y="1140947"/>
              <a:ext cx="524766" cy="55180"/>
            </a:xfrm>
            <a:prstGeom prst="ellipse">
              <a:avLst/>
            </a:prstGeom>
            <a:gradFill>
              <a:gsLst>
                <a:gs pos="0">
                  <a:srgbClr val="EEB978">
                    <a:alpha val="26904"/>
                  </a:srgbClr>
                </a:gs>
                <a:gs pos="14286">
                  <a:srgbClr val="EEB978">
                    <a:alpha val="25027"/>
                  </a:srgbClr>
                </a:gs>
                <a:gs pos="28571">
                  <a:srgbClr val="EEB978">
                    <a:alpha val="20040"/>
                  </a:srgbClr>
                </a:gs>
                <a:gs pos="42857">
                  <a:srgbClr val="EEB978">
                    <a:alpha val="13644"/>
                  </a:srgbClr>
                </a:gs>
                <a:gs pos="57143">
                  <a:srgbClr val="EEB978">
                    <a:alpha val="7807"/>
                  </a:srgbClr>
                </a:gs>
                <a:gs pos="71429">
                  <a:srgbClr val="EEB978">
                    <a:alpha val="3733"/>
                  </a:srgbClr>
                </a:gs>
                <a:gs pos="85714">
                  <a:srgbClr val="EEB978">
                    <a:alpha val="1493"/>
                  </a:srgbClr>
                </a:gs>
                <a:gs pos="100000">
                  <a:srgbClr val="EEB978">
                    <a:alpha val="5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5833322">
              <a:off x="1564851" y="310768"/>
              <a:ext cx="293425" cy="90362"/>
            </a:xfrm>
            <a:prstGeom prst="ellipse">
              <a:avLst/>
            </a:prstGeom>
            <a:gradFill>
              <a:gsLst>
                <a:gs pos="0">
                  <a:srgbClr val="FFCDA3">
                    <a:alpha val="22309"/>
                  </a:srgbClr>
                </a:gs>
                <a:gs pos="14286">
                  <a:srgbClr val="FFCDA3">
                    <a:alpha val="20706"/>
                  </a:srgbClr>
                </a:gs>
                <a:gs pos="28571">
                  <a:srgbClr val="FFCDA3">
                    <a:alpha val="16485"/>
                  </a:srgbClr>
                </a:gs>
                <a:gs pos="42857">
                  <a:srgbClr val="FFCDA3">
                    <a:alpha val="11145"/>
                  </a:srgbClr>
                </a:gs>
                <a:gs pos="57143">
                  <a:srgbClr val="FFCDA3">
                    <a:alpha val="6338"/>
                  </a:srgbClr>
                </a:gs>
                <a:gs pos="71429">
                  <a:srgbClr val="FFCDA3">
                    <a:alpha val="3018"/>
                  </a:srgbClr>
                </a:gs>
                <a:gs pos="85714">
                  <a:srgbClr val="FFCDA3">
                    <a:alpha val="1205"/>
                  </a:srgbClr>
                </a:gs>
                <a:gs pos="100000">
                  <a:srgbClr val="FFCDA3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-9038360">
              <a:off x="-262817" y="89807"/>
              <a:ext cx="563810" cy="229221"/>
            </a:xfrm>
            <a:prstGeom prst="ellipse">
              <a:avLst/>
            </a:prstGeom>
            <a:gradFill>
              <a:gsLst>
                <a:gs pos="0">
                  <a:srgbClr val="FAE1D9">
                    <a:alpha val="32263"/>
                  </a:srgbClr>
                </a:gs>
                <a:gs pos="14286">
                  <a:srgbClr val="FAE1D9">
                    <a:alpha val="30095"/>
                  </a:srgbClr>
                </a:gs>
                <a:gs pos="28571">
                  <a:srgbClr val="FAE1D9">
                    <a:alpha val="24270"/>
                  </a:srgbClr>
                </a:gs>
                <a:gs pos="42857">
                  <a:srgbClr val="FAE1D9">
                    <a:alpha val="16668"/>
                  </a:srgbClr>
                </a:gs>
                <a:gs pos="57143">
                  <a:srgbClr val="FAE1D9">
                    <a:alpha val="9610"/>
                  </a:srgbClr>
                </a:gs>
                <a:gs pos="71429">
                  <a:srgbClr val="FAE1D9">
                    <a:alpha val="4619"/>
                  </a:srgbClr>
                </a:gs>
                <a:gs pos="85714">
                  <a:srgbClr val="FAE1D9">
                    <a:alpha val="1853"/>
                  </a:srgbClr>
                </a:gs>
                <a:gs pos="100000">
                  <a:srgbClr val="FAE1D9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9674744">
              <a:off x="582345" y="2053075"/>
              <a:ext cx="522920" cy="111705"/>
            </a:xfrm>
            <a:prstGeom prst="ellipse">
              <a:avLst/>
            </a:prstGeom>
            <a:gradFill>
              <a:gsLst>
                <a:gs pos="0">
                  <a:srgbClr val="A59E8D">
                    <a:alpha val="5563"/>
                  </a:srgbClr>
                </a:gs>
                <a:gs pos="14286">
                  <a:srgbClr val="A59E8D">
                    <a:alpha val="5125"/>
                  </a:srgbClr>
                </a:gs>
                <a:gs pos="28571">
                  <a:srgbClr val="A59E8D">
                    <a:alpha val="4002"/>
                  </a:srgbClr>
                </a:gs>
                <a:gs pos="42857">
                  <a:srgbClr val="A59E8D">
                    <a:alpha val="2644"/>
                  </a:srgbClr>
                </a:gs>
                <a:gs pos="57143">
                  <a:srgbClr val="A59E8D">
                    <a:alpha val="1474"/>
                  </a:srgbClr>
                </a:gs>
                <a:gs pos="71429">
                  <a:srgbClr val="A59E8D">
                    <a:alpha val="692"/>
                  </a:srgbClr>
                </a:gs>
                <a:gs pos="85714">
                  <a:srgbClr val="A59E8D">
                    <a:alpha val="274"/>
                  </a:srgbClr>
                </a:gs>
                <a:gs pos="100000">
                  <a:srgbClr val="A59E8D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5790285">
              <a:off x="1465176" y="1968982"/>
              <a:ext cx="292953" cy="74913"/>
            </a:xfrm>
            <a:prstGeom prst="ellipse">
              <a:avLst/>
            </a:prstGeom>
            <a:gradFill>
              <a:gsLst>
                <a:gs pos="0">
                  <a:srgbClr val="510000">
                    <a:alpha val="32968"/>
                  </a:srgbClr>
                </a:gs>
                <a:gs pos="14286">
                  <a:srgbClr val="510000">
                    <a:alpha val="30764"/>
                  </a:srgbClr>
                </a:gs>
                <a:gs pos="28571">
                  <a:srgbClr val="510000">
                    <a:alpha val="24833"/>
                  </a:srgbClr>
                </a:gs>
                <a:gs pos="42857">
                  <a:srgbClr val="510000">
                    <a:alpha val="17075"/>
                  </a:srgbClr>
                </a:gs>
                <a:gs pos="57143">
                  <a:srgbClr val="510000">
                    <a:alpha val="9855"/>
                  </a:srgbClr>
                </a:gs>
                <a:gs pos="71429">
                  <a:srgbClr val="510000">
                    <a:alpha val="4740"/>
                  </a:srgbClr>
                </a:gs>
                <a:gs pos="85714">
                  <a:srgbClr val="510000">
                    <a:alpha val="1902"/>
                  </a:srgbClr>
                </a:gs>
                <a:gs pos="100000">
                  <a:srgbClr val="5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-9620318">
              <a:off x="892758" y="1812669"/>
              <a:ext cx="393412" cy="98060"/>
            </a:xfrm>
            <a:prstGeom prst="ellipse">
              <a:avLst/>
            </a:prstGeom>
            <a:gradFill>
              <a:gsLst>
                <a:gs pos="0">
                  <a:srgbClr val="090095">
                    <a:alpha val="5178"/>
                  </a:srgbClr>
                </a:gs>
                <a:gs pos="14286">
                  <a:srgbClr val="090095">
                    <a:alpha val="4769"/>
                  </a:srgbClr>
                </a:gs>
                <a:gs pos="28571">
                  <a:srgbClr val="090095">
                    <a:alpha val="3723"/>
                  </a:srgbClr>
                </a:gs>
                <a:gs pos="42857">
                  <a:srgbClr val="090095">
                    <a:alpha val="2458"/>
                  </a:srgbClr>
                </a:gs>
                <a:gs pos="57143">
                  <a:srgbClr val="090095">
                    <a:alpha val="1370"/>
                  </a:srgbClr>
                </a:gs>
                <a:gs pos="71429">
                  <a:srgbClr val="090095">
                    <a:alpha val="643"/>
                  </a:srgbClr>
                </a:gs>
                <a:gs pos="85714">
                  <a:srgbClr val="090095">
                    <a:alpha val="255"/>
                  </a:srgbClr>
                </a:gs>
                <a:gs pos="100000">
                  <a:srgbClr val="090095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5787052">
              <a:off x="1069175" y="88809"/>
              <a:ext cx="518958" cy="57544"/>
            </a:xfrm>
            <a:prstGeom prst="ellipse">
              <a:avLst/>
            </a:prstGeom>
            <a:gradFill>
              <a:gsLst>
                <a:gs pos="0">
                  <a:srgbClr val="FAC396">
                    <a:alpha val="32968"/>
                  </a:srgbClr>
                </a:gs>
                <a:gs pos="14286">
                  <a:srgbClr val="FAC396">
                    <a:alpha val="30764"/>
                  </a:srgbClr>
                </a:gs>
                <a:gs pos="28571">
                  <a:srgbClr val="FAC396">
                    <a:alpha val="24833"/>
                  </a:srgbClr>
                </a:gs>
                <a:gs pos="42857">
                  <a:srgbClr val="FAC396">
                    <a:alpha val="17075"/>
                  </a:srgbClr>
                </a:gs>
                <a:gs pos="57143">
                  <a:srgbClr val="FAC396">
                    <a:alpha val="9855"/>
                  </a:srgbClr>
                </a:gs>
                <a:gs pos="71429">
                  <a:srgbClr val="FAC396">
                    <a:alpha val="4740"/>
                  </a:srgbClr>
                </a:gs>
                <a:gs pos="85714">
                  <a:srgbClr val="FAC396">
                    <a:alpha val="1902"/>
                  </a:srgbClr>
                </a:gs>
                <a:gs pos="100000">
                  <a:srgbClr val="FAC39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3531342">
              <a:off x="726130" y="131925"/>
              <a:ext cx="262180" cy="56668"/>
            </a:xfrm>
            <a:prstGeom prst="ellipse">
              <a:avLst/>
            </a:prstGeom>
            <a:gradFill>
              <a:gsLst>
                <a:gs pos="0">
                  <a:srgbClr val="3E1900">
                    <a:alpha val="32968"/>
                  </a:srgbClr>
                </a:gs>
                <a:gs pos="14286">
                  <a:srgbClr val="3E1900">
                    <a:alpha val="30764"/>
                  </a:srgbClr>
                </a:gs>
                <a:gs pos="28571">
                  <a:srgbClr val="3E1900">
                    <a:alpha val="24833"/>
                  </a:srgbClr>
                </a:gs>
                <a:gs pos="42857">
                  <a:srgbClr val="3E1900">
                    <a:alpha val="17075"/>
                  </a:srgbClr>
                </a:gs>
                <a:gs pos="57143">
                  <a:srgbClr val="3E1900">
                    <a:alpha val="9855"/>
                  </a:srgbClr>
                </a:gs>
                <a:gs pos="71429">
                  <a:srgbClr val="3E1900">
                    <a:alpha val="4740"/>
                  </a:srgbClr>
                </a:gs>
                <a:gs pos="85714">
                  <a:srgbClr val="3E1900">
                    <a:alpha val="1902"/>
                  </a:srgbClr>
                </a:gs>
                <a:gs pos="100000">
                  <a:srgbClr val="3E1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9753406">
              <a:off x="1119338" y="2072338"/>
              <a:ext cx="441089" cy="55441"/>
            </a:xfrm>
            <a:prstGeom prst="ellipse">
              <a:avLst/>
            </a:prstGeom>
            <a:gradFill>
              <a:gsLst>
                <a:gs pos="0">
                  <a:srgbClr val="690000">
                    <a:alpha val="13026"/>
                  </a:srgbClr>
                </a:gs>
                <a:gs pos="14286">
                  <a:srgbClr val="690000">
                    <a:alpha val="12038"/>
                  </a:srgbClr>
                </a:gs>
                <a:gs pos="28571">
                  <a:srgbClr val="690000">
                    <a:alpha val="9480"/>
                  </a:srgbClr>
                </a:gs>
                <a:gs pos="42857">
                  <a:srgbClr val="690000">
                    <a:alpha val="6324"/>
                  </a:srgbClr>
                </a:gs>
                <a:gs pos="57143">
                  <a:srgbClr val="690000">
                    <a:alpha val="3555"/>
                  </a:srgbClr>
                </a:gs>
                <a:gs pos="71429">
                  <a:srgbClr val="690000">
                    <a:alpha val="1680"/>
                  </a:srgbClr>
                </a:gs>
                <a:gs pos="85714">
                  <a:srgbClr val="690000">
                    <a:alpha val="668"/>
                  </a:srgbClr>
                </a:gs>
                <a:gs pos="100000">
                  <a:srgbClr val="690000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-9042110">
              <a:off x="1219616" y="453760"/>
              <a:ext cx="523678" cy="40338"/>
            </a:xfrm>
            <a:prstGeom prst="ellipse">
              <a:avLst/>
            </a:prstGeom>
            <a:gradFill>
              <a:gsLst>
                <a:gs pos="0">
                  <a:srgbClr val="00001A">
                    <a:alpha val="32968"/>
                  </a:srgbClr>
                </a:gs>
                <a:gs pos="14286">
                  <a:srgbClr val="00001A">
                    <a:alpha val="30764"/>
                  </a:srgbClr>
                </a:gs>
                <a:gs pos="28571">
                  <a:srgbClr val="00001A">
                    <a:alpha val="24833"/>
                  </a:srgbClr>
                </a:gs>
                <a:gs pos="42857">
                  <a:srgbClr val="00001A">
                    <a:alpha val="17075"/>
                  </a:srgbClr>
                </a:gs>
                <a:gs pos="57143">
                  <a:srgbClr val="00001A">
                    <a:alpha val="9855"/>
                  </a:srgbClr>
                </a:gs>
                <a:gs pos="71429">
                  <a:srgbClr val="00001A">
                    <a:alpha val="4740"/>
                  </a:srgbClr>
                </a:gs>
                <a:gs pos="85714">
                  <a:srgbClr val="00001A">
                    <a:alpha val="1902"/>
                  </a:srgbClr>
                </a:gs>
                <a:gs pos="100000">
                  <a:srgbClr val="0000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10077632">
              <a:off x="838801" y="691146"/>
              <a:ext cx="431850" cy="62785"/>
            </a:xfrm>
            <a:prstGeom prst="ellipse">
              <a:avLst/>
            </a:prstGeom>
            <a:gradFill>
              <a:gsLst>
                <a:gs pos="0">
                  <a:srgbClr val="650000">
                    <a:alpha val="32968"/>
                  </a:srgbClr>
                </a:gs>
                <a:gs pos="14286">
                  <a:srgbClr val="650000">
                    <a:alpha val="30764"/>
                  </a:srgbClr>
                </a:gs>
                <a:gs pos="28571">
                  <a:srgbClr val="650000">
                    <a:alpha val="24833"/>
                  </a:srgbClr>
                </a:gs>
                <a:gs pos="42857">
                  <a:srgbClr val="650000">
                    <a:alpha val="17075"/>
                  </a:srgbClr>
                </a:gs>
                <a:gs pos="57143">
                  <a:srgbClr val="650000">
                    <a:alpha val="9855"/>
                  </a:srgbClr>
                </a:gs>
                <a:gs pos="71429">
                  <a:srgbClr val="650000">
                    <a:alpha val="4740"/>
                  </a:srgbClr>
                </a:gs>
                <a:gs pos="85714">
                  <a:srgbClr val="650000">
                    <a:alpha val="1902"/>
                  </a:srgbClr>
                </a:gs>
                <a:gs pos="100000">
                  <a:srgbClr val="6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-8303569">
              <a:off x="885911" y="1091914"/>
              <a:ext cx="341729" cy="29933"/>
            </a:xfrm>
            <a:prstGeom prst="ellipse">
              <a:avLst/>
            </a:prstGeom>
            <a:gradFill>
              <a:gsLst>
                <a:gs pos="0">
                  <a:srgbClr val="440000">
                    <a:alpha val="32968"/>
                  </a:srgbClr>
                </a:gs>
                <a:gs pos="14286">
                  <a:srgbClr val="440000">
                    <a:alpha val="30764"/>
                  </a:srgbClr>
                </a:gs>
                <a:gs pos="28571">
                  <a:srgbClr val="440000">
                    <a:alpha val="24833"/>
                  </a:srgbClr>
                </a:gs>
                <a:gs pos="42857">
                  <a:srgbClr val="440000">
                    <a:alpha val="17075"/>
                  </a:srgbClr>
                </a:gs>
                <a:gs pos="57143">
                  <a:srgbClr val="440000">
                    <a:alpha val="9855"/>
                  </a:srgbClr>
                </a:gs>
                <a:gs pos="71429">
                  <a:srgbClr val="440000">
                    <a:alpha val="4740"/>
                  </a:srgbClr>
                </a:gs>
                <a:gs pos="85714">
                  <a:srgbClr val="440000">
                    <a:alpha val="1902"/>
                  </a:srgbClr>
                </a:gs>
                <a:gs pos="100000">
                  <a:srgbClr val="4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-9270945">
              <a:off x="-35601" y="1869238"/>
              <a:ext cx="337449" cy="233055"/>
            </a:xfrm>
            <a:prstGeom prst="ellipse">
              <a:avLst/>
            </a:prstGeom>
            <a:gradFill>
              <a:gsLst>
                <a:gs pos="0">
                  <a:srgbClr val="A16500">
                    <a:alpha val="23701"/>
                  </a:srgbClr>
                </a:gs>
                <a:gs pos="14286">
                  <a:srgbClr val="A16500">
                    <a:alpha val="22013"/>
                  </a:srgbClr>
                </a:gs>
                <a:gs pos="28571">
                  <a:srgbClr val="A16500">
                    <a:alpha val="17555"/>
                  </a:srgbClr>
                </a:gs>
                <a:gs pos="42857">
                  <a:srgbClr val="A16500">
                    <a:alpha val="11893"/>
                  </a:srgbClr>
                </a:gs>
                <a:gs pos="57143">
                  <a:srgbClr val="A16500">
                    <a:alpha val="6776"/>
                  </a:srgbClr>
                </a:gs>
                <a:gs pos="71429">
                  <a:srgbClr val="A16500">
                    <a:alpha val="3231"/>
                  </a:srgbClr>
                </a:gs>
                <a:gs pos="85714">
                  <a:srgbClr val="A16500">
                    <a:alpha val="1290"/>
                  </a:srgbClr>
                </a:gs>
                <a:gs pos="100000">
                  <a:srgbClr val="A16500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-8663705">
              <a:off x="1195118" y="492963"/>
              <a:ext cx="150590" cy="132332"/>
            </a:xfrm>
            <a:prstGeom prst="ellipse">
              <a:avLst/>
            </a:prstGeom>
            <a:gradFill>
              <a:gsLst>
                <a:gs pos="0">
                  <a:srgbClr val="561E00">
                    <a:alpha val="32968"/>
                  </a:srgbClr>
                </a:gs>
                <a:gs pos="14286">
                  <a:srgbClr val="561E00">
                    <a:alpha val="30764"/>
                  </a:srgbClr>
                </a:gs>
                <a:gs pos="28571">
                  <a:srgbClr val="561E00">
                    <a:alpha val="24833"/>
                  </a:srgbClr>
                </a:gs>
                <a:gs pos="42857">
                  <a:srgbClr val="561E00">
                    <a:alpha val="17075"/>
                  </a:srgbClr>
                </a:gs>
                <a:gs pos="57143">
                  <a:srgbClr val="561E00">
                    <a:alpha val="9855"/>
                  </a:srgbClr>
                </a:gs>
                <a:gs pos="71429">
                  <a:srgbClr val="561E00">
                    <a:alpha val="4740"/>
                  </a:srgbClr>
                </a:gs>
                <a:gs pos="85714">
                  <a:srgbClr val="561E00">
                    <a:alpha val="1902"/>
                  </a:srgbClr>
                </a:gs>
                <a:gs pos="100000">
                  <a:srgbClr val="561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9080456">
              <a:off x="552477" y="1685929"/>
              <a:ext cx="332061" cy="241241"/>
            </a:xfrm>
            <a:prstGeom prst="ellipse">
              <a:avLst/>
            </a:prstGeom>
            <a:gradFill>
              <a:gsLst>
                <a:gs pos="0">
                  <a:srgbClr val="000600">
                    <a:alpha val="10812"/>
                  </a:srgbClr>
                </a:gs>
                <a:gs pos="14286">
                  <a:srgbClr val="000600">
                    <a:alpha val="9983"/>
                  </a:srgbClr>
                </a:gs>
                <a:gs pos="28571">
                  <a:srgbClr val="000600">
                    <a:alpha val="7842"/>
                  </a:srgbClr>
                </a:gs>
                <a:gs pos="42857">
                  <a:srgbClr val="000600">
                    <a:alpha val="5215"/>
                  </a:srgbClr>
                </a:gs>
                <a:gs pos="57143">
                  <a:srgbClr val="000600">
                    <a:alpha val="2924"/>
                  </a:srgbClr>
                </a:gs>
                <a:gs pos="71429">
                  <a:srgbClr val="000600">
                    <a:alpha val="1380"/>
                  </a:srgbClr>
                </a:gs>
                <a:gs pos="85714">
                  <a:srgbClr val="000600">
                    <a:alpha val="548"/>
                  </a:srgbClr>
                </a:gs>
                <a:gs pos="100000">
                  <a:srgbClr val="000600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-9775501">
              <a:off x="1009286" y="1141088"/>
              <a:ext cx="427257" cy="224588"/>
            </a:xfrm>
            <a:prstGeom prst="ellipse">
              <a:avLst/>
            </a:prstGeom>
            <a:gradFill>
              <a:gsLst>
                <a:gs pos="0">
                  <a:srgbClr val="7D5400">
                    <a:alpha val="23729"/>
                  </a:srgbClr>
                </a:gs>
                <a:gs pos="14286">
                  <a:srgbClr val="7D5400">
                    <a:alpha val="22040"/>
                  </a:srgbClr>
                </a:gs>
                <a:gs pos="28571">
                  <a:srgbClr val="7D5400">
                    <a:alpha val="17578"/>
                  </a:srgbClr>
                </a:gs>
                <a:gs pos="42857">
                  <a:srgbClr val="7D5400">
                    <a:alpha val="11909"/>
                  </a:srgbClr>
                </a:gs>
                <a:gs pos="57143">
                  <a:srgbClr val="7D5400">
                    <a:alpha val="6785"/>
                  </a:srgbClr>
                </a:gs>
                <a:gs pos="71429">
                  <a:srgbClr val="7D5400">
                    <a:alpha val="3235"/>
                  </a:srgbClr>
                </a:gs>
                <a:gs pos="85714">
                  <a:srgbClr val="7D5400">
                    <a:alpha val="1292"/>
                  </a:srgbClr>
                </a:gs>
                <a:gs pos="100000">
                  <a:srgbClr val="7D5400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-9755351">
              <a:off x="2670487" y="2203173"/>
              <a:ext cx="368350" cy="218883"/>
            </a:xfrm>
            <a:prstGeom prst="ellipse">
              <a:avLst/>
            </a:prstGeom>
            <a:gradFill>
              <a:gsLst>
                <a:gs pos="0">
                  <a:srgbClr val="F1D09B">
                    <a:alpha val="14092"/>
                  </a:srgbClr>
                </a:gs>
                <a:gs pos="14286">
                  <a:srgbClr val="F1D09B">
                    <a:alpha val="13030"/>
                  </a:srgbClr>
                </a:gs>
                <a:gs pos="28571">
                  <a:srgbClr val="F1D09B">
                    <a:alpha val="10273"/>
                  </a:srgbClr>
                </a:gs>
                <a:gs pos="42857">
                  <a:srgbClr val="F1D09B">
                    <a:alpha val="6863"/>
                  </a:srgbClr>
                </a:gs>
                <a:gs pos="57143">
                  <a:srgbClr val="F1D09B">
                    <a:alpha val="3863"/>
                  </a:srgbClr>
                </a:gs>
                <a:gs pos="71429">
                  <a:srgbClr val="F1D09B">
                    <a:alpha val="1827"/>
                  </a:srgbClr>
                </a:gs>
                <a:gs pos="85714">
                  <a:srgbClr val="F1D09B">
                    <a:alpha val="727"/>
                  </a:srgbClr>
                </a:gs>
                <a:gs pos="100000">
                  <a:srgbClr val="F1D09B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3533330">
              <a:off x="1996741" y="89978"/>
              <a:ext cx="395638" cy="74135"/>
            </a:xfrm>
            <a:prstGeom prst="ellipse">
              <a:avLst/>
            </a:prstGeom>
            <a:gradFill>
              <a:gsLst>
                <a:gs pos="0">
                  <a:srgbClr val="1B0000">
                    <a:alpha val="21277"/>
                  </a:srgbClr>
                </a:gs>
                <a:gs pos="14286">
                  <a:srgbClr val="1B0000">
                    <a:alpha val="19739"/>
                  </a:srgbClr>
                </a:gs>
                <a:gs pos="28571">
                  <a:srgbClr val="1B0000">
                    <a:alpha val="15695"/>
                  </a:srgbClr>
                </a:gs>
                <a:gs pos="42857">
                  <a:srgbClr val="1B0000">
                    <a:alpha val="10594"/>
                  </a:srgbClr>
                </a:gs>
                <a:gs pos="57143">
                  <a:srgbClr val="1B0000">
                    <a:alpha val="6016"/>
                  </a:srgbClr>
                </a:gs>
                <a:gs pos="71429">
                  <a:srgbClr val="1B0000">
                    <a:alpha val="2863"/>
                  </a:srgbClr>
                </a:gs>
                <a:gs pos="85714">
                  <a:srgbClr val="1B0000">
                    <a:alpha val="1142"/>
                  </a:srgbClr>
                </a:gs>
                <a:gs pos="100000">
                  <a:srgbClr val="1B0000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4881951">
              <a:off x="1158493" y="278809"/>
              <a:ext cx="371199" cy="32336"/>
            </a:xfrm>
            <a:prstGeom prst="ellipse">
              <a:avLst/>
            </a:prstGeom>
            <a:gradFill>
              <a:gsLst>
                <a:gs pos="0">
                  <a:srgbClr val="FFCD9A">
                    <a:alpha val="23102"/>
                  </a:srgbClr>
                </a:gs>
                <a:gs pos="14286">
                  <a:srgbClr val="FFCD9A">
                    <a:alpha val="21450"/>
                  </a:srgbClr>
                </a:gs>
                <a:gs pos="28571">
                  <a:srgbClr val="FFCD9A">
                    <a:alpha val="17094"/>
                  </a:srgbClr>
                </a:gs>
                <a:gs pos="42857">
                  <a:srgbClr val="FFCD9A">
                    <a:alpha val="11570"/>
                  </a:srgbClr>
                </a:gs>
                <a:gs pos="57143">
                  <a:srgbClr val="FFCD9A">
                    <a:alpha val="6586"/>
                  </a:srgbClr>
                </a:gs>
                <a:gs pos="71429">
                  <a:srgbClr val="FFCD9A">
                    <a:alpha val="3139"/>
                  </a:srgbClr>
                </a:gs>
                <a:gs pos="85714">
                  <a:srgbClr val="FFCD9A">
                    <a:alpha val="1253"/>
                  </a:srgbClr>
                </a:gs>
                <a:gs pos="100000">
                  <a:srgbClr val="FFCD9A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10359068">
              <a:off x="964661" y="1933483"/>
              <a:ext cx="324388" cy="73585"/>
            </a:xfrm>
            <a:prstGeom prst="ellipse">
              <a:avLst/>
            </a:prstGeom>
            <a:gradFill>
              <a:gsLst>
                <a:gs pos="0">
                  <a:srgbClr val="BFA400">
                    <a:alpha val="5178"/>
                  </a:srgbClr>
                </a:gs>
                <a:gs pos="14286">
                  <a:srgbClr val="BFA400">
                    <a:alpha val="4769"/>
                  </a:srgbClr>
                </a:gs>
                <a:gs pos="28571">
                  <a:srgbClr val="BFA400">
                    <a:alpha val="3723"/>
                  </a:srgbClr>
                </a:gs>
                <a:gs pos="42857">
                  <a:srgbClr val="BFA400">
                    <a:alpha val="2458"/>
                  </a:srgbClr>
                </a:gs>
                <a:gs pos="57143">
                  <a:srgbClr val="BFA400">
                    <a:alpha val="1370"/>
                  </a:srgbClr>
                </a:gs>
                <a:gs pos="71429">
                  <a:srgbClr val="BFA400">
                    <a:alpha val="643"/>
                  </a:srgbClr>
                </a:gs>
                <a:gs pos="85714">
                  <a:srgbClr val="BFA400">
                    <a:alpha val="255"/>
                  </a:srgbClr>
                </a:gs>
                <a:gs pos="100000">
                  <a:srgbClr val="BFA400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5707193">
              <a:off x="1473977" y="924911"/>
              <a:ext cx="243137" cy="77448"/>
            </a:xfrm>
            <a:prstGeom prst="ellipse">
              <a:avLst/>
            </a:prstGeom>
            <a:gradFill>
              <a:gsLst>
                <a:gs pos="0">
                  <a:srgbClr val="C88400">
                    <a:alpha val="21554"/>
                  </a:srgbClr>
                </a:gs>
                <a:gs pos="14286">
                  <a:srgbClr val="C88400">
                    <a:alpha val="19999"/>
                  </a:srgbClr>
                </a:gs>
                <a:gs pos="28571">
                  <a:srgbClr val="C88400">
                    <a:alpha val="15907"/>
                  </a:srgbClr>
                </a:gs>
                <a:gs pos="42857">
                  <a:srgbClr val="C88400">
                    <a:alpha val="10742"/>
                  </a:srgbClr>
                </a:gs>
                <a:gs pos="57143">
                  <a:srgbClr val="C88400">
                    <a:alpha val="6103"/>
                  </a:srgbClr>
                </a:gs>
                <a:gs pos="71429">
                  <a:srgbClr val="C88400">
                    <a:alpha val="2904"/>
                  </a:srgbClr>
                </a:gs>
                <a:gs pos="85714">
                  <a:srgbClr val="C88400">
                    <a:alpha val="1159"/>
                  </a:srgbClr>
                </a:gs>
                <a:gs pos="100000">
                  <a:srgbClr val="C88400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4636817">
              <a:off x="330978" y="388054"/>
              <a:ext cx="366502" cy="336903"/>
            </a:xfrm>
            <a:prstGeom prst="ellipse">
              <a:avLst/>
            </a:prstGeom>
            <a:gradFill>
              <a:gsLst>
                <a:gs pos="0">
                  <a:srgbClr val="945C00">
                    <a:alpha val="7131"/>
                  </a:srgbClr>
                </a:gs>
                <a:gs pos="14286">
                  <a:srgbClr val="945C00">
                    <a:alpha val="6573"/>
                  </a:srgbClr>
                </a:gs>
                <a:gs pos="28571">
                  <a:srgbClr val="945C00">
                    <a:alpha val="5142"/>
                  </a:srgbClr>
                </a:gs>
                <a:gs pos="42857">
                  <a:srgbClr val="945C00">
                    <a:alpha val="3404"/>
                  </a:srgbClr>
                </a:gs>
                <a:gs pos="57143">
                  <a:srgbClr val="945C00">
                    <a:alpha val="1900"/>
                  </a:srgbClr>
                </a:gs>
                <a:gs pos="71429">
                  <a:srgbClr val="945C00">
                    <a:alpha val="894"/>
                  </a:srgbClr>
                </a:gs>
                <a:gs pos="85714">
                  <a:srgbClr val="945C00">
                    <a:alpha val="355"/>
                  </a:srgbClr>
                </a:gs>
                <a:gs pos="100000">
                  <a:srgbClr val="945C00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-10371897">
              <a:off x="3314321" y="1553569"/>
              <a:ext cx="369060" cy="116054"/>
            </a:xfrm>
            <a:prstGeom prst="ellipse">
              <a:avLst/>
            </a:prstGeom>
            <a:gradFill>
              <a:gsLst>
                <a:gs pos="0">
                  <a:srgbClr val="C1958B">
                    <a:alpha val="18769"/>
                  </a:srgbClr>
                </a:gs>
                <a:gs pos="14286">
                  <a:srgbClr val="C1958B">
                    <a:alpha val="17392"/>
                  </a:srgbClr>
                </a:gs>
                <a:gs pos="28571">
                  <a:srgbClr val="C1958B">
                    <a:alpha val="13787"/>
                  </a:srgbClr>
                </a:gs>
                <a:gs pos="42857">
                  <a:srgbClr val="C1958B">
                    <a:alpha val="9272"/>
                  </a:srgbClr>
                </a:gs>
                <a:gs pos="57143">
                  <a:srgbClr val="C1958B">
                    <a:alpha val="5249"/>
                  </a:srgbClr>
                </a:gs>
                <a:gs pos="71429">
                  <a:srgbClr val="C1958B">
                    <a:alpha val="2492"/>
                  </a:srgbClr>
                </a:gs>
                <a:gs pos="85714">
                  <a:srgbClr val="C1958B">
                    <a:alpha val="993"/>
                  </a:srgbClr>
                </a:gs>
                <a:gs pos="100000">
                  <a:srgbClr val="C1958B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6900076">
              <a:off x="391683" y="946020"/>
              <a:ext cx="509053" cy="230504"/>
            </a:xfrm>
            <a:prstGeom prst="ellipse">
              <a:avLst/>
            </a:prstGeom>
            <a:gradFill>
              <a:gsLst>
                <a:gs pos="0">
                  <a:srgbClr val="D3B3A1">
                    <a:alpha val="26617"/>
                  </a:srgbClr>
                </a:gs>
                <a:gs pos="14286">
                  <a:srgbClr val="D3B3A1">
                    <a:alpha val="24757"/>
                  </a:srgbClr>
                </a:gs>
                <a:gs pos="28571">
                  <a:srgbClr val="D3B3A1">
                    <a:alpha val="19817"/>
                  </a:srgbClr>
                </a:gs>
                <a:gs pos="42857">
                  <a:srgbClr val="D3B3A1">
                    <a:alpha val="13486"/>
                  </a:srgbClr>
                </a:gs>
                <a:gs pos="57143">
                  <a:srgbClr val="D3B3A1">
                    <a:alpha val="7713"/>
                  </a:srgbClr>
                </a:gs>
                <a:gs pos="71429">
                  <a:srgbClr val="D3B3A1">
                    <a:alpha val="3688"/>
                  </a:srgbClr>
                </a:gs>
                <a:gs pos="85714">
                  <a:srgbClr val="D3B3A1">
                    <a:alpha val="1475"/>
                  </a:srgbClr>
                </a:gs>
                <a:gs pos="100000">
                  <a:srgbClr val="D3B3A1">
                    <a:alpha val="4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6424799">
              <a:off x="1722328" y="591327"/>
              <a:ext cx="415495" cy="55634"/>
            </a:xfrm>
            <a:prstGeom prst="ellipse">
              <a:avLst/>
            </a:prstGeom>
            <a:gradFill>
              <a:gsLst>
                <a:gs pos="0">
                  <a:srgbClr val="8A5900">
                    <a:alpha val="32968"/>
                  </a:srgbClr>
                </a:gs>
                <a:gs pos="14286">
                  <a:srgbClr val="8A5900">
                    <a:alpha val="30764"/>
                  </a:srgbClr>
                </a:gs>
                <a:gs pos="28571">
                  <a:srgbClr val="8A5900">
                    <a:alpha val="24833"/>
                  </a:srgbClr>
                </a:gs>
                <a:gs pos="42857">
                  <a:srgbClr val="8A5900">
                    <a:alpha val="17075"/>
                  </a:srgbClr>
                </a:gs>
                <a:gs pos="57143">
                  <a:srgbClr val="8A5900">
                    <a:alpha val="9855"/>
                  </a:srgbClr>
                </a:gs>
                <a:gs pos="71429">
                  <a:srgbClr val="8A5900">
                    <a:alpha val="4740"/>
                  </a:srgbClr>
                </a:gs>
                <a:gs pos="85714">
                  <a:srgbClr val="8A5900">
                    <a:alpha val="1902"/>
                  </a:srgbClr>
                </a:gs>
                <a:gs pos="100000">
                  <a:srgbClr val="8A5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8050630">
              <a:off x="2049068" y="1479793"/>
              <a:ext cx="474576" cy="193354"/>
            </a:xfrm>
            <a:prstGeom prst="ellipse">
              <a:avLst/>
            </a:prstGeom>
            <a:gradFill>
              <a:gsLst>
                <a:gs pos="0">
                  <a:srgbClr val="C68D00">
                    <a:alpha val="25118"/>
                  </a:srgbClr>
                </a:gs>
                <a:gs pos="14286">
                  <a:srgbClr val="C68D00">
                    <a:alpha val="23345"/>
                  </a:srgbClr>
                </a:gs>
                <a:gs pos="28571">
                  <a:srgbClr val="C68D00">
                    <a:alpha val="18651"/>
                  </a:srgbClr>
                </a:gs>
                <a:gs pos="42857">
                  <a:srgbClr val="C68D00">
                    <a:alpha val="12663"/>
                  </a:srgbClr>
                </a:gs>
                <a:gs pos="57143">
                  <a:srgbClr val="C68D00">
                    <a:alpha val="7228"/>
                  </a:srgbClr>
                </a:gs>
                <a:gs pos="71429">
                  <a:srgbClr val="C68D00">
                    <a:alpha val="3451"/>
                  </a:srgbClr>
                </a:gs>
                <a:gs pos="85714">
                  <a:srgbClr val="C68D00">
                    <a:alpha val="1379"/>
                  </a:srgbClr>
                </a:gs>
                <a:gs pos="100000">
                  <a:srgbClr val="C68D00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5260072">
              <a:off x="960088" y="218454"/>
              <a:ext cx="353508" cy="61330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8348635">
              <a:off x="1689982" y="1118165"/>
              <a:ext cx="308277" cy="22574"/>
            </a:xfrm>
            <a:prstGeom prst="ellipse">
              <a:avLst/>
            </a:prstGeom>
            <a:gradFill>
              <a:gsLst>
                <a:gs pos="0">
                  <a:srgbClr val="ECBB8C">
                    <a:alpha val="32968"/>
                  </a:srgbClr>
                </a:gs>
                <a:gs pos="14286">
                  <a:srgbClr val="ECBB8C">
                    <a:alpha val="30764"/>
                  </a:srgbClr>
                </a:gs>
                <a:gs pos="28571">
                  <a:srgbClr val="ECBB8C">
                    <a:alpha val="24833"/>
                  </a:srgbClr>
                </a:gs>
                <a:gs pos="42857">
                  <a:srgbClr val="ECBB8C">
                    <a:alpha val="17075"/>
                  </a:srgbClr>
                </a:gs>
                <a:gs pos="57143">
                  <a:srgbClr val="ECBB8C">
                    <a:alpha val="9855"/>
                  </a:srgbClr>
                </a:gs>
                <a:gs pos="71429">
                  <a:srgbClr val="ECBB8C">
                    <a:alpha val="4740"/>
                  </a:srgbClr>
                </a:gs>
                <a:gs pos="85714">
                  <a:srgbClr val="ECBB8C">
                    <a:alpha val="1902"/>
                  </a:srgbClr>
                </a:gs>
                <a:gs pos="100000">
                  <a:srgbClr val="ECBB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6211581">
              <a:off x="731928" y="1822583"/>
              <a:ext cx="350481" cy="334523"/>
            </a:xfrm>
            <a:prstGeom prst="ellipse">
              <a:avLst/>
            </a:prstGeom>
            <a:gradFill>
              <a:gsLst>
                <a:gs pos="0">
                  <a:srgbClr val="B46800">
                    <a:alpha val="2568"/>
                  </a:srgbClr>
                </a:gs>
                <a:gs pos="14286">
                  <a:srgbClr val="B46800">
                    <a:alpha val="2363"/>
                  </a:srgbClr>
                </a:gs>
                <a:gs pos="28571">
                  <a:srgbClr val="B46800">
                    <a:alpha val="1840"/>
                  </a:srgbClr>
                </a:gs>
                <a:gs pos="42857">
                  <a:srgbClr val="B46800">
                    <a:alpha val="1211"/>
                  </a:srgbClr>
                </a:gs>
                <a:gs pos="57143">
                  <a:srgbClr val="B46800">
                    <a:alpha val="673"/>
                  </a:srgbClr>
                </a:gs>
                <a:gs pos="71429">
                  <a:srgbClr val="B46800">
                    <a:alpha val="315"/>
                  </a:srgbClr>
                </a:gs>
                <a:gs pos="85714">
                  <a:srgbClr val="B46800">
                    <a:alpha val="125"/>
                  </a:srgbClr>
                </a:gs>
                <a:gs pos="100000">
                  <a:srgbClr val="B4680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-8554436">
              <a:off x="1942050" y="1677829"/>
              <a:ext cx="457839" cy="57504"/>
            </a:xfrm>
            <a:prstGeom prst="ellipse">
              <a:avLst/>
            </a:prstGeom>
            <a:gradFill>
              <a:gsLst>
                <a:gs pos="0">
                  <a:srgbClr val="BD9B5D">
                    <a:alpha val="30214"/>
                  </a:srgbClr>
                </a:gs>
                <a:gs pos="14286">
                  <a:srgbClr val="BD9B5D">
                    <a:alpha val="28154"/>
                  </a:srgbClr>
                </a:gs>
                <a:gs pos="28571">
                  <a:srgbClr val="BD9B5D">
                    <a:alpha val="22642"/>
                  </a:srgbClr>
                </a:gs>
                <a:gs pos="42857">
                  <a:srgbClr val="BD9B5D">
                    <a:alpha val="15498"/>
                  </a:srgbClr>
                </a:gs>
                <a:gs pos="57143">
                  <a:srgbClr val="BD9B5D">
                    <a:alpha val="8909"/>
                  </a:srgbClr>
                </a:gs>
                <a:gs pos="71429">
                  <a:srgbClr val="BD9B5D">
                    <a:alpha val="4274"/>
                  </a:srgbClr>
                </a:gs>
                <a:gs pos="85714">
                  <a:srgbClr val="BD9B5D">
                    <a:alpha val="1712"/>
                  </a:srgbClr>
                </a:gs>
                <a:gs pos="100000">
                  <a:srgbClr val="BD9B5D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-9897313">
              <a:off x="1373970" y="1805403"/>
              <a:ext cx="515522" cy="53106"/>
            </a:xfrm>
            <a:prstGeom prst="ellipse">
              <a:avLst/>
            </a:prstGeom>
            <a:gradFill>
              <a:gsLst>
                <a:gs pos="0">
                  <a:srgbClr val="FFC07F">
                    <a:alpha val="32968"/>
                  </a:srgbClr>
                </a:gs>
                <a:gs pos="14286">
                  <a:srgbClr val="FFC07F">
                    <a:alpha val="30764"/>
                  </a:srgbClr>
                </a:gs>
                <a:gs pos="28571">
                  <a:srgbClr val="FFC07F">
                    <a:alpha val="24833"/>
                  </a:srgbClr>
                </a:gs>
                <a:gs pos="42857">
                  <a:srgbClr val="FFC07F">
                    <a:alpha val="17075"/>
                  </a:srgbClr>
                </a:gs>
                <a:gs pos="57143">
                  <a:srgbClr val="FFC07F">
                    <a:alpha val="9855"/>
                  </a:srgbClr>
                </a:gs>
                <a:gs pos="71429">
                  <a:srgbClr val="FFC07F">
                    <a:alpha val="4740"/>
                  </a:srgbClr>
                </a:gs>
                <a:gs pos="85714">
                  <a:srgbClr val="FFC07F">
                    <a:alpha val="1902"/>
                  </a:srgbClr>
                </a:gs>
                <a:gs pos="100000">
                  <a:srgbClr val="FFC0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10442678">
              <a:off x="1116476" y="1834513"/>
              <a:ext cx="250563" cy="44060"/>
            </a:xfrm>
            <a:prstGeom prst="ellipse">
              <a:avLst/>
            </a:prstGeom>
            <a:gradFill>
              <a:gsLst>
                <a:gs pos="0">
                  <a:srgbClr val="560039">
                    <a:alpha val="23561"/>
                  </a:srgbClr>
                </a:gs>
                <a:gs pos="14286">
                  <a:srgbClr val="560039">
                    <a:alpha val="21881"/>
                  </a:srgbClr>
                </a:gs>
                <a:gs pos="28571">
                  <a:srgbClr val="560039">
                    <a:alpha val="17448"/>
                  </a:srgbClr>
                </a:gs>
                <a:gs pos="42857">
                  <a:srgbClr val="560039">
                    <a:alpha val="11818"/>
                  </a:srgbClr>
                </a:gs>
                <a:gs pos="57143">
                  <a:srgbClr val="560039">
                    <a:alpha val="6731"/>
                  </a:srgbClr>
                </a:gs>
                <a:gs pos="71429">
                  <a:srgbClr val="560039">
                    <a:alpha val="3209"/>
                  </a:srgbClr>
                </a:gs>
                <a:gs pos="85714">
                  <a:srgbClr val="560039">
                    <a:alpha val="1282"/>
                  </a:srgbClr>
                </a:gs>
                <a:gs pos="100000">
                  <a:srgbClr val="560039">
                    <a:alpha val="4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5615653">
              <a:off x="2077463" y="432131"/>
              <a:ext cx="376841" cy="85991"/>
            </a:xfrm>
            <a:prstGeom prst="ellipse">
              <a:avLst/>
            </a:prstGeom>
            <a:gradFill>
              <a:gsLst>
                <a:gs pos="0">
                  <a:srgbClr val="CFA200">
                    <a:alpha val="3026"/>
                  </a:srgbClr>
                </a:gs>
                <a:gs pos="14286">
                  <a:srgbClr val="CFA200">
                    <a:alpha val="2785"/>
                  </a:srgbClr>
                </a:gs>
                <a:gs pos="28571">
                  <a:srgbClr val="CFA200">
                    <a:alpha val="2169"/>
                  </a:srgbClr>
                </a:gs>
                <a:gs pos="42857">
                  <a:srgbClr val="CFA200">
                    <a:alpha val="1428"/>
                  </a:srgbClr>
                </a:gs>
                <a:gs pos="57143">
                  <a:srgbClr val="CFA200">
                    <a:alpha val="794"/>
                  </a:srgbClr>
                </a:gs>
                <a:gs pos="71429">
                  <a:srgbClr val="CFA200">
                    <a:alpha val="372"/>
                  </a:srgbClr>
                </a:gs>
                <a:gs pos="85714">
                  <a:srgbClr val="CFA200">
                    <a:alpha val="147"/>
                  </a:srgbClr>
                </a:gs>
                <a:gs pos="100000">
                  <a:srgbClr val="CFA200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7868967">
              <a:off x="1568340" y="98888"/>
              <a:ext cx="455116" cy="31176"/>
            </a:xfrm>
            <a:prstGeom prst="ellipse">
              <a:avLst/>
            </a:prstGeom>
            <a:gradFill>
              <a:gsLst>
                <a:gs pos="0">
                  <a:srgbClr val="1E0000">
                    <a:alpha val="32968"/>
                  </a:srgbClr>
                </a:gs>
                <a:gs pos="14286">
                  <a:srgbClr val="1E0000">
                    <a:alpha val="30764"/>
                  </a:srgbClr>
                </a:gs>
                <a:gs pos="28571">
                  <a:srgbClr val="1E0000">
                    <a:alpha val="24833"/>
                  </a:srgbClr>
                </a:gs>
                <a:gs pos="42857">
                  <a:srgbClr val="1E0000">
                    <a:alpha val="17075"/>
                  </a:srgbClr>
                </a:gs>
                <a:gs pos="57143">
                  <a:srgbClr val="1E0000">
                    <a:alpha val="9855"/>
                  </a:srgbClr>
                </a:gs>
                <a:gs pos="71429">
                  <a:srgbClr val="1E0000">
                    <a:alpha val="4740"/>
                  </a:srgbClr>
                </a:gs>
                <a:gs pos="85714">
                  <a:srgbClr val="1E0000">
                    <a:alpha val="1902"/>
                  </a:srgbClr>
                </a:gs>
                <a:gs pos="100000">
                  <a:srgbClr val="1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9964447">
              <a:off x="1502429" y="1788890"/>
              <a:ext cx="301861" cy="126673"/>
            </a:xfrm>
            <a:prstGeom prst="ellipse">
              <a:avLst/>
            </a:prstGeom>
            <a:gradFill>
              <a:gsLst>
                <a:gs pos="0">
                  <a:srgbClr val="530000">
                    <a:alpha val="20477"/>
                  </a:srgbClr>
                </a:gs>
                <a:gs pos="14286">
                  <a:srgbClr val="530000">
                    <a:alpha val="18990"/>
                  </a:srgbClr>
                </a:gs>
                <a:gs pos="28571">
                  <a:srgbClr val="530000">
                    <a:alpha val="15085"/>
                  </a:srgbClr>
                </a:gs>
                <a:gs pos="42857">
                  <a:srgbClr val="530000">
                    <a:alpha val="10170"/>
                  </a:srgbClr>
                </a:gs>
                <a:gs pos="57143">
                  <a:srgbClr val="530000">
                    <a:alpha val="5770"/>
                  </a:srgbClr>
                </a:gs>
                <a:gs pos="71429">
                  <a:srgbClr val="530000">
                    <a:alpha val="2744"/>
                  </a:srgbClr>
                </a:gs>
                <a:gs pos="85714">
                  <a:srgbClr val="530000">
                    <a:alpha val="1094"/>
                  </a:srgbClr>
                </a:gs>
                <a:gs pos="100000">
                  <a:srgbClr val="530000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8949496">
              <a:off x="2677950" y="1217528"/>
              <a:ext cx="377921" cy="131218"/>
            </a:xfrm>
            <a:prstGeom prst="ellipse">
              <a:avLst/>
            </a:prstGeom>
            <a:gradFill>
              <a:gsLst>
                <a:gs pos="0">
                  <a:srgbClr val="704000">
                    <a:alpha val="32968"/>
                  </a:srgbClr>
                </a:gs>
                <a:gs pos="14286">
                  <a:srgbClr val="704000">
                    <a:alpha val="30764"/>
                  </a:srgbClr>
                </a:gs>
                <a:gs pos="28571">
                  <a:srgbClr val="704000">
                    <a:alpha val="24833"/>
                  </a:srgbClr>
                </a:gs>
                <a:gs pos="42857">
                  <a:srgbClr val="704000">
                    <a:alpha val="17075"/>
                  </a:srgbClr>
                </a:gs>
                <a:gs pos="57143">
                  <a:srgbClr val="704000">
                    <a:alpha val="9855"/>
                  </a:srgbClr>
                </a:gs>
                <a:gs pos="71429">
                  <a:srgbClr val="704000">
                    <a:alpha val="4740"/>
                  </a:srgbClr>
                </a:gs>
                <a:gs pos="85714">
                  <a:srgbClr val="704000">
                    <a:alpha val="1902"/>
                  </a:srgbClr>
                </a:gs>
                <a:gs pos="100000">
                  <a:srgbClr val="704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-10604971">
              <a:off x="-115093" y="308258"/>
              <a:ext cx="295323" cy="244190"/>
            </a:xfrm>
            <a:prstGeom prst="ellipse">
              <a:avLst/>
            </a:prstGeom>
            <a:gradFill>
              <a:gsLst>
                <a:gs pos="0">
                  <a:srgbClr val="D19AA3">
                    <a:alpha val="7901"/>
                  </a:srgbClr>
                </a:gs>
                <a:gs pos="14286">
                  <a:srgbClr val="D19AA3">
                    <a:alpha val="7286"/>
                  </a:srgbClr>
                </a:gs>
                <a:gs pos="28571">
                  <a:srgbClr val="D19AA3">
                    <a:alpha val="5705"/>
                  </a:srgbClr>
                </a:gs>
                <a:gs pos="42857">
                  <a:srgbClr val="D19AA3">
                    <a:alpha val="3780"/>
                  </a:srgbClr>
                </a:gs>
                <a:gs pos="57143">
                  <a:srgbClr val="D19AA3">
                    <a:alpha val="2112"/>
                  </a:srgbClr>
                </a:gs>
                <a:gs pos="71429">
                  <a:srgbClr val="D19AA3">
                    <a:alpha val="994"/>
                  </a:srgbClr>
                </a:gs>
                <a:gs pos="85714">
                  <a:srgbClr val="D19AA3">
                    <a:alpha val="394"/>
                  </a:srgbClr>
                </a:gs>
                <a:gs pos="100000">
                  <a:srgbClr val="D19AA3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3847079">
              <a:off x="1819885" y="2020558"/>
              <a:ext cx="338410" cy="79326"/>
            </a:xfrm>
            <a:prstGeom prst="ellipse">
              <a:avLst/>
            </a:prstGeom>
            <a:gradFill>
              <a:gsLst>
                <a:gs pos="0">
                  <a:srgbClr val="F6C7B5">
                    <a:alpha val="32968"/>
                  </a:srgbClr>
                </a:gs>
                <a:gs pos="14286">
                  <a:srgbClr val="F6C7B5">
                    <a:alpha val="30764"/>
                  </a:srgbClr>
                </a:gs>
                <a:gs pos="28571">
                  <a:srgbClr val="F6C7B5">
                    <a:alpha val="24833"/>
                  </a:srgbClr>
                </a:gs>
                <a:gs pos="42857">
                  <a:srgbClr val="F6C7B5">
                    <a:alpha val="17075"/>
                  </a:srgbClr>
                </a:gs>
                <a:gs pos="57143">
                  <a:srgbClr val="F6C7B5">
                    <a:alpha val="9855"/>
                  </a:srgbClr>
                </a:gs>
                <a:gs pos="71429">
                  <a:srgbClr val="F6C7B5">
                    <a:alpha val="4740"/>
                  </a:srgbClr>
                </a:gs>
                <a:gs pos="85714">
                  <a:srgbClr val="F6C7B5">
                    <a:alpha val="1902"/>
                  </a:srgbClr>
                </a:gs>
                <a:gs pos="100000">
                  <a:srgbClr val="F6C7B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6340486">
              <a:off x="764801" y="806658"/>
              <a:ext cx="343271" cy="321493"/>
            </a:xfrm>
            <a:prstGeom prst="ellipse">
              <a:avLst/>
            </a:prstGeom>
            <a:gradFill>
              <a:gsLst>
                <a:gs pos="0">
                  <a:srgbClr val="A77400">
                    <a:alpha val="5181"/>
                  </a:srgbClr>
                </a:gs>
                <a:gs pos="14286">
                  <a:srgbClr val="A77400">
                    <a:alpha val="4772"/>
                  </a:srgbClr>
                </a:gs>
                <a:gs pos="28571">
                  <a:srgbClr val="A77400">
                    <a:alpha val="3725"/>
                  </a:srgbClr>
                </a:gs>
                <a:gs pos="42857">
                  <a:srgbClr val="A77400">
                    <a:alpha val="2460"/>
                  </a:srgbClr>
                </a:gs>
                <a:gs pos="57143">
                  <a:srgbClr val="A77400">
                    <a:alpha val="1370"/>
                  </a:srgbClr>
                </a:gs>
                <a:gs pos="71429">
                  <a:srgbClr val="A77400">
                    <a:alpha val="644"/>
                  </a:srgbClr>
                </a:gs>
                <a:gs pos="85714">
                  <a:srgbClr val="A77400">
                    <a:alpha val="255"/>
                  </a:srgbClr>
                </a:gs>
                <a:gs pos="100000">
                  <a:srgbClr val="A77400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9488530">
              <a:off x="795206" y="560864"/>
              <a:ext cx="422045" cy="75787"/>
            </a:xfrm>
            <a:prstGeom prst="ellipse">
              <a:avLst/>
            </a:prstGeom>
            <a:gradFill>
              <a:gsLst>
                <a:gs pos="0">
                  <a:srgbClr val="F7B853">
                    <a:alpha val="9380"/>
                  </a:srgbClr>
                </a:gs>
                <a:gs pos="14286">
                  <a:srgbClr val="F7B853">
                    <a:alpha val="8656"/>
                  </a:srgbClr>
                </a:gs>
                <a:gs pos="28571">
                  <a:srgbClr val="F7B853">
                    <a:alpha val="6788"/>
                  </a:srgbClr>
                </a:gs>
                <a:gs pos="42857">
                  <a:srgbClr val="F7B853">
                    <a:alpha val="4506"/>
                  </a:srgbClr>
                </a:gs>
                <a:gs pos="57143">
                  <a:srgbClr val="F7B853">
                    <a:alpha val="2522"/>
                  </a:srgbClr>
                </a:gs>
                <a:gs pos="71429">
                  <a:srgbClr val="F7B853">
                    <a:alpha val="1189"/>
                  </a:srgbClr>
                </a:gs>
                <a:gs pos="85714">
                  <a:srgbClr val="F7B853">
                    <a:alpha val="472"/>
                  </a:srgbClr>
                </a:gs>
                <a:gs pos="100000">
                  <a:srgbClr val="F7B853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9094283">
              <a:off x="2542769" y="1230018"/>
              <a:ext cx="483961" cy="118125"/>
            </a:xfrm>
            <a:prstGeom prst="ellipse">
              <a:avLst/>
            </a:prstGeom>
            <a:gradFill>
              <a:gsLst>
                <a:gs pos="0">
                  <a:srgbClr val="FACBA4">
                    <a:alpha val="32968"/>
                  </a:srgbClr>
                </a:gs>
                <a:gs pos="14286">
                  <a:srgbClr val="FACBA4">
                    <a:alpha val="30764"/>
                  </a:srgbClr>
                </a:gs>
                <a:gs pos="28571">
                  <a:srgbClr val="FACBA4">
                    <a:alpha val="24833"/>
                  </a:srgbClr>
                </a:gs>
                <a:gs pos="42857">
                  <a:srgbClr val="FACBA4">
                    <a:alpha val="17075"/>
                  </a:srgbClr>
                </a:gs>
                <a:gs pos="57143">
                  <a:srgbClr val="FACBA4">
                    <a:alpha val="9855"/>
                  </a:srgbClr>
                </a:gs>
                <a:gs pos="71429">
                  <a:srgbClr val="FACBA4">
                    <a:alpha val="4740"/>
                  </a:srgbClr>
                </a:gs>
                <a:gs pos="85714">
                  <a:srgbClr val="FACBA4">
                    <a:alpha val="1902"/>
                  </a:srgbClr>
                </a:gs>
                <a:gs pos="100000">
                  <a:srgbClr val="FACB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-9066702">
              <a:off x="849548" y="1212222"/>
              <a:ext cx="558648" cy="214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-9949546">
              <a:off x="1123468" y="1830468"/>
              <a:ext cx="547336" cy="59242"/>
            </a:xfrm>
            <a:prstGeom prst="ellipse">
              <a:avLst/>
            </a:prstGeom>
            <a:gradFill>
              <a:gsLst>
                <a:gs pos="0">
                  <a:srgbClr val="FFCE87">
                    <a:alpha val="32968"/>
                  </a:srgbClr>
                </a:gs>
                <a:gs pos="14286">
                  <a:srgbClr val="FFCE87">
                    <a:alpha val="30764"/>
                  </a:srgbClr>
                </a:gs>
                <a:gs pos="28571">
                  <a:srgbClr val="FFCE87">
                    <a:alpha val="24833"/>
                  </a:srgbClr>
                </a:gs>
                <a:gs pos="42857">
                  <a:srgbClr val="FFCE87">
                    <a:alpha val="17075"/>
                  </a:srgbClr>
                </a:gs>
                <a:gs pos="57143">
                  <a:srgbClr val="FFCE87">
                    <a:alpha val="9855"/>
                  </a:srgbClr>
                </a:gs>
                <a:gs pos="71429">
                  <a:srgbClr val="FFCE87">
                    <a:alpha val="4740"/>
                  </a:srgbClr>
                </a:gs>
                <a:gs pos="85714">
                  <a:srgbClr val="FFCE87">
                    <a:alpha val="1902"/>
                  </a:srgbClr>
                </a:gs>
                <a:gs pos="100000">
                  <a:srgbClr val="FFCE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2995978">
              <a:off x="1448351" y="361945"/>
              <a:ext cx="374601" cy="96172"/>
            </a:xfrm>
            <a:prstGeom prst="ellipse">
              <a:avLst/>
            </a:prstGeom>
            <a:gradFill>
              <a:gsLst>
                <a:gs pos="0">
                  <a:srgbClr val="BCA396">
                    <a:alpha val="32968"/>
                  </a:srgbClr>
                </a:gs>
                <a:gs pos="14286">
                  <a:srgbClr val="BCA396">
                    <a:alpha val="30764"/>
                  </a:srgbClr>
                </a:gs>
                <a:gs pos="28571">
                  <a:srgbClr val="BCA396">
                    <a:alpha val="24833"/>
                  </a:srgbClr>
                </a:gs>
                <a:gs pos="42857">
                  <a:srgbClr val="BCA396">
                    <a:alpha val="17075"/>
                  </a:srgbClr>
                </a:gs>
                <a:gs pos="57143">
                  <a:srgbClr val="BCA396">
                    <a:alpha val="9855"/>
                  </a:srgbClr>
                </a:gs>
                <a:gs pos="71429">
                  <a:srgbClr val="BCA396">
                    <a:alpha val="4740"/>
                  </a:srgbClr>
                </a:gs>
                <a:gs pos="85714">
                  <a:srgbClr val="BCA396">
                    <a:alpha val="1902"/>
                  </a:srgbClr>
                </a:gs>
                <a:gs pos="100000">
                  <a:srgbClr val="BCA39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5346844">
              <a:off x="820647" y="889808"/>
              <a:ext cx="487216" cy="59273"/>
            </a:xfrm>
            <a:prstGeom prst="ellipse">
              <a:avLst/>
            </a:prstGeom>
            <a:gradFill>
              <a:gsLst>
                <a:gs pos="0">
                  <a:srgbClr val="E7B083">
                    <a:alpha val="30487"/>
                  </a:srgbClr>
                </a:gs>
                <a:gs pos="14286">
                  <a:srgbClr val="E7B083">
                    <a:alpha val="28412"/>
                  </a:srgbClr>
                </a:gs>
                <a:gs pos="28571">
                  <a:srgbClr val="E7B083">
                    <a:alpha val="22858"/>
                  </a:srgbClr>
                </a:gs>
                <a:gs pos="42857">
                  <a:srgbClr val="E7B083">
                    <a:alpha val="15652"/>
                  </a:srgbClr>
                </a:gs>
                <a:gs pos="57143">
                  <a:srgbClr val="E7B083">
                    <a:alpha val="9001"/>
                  </a:srgbClr>
                </a:gs>
                <a:gs pos="71429">
                  <a:srgbClr val="E7B083">
                    <a:alpha val="4319"/>
                  </a:srgbClr>
                </a:gs>
                <a:gs pos="85714">
                  <a:srgbClr val="E7B083">
                    <a:alpha val="1731"/>
                  </a:srgbClr>
                </a:gs>
                <a:gs pos="100000">
                  <a:srgbClr val="E7B083">
                    <a:alpha val="5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3867224">
              <a:off x="-169983" y="1154924"/>
              <a:ext cx="473149" cy="187340"/>
            </a:xfrm>
            <a:prstGeom prst="ellipse">
              <a:avLst/>
            </a:prstGeom>
            <a:gradFill>
              <a:gsLst>
                <a:gs pos="0">
                  <a:srgbClr val="FF9200">
                    <a:alpha val="10003"/>
                  </a:srgbClr>
                </a:gs>
                <a:gs pos="14286">
                  <a:srgbClr val="FF9200">
                    <a:alpha val="9233"/>
                  </a:srgbClr>
                </a:gs>
                <a:gs pos="28571">
                  <a:srgbClr val="FF9200">
                    <a:alpha val="7246"/>
                  </a:srgbClr>
                </a:gs>
                <a:gs pos="42857">
                  <a:srgbClr val="FF9200">
                    <a:alpha val="4814"/>
                  </a:srgbClr>
                </a:gs>
                <a:gs pos="57143">
                  <a:srgbClr val="FF9200">
                    <a:alpha val="2697"/>
                  </a:srgbClr>
                </a:gs>
                <a:gs pos="71429">
                  <a:srgbClr val="FF9200">
                    <a:alpha val="1271"/>
                  </a:srgbClr>
                </a:gs>
                <a:gs pos="85714">
                  <a:srgbClr val="FF9200">
                    <a:alpha val="505"/>
                  </a:srgbClr>
                </a:gs>
                <a:gs pos="100000">
                  <a:srgbClr val="FF9200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4241617">
              <a:off x="1942304" y="-15451"/>
              <a:ext cx="466646" cy="54028"/>
            </a:xfrm>
            <a:prstGeom prst="ellipse">
              <a:avLst/>
            </a:prstGeom>
            <a:gradFill>
              <a:gsLst>
                <a:gs pos="0">
                  <a:srgbClr val="F6AD69">
                    <a:alpha val="12440"/>
                  </a:srgbClr>
                </a:gs>
                <a:gs pos="14286">
                  <a:srgbClr val="F6AD69">
                    <a:alpha val="11494"/>
                  </a:srgbClr>
                </a:gs>
                <a:gs pos="28571">
                  <a:srgbClr val="F6AD69">
                    <a:alpha val="9045"/>
                  </a:srgbClr>
                </a:gs>
                <a:gs pos="42857">
                  <a:srgbClr val="F6AD69">
                    <a:alpha val="6029"/>
                  </a:srgbClr>
                </a:gs>
                <a:gs pos="57143">
                  <a:srgbClr val="F6AD69">
                    <a:alpha val="3387"/>
                  </a:srgbClr>
                </a:gs>
                <a:gs pos="71429">
                  <a:srgbClr val="F6AD69">
                    <a:alpha val="1600"/>
                  </a:srgbClr>
                </a:gs>
                <a:gs pos="85714">
                  <a:srgbClr val="F6AD69">
                    <a:alpha val="636"/>
                  </a:srgbClr>
                </a:gs>
                <a:gs pos="100000">
                  <a:srgbClr val="F6AD69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-8339657">
              <a:off x="668246" y="394167"/>
              <a:ext cx="344408" cy="138252"/>
            </a:xfrm>
            <a:prstGeom prst="ellipse">
              <a:avLst/>
            </a:prstGeom>
            <a:gradFill>
              <a:gsLst>
                <a:gs pos="0">
                  <a:srgbClr val="511E00">
                    <a:alpha val="32968"/>
                  </a:srgbClr>
                </a:gs>
                <a:gs pos="14286">
                  <a:srgbClr val="511E00">
                    <a:alpha val="30764"/>
                  </a:srgbClr>
                </a:gs>
                <a:gs pos="28571">
                  <a:srgbClr val="511E00">
                    <a:alpha val="24833"/>
                  </a:srgbClr>
                </a:gs>
                <a:gs pos="42857">
                  <a:srgbClr val="511E00">
                    <a:alpha val="17075"/>
                  </a:srgbClr>
                </a:gs>
                <a:gs pos="57143">
                  <a:srgbClr val="511E00">
                    <a:alpha val="9855"/>
                  </a:srgbClr>
                </a:gs>
                <a:gs pos="71429">
                  <a:srgbClr val="511E00">
                    <a:alpha val="4740"/>
                  </a:srgbClr>
                </a:gs>
                <a:gs pos="85714">
                  <a:srgbClr val="511E00">
                    <a:alpha val="1902"/>
                  </a:srgbClr>
                </a:gs>
                <a:gs pos="100000">
                  <a:srgbClr val="511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-10486347">
              <a:off x="1266940" y="1875812"/>
              <a:ext cx="560573" cy="94223"/>
            </a:xfrm>
            <a:prstGeom prst="ellipse">
              <a:avLst/>
            </a:prstGeom>
            <a:gradFill>
              <a:gsLst>
                <a:gs pos="0">
                  <a:srgbClr val="FFC152">
                    <a:alpha val="32968"/>
                  </a:srgbClr>
                </a:gs>
                <a:gs pos="14286">
                  <a:srgbClr val="FFC152">
                    <a:alpha val="30764"/>
                  </a:srgbClr>
                </a:gs>
                <a:gs pos="28571">
                  <a:srgbClr val="FFC152">
                    <a:alpha val="24833"/>
                  </a:srgbClr>
                </a:gs>
                <a:gs pos="42857">
                  <a:srgbClr val="FFC152">
                    <a:alpha val="17075"/>
                  </a:srgbClr>
                </a:gs>
                <a:gs pos="57143">
                  <a:srgbClr val="FFC152">
                    <a:alpha val="9855"/>
                  </a:srgbClr>
                </a:gs>
                <a:gs pos="71429">
                  <a:srgbClr val="FFC152">
                    <a:alpha val="4740"/>
                  </a:srgbClr>
                </a:gs>
                <a:gs pos="85714">
                  <a:srgbClr val="FFC152">
                    <a:alpha val="1902"/>
                  </a:srgbClr>
                </a:gs>
                <a:gs pos="100000">
                  <a:srgbClr val="FFC1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-9160543">
              <a:off x="2255231" y="1176087"/>
              <a:ext cx="380095" cy="1838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-9076579">
              <a:off x="1418275" y="1743134"/>
              <a:ext cx="321360" cy="45209"/>
            </a:xfrm>
            <a:prstGeom prst="ellipse">
              <a:avLst/>
            </a:prstGeom>
            <a:gradFill>
              <a:gsLst>
                <a:gs pos="0">
                  <a:srgbClr val="900000">
                    <a:alpha val="15548"/>
                  </a:srgbClr>
                </a:gs>
                <a:gs pos="14286">
                  <a:srgbClr val="900000">
                    <a:alpha val="14386"/>
                  </a:srgbClr>
                </a:gs>
                <a:gs pos="28571">
                  <a:srgbClr val="900000">
                    <a:alpha val="11361"/>
                  </a:srgbClr>
                </a:gs>
                <a:gs pos="42857">
                  <a:srgbClr val="900000">
                    <a:alpha val="7605"/>
                  </a:srgbClr>
                </a:gs>
                <a:gs pos="57143">
                  <a:srgbClr val="900000">
                    <a:alpha val="4288"/>
                  </a:srgbClr>
                </a:gs>
                <a:gs pos="71429">
                  <a:srgbClr val="900000">
                    <a:alpha val="2031"/>
                  </a:srgbClr>
                </a:gs>
                <a:gs pos="85714">
                  <a:srgbClr val="900000">
                    <a:alpha val="808"/>
                  </a:srgbClr>
                </a:gs>
                <a:gs pos="100000">
                  <a:srgbClr val="900000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-8590125">
              <a:off x="820925" y="987452"/>
              <a:ext cx="404148" cy="46834"/>
            </a:xfrm>
            <a:prstGeom prst="ellipse">
              <a:avLst/>
            </a:prstGeom>
            <a:gradFill>
              <a:gsLst>
                <a:gs pos="0">
                  <a:srgbClr val="6E0000">
                    <a:alpha val="18626"/>
                  </a:srgbClr>
                </a:gs>
                <a:gs pos="14286">
                  <a:srgbClr val="6E0000">
                    <a:alpha val="17258"/>
                  </a:srgbClr>
                </a:gs>
                <a:gs pos="28571">
                  <a:srgbClr val="6E0000">
                    <a:alpha val="13678"/>
                  </a:srgbClr>
                </a:gs>
                <a:gs pos="42857">
                  <a:srgbClr val="6E0000">
                    <a:alpha val="9197"/>
                  </a:srgbClr>
                </a:gs>
                <a:gs pos="57143">
                  <a:srgbClr val="6E0000">
                    <a:alpha val="5206"/>
                  </a:srgbClr>
                </a:gs>
                <a:gs pos="71429">
                  <a:srgbClr val="6E0000">
                    <a:alpha val="2471"/>
                  </a:srgbClr>
                </a:gs>
                <a:gs pos="85714">
                  <a:srgbClr val="6E0000">
                    <a:alpha val="985"/>
                  </a:srgbClr>
                </a:gs>
                <a:gs pos="100000">
                  <a:srgbClr val="6E0000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8030433">
              <a:off x="1180555" y="62730"/>
              <a:ext cx="349673" cy="60572"/>
            </a:xfrm>
            <a:prstGeom prst="ellipse">
              <a:avLst/>
            </a:prstGeom>
            <a:gradFill>
              <a:gsLst>
                <a:gs pos="0">
                  <a:srgbClr val="200008">
                    <a:alpha val="32968"/>
                  </a:srgbClr>
                </a:gs>
                <a:gs pos="14286">
                  <a:srgbClr val="200008">
                    <a:alpha val="30764"/>
                  </a:srgbClr>
                </a:gs>
                <a:gs pos="28571">
                  <a:srgbClr val="200008">
                    <a:alpha val="24833"/>
                  </a:srgbClr>
                </a:gs>
                <a:gs pos="42857">
                  <a:srgbClr val="200008">
                    <a:alpha val="17075"/>
                  </a:srgbClr>
                </a:gs>
                <a:gs pos="57143">
                  <a:srgbClr val="200008">
                    <a:alpha val="9855"/>
                  </a:srgbClr>
                </a:gs>
                <a:gs pos="71429">
                  <a:srgbClr val="200008">
                    <a:alpha val="4740"/>
                  </a:srgbClr>
                </a:gs>
                <a:gs pos="85714">
                  <a:srgbClr val="200008">
                    <a:alpha val="1902"/>
                  </a:srgbClr>
                </a:gs>
                <a:gs pos="100000">
                  <a:srgbClr val="2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5274639">
              <a:off x="1876329" y="894427"/>
              <a:ext cx="503305" cy="63954"/>
            </a:xfrm>
            <a:prstGeom prst="ellipse">
              <a:avLst/>
            </a:prstGeom>
            <a:gradFill>
              <a:gsLst>
                <a:gs pos="0">
                  <a:srgbClr val="977965">
                    <a:alpha val="32968"/>
                  </a:srgbClr>
                </a:gs>
                <a:gs pos="14286">
                  <a:srgbClr val="977965">
                    <a:alpha val="30764"/>
                  </a:srgbClr>
                </a:gs>
                <a:gs pos="28571">
                  <a:srgbClr val="977965">
                    <a:alpha val="24833"/>
                  </a:srgbClr>
                </a:gs>
                <a:gs pos="42857">
                  <a:srgbClr val="977965">
                    <a:alpha val="17075"/>
                  </a:srgbClr>
                </a:gs>
                <a:gs pos="57143">
                  <a:srgbClr val="977965">
                    <a:alpha val="9855"/>
                  </a:srgbClr>
                </a:gs>
                <a:gs pos="71429">
                  <a:srgbClr val="977965">
                    <a:alpha val="4740"/>
                  </a:srgbClr>
                </a:gs>
                <a:gs pos="85714">
                  <a:srgbClr val="977965">
                    <a:alpha val="1902"/>
                  </a:srgbClr>
                </a:gs>
                <a:gs pos="100000">
                  <a:srgbClr val="97796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8843382">
              <a:off x="1351491" y="2108770"/>
              <a:ext cx="450031" cy="48112"/>
            </a:xfrm>
            <a:prstGeom prst="ellipse">
              <a:avLst/>
            </a:prstGeom>
            <a:gradFill>
              <a:gsLst>
                <a:gs pos="0">
                  <a:srgbClr val="5D0900">
                    <a:alpha val="32968"/>
                  </a:srgbClr>
                </a:gs>
                <a:gs pos="14286">
                  <a:srgbClr val="5D0900">
                    <a:alpha val="30764"/>
                  </a:srgbClr>
                </a:gs>
                <a:gs pos="28571">
                  <a:srgbClr val="5D0900">
                    <a:alpha val="24833"/>
                  </a:srgbClr>
                </a:gs>
                <a:gs pos="42857">
                  <a:srgbClr val="5D0900">
                    <a:alpha val="17075"/>
                  </a:srgbClr>
                </a:gs>
                <a:gs pos="57143">
                  <a:srgbClr val="5D0900">
                    <a:alpha val="9855"/>
                  </a:srgbClr>
                </a:gs>
                <a:gs pos="71429">
                  <a:srgbClr val="5D0900">
                    <a:alpha val="4740"/>
                  </a:srgbClr>
                </a:gs>
                <a:gs pos="85714">
                  <a:srgbClr val="5D0900">
                    <a:alpha val="1902"/>
                  </a:srgbClr>
                </a:gs>
                <a:gs pos="100000">
                  <a:srgbClr val="5D0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8184212">
              <a:off x="1674432" y="224712"/>
              <a:ext cx="205338" cy="30765"/>
            </a:xfrm>
            <a:prstGeom prst="ellipse">
              <a:avLst/>
            </a:prstGeom>
            <a:gradFill>
              <a:gsLst>
                <a:gs pos="0">
                  <a:srgbClr val="000018">
                    <a:alpha val="32968"/>
                  </a:srgbClr>
                </a:gs>
                <a:gs pos="14286">
                  <a:srgbClr val="000018">
                    <a:alpha val="30764"/>
                  </a:srgbClr>
                </a:gs>
                <a:gs pos="28571">
                  <a:srgbClr val="000018">
                    <a:alpha val="24833"/>
                  </a:srgbClr>
                </a:gs>
                <a:gs pos="42857">
                  <a:srgbClr val="000018">
                    <a:alpha val="17075"/>
                  </a:srgbClr>
                </a:gs>
                <a:gs pos="57143">
                  <a:srgbClr val="000018">
                    <a:alpha val="9855"/>
                  </a:srgbClr>
                </a:gs>
                <a:gs pos="71429">
                  <a:srgbClr val="000018">
                    <a:alpha val="4740"/>
                  </a:srgbClr>
                </a:gs>
                <a:gs pos="85714">
                  <a:srgbClr val="000018">
                    <a:alpha val="1902"/>
                  </a:srgbClr>
                </a:gs>
                <a:gs pos="100000">
                  <a:srgbClr val="0000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-10774787">
              <a:off x="1411828" y="2045385"/>
              <a:ext cx="476215" cy="66046"/>
            </a:xfrm>
            <a:prstGeom prst="ellipse">
              <a:avLst/>
            </a:prstGeom>
            <a:gradFill>
              <a:gsLst>
                <a:gs pos="0">
                  <a:srgbClr val="EBD6BB">
                    <a:alpha val="32968"/>
                  </a:srgbClr>
                </a:gs>
                <a:gs pos="14286">
                  <a:srgbClr val="EBD6BB">
                    <a:alpha val="30764"/>
                  </a:srgbClr>
                </a:gs>
                <a:gs pos="28571">
                  <a:srgbClr val="EBD6BB">
                    <a:alpha val="24833"/>
                  </a:srgbClr>
                </a:gs>
                <a:gs pos="42857">
                  <a:srgbClr val="EBD6BB">
                    <a:alpha val="17075"/>
                  </a:srgbClr>
                </a:gs>
                <a:gs pos="57143">
                  <a:srgbClr val="EBD6BB">
                    <a:alpha val="9855"/>
                  </a:srgbClr>
                </a:gs>
                <a:gs pos="71429">
                  <a:srgbClr val="EBD6BB">
                    <a:alpha val="4740"/>
                  </a:srgbClr>
                </a:gs>
                <a:gs pos="85714">
                  <a:srgbClr val="EBD6BB">
                    <a:alpha val="1902"/>
                  </a:srgbClr>
                </a:gs>
                <a:gs pos="100000">
                  <a:srgbClr val="EBD6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8042627">
              <a:off x="942612" y="2242607"/>
              <a:ext cx="285740" cy="19481"/>
            </a:xfrm>
            <a:prstGeom prst="ellipse">
              <a:avLst/>
            </a:prstGeom>
            <a:gradFill>
              <a:gsLst>
                <a:gs pos="0">
                  <a:srgbClr val="F1D3CA">
                    <a:alpha val="9390"/>
                  </a:srgbClr>
                </a:gs>
                <a:gs pos="14286">
                  <a:srgbClr val="F1D3CA">
                    <a:alpha val="8665"/>
                  </a:srgbClr>
                </a:gs>
                <a:gs pos="28571">
                  <a:srgbClr val="F1D3CA">
                    <a:alpha val="6795"/>
                  </a:srgbClr>
                </a:gs>
                <a:gs pos="42857">
                  <a:srgbClr val="F1D3CA">
                    <a:alpha val="4511"/>
                  </a:srgbClr>
                </a:gs>
                <a:gs pos="57143">
                  <a:srgbClr val="F1D3CA">
                    <a:alpha val="2525"/>
                  </a:srgbClr>
                </a:gs>
                <a:gs pos="71429">
                  <a:srgbClr val="F1D3CA">
                    <a:alpha val="1190"/>
                  </a:srgbClr>
                </a:gs>
                <a:gs pos="85714">
                  <a:srgbClr val="F1D3CA">
                    <a:alpha val="472"/>
                  </a:srgbClr>
                </a:gs>
                <a:gs pos="100000">
                  <a:srgbClr val="F1D3CA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7385737">
              <a:off x="2683761" y="1041600"/>
              <a:ext cx="276823" cy="267113"/>
            </a:xfrm>
            <a:prstGeom prst="ellipse">
              <a:avLst/>
            </a:prstGeom>
            <a:gradFill>
              <a:gsLst>
                <a:gs pos="0">
                  <a:srgbClr val="EF0000">
                    <a:alpha val="1581"/>
                  </a:srgbClr>
                </a:gs>
                <a:gs pos="14286">
                  <a:srgbClr val="EF0000">
                    <a:alpha val="1454"/>
                  </a:srgbClr>
                </a:gs>
                <a:gs pos="28571">
                  <a:srgbClr val="EF0000">
                    <a:alpha val="1131"/>
                  </a:srgbClr>
                </a:gs>
                <a:gs pos="42857">
                  <a:srgbClr val="EF0000">
                    <a:alpha val="743"/>
                  </a:srgbClr>
                </a:gs>
                <a:gs pos="57143">
                  <a:srgbClr val="EF0000">
                    <a:alpha val="412"/>
                  </a:srgbClr>
                </a:gs>
                <a:gs pos="71429">
                  <a:srgbClr val="EF0000">
                    <a:alpha val="193"/>
                  </a:srgbClr>
                </a:gs>
                <a:gs pos="85714">
                  <a:srgbClr val="EF0000">
                    <a:alpha val="76"/>
                  </a:srgbClr>
                </a:gs>
                <a:gs pos="100000">
                  <a:srgbClr val="EF0000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9267101">
              <a:off x="3011723" y="1100645"/>
              <a:ext cx="428472" cy="189203"/>
            </a:xfrm>
            <a:prstGeom prst="ellipse">
              <a:avLst/>
            </a:prstGeom>
            <a:gradFill>
              <a:gsLst>
                <a:gs pos="0">
                  <a:srgbClr val="FEE2DA">
                    <a:alpha val="18518"/>
                  </a:srgbClr>
                </a:gs>
                <a:gs pos="14286">
                  <a:srgbClr val="FEE2DA">
                    <a:alpha val="17157"/>
                  </a:srgbClr>
                </a:gs>
                <a:gs pos="28571">
                  <a:srgbClr val="FEE2DA">
                    <a:alpha val="13597"/>
                  </a:srgbClr>
                </a:gs>
                <a:gs pos="42857">
                  <a:srgbClr val="FEE2DA">
                    <a:alpha val="9141"/>
                  </a:srgbClr>
                </a:gs>
                <a:gs pos="57143">
                  <a:srgbClr val="FEE2DA">
                    <a:alpha val="5173"/>
                  </a:srgbClr>
                </a:gs>
                <a:gs pos="71429">
                  <a:srgbClr val="FEE2DA">
                    <a:alpha val="2456"/>
                  </a:srgbClr>
                </a:gs>
                <a:gs pos="85714">
                  <a:srgbClr val="FEE2DA">
                    <a:alpha val="978"/>
                  </a:srgbClr>
                </a:gs>
                <a:gs pos="100000">
                  <a:srgbClr val="FEE2DA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6334901">
              <a:off x="2288265" y="488628"/>
              <a:ext cx="428802" cy="239142"/>
            </a:xfrm>
            <a:prstGeom prst="ellipse">
              <a:avLst/>
            </a:prstGeom>
            <a:gradFill>
              <a:gsLst>
                <a:gs pos="0">
                  <a:srgbClr val="7E4B00">
                    <a:alpha val="32968"/>
                  </a:srgbClr>
                </a:gs>
                <a:gs pos="14286">
                  <a:srgbClr val="7E4B00">
                    <a:alpha val="30764"/>
                  </a:srgbClr>
                </a:gs>
                <a:gs pos="28571">
                  <a:srgbClr val="7E4B00">
                    <a:alpha val="24833"/>
                  </a:srgbClr>
                </a:gs>
                <a:gs pos="42857">
                  <a:srgbClr val="7E4B00">
                    <a:alpha val="17075"/>
                  </a:srgbClr>
                </a:gs>
                <a:gs pos="57143">
                  <a:srgbClr val="7E4B00">
                    <a:alpha val="9855"/>
                  </a:srgbClr>
                </a:gs>
                <a:gs pos="71429">
                  <a:srgbClr val="7E4B00">
                    <a:alpha val="4740"/>
                  </a:srgbClr>
                </a:gs>
                <a:gs pos="85714">
                  <a:srgbClr val="7E4B00">
                    <a:alpha val="1902"/>
                  </a:srgbClr>
                </a:gs>
                <a:gs pos="100000">
                  <a:srgbClr val="7E4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-9595101">
              <a:off x="2238748" y="690107"/>
              <a:ext cx="472577" cy="306167"/>
            </a:xfrm>
            <a:prstGeom prst="ellipse">
              <a:avLst/>
            </a:prstGeom>
            <a:gradFill>
              <a:gsLst>
                <a:gs pos="0">
                  <a:srgbClr val="A05500">
                    <a:alpha val="22811"/>
                  </a:srgbClr>
                </a:gs>
                <a:gs pos="14286">
                  <a:srgbClr val="A05500">
                    <a:alpha val="21178"/>
                  </a:srgbClr>
                </a:gs>
                <a:gs pos="28571">
                  <a:srgbClr val="A05500">
                    <a:alpha val="16871"/>
                  </a:srgbClr>
                </a:gs>
                <a:gs pos="42857">
                  <a:srgbClr val="A05500">
                    <a:alpha val="11414"/>
                  </a:srgbClr>
                </a:gs>
                <a:gs pos="57143">
                  <a:srgbClr val="A05500">
                    <a:alpha val="6495"/>
                  </a:srgbClr>
                </a:gs>
                <a:gs pos="71429">
                  <a:srgbClr val="A05500">
                    <a:alpha val="3095"/>
                  </a:srgbClr>
                </a:gs>
                <a:gs pos="85714">
                  <a:srgbClr val="A05500">
                    <a:alpha val="1235"/>
                  </a:srgbClr>
                </a:gs>
                <a:gs pos="100000">
                  <a:srgbClr val="A05500">
                    <a:alpha val="4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10489542">
              <a:off x="1317481" y="1475410"/>
              <a:ext cx="345675" cy="13301"/>
            </a:xfrm>
            <a:prstGeom prst="ellipse">
              <a:avLst/>
            </a:prstGeom>
            <a:gradFill>
              <a:gsLst>
                <a:gs pos="0">
                  <a:srgbClr val="FFD3A0">
                    <a:alpha val="16575"/>
                  </a:srgbClr>
                </a:gs>
                <a:gs pos="14286">
                  <a:srgbClr val="FFD3A0">
                    <a:alpha val="15343"/>
                  </a:srgbClr>
                </a:gs>
                <a:gs pos="28571">
                  <a:srgbClr val="FFD3A0">
                    <a:alpha val="12131"/>
                  </a:srgbClr>
                </a:gs>
                <a:gs pos="42857">
                  <a:srgbClr val="FFD3A0">
                    <a:alpha val="8133"/>
                  </a:srgbClr>
                </a:gs>
                <a:gs pos="57143">
                  <a:srgbClr val="FFD3A0">
                    <a:alpha val="4592"/>
                  </a:srgbClr>
                </a:gs>
                <a:gs pos="71429">
                  <a:srgbClr val="FFD3A0">
                    <a:alpha val="2176"/>
                  </a:srgbClr>
                </a:gs>
                <a:gs pos="85714">
                  <a:srgbClr val="FFD3A0">
                    <a:alpha val="866"/>
                  </a:srgbClr>
                </a:gs>
                <a:gs pos="100000">
                  <a:srgbClr val="FFD3A0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5136777">
              <a:off x="2390681" y="618643"/>
              <a:ext cx="326590" cy="308359"/>
            </a:xfrm>
            <a:prstGeom prst="ellipse">
              <a:avLst/>
            </a:prstGeom>
            <a:gradFill>
              <a:gsLst>
                <a:gs pos="0">
                  <a:srgbClr val="C06900">
                    <a:alpha val="4301"/>
                  </a:srgbClr>
                </a:gs>
                <a:gs pos="14286">
                  <a:srgbClr val="C06900">
                    <a:alpha val="3960"/>
                  </a:srgbClr>
                </a:gs>
                <a:gs pos="28571">
                  <a:srgbClr val="C06900">
                    <a:alpha val="3088"/>
                  </a:srgbClr>
                </a:gs>
                <a:gs pos="42857">
                  <a:srgbClr val="C06900">
                    <a:alpha val="2037"/>
                  </a:srgbClr>
                </a:gs>
                <a:gs pos="57143">
                  <a:srgbClr val="C06900">
                    <a:alpha val="1134"/>
                  </a:srgbClr>
                </a:gs>
                <a:gs pos="71429">
                  <a:srgbClr val="C06900">
                    <a:alpha val="532"/>
                  </a:srgbClr>
                </a:gs>
                <a:gs pos="85714">
                  <a:srgbClr val="C06900">
                    <a:alpha val="211"/>
                  </a:srgbClr>
                </a:gs>
                <a:gs pos="100000">
                  <a:srgbClr val="C06900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8777688">
              <a:off x="2007752" y="395373"/>
              <a:ext cx="263416" cy="56504"/>
            </a:xfrm>
            <a:prstGeom prst="ellipse">
              <a:avLst/>
            </a:prstGeom>
            <a:gradFill>
              <a:gsLst>
                <a:gs pos="0">
                  <a:srgbClr val="FFB672">
                    <a:alpha val="12524"/>
                  </a:srgbClr>
                </a:gs>
                <a:gs pos="14286">
                  <a:srgbClr val="FFB672">
                    <a:alpha val="11573"/>
                  </a:srgbClr>
                </a:gs>
                <a:gs pos="28571">
                  <a:srgbClr val="FFB672">
                    <a:alpha val="9108"/>
                  </a:srgbClr>
                </a:gs>
                <a:gs pos="42857">
                  <a:srgbClr val="FFB672">
                    <a:alpha val="6071"/>
                  </a:srgbClr>
                </a:gs>
                <a:gs pos="57143">
                  <a:srgbClr val="FFB672">
                    <a:alpha val="3411"/>
                  </a:srgbClr>
                </a:gs>
                <a:gs pos="71429">
                  <a:srgbClr val="FFB672">
                    <a:alpha val="1611"/>
                  </a:srgbClr>
                </a:gs>
                <a:gs pos="85714">
                  <a:srgbClr val="FFB672">
                    <a:alpha val="640"/>
                  </a:srgbClr>
                </a:gs>
                <a:gs pos="100000">
                  <a:srgbClr val="FFB672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-8897092">
              <a:off x="2922720" y="1018593"/>
              <a:ext cx="455579" cy="131496"/>
            </a:xfrm>
            <a:prstGeom prst="ellipse">
              <a:avLst/>
            </a:prstGeom>
            <a:gradFill>
              <a:gsLst>
                <a:gs pos="0">
                  <a:srgbClr val="E5D1BB">
                    <a:alpha val="7627"/>
                  </a:srgbClr>
                </a:gs>
                <a:gs pos="14286">
                  <a:srgbClr val="E5D1BB">
                    <a:alpha val="7032"/>
                  </a:srgbClr>
                </a:gs>
                <a:gs pos="28571">
                  <a:srgbClr val="E5D1BB">
                    <a:alpha val="5504"/>
                  </a:srgbClr>
                </a:gs>
                <a:gs pos="42857">
                  <a:srgbClr val="E5D1BB">
                    <a:alpha val="3645"/>
                  </a:srgbClr>
                </a:gs>
                <a:gs pos="57143">
                  <a:srgbClr val="E5D1BB">
                    <a:alpha val="2037"/>
                  </a:srgbClr>
                </a:gs>
                <a:gs pos="71429">
                  <a:srgbClr val="E5D1BB">
                    <a:alpha val="959"/>
                  </a:srgbClr>
                </a:gs>
                <a:gs pos="85714">
                  <a:srgbClr val="E5D1BB">
                    <a:alpha val="380"/>
                  </a:srgbClr>
                </a:gs>
                <a:gs pos="100000">
                  <a:srgbClr val="E5D1BB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4748492">
              <a:off x="848022" y="226743"/>
              <a:ext cx="342285" cy="48702"/>
            </a:xfrm>
            <a:prstGeom prst="ellipse">
              <a:avLst/>
            </a:prstGeom>
            <a:gradFill>
              <a:gsLst>
                <a:gs pos="0">
                  <a:srgbClr val="522A00">
                    <a:alpha val="32431"/>
                  </a:srgbClr>
                </a:gs>
                <a:gs pos="14286">
                  <a:srgbClr val="522A00">
                    <a:alpha val="30254"/>
                  </a:srgbClr>
                </a:gs>
                <a:gs pos="28571">
                  <a:srgbClr val="522A00">
                    <a:alpha val="24404"/>
                  </a:srgbClr>
                </a:gs>
                <a:gs pos="42857">
                  <a:srgbClr val="522A00">
                    <a:alpha val="16765"/>
                  </a:srgbClr>
                </a:gs>
                <a:gs pos="57143">
                  <a:srgbClr val="522A00">
                    <a:alpha val="9668"/>
                  </a:srgbClr>
                </a:gs>
                <a:gs pos="71429">
                  <a:srgbClr val="522A00">
                    <a:alpha val="4648"/>
                  </a:srgbClr>
                </a:gs>
                <a:gs pos="85714">
                  <a:srgbClr val="522A00">
                    <a:alpha val="1864"/>
                  </a:srgbClr>
                </a:gs>
                <a:gs pos="100000">
                  <a:srgbClr val="522A00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5127048">
              <a:off x="1389631" y="548823"/>
              <a:ext cx="243895" cy="243869"/>
            </a:xfrm>
            <a:prstGeom prst="ellipse">
              <a:avLst/>
            </a:prstGeom>
            <a:gradFill>
              <a:gsLst>
                <a:gs pos="0">
                  <a:srgbClr val="000000">
                    <a:alpha val="3386"/>
                  </a:srgbClr>
                </a:gs>
                <a:gs pos="14286">
                  <a:srgbClr val="000000">
                    <a:alpha val="3116"/>
                  </a:srgbClr>
                </a:gs>
                <a:gs pos="28571">
                  <a:srgbClr val="000000">
                    <a:alpha val="2428"/>
                  </a:srgbClr>
                </a:gs>
                <a:gs pos="42857">
                  <a:srgbClr val="000000">
                    <a:alpha val="1599"/>
                  </a:srgbClr>
                </a:gs>
                <a:gs pos="57143">
                  <a:srgbClr val="000000">
                    <a:alpha val="889"/>
                  </a:srgbClr>
                </a:gs>
                <a:gs pos="71429">
                  <a:srgbClr val="000000">
                    <a:alpha val="417"/>
                  </a:srgbClr>
                </a:gs>
                <a:gs pos="85714">
                  <a:srgbClr val="000000">
                    <a:alpha val="165"/>
                  </a:srgbClr>
                </a:gs>
                <a:gs pos="100000">
                  <a:srgbClr val="000000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3468268">
              <a:off x="2565776" y="625100"/>
              <a:ext cx="490786" cy="275060"/>
            </a:xfrm>
            <a:prstGeom prst="ellipse">
              <a:avLst/>
            </a:prstGeom>
            <a:gradFill>
              <a:gsLst>
                <a:gs pos="0">
                  <a:srgbClr val="FF9800">
                    <a:alpha val="3352"/>
                  </a:srgbClr>
                </a:gs>
                <a:gs pos="14286">
                  <a:srgbClr val="FF9800">
                    <a:alpha val="3085"/>
                  </a:srgbClr>
                </a:gs>
                <a:gs pos="28571">
                  <a:srgbClr val="FF9800">
                    <a:alpha val="2404"/>
                  </a:srgbClr>
                </a:gs>
                <a:gs pos="42857">
                  <a:srgbClr val="FF9800">
                    <a:alpha val="1583"/>
                  </a:srgbClr>
                </a:gs>
                <a:gs pos="57143">
                  <a:srgbClr val="FF9800">
                    <a:alpha val="880"/>
                  </a:srgbClr>
                </a:gs>
                <a:gs pos="71429">
                  <a:srgbClr val="FF9800">
                    <a:alpha val="413"/>
                  </a:srgbClr>
                </a:gs>
                <a:gs pos="85714">
                  <a:srgbClr val="FF9800">
                    <a:alpha val="164"/>
                  </a:srgbClr>
                </a:gs>
                <a:gs pos="100000">
                  <a:srgbClr val="FF9800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7286709">
              <a:off x="2313170" y="378662"/>
              <a:ext cx="726074" cy="32935"/>
            </a:xfrm>
            <a:prstGeom prst="ellipse">
              <a:avLst/>
            </a:prstGeom>
            <a:gradFill>
              <a:gsLst>
                <a:gs pos="0">
                  <a:srgbClr val="E0BDAC">
                    <a:alpha val="32968"/>
                  </a:srgbClr>
                </a:gs>
                <a:gs pos="14286">
                  <a:srgbClr val="E0BDAC">
                    <a:alpha val="30764"/>
                  </a:srgbClr>
                </a:gs>
                <a:gs pos="28571">
                  <a:srgbClr val="E0BDAC">
                    <a:alpha val="24833"/>
                  </a:srgbClr>
                </a:gs>
                <a:gs pos="42857">
                  <a:srgbClr val="E0BDAC">
                    <a:alpha val="17075"/>
                  </a:srgbClr>
                </a:gs>
                <a:gs pos="57143">
                  <a:srgbClr val="E0BDAC">
                    <a:alpha val="9855"/>
                  </a:srgbClr>
                </a:gs>
                <a:gs pos="71429">
                  <a:srgbClr val="E0BDAC">
                    <a:alpha val="4740"/>
                  </a:srgbClr>
                </a:gs>
                <a:gs pos="85714">
                  <a:srgbClr val="E0BDAC">
                    <a:alpha val="1902"/>
                  </a:srgbClr>
                </a:gs>
                <a:gs pos="100000">
                  <a:srgbClr val="E0BD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2867252">
              <a:off x="302319" y="423499"/>
              <a:ext cx="392241" cy="176615"/>
            </a:xfrm>
            <a:prstGeom prst="ellipse">
              <a:avLst/>
            </a:prstGeom>
            <a:gradFill>
              <a:gsLst>
                <a:gs pos="0">
                  <a:srgbClr val="FFD9AB">
                    <a:alpha val="8349"/>
                  </a:srgbClr>
                </a:gs>
                <a:gs pos="14286">
                  <a:srgbClr val="FFD9AB">
                    <a:alpha val="7700"/>
                  </a:srgbClr>
                </a:gs>
                <a:gs pos="28571">
                  <a:srgbClr val="FFD9AB">
                    <a:alpha val="6032"/>
                  </a:srgbClr>
                </a:gs>
                <a:gs pos="42857">
                  <a:srgbClr val="FFD9AB">
                    <a:alpha val="3999"/>
                  </a:srgbClr>
                </a:gs>
                <a:gs pos="57143">
                  <a:srgbClr val="FFD9AB">
                    <a:alpha val="2236"/>
                  </a:srgbClr>
                </a:gs>
                <a:gs pos="71429">
                  <a:srgbClr val="FFD9AB">
                    <a:alpha val="1053"/>
                  </a:srgbClr>
                </a:gs>
                <a:gs pos="85714">
                  <a:srgbClr val="FFD9AB">
                    <a:alpha val="418"/>
                  </a:srgbClr>
                </a:gs>
                <a:gs pos="100000">
                  <a:srgbClr val="FFD9AB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7558719">
              <a:off x="2331719" y="452176"/>
              <a:ext cx="337390" cy="122762"/>
            </a:xfrm>
            <a:prstGeom prst="ellipse">
              <a:avLst/>
            </a:prstGeom>
            <a:gradFill>
              <a:gsLst>
                <a:gs pos="0">
                  <a:srgbClr val="000000">
                    <a:alpha val="7951"/>
                  </a:srgbClr>
                </a:gs>
                <a:gs pos="14286">
                  <a:srgbClr val="000000">
                    <a:alpha val="7332"/>
                  </a:srgbClr>
                </a:gs>
                <a:gs pos="28571">
                  <a:srgbClr val="000000">
                    <a:alpha val="5741"/>
                  </a:srgbClr>
                </a:gs>
                <a:gs pos="42857">
                  <a:srgbClr val="000000">
                    <a:alpha val="3804"/>
                  </a:srgbClr>
                </a:gs>
                <a:gs pos="57143">
                  <a:srgbClr val="000000">
                    <a:alpha val="2126"/>
                  </a:srgbClr>
                </a:gs>
                <a:gs pos="71429">
                  <a:srgbClr val="000000">
                    <a:alpha val="1001"/>
                  </a:srgbClr>
                </a:gs>
                <a:gs pos="85714">
                  <a:srgbClr val="000000">
                    <a:alpha val="397"/>
                  </a:srgbClr>
                </a:gs>
                <a:gs pos="100000">
                  <a:srgbClr val="000000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-9938897">
              <a:off x="2416375" y="713118"/>
              <a:ext cx="550417" cy="95192"/>
            </a:xfrm>
            <a:prstGeom prst="ellipse">
              <a:avLst/>
            </a:prstGeom>
            <a:gradFill>
              <a:gsLst>
                <a:gs pos="0">
                  <a:srgbClr val="795600">
                    <a:alpha val="16402"/>
                  </a:srgbClr>
                </a:gs>
                <a:gs pos="14286">
                  <a:srgbClr val="795600">
                    <a:alpha val="15182"/>
                  </a:srgbClr>
                </a:gs>
                <a:gs pos="28571">
                  <a:srgbClr val="795600">
                    <a:alpha val="12002"/>
                  </a:srgbClr>
                </a:gs>
                <a:gs pos="42857">
                  <a:srgbClr val="795600">
                    <a:alpha val="8044"/>
                  </a:srgbClr>
                </a:gs>
                <a:gs pos="57143">
                  <a:srgbClr val="795600">
                    <a:alpha val="4540"/>
                  </a:srgbClr>
                </a:gs>
                <a:gs pos="71429">
                  <a:srgbClr val="795600">
                    <a:alpha val="2152"/>
                  </a:srgbClr>
                </a:gs>
                <a:gs pos="85714">
                  <a:srgbClr val="795600">
                    <a:alpha val="856"/>
                  </a:srgbClr>
                </a:gs>
                <a:gs pos="100000">
                  <a:srgbClr val="795600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6904420">
              <a:off x="1868518" y="976202"/>
              <a:ext cx="561267" cy="34817"/>
            </a:xfrm>
            <a:prstGeom prst="ellipse">
              <a:avLst/>
            </a:prstGeom>
            <a:gradFill>
              <a:gsLst>
                <a:gs pos="0">
                  <a:srgbClr val="B79277">
                    <a:alpha val="32968"/>
                  </a:srgbClr>
                </a:gs>
                <a:gs pos="14286">
                  <a:srgbClr val="B79277">
                    <a:alpha val="30764"/>
                  </a:srgbClr>
                </a:gs>
                <a:gs pos="28571">
                  <a:srgbClr val="B79277">
                    <a:alpha val="24833"/>
                  </a:srgbClr>
                </a:gs>
                <a:gs pos="42857">
                  <a:srgbClr val="B79277">
                    <a:alpha val="17075"/>
                  </a:srgbClr>
                </a:gs>
                <a:gs pos="57143">
                  <a:srgbClr val="B79277">
                    <a:alpha val="9855"/>
                  </a:srgbClr>
                </a:gs>
                <a:gs pos="71429">
                  <a:srgbClr val="B79277">
                    <a:alpha val="4740"/>
                  </a:srgbClr>
                </a:gs>
                <a:gs pos="85714">
                  <a:srgbClr val="B79277">
                    <a:alpha val="1902"/>
                  </a:srgbClr>
                </a:gs>
                <a:gs pos="100000">
                  <a:srgbClr val="B792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5577843">
              <a:off x="338282" y="1117166"/>
              <a:ext cx="327854" cy="167995"/>
            </a:xfrm>
            <a:prstGeom prst="ellipse">
              <a:avLst/>
            </a:prstGeom>
            <a:gradFill>
              <a:gsLst>
                <a:gs pos="0">
                  <a:srgbClr val="EDCCB8">
                    <a:alpha val="20448"/>
                  </a:srgbClr>
                </a:gs>
                <a:gs pos="14286">
                  <a:srgbClr val="EDCCB8">
                    <a:alpha val="18963"/>
                  </a:srgbClr>
                </a:gs>
                <a:gs pos="28571">
                  <a:srgbClr val="EDCCB8">
                    <a:alpha val="15063"/>
                  </a:srgbClr>
                </a:gs>
                <a:gs pos="42857">
                  <a:srgbClr val="EDCCB8">
                    <a:alpha val="10155"/>
                  </a:srgbClr>
                </a:gs>
                <a:gs pos="57143">
                  <a:srgbClr val="EDCCB8">
                    <a:alpha val="5761"/>
                  </a:srgbClr>
                </a:gs>
                <a:gs pos="71429">
                  <a:srgbClr val="EDCCB8">
                    <a:alpha val="2739"/>
                  </a:srgbClr>
                </a:gs>
                <a:gs pos="85714">
                  <a:srgbClr val="EDCCB8">
                    <a:alpha val="1092"/>
                  </a:srgbClr>
                </a:gs>
                <a:gs pos="100000">
                  <a:srgbClr val="EDCCB8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-9799983">
              <a:off x="1139815" y="168520"/>
              <a:ext cx="369010" cy="202391"/>
            </a:xfrm>
            <a:prstGeom prst="ellipse">
              <a:avLst/>
            </a:prstGeom>
            <a:gradFill>
              <a:gsLst>
                <a:gs pos="0">
                  <a:srgbClr val="FFCC00">
                    <a:alpha val="4082"/>
                  </a:srgbClr>
                </a:gs>
                <a:gs pos="14286">
                  <a:srgbClr val="FFCC00">
                    <a:alpha val="3758"/>
                  </a:srgbClr>
                </a:gs>
                <a:gs pos="28571">
                  <a:srgbClr val="FFCC00">
                    <a:alpha val="2930"/>
                  </a:srgbClr>
                </a:gs>
                <a:gs pos="42857">
                  <a:srgbClr val="FFCC00">
                    <a:alpha val="1932"/>
                  </a:srgbClr>
                </a:gs>
                <a:gs pos="57143">
                  <a:srgbClr val="FFCC00">
                    <a:alpha val="1075"/>
                  </a:srgbClr>
                </a:gs>
                <a:gs pos="71429">
                  <a:srgbClr val="FFCC00">
                    <a:alpha val="505"/>
                  </a:srgbClr>
                </a:gs>
                <a:gs pos="85714">
                  <a:srgbClr val="FFCC00">
                    <a:alpha val="200"/>
                  </a:srgbClr>
                </a:gs>
                <a:gs pos="100000">
                  <a:srgbClr val="FFCC00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-9668110">
              <a:off x="2106663" y="1306022"/>
              <a:ext cx="439787" cy="291420"/>
            </a:xfrm>
            <a:prstGeom prst="ellipse">
              <a:avLst/>
            </a:prstGeom>
            <a:gradFill>
              <a:gsLst>
                <a:gs pos="0">
                  <a:srgbClr val="F6C200">
                    <a:alpha val="23797"/>
                  </a:srgbClr>
                </a:gs>
                <a:gs pos="14286">
                  <a:srgbClr val="F6C200">
                    <a:alpha val="22103"/>
                  </a:srgbClr>
                </a:gs>
                <a:gs pos="28571">
                  <a:srgbClr val="F6C200">
                    <a:alpha val="17630"/>
                  </a:srgbClr>
                </a:gs>
                <a:gs pos="42857">
                  <a:srgbClr val="F6C200">
                    <a:alpha val="11945"/>
                  </a:srgbClr>
                </a:gs>
                <a:gs pos="57143">
                  <a:srgbClr val="F6C200">
                    <a:alpha val="6806"/>
                  </a:srgbClr>
                </a:gs>
                <a:gs pos="71429">
                  <a:srgbClr val="F6C200">
                    <a:alpha val="3246"/>
                  </a:srgbClr>
                </a:gs>
                <a:gs pos="85714">
                  <a:srgbClr val="F6C200">
                    <a:alpha val="1296"/>
                  </a:srgbClr>
                </a:gs>
                <a:gs pos="100000">
                  <a:srgbClr val="F6C200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-9710159">
              <a:off x="1184431" y="1786661"/>
              <a:ext cx="375443" cy="87770"/>
            </a:xfrm>
            <a:prstGeom prst="ellipse">
              <a:avLst/>
            </a:prstGeom>
            <a:gradFill>
              <a:gsLst>
                <a:gs pos="0">
                  <a:srgbClr val="BC7300">
                    <a:alpha val="13873"/>
                  </a:srgbClr>
                </a:gs>
                <a:gs pos="14286">
                  <a:srgbClr val="BC7300">
                    <a:alpha val="12827"/>
                  </a:srgbClr>
                </a:gs>
                <a:gs pos="28571">
                  <a:srgbClr val="BC7300">
                    <a:alpha val="10110"/>
                  </a:srgbClr>
                </a:gs>
                <a:gs pos="42857">
                  <a:srgbClr val="BC7300">
                    <a:alpha val="6752"/>
                  </a:srgbClr>
                </a:gs>
                <a:gs pos="57143">
                  <a:srgbClr val="BC7300">
                    <a:alpha val="3800"/>
                  </a:srgbClr>
                </a:gs>
                <a:gs pos="71429">
                  <a:srgbClr val="BC7300">
                    <a:alpha val="1797"/>
                  </a:srgbClr>
                </a:gs>
                <a:gs pos="85714">
                  <a:srgbClr val="BC7300">
                    <a:alpha val="714"/>
                  </a:srgbClr>
                </a:gs>
                <a:gs pos="100000">
                  <a:srgbClr val="BC7300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9835004">
              <a:off x="779709" y="2002238"/>
              <a:ext cx="360327" cy="52570"/>
            </a:xfrm>
            <a:prstGeom prst="ellipse">
              <a:avLst/>
            </a:prstGeom>
            <a:gradFill>
              <a:gsLst>
                <a:gs pos="0">
                  <a:srgbClr val="330000">
                    <a:alpha val="8626"/>
                  </a:srgbClr>
                </a:gs>
                <a:gs pos="14286">
                  <a:srgbClr val="330000">
                    <a:alpha val="7957"/>
                  </a:srgbClr>
                </a:gs>
                <a:gs pos="28571">
                  <a:srgbClr val="330000">
                    <a:alpha val="6235"/>
                  </a:srgbClr>
                </a:gs>
                <a:gs pos="42857">
                  <a:srgbClr val="330000">
                    <a:alpha val="4135"/>
                  </a:srgbClr>
                </a:gs>
                <a:gs pos="57143">
                  <a:srgbClr val="330000">
                    <a:alpha val="2313"/>
                  </a:srgbClr>
                </a:gs>
                <a:gs pos="71429">
                  <a:srgbClr val="330000">
                    <a:alpha val="1089"/>
                  </a:srgbClr>
                </a:gs>
                <a:gs pos="85714">
                  <a:srgbClr val="330000">
                    <a:alpha val="432"/>
                  </a:srgbClr>
                </a:gs>
                <a:gs pos="100000">
                  <a:srgbClr val="330000">
                    <a:alpha val="1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-8918877">
              <a:off x="2319074" y="1907974"/>
              <a:ext cx="256218" cy="1047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2984255">
              <a:off x="226980" y="1544402"/>
              <a:ext cx="668516" cy="100168"/>
            </a:xfrm>
            <a:prstGeom prst="ellipse">
              <a:avLst/>
            </a:prstGeom>
            <a:gradFill>
              <a:gsLst>
                <a:gs pos="0">
                  <a:srgbClr val="2A0000">
                    <a:alpha val="32968"/>
                  </a:srgbClr>
                </a:gs>
                <a:gs pos="14286">
                  <a:srgbClr val="2A0000">
                    <a:alpha val="30764"/>
                  </a:srgbClr>
                </a:gs>
                <a:gs pos="28571">
                  <a:srgbClr val="2A0000">
                    <a:alpha val="24833"/>
                  </a:srgbClr>
                </a:gs>
                <a:gs pos="42857">
                  <a:srgbClr val="2A0000">
                    <a:alpha val="17075"/>
                  </a:srgbClr>
                </a:gs>
                <a:gs pos="57143">
                  <a:srgbClr val="2A0000">
                    <a:alpha val="9855"/>
                  </a:srgbClr>
                </a:gs>
                <a:gs pos="71429">
                  <a:srgbClr val="2A0000">
                    <a:alpha val="4740"/>
                  </a:srgbClr>
                </a:gs>
                <a:gs pos="85714">
                  <a:srgbClr val="2A0000">
                    <a:alpha val="1902"/>
                  </a:srgbClr>
                </a:gs>
                <a:gs pos="100000">
                  <a:srgbClr val="2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4710555">
              <a:off x="1728144" y="516827"/>
              <a:ext cx="331600" cy="192644"/>
            </a:xfrm>
            <a:prstGeom prst="ellipse">
              <a:avLst/>
            </a:prstGeom>
            <a:gradFill>
              <a:gsLst>
                <a:gs pos="0">
                  <a:srgbClr val="E1BDA4">
                    <a:alpha val="32968"/>
                  </a:srgbClr>
                </a:gs>
                <a:gs pos="14286">
                  <a:srgbClr val="E1BDA4">
                    <a:alpha val="30764"/>
                  </a:srgbClr>
                </a:gs>
                <a:gs pos="28571">
                  <a:srgbClr val="E1BDA4">
                    <a:alpha val="24833"/>
                  </a:srgbClr>
                </a:gs>
                <a:gs pos="42857">
                  <a:srgbClr val="E1BDA4">
                    <a:alpha val="17075"/>
                  </a:srgbClr>
                </a:gs>
                <a:gs pos="57143">
                  <a:srgbClr val="E1BDA4">
                    <a:alpha val="9855"/>
                  </a:srgbClr>
                </a:gs>
                <a:gs pos="71429">
                  <a:srgbClr val="E1BDA4">
                    <a:alpha val="4740"/>
                  </a:srgbClr>
                </a:gs>
                <a:gs pos="85714">
                  <a:srgbClr val="E1BDA4">
                    <a:alpha val="1902"/>
                  </a:srgbClr>
                </a:gs>
                <a:gs pos="100000">
                  <a:srgbClr val="E1BD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2950612">
              <a:off x="2143342" y="181839"/>
              <a:ext cx="232657" cy="57683"/>
            </a:xfrm>
            <a:prstGeom prst="ellipse">
              <a:avLst/>
            </a:prstGeom>
            <a:gradFill>
              <a:gsLst>
                <a:gs pos="0">
                  <a:srgbClr val="CC986A">
                    <a:alpha val="15271"/>
                  </a:srgbClr>
                </a:gs>
                <a:gs pos="14286">
                  <a:srgbClr val="CC986A">
                    <a:alpha val="14128"/>
                  </a:srgbClr>
                </a:gs>
                <a:gs pos="28571">
                  <a:srgbClr val="CC986A">
                    <a:alpha val="11154"/>
                  </a:srgbClr>
                </a:gs>
                <a:gs pos="42857">
                  <a:srgbClr val="CC986A">
                    <a:alpha val="7464"/>
                  </a:srgbClr>
                </a:gs>
                <a:gs pos="57143">
                  <a:srgbClr val="CC986A">
                    <a:alpha val="4207"/>
                  </a:srgbClr>
                </a:gs>
                <a:gs pos="71429">
                  <a:srgbClr val="CC986A">
                    <a:alpha val="1992"/>
                  </a:srgbClr>
                </a:gs>
                <a:gs pos="85714">
                  <a:srgbClr val="CC986A">
                    <a:alpha val="792"/>
                  </a:srgbClr>
                </a:gs>
                <a:gs pos="100000">
                  <a:srgbClr val="CC986A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8382036">
              <a:off x="1034230" y="2070612"/>
              <a:ext cx="456331" cy="33002"/>
            </a:xfrm>
            <a:prstGeom prst="ellipse">
              <a:avLst/>
            </a:prstGeom>
            <a:gradFill>
              <a:gsLst>
                <a:gs pos="0">
                  <a:srgbClr val="FFD4AC">
                    <a:alpha val="10804"/>
                  </a:srgbClr>
                </a:gs>
                <a:gs pos="14286">
                  <a:srgbClr val="FFD4AC">
                    <a:alpha val="9975"/>
                  </a:srgbClr>
                </a:gs>
                <a:gs pos="28571">
                  <a:srgbClr val="FFD4AC">
                    <a:alpha val="7835"/>
                  </a:srgbClr>
                </a:gs>
                <a:gs pos="42857">
                  <a:srgbClr val="FFD4AC">
                    <a:alpha val="5211"/>
                  </a:srgbClr>
                </a:gs>
                <a:gs pos="57143">
                  <a:srgbClr val="FFD4AC">
                    <a:alpha val="2922"/>
                  </a:srgbClr>
                </a:gs>
                <a:gs pos="71429">
                  <a:srgbClr val="FFD4AC">
                    <a:alpha val="1378"/>
                  </a:srgbClr>
                </a:gs>
                <a:gs pos="85714">
                  <a:srgbClr val="FFD4AC">
                    <a:alpha val="547"/>
                  </a:srgbClr>
                </a:gs>
                <a:gs pos="100000">
                  <a:srgbClr val="FFD4AC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10774941">
              <a:off x="3288512" y="2294905"/>
              <a:ext cx="444685" cy="170639"/>
            </a:xfrm>
            <a:prstGeom prst="ellipse">
              <a:avLst/>
            </a:prstGeom>
            <a:gradFill>
              <a:gsLst>
                <a:gs pos="0">
                  <a:srgbClr val="DBCFCA">
                    <a:alpha val="32965"/>
                  </a:srgbClr>
                </a:gs>
                <a:gs pos="14286">
                  <a:srgbClr val="DBCFCA">
                    <a:alpha val="30761"/>
                  </a:srgbClr>
                </a:gs>
                <a:gs pos="28571">
                  <a:srgbClr val="DBCFCA">
                    <a:alpha val="24830"/>
                  </a:srgbClr>
                </a:gs>
                <a:gs pos="42857">
                  <a:srgbClr val="DBCFCA">
                    <a:alpha val="17073"/>
                  </a:srgbClr>
                </a:gs>
                <a:gs pos="57143">
                  <a:srgbClr val="DBCFCA">
                    <a:alpha val="9854"/>
                  </a:srgbClr>
                </a:gs>
                <a:gs pos="71429">
                  <a:srgbClr val="DBCFCA">
                    <a:alpha val="4740"/>
                  </a:srgbClr>
                </a:gs>
                <a:gs pos="85714">
                  <a:srgbClr val="DBCFCA">
                    <a:alpha val="1902"/>
                  </a:srgbClr>
                </a:gs>
                <a:gs pos="100000">
                  <a:srgbClr val="DBCFC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6701136">
              <a:off x="1555641" y="123222"/>
              <a:ext cx="381010" cy="46986"/>
            </a:xfrm>
            <a:prstGeom prst="ellipse">
              <a:avLst/>
            </a:prstGeom>
            <a:gradFill>
              <a:gsLst>
                <a:gs pos="0">
                  <a:srgbClr val="F9CEAA">
                    <a:alpha val="32968"/>
                  </a:srgbClr>
                </a:gs>
                <a:gs pos="14286">
                  <a:srgbClr val="F9CEAA">
                    <a:alpha val="30764"/>
                  </a:srgbClr>
                </a:gs>
                <a:gs pos="28571">
                  <a:srgbClr val="F9CEAA">
                    <a:alpha val="24833"/>
                  </a:srgbClr>
                </a:gs>
                <a:gs pos="42857">
                  <a:srgbClr val="F9CEAA">
                    <a:alpha val="17075"/>
                  </a:srgbClr>
                </a:gs>
                <a:gs pos="57143">
                  <a:srgbClr val="F9CEAA">
                    <a:alpha val="9855"/>
                  </a:srgbClr>
                </a:gs>
                <a:gs pos="71429">
                  <a:srgbClr val="F9CEAA">
                    <a:alpha val="4740"/>
                  </a:srgbClr>
                </a:gs>
                <a:gs pos="85714">
                  <a:srgbClr val="F9CEAA">
                    <a:alpha val="1902"/>
                  </a:srgbClr>
                </a:gs>
                <a:gs pos="100000">
                  <a:srgbClr val="F9CEA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4556305">
              <a:off x="1995808" y="143904"/>
              <a:ext cx="332699" cy="42724"/>
            </a:xfrm>
            <a:prstGeom prst="ellipse">
              <a:avLst/>
            </a:prstGeom>
            <a:gradFill>
              <a:gsLst>
                <a:gs pos="0">
                  <a:srgbClr val="FFCA94">
                    <a:alpha val="8708"/>
                  </a:srgbClr>
                </a:gs>
                <a:gs pos="14286">
                  <a:srgbClr val="FFCA94">
                    <a:alpha val="8033"/>
                  </a:srgbClr>
                </a:gs>
                <a:gs pos="28571">
                  <a:srgbClr val="FFCA94">
                    <a:alpha val="6295"/>
                  </a:srgbClr>
                </a:gs>
                <a:gs pos="42857">
                  <a:srgbClr val="FFCA94">
                    <a:alpha val="4175"/>
                  </a:srgbClr>
                </a:gs>
                <a:gs pos="57143">
                  <a:srgbClr val="FFCA94">
                    <a:alpha val="2335"/>
                  </a:srgbClr>
                </a:gs>
                <a:gs pos="71429">
                  <a:srgbClr val="FFCA94">
                    <a:alpha val="1100"/>
                  </a:srgbClr>
                </a:gs>
                <a:gs pos="85714">
                  <a:srgbClr val="FFCA94">
                    <a:alpha val="436"/>
                  </a:srgbClr>
                </a:gs>
                <a:gs pos="100000">
                  <a:srgbClr val="FFCA94">
                    <a:alpha val="1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10157579">
              <a:off x="2430807" y="154291"/>
              <a:ext cx="317662" cy="300737"/>
            </a:xfrm>
            <a:prstGeom prst="ellipse">
              <a:avLst/>
            </a:prstGeom>
            <a:gradFill>
              <a:gsLst>
                <a:gs pos="0">
                  <a:srgbClr val="805C00">
                    <a:alpha val="16054"/>
                  </a:srgbClr>
                </a:gs>
                <a:gs pos="14286">
                  <a:srgbClr val="805C00">
                    <a:alpha val="14857"/>
                  </a:srgbClr>
                </a:gs>
                <a:gs pos="28571">
                  <a:srgbClr val="805C00">
                    <a:alpha val="11740"/>
                  </a:srgbClr>
                </a:gs>
                <a:gs pos="42857">
                  <a:srgbClr val="805C00">
                    <a:alpha val="7865"/>
                  </a:srgbClr>
                </a:gs>
                <a:gs pos="57143">
                  <a:srgbClr val="805C00">
                    <a:alpha val="4437"/>
                  </a:srgbClr>
                </a:gs>
                <a:gs pos="71429">
                  <a:srgbClr val="805C00">
                    <a:alpha val="2102"/>
                  </a:srgbClr>
                </a:gs>
                <a:gs pos="85714">
                  <a:srgbClr val="805C00">
                    <a:alpha val="837"/>
                  </a:srgbClr>
                </a:gs>
                <a:gs pos="100000">
                  <a:srgbClr val="805C00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10250347">
              <a:off x="2501761" y="711844"/>
              <a:ext cx="315186" cy="39193"/>
            </a:xfrm>
            <a:prstGeom prst="ellipse">
              <a:avLst/>
            </a:prstGeom>
            <a:gradFill>
              <a:gsLst>
                <a:gs pos="0">
                  <a:srgbClr val="40002E">
                    <a:alpha val="13586"/>
                  </a:srgbClr>
                </a:gs>
                <a:gs pos="14286">
                  <a:srgbClr val="40002E">
                    <a:alpha val="12560"/>
                  </a:srgbClr>
                </a:gs>
                <a:gs pos="28571">
                  <a:srgbClr val="40002E">
                    <a:alpha val="9896"/>
                  </a:srgbClr>
                </a:gs>
                <a:gs pos="42857">
                  <a:srgbClr val="40002E">
                    <a:alpha val="6607"/>
                  </a:srgbClr>
                </a:gs>
                <a:gs pos="57143">
                  <a:srgbClr val="40002E">
                    <a:alpha val="3717"/>
                  </a:srgbClr>
                </a:gs>
                <a:gs pos="71429">
                  <a:srgbClr val="40002E">
                    <a:alpha val="1757"/>
                  </a:srgbClr>
                </a:gs>
                <a:gs pos="85714">
                  <a:srgbClr val="40002E">
                    <a:alpha val="699"/>
                  </a:srgbClr>
                </a:gs>
                <a:gs pos="100000">
                  <a:srgbClr val="40002E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-9229315">
              <a:off x="2755928" y="992006"/>
              <a:ext cx="213405" cy="133291"/>
            </a:xfrm>
            <a:prstGeom prst="ellipse">
              <a:avLst/>
            </a:prstGeom>
            <a:gradFill>
              <a:gsLst>
                <a:gs pos="0">
                  <a:srgbClr val="FBBB00">
                    <a:alpha val="22298"/>
                  </a:srgbClr>
                </a:gs>
                <a:gs pos="14286">
                  <a:srgbClr val="FBBB00">
                    <a:alpha val="20696"/>
                  </a:srgbClr>
                </a:gs>
                <a:gs pos="28571">
                  <a:srgbClr val="FBBB00">
                    <a:alpha val="16477"/>
                  </a:srgbClr>
                </a:gs>
                <a:gs pos="42857">
                  <a:srgbClr val="FBBB00">
                    <a:alpha val="11139"/>
                  </a:srgbClr>
                </a:gs>
                <a:gs pos="57143">
                  <a:srgbClr val="FBBB00">
                    <a:alpha val="6334"/>
                  </a:srgbClr>
                </a:gs>
                <a:gs pos="71429">
                  <a:srgbClr val="FBBB00">
                    <a:alpha val="3017"/>
                  </a:srgbClr>
                </a:gs>
                <a:gs pos="85714">
                  <a:srgbClr val="FBBB00">
                    <a:alpha val="1204"/>
                  </a:srgbClr>
                </a:gs>
                <a:gs pos="100000">
                  <a:srgbClr val="FBBB00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6375794">
              <a:off x="2054074" y="621317"/>
              <a:ext cx="360046" cy="56033"/>
            </a:xfrm>
            <a:prstGeom prst="ellipse">
              <a:avLst/>
            </a:prstGeom>
            <a:gradFill>
              <a:gsLst>
                <a:gs pos="0">
                  <a:srgbClr val="C57C00">
                    <a:alpha val="15669"/>
                  </a:srgbClr>
                </a:gs>
                <a:gs pos="14286">
                  <a:srgbClr val="C57C00">
                    <a:alpha val="14499"/>
                  </a:srgbClr>
                </a:gs>
                <a:gs pos="28571">
                  <a:srgbClr val="C57C00">
                    <a:alpha val="11452"/>
                  </a:srgbClr>
                </a:gs>
                <a:gs pos="42857">
                  <a:srgbClr val="C57C00">
                    <a:alpha val="7668"/>
                  </a:srgbClr>
                </a:gs>
                <a:gs pos="57143">
                  <a:srgbClr val="C57C00">
                    <a:alpha val="4324"/>
                  </a:srgbClr>
                </a:gs>
                <a:gs pos="71429">
                  <a:srgbClr val="C57C00">
                    <a:alpha val="2048"/>
                  </a:srgbClr>
                </a:gs>
                <a:gs pos="85714">
                  <a:srgbClr val="C57C00">
                    <a:alpha val="815"/>
                  </a:srgbClr>
                </a:gs>
                <a:gs pos="100000">
                  <a:srgbClr val="C57C00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10468786">
              <a:off x="417323" y="262245"/>
              <a:ext cx="488076" cy="84371"/>
            </a:xfrm>
            <a:prstGeom prst="ellipse">
              <a:avLst/>
            </a:prstGeom>
            <a:gradFill>
              <a:gsLst>
                <a:gs pos="0">
                  <a:srgbClr val="530029">
                    <a:alpha val="19515"/>
                  </a:srgbClr>
                </a:gs>
                <a:gs pos="14286">
                  <a:srgbClr val="530029">
                    <a:alpha val="18089"/>
                  </a:srgbClr>
                </a:gs>
                <a:gs pos="28571">
                  <a:srgbClr val="530029">
                    <a:alpha val="14353"/>
                  </a:srgbClr>
                </a:gs>
                <a:gs pos="42857">
                  <a:srgbClr val="530029">
                    <a:alpha val="9663"/>
                  </a:srgbClr>
                </a:gs>
                <a:gs pos="57143">
                  <a:srgbClr val="530029">
                    <a:alpha val="5475"/>
                  </a:srgbClr>
                </a:gs>
                <a:gs pos="71429">
                  <a:srgbClr val="530029">
                    <a:alpha val="2601"/>
                  </a:srgbClr>
                </a:gs>
                <a:gs pos="85714">
                  <a:srgbClr val="530029">
                    <a:alpha val="1037"/>
                  </a:srgbClr>
                </a:gs>
                <a:gs pos="100000">
                  <a:srgbClr val="530029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2986054">
              <a:off x="795289" y="1195417"/>
              <a:ext cx="533990" cy="21875"/>
            </a:xfrm>
            <a:prstGeom prst="ellipse">
              <a:avLst/>
            </a:prstGeom>
            <a:gradFill>
              <a:gsLst>
                <a:gs pos="0">
                  <a:srgbClr val="FFC789">
                    <a:alpha val="24064"/>
                  </a:srgbClr>
                </a:gs>
                <a:gs pos="14286">
                  <a:srgbClr val="FFC789">
                    <a:alpha val="22354"/>
                  </a:srgbClr>
                </a:gs>
                <a:gs pos="28571">
                  <a:srgbClr val="FFC789">
                    <a:alpha val="17835"/>
                  </a:srgbClr>
                </a:gs>
                <a:gs pos="42857">
                  <a:srgbClr val="FFC789">
                    <a:alpha val="12090"/>
                  </a:srgbClr>
                </a:gs>
                <a:gs pos="57143">
                  <a:srgbClr val="FFC789">
                    <a:alpha val="6891"/>
                  </a:srgbClr>
                </a:gs>
                <a:gs pos="71429">
                  <a:srgbClr val="FFC789">
                    <a:alpha val="3287"/>
                  </a:srgbClr>
                </a:gs>
                <a:gs pos="85714">
                  <a:srgbClr val="FFC789">
                    <a:alpha val="1313"/>
                  </a:srgbClr>
                </a:gs>
                <a:gs pos="100000">
                  <a:srgbClr val="FFC789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5210171">
              <a:off x="3114338" y="2268252"/>
              <a:ext cx="422212" cy="175099"/>
            </a:xfrm>
            <a:prstGeom prst="ellipse">
              <a:avLst/>
            </a:prstGeom>
            <a:gradFill>
              <a:gsLst>
                <a:gs pos="0">
                  <a:srgbClr val="DCC7C2">
                    <a:alpha val="6219"/>
                  </a:srgbClr>
                </a:gs>
                <a:gs pos="14286">
                  <a:srgbClr val="DCC7C2">
                    <a:alpha val="5731"/>
                  </a:srgbClr>
                </a:gs>
                <a:gs pos="28571">
                  <a:srgbClr val="DCC7C2">
                    <a:alpha val="4479"/>
                  </a:srgbClr>
                </a:gs>
                <a:gs pos="42857">
                  <a:srgbClr val="DCC7C2">
                    <a:alpha val="2961"/>
                  </a:srgbClr>
                </a:gs>
                <a:gs pos="57143">
                  <a:srgbClr val="DCC7C2">
                    <a:alpha val="1652"/>
                  </a:srgbClr>
                </a:gs>
                <a:gs pos="71429">
                  <a:srgbClr val="DCC7C2">
                    <a:alpha val="777"/>
                  </a:srgbClr>
                </a:gs>
                <a:gs pos="85714">
                  <a:srgbClr val="DCC7C2">
                    <a:alpha val="308"/>
                  </a:srgbClr>
                </a:gs>
                <a:gs pos="100000">
                  <a:srgbClr val="DCC7C2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10139581">
              <a:off x="-323405" y="2305682"/>
              <a:ext cx="692133" cy="1220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4226936">
              <a:off x="2188934" y="638841"/>
              <a:ext cx="352136" cy="131950"/>
            </a:xfrm>
            <a:prstGeom prst="ellipse">
              <a:avLst/>
            </a:prstGeom>
            <a:gradFill>
              <a:gsLst>
                <a:gs pos="0">
                  <a:srgbClr val="CE9400">
                    <a:alpha val="13036"/>
                  </a:srgbClr>
                </a:gs>
                <a:gs pos="14286">
                  <a:srgbClr val="CE9400">
                    <a:alpha val="12048"/>
                  </a:srgbClr>
                </a:gs>
                <a:gs pos="28571">
                  <a:srgbClr val="CE9400">
                    <a:alpha val="9488"/>
                  </a:srgbClr>
                </a:gs>
                <a:gs pos="42857">
                  <a:srgbClr val="CE9400">
                    <a:alpha val="6329"/>
                  </a:srgbClr>
                </a:gs>
                <a:gs pos="57143">
                  <a:srgbClr val="CE9400">
                    <a:alpha val="3558"/>
                  </a:srgbClr>
                </a:gs>
                <a:gs pos="71429">
                  <a:srgbClr val="CE9400">
                    <a:alpha val="1682"/>
                  </a:srgbClr>
                </a:gs>
                <a:gs pos="85714">
                  <a:srgbClr val="CE9400">
                    <a:alpha val="668"/>
                  </a:srgbClr>
                </a:gs>
                <a:gs pos="100000">
                  <a:srgbClr val="CE9400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4573898">
              <a:off x="1417088" y="1217892"/>
              <a:ext cx="631796" cy="109469"/>
            </a:xfrm>
            <a:prstGeom prst="ellipse">
              <a:avLst/>
            </a:prstGeom>
            <a:gradFill>
              <a:gsLst>
                <a:gs pos="0">
                  <a:srgbClr val="000A00">
                    <a:alpha val="32968"/>
                  </a:srgbClr>
                </a:gs>
                <a:gs pos="14286">
                  <a:srgbClr val="000A00">
                    <a:alpha val="30764"/>
                  </a:srgbClr>
                </a:gs>
                <a:gs pos="28571">
                  <a:srgbClr val="000A00">
                    <a:alpha val="24833"/>
                  </a:srgbClr>
                </a:gs>
                <a:gs pos="42857">
                  <a:srgbClr val="000A00">
                    <a:alpha val="17075"/>
                  </a:srgbClr>
                </a:gs>
                <a:gs pos="57143">
                  <a:srgbClr val="000A00">
                    <a:alpha val="9855"/>
                  </a:srgbClr>
                </a:gs>
                <a:gs pos="71429">
                  <a:srgbClr val="000A00">
                    <a:alpha val="4740"/>
                  </a:srgbClr>
                </a:gs>
                <a:gs pos="85714">
                  <a:srgbClr val="000A00">
                    <a:alpha val="1902"/>
                  </a:srgbClr>
                </a:gs>
                <a:gs pos="100000">
                  <a:srgbClr val="000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7524739">
              <a:off x="3409334" y="1452077"/>
              <a:ext cx="330800" cy="209212"/>
            </a:xfrm>
            <a:prstGeom prst="ellipse">
              <a:avLst/>
            </a:prstGeom>
            <a:gradFill>
              <a:gsLst>
                <a:gs pos="0">
                  <a:srgbClr val="DAC0B5">
                    <a:alpha val="32957"/>
                  </a:srgbClr>
                </a:gs>
                <a:gs pos="14286">
                  <a:srgbClr val="DAC0B5">
                    <a:alpha val="30753"/>
                  </a:srgbClr>
                </a:gs>
                <a:gs pos="28571">
                  <a:srgbClr val="DAC0B5">
                    <a:alpha val="24824"/>
                  </a:srgbClr>
                </a:gs>
                <a:gs pos="42857">
                  <a:srgbClr val="DAC0B5">
                    <a:alpha val="17069"/>
                  </a:srgbClr>
                </a:gs>
                <a:gs pos="57143">
                  <a:srgbClr val="DAC0B5">
                    <a:alpha val="9851"/>
                  </a:srgbClr>
                </a:gs>
                <a:gs pos="71429">
                  <a:srgbClr val="DAC0B5">
                    <a:alpha val="4739"/>
                  </a:srgbClr>
                </a:gs>
                <a:gs pos="85714">
                  <a:srgbClr val="DAC0B5">
                    <a:alpha val="1901"/>
                  </a:srgbClr>
                </a:gs>
                <a:gs pos="100000">
                  <a:srgbClr val="DAC0B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-9696468">
              <a:off x="1268635" y="654291"/>
              <a:ext cx="289130" cy="35972"/>
            </a:xfrm>
            <a:prstGeom prst="ellipse">
              <a:avLst/>
            </a:prstGeom>
            <a:gradFill>
              <a:gsLst>
                <a:gs pos="0">
                  <a:srgbClr val="FFCDA2">
                    <a:alpha val="32968"/>
                  </a:srgbClr>
                </a:gs>
                <a:gs pos="14286">
                  <a:srgbClr val="FFCDA2">
                    <a:alpha val="30764"/>
                  </a:srgbClr>
                </a:gs>
                <a:gs pos="28571">
                  <a:srgbClr val="FFCDA2">
                    <a:alpha val="24833"/>
                  </a:srgbClr>
                </a:gs>
                <a:gs pos="42857">
                  <a:srgbClr val="FFCDA2">
                    <a:alpha val="17075"/>
                  </a:srgbClr>
                </a:gs>
                <a:gs pos="57143">
                  <a:srgbClr val="FFCDA2">
                    <a:alpha val="9855"/>
                  </a:srgbClr>
                </a:gs>
                <a:gs pos="71429">
                  <a:srgbClr val="FFCDA2">
                    <a:alpha val="4740"/>
                  </a:srgbClr>
                </a:gs>
                <a:gs pos="85714">
                  <a:srgbClr val="FFCDA2">
                    <a:alpha val="1902"/>
                  </a:srgbClr>
                </a:gs>
                <a:gs pos="100000">
                  <a:srgbClr val="FFCDA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-9681422">
              <a:off x="969355" y="311433"/>
              <a:ext cx="411503" cy="100630"/>
            </a:xfrm>
            <a:prstGeom prst="ellipse">
              <a:avLst/>
            </a:prstGeom>
            <a:gradFill>
              <a:gsLst>
                <a:gs pos="0">
                  <a:srgbClr val="452D00">
                    <a:alpha val="23243"/>
                  </a:srgbClr>
                </a:gs>
                <a:gs pos="14286">
                  <a:srgbClr val="452D00">
                    <a:alpha val="21583"/>
                  </a:srgbClr>
                </a:gs>
                <a:gs pos="28571">
                  <a:srgbClr val="452D00">
                    <a:alpha val="17203"/>
                  </a:srgbClr>
                </a:gs>
                <a:gs pos="42857">
                  <a:srgbClr val="452D00">
                    <a:alpha val="11646"/>
                  </a:srgbClr>
                </a:gs>
                <a:gs pos="57143">
                  <a:srgbClr val="452D00">
                    <a:alpha val="6631"/>
                  </a:srgbClr>
                </a:gs>
                <a:gs pos="71429">
                  <a:srgbClr val="452D00">
                    <a:alpha val="3161"/>
                  </a:srgbClr>
                </a:gs>
                <a:gs pos="85714">
                  <a:srgbClr val="452D00">
                    <a:alpha val="1262"/>
                  </a:srgbClr>
                </a:gs>
                <a:gs pos="100000">
                  <a:srgbClr val="452D00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-9831967">
              <a:off x="1943976" y="1601127"/>
              <a:ext cx="419274" cy="291839"/>
            </a:xfrm>
            <a:prstGeom prst="ellipse">
              <a:avLst/>
            </a:prstGeom>
            <a:gradFill>
              <a:gsLst>
                <a:gs pos="0">
                  <a:srgbClr val="B7772A">
                    <a:alpha val="25600"/>
                  </a:srgbClr>
                </a:gs>
                <a:gs pos="14286">
                  <a:srgbClr val="B7772A">
                    <a:alpha val="23799"/>
                  </a:srgbClr>
                </a:gs>
                <a:gs pos="28571">
                  <a:srgbClr val="B7772A">
                    <a:alpha val="19025"/>
                  </a:srgbClr>
                </a:gs>
                <a:gs pos="42857">
                  <a:srgbClr val="B7772A">
                    <a:alpha val="12927"/>
                  </a:srgbClr>
                </a:gs>
                <a:gs pos="57143">
                  <a:srgbClr val="B7772A">
                    <a:alpha val="7383"/>
                  </a:srgbClr>
                </a:gs>
                <a:gs pos="71429">
                  <a:srgbClr val="B7772A">
                    <a:alpha val="3527"/>
                  </a:srgbClr>
                </a:gs>
                <a:gs pos="85714">
                  <a:srgbClr val="B7772A">
                    <a:alpha val="1410"/>
                  </a:srgbClr>
                </a:gs>
                <a:gs pos="100000">
                  <a:srgbClr val="B7772A">
                    <a:alpha val="4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6281108">
              <a:off x="-141289" y="39611"/>
              <a:ext cx="283029" cy="241732"/>
            </a:xfrm>
            <a:prstGeom prst="ellipse">
              <a:avLst/>
            </a:prstGeom>
            <a:gradFill>
              <a:gsLst>
                <a:gs pos="0">
                  <a:srgbClr val="FF83CA">
                    <a:alpha val="4298"/>
                  </a:srgbClr>
                </a:gs>
                <a:gs pos="14286">
                  <a:srgbClr val="FF83CA">
                    <a:alpha val="3958"/>
                  </a:srgbClr>
                </a:gs>
                <a:gs pos="28571">
                  <a:srgbClr val="FF83CA">
                    <a:alpha val="3087"/>
                  </a:srgbClr>
                </a:gs>
                <a:gs pos="42857">
                  <a:srgbClr val="FF83CA">
                    <a:alpha val="2036"/>
                  </a:srgbClr>
                </a:gs>
                <a:gs pos="57143">
                  <a:srgbClr val="FF83CA">
                    <a:alpha val="1133"/>
                  </a:srgbClr>
                </a:gs>
                <a:gs pos="71429">
                  <a:srgbClr val="FF83CA">
                    <a:alpha val="532"/>
                  </a:srgbClr>
                </a:gs>
                <a:gs pos="85714">
                  <a:srgbClr val="FF83CA">
                    <a:alpha val="211"/>
                  </a:srgbClr>
                </a:gs>
                <a:gs pos="100000">
                  <a:srgbClr val="FF83CA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10617154">
              <a:off x="3320879" y="2305916"/>
              <a:ext cx="475295" cy="167916"/>
            </a:xfrm>
            <a:prstGeom prst="ellipse">
              <a:avLst/>
            </a:prstGeom>
            <a:gradFill>
              <a:gsLst>
                <a:gs pos="0">
                  <a:srgbClr val="A07A77">
                    <a:alpha val="16328"/>
                  </a:srgbClr>
                </a:gs>
                <a:gs pos="14286">
                  <a:srgbClr val="A07A77">
                    <a:alpha val="15113"/>
                  </a:srgbClr>
                </a:gs>
                <a:gs pos="28571">
                  <a:srgbClr val="A07A77">
                    <a:alpha val="11946"/>
                  </a:srgbClr>
                </a:gs>
                <a:gs pos="42857">
                  <a:srgbClr val="A07A77">
                    <a:alpha val="8006"/>
                  </a:srgbClr>
                </a:gs>
                <a:gs pos="57143">
                  <a:srgbClr val="A07A77">
                    <a:alpha val="4519"/>
                  </a:srgbClr>
                </a:gs>
                <a:gs pos="71429">
                  <a:srgbClr val="A07A77">
                    <a:alpha val="2141"/>
                  </a:srgbClr>
                </a:gs>
                <a:gs pos="85714">
                  <a:srgbClr val="A07A77">
                    <a:alpha val="852"/>
                  </a:srgbClr>
                </a:gs>
                <a:gs pos="100000">
                  <a:srgbClr val="A07A77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7612769">
              <a:off x="1805094" y="2003277"/>
              <a:ext cx="651788" cy="1891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8889960">
              <a:off x="143640" y="792189"/>
              <a:ext cx="718555" cy="138068"/>
            </a:xfrm>
            <a:prstGeom prst="ellipse">
              <a:avLst/>
            </a:prstGeom>
            <a:gradFill>
              <a:gsLst>
                <a:gs pos="0">
                  <a:srgbClr val="0A0000">
                    <a:alpha val="32968"/>
                  </a:srgbClr>
                </a:gs>
                <a:gs pos="14286">
                  <a:srgbClr val="0A0000">
                    <a:alpha val="30764"/>
                  </a:srgbClr>
                </a:gs>
                <a:gs pos="28571">
                  <a:srgbClr val="0A0000">
                    <a:alpha val="24833"/>
                  </a:srgbClr>
                </a:gs>
                <a:gs pos="42857">
                  <a:srgbClr val="0A0000">
                    <a:alpha val="17075"/>
                  </a:srgbClr>
                </a:gs>
                <a:gs pos="57143">
                  <a:srgbClr val="0A0000">
                    <a:alpha val="9855"/>
                  </a:srgbClr>
                </a:gs>
                <a:gs pos="71429">
                  <a:srgbClr val="0A0000">
                    <a:alpha val="4740"/>
                  </a:srgbClr>
                </a:gs>
                <a:gs pos="85714">
                  <a:srgbClr val="0A0000">
                    <a:alpha val="1902"/>
                  </a:srgbClr>
                </a:gs>
                <a:gs pos="100000">
                  <a:srgbClr val="0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-8998481">
              <a:off x="1257847" y="478038"/>
              <a:ext cx="224694" cy="40295"/>
            </a:xfrm>
            <a:prstGeom prst="ellipse">
              <a:avLst/>
            </a:prstGeom>
            <a:gradFill>
              <a:gsLst>
                <a:gs pos="0">
                  <a:srgbClr val="FFD9AE">
                    <a:alpha val="18456"/>
                  </a:srgbClr>
                </a:gs>
                <a:gs pos="14286">
                  <a:srgbClr val="FFD9AE">
                    <a:alpha val="17099"/>
                  </a:srgbClr>
                </a:gs>
                <a:gs pos="28571">
                  <a:srgbClr val="FFD9AE">
                    <a:alpha val="13550"/>
                  </a:srgbClr>
                </a:gs>
                <a:gs pos="42857">
                  <a:srgbClr val="FFD9AE">
                    <a:alpha val="9108"/>
                  </a:srgbClr>
                </a:gs>
                <a:gs pos="57143">
                  <a:srgbClr val="FFD9AE">
                    <a:alpha val="5154"/>
                  </a:srgbClr>
                </a:gs>
                <a:gs pos="71429">
                  <a:srgbClr val="FFD9AE">
                    <a:alpha val="2447"/>
                  </a:srgbClr>
                </a:gs>
                <a:gs pos="85714">
                  <a:srgbClr val="FFD9AE">
                    <a:alpha val="975"/>
                  </a:srgbClr>
                </a:gs>
                <a:gs pos="100000">
                  <a:srgbClr val="FFD9AE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7143126">
              <a:off x="2590872" y="1111564"/>
              <a:ext cx="227794" cy="61932"/>
            </a:xfrm>
            <a:prstGeom prst="ellipse">
              <a:avLst/>
            </a:prstGeom>
            <a:gradFill>
              <a:gsLst>
                <a:gs pos="0">
                  <a:srgbClr val="FFD088">
                    <a:alpha val="32968"/>
                  </a:srgbClr>
                </a:gs>
                <a:gs pos="14286">
                  <a:srgbClr val="FFD088">
                    <a:alpha val="30764"/>
                  </a:srgbClr>
                </a:gs>
                <a:gs pos="28571">
                  <a:srgbClr val="FFD088">
                    <a:alpha val="24833"/>
                  </a:srgbClr>
                </a:gs>
                <a:gs pos="42857">
                  <a:srgbClr val="FFD088">
                    <a:alpha val="17075"/>
                  </a:srgbClr>
                </a:gs>
                <a:gs pos="57143">
                  <a:srgbClr val="FFD088">
                    <a:alpha val="9855"/>
                  </a:srgbClr>
                </a:gs>
                <a:gs pos="71429">
                  <a:srgbClr val="FFD088">
                    <a:alpha val="4740"/>
                  </a:srgbClr>
                </a:gs>
                <a:gs pos="85714">
                  <a:srgbClr val="FFD088">
                    <a:alpha val="1902"/>
                  </a:srgbClr>
                </a:gs>
                <a:gs pos="100000">
                  <a:srgbClr val="FFD08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3788600">
              <a:off x="91194" y="1192316"/>
              <a:ext cx="639697" cy="175443"/>
            </a:xfrm>
            <a:prstGeom prst="ellipse">
              <a:avLst/>
            </a:prstGeom>
            <a:gradFill>
              <a:gsLst>
                <a:gs pos="0">
                  <a:srgbClr val="551A00">
                    <a:alpha val="32968"/>
                  </a:srgbClr>
                </a:gs>
                <a:gs pos="14286">
                  <a:srgbClr val="551A00">
                    <a:alpha val="30764"/>
                  </a:srgbClr>
                </a:gs>
                <a:gs pos="28571">
                  <a:srgbClr val="551A00">
                    <a:alpha val="24833"/>
                  </a:srgbClr>
                </a:gs>
                <a:gs pos="42857">
                  <a:srgbClr val="551A00">
                    <a:alpha val="17075"/>
                  </a:srgbClr>
                </a:gs>
                <a:gs pos="57143">
                  <a:srgbClr val="551A00">
                    <a:alpha val="9855"/>
                  </a:srgbClr>
                </a:gs>
                <a:gs pos="71429">
                  <a:srgbClr val="551A00">
                    <a:alpha val="4740"/>
                  </a:srgbClr>
                </a:gs>
                <a:gs pos="85714">
                  <a:srgbClr val="551A00">
                    <a:alpha val="1902"/>
                  </a:srgbClr>
                </a:gs>
                <a:gs pos="100000">
                  <a:srgbClr val="551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9888967">
              <a:off x="2466273" y="1390536"/>
              <a:ext cx="453845" cy="140805"/>
            </a:xfrm>
            <a:prstGeom prst="ellipse">
              <a:avLst/>
            </a:prstGeom>
            <a:gradFill>
              <a:gsLst>
                <a:gs pos="0">
                  <a:srgbClr val="003E57">
                    <a:alpha val="9875"/>
                  </a:srgbClr>
                </a:gs>
                <a:gs pos="14286">
                  <a:srgbClr val="003E57">
                    <a:alpha val="9114"/>
                  </a:srgbClr>
                </a:gs>
                <a:gs pos="28571">
                  <a:srgbClr val="003E57">
                    <a:alpha val="7151"/>
                  </a:srgbClr>
                </a:gs>
                <a:gs pos="42857">
                  <a:srgbClr val="003E57">
                    <a:alpha val="4750"/>
                  </a:srgbClr>
                </a:gs>
                <a:gs pos="57143">
                  <a:srgbClr val="003E57">
                    <a:alpha val="2661"/>
                  </a:srgbClr>
                </a:gs>
                <a:gs pos="71429">
                  <a:srgbClr val="003E57">
                    <a:alpha val="1254"/>
                  </a:srgbClr>
                </a:gs>
                <a:gs pos="85714">
                  <a:srgbClr val="003E57">
                    <a:alpha val="498"/>
                  </a:srgbClr>
                </a:gs>
                <a:gs pos="100000">
                  <a:srgbClr val="003E57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10238965">
              <a:off x="-151765" y="170842"/>
              <a:ext cx="338226" cy="332184"/>
            </a:xfrm>
            <a:prstGeom prst="ellipse">
              <a:avLst/>
            </a:prstGeom>
            <a:gradFill>
              <a:gsLst>
                <a:gs pos="0">
                  <a:srgbClr val="BBA9B4">
                    <a:alpha val="4812"/>
                  </a:srgbClr>
                </a:gs>
                <a:gs pos="14286">
                  <a:srgbClr val="BBA9B4">
                    <a:alpha val="4431"/>
                  </a:srgbClr>
                </a:gs>
                <a:gs pos="28571">
                  <a:srgbClr val="BBA9B4">
                    <a:alpha val="3458"/>
                  </a:srgbClr>
                </a:gs>
                <a:gs pos="42857">
                  <a:srgbClr val="BBA9B4">
                    <a:alpha val="2282"/>
                  </a:srgbClr>
                </a:gs>
                <a:gs pos="57143">
                  <a:srgbClr val="BBA9B4">
                    <a:alpha val="1271"/>
                  </a:srgbClr>
                </a:gs>
                <a:gs pos="71429">
                  <a:srgbClr val="BBA9B4">
                    <a:alpha val="597"/>
                  </a:srgbClr>
                </a:gs>
                <a:gs pos="85714">
                  <a:srgbClr val="BBA9B4">
                    <a:alpha val="236"/>
                  </a:srgbClr>
                </a:gs>
                <a:gs pos="100000">
                  <a:srgbClr val="BBA9B4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-9907337">
              <a:off x="464749" y="1204616"/>
              <a:ext cx="481498" cy="75330"/>
            </a:xfrm>
            <a:prstGeom prst="ellipse">
              <a:avLst/>
            </a:prstGeom>
            <a:gradFill>
              <a:gsLst>
                <a:gs pos="0">
                  <a:srgbClr val="F7E0CD">
                    <a:alpha val="9213"/>
                  </a:srgbClr>
                </a:gs>
                <a:gs pos="14286">
                  <a:srgbClr val="F7E0CD">
                    <a:alpha val="8500"/>
                  </a:srgbClr>
                </a:gs>
                <a:gs pos="28571">
                  <a:srgbClr val="F7E0CD">
                    <a:alpha val="6665"/>
                  </a:srgbClr>
                </a:gs>
                <a:gs pos="42857">
                  <a:srgbClr val="F7E0CD">
                    <a:alpha val="4423"/>
                  </a:srgbClr>
                </a:gs>
                <a:gs pos="57143">
                  <a:srgbClr val="F7E0CD">
                    <a:alpha val="2476"/>
                  </a:srgbClr>
                </a:gs>
                <a:gs pos="71429">
                  <a:srgbClr val="F7E0CD">
                    <a:alpha val="1167"/>
                  </a:srgbClr>
                </a:gs>
                <a:gs pos="85714">
                  <a:srgbClr val="F7E0CD">
                    <a:alpha val="463"/>
                  </a:srgbClr>
                </a:gs>
                <a:gs pos="100000">
                  <a:srgbClr val="F7E0CD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6458220">
              <a:off x="1396335" y="886297"/>
              <a:ext cx="286614" cy="155105"/>
            </a:xfrm>
            <a:prstGeom prst="ellipse">
              <a:avLst/>
            </a:prstGeom>
            <a:gradFill>
              <a:gsLst>
                <a:gs pos="0">
                  <a:srgbClr val="DFB536">
                    <a:alpha val="26422"/>
                  </a:srgbClr>
                </a:gs>
                <a:gs pos="14286">
                  <a:srgbClr val="DFB536">
                    <a:alpha val="24574"/>
                  </a:srgbClr>
                </a:gs>
                <a:gs pos="28571">
                  <a:srgbClr val="DFB536">
                    <a:alpha val="19665"/>
                  </a:srgbClr>
                </a:gs>
                <a:gs pos="42857">
                  <a:srgbClr val="DFB536">
                    <a:alpha val="13379"/>
                  </a:srgbClr>
                </a:gs>
                <a:gs pos="57143">
                  <a:srgbClr val="DFB536">
                    <a:alpha val="7650"/>
                  </a:srgbClr>
                </a:gs>
                <a:gs pos="71429">
                  <a:srgbClr val="DFB536">
                    <a:alpha val="3657"/>
                  </a:srgbClr>
                </a:gs>
                <a:gs pos="85714">
                  <a:srgbClr val="DFB536">
                    <a:alpha val="1462"/>
                  </a:srgbClr>
                </a:gs>
                <a:gs pos="100000">
                  <a:srgbClr val="DFB536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7708546">
              <a:off x="1067523" y="636306"/>
              <a:ext cx="214647" cy="73049"/>
            </a:xfrm>
            <a:prstGeom prst="ellipse">
              <a:avLst/>
            </a:prstGeom>
            <a:gradFill>
              <a:gsLst>
                <a:gs pos="0">
                  <a:srgbClr val="9F4D00">
                    <a:alpha val="15464"/>
                  </a:srgbClr>
                </a:gs>
                <a:gs pos="14286">
                  <a:srgbClr val="9F4D00">
                    <a:alpha val="14307"/>
                  </a:srgbClr>
                </a:gs>
                <a:gs pos="28571">
                  <a:srgbClr val="9F4D00">
                    <a:alpha val="11298"/>
                  </a:srgbClr>
                </a:gs>
                <a:gs pos="42857">
                  <a:srgbClr val="9F4D00">
                    <a:alpha val="7562"/>
                  </a:srgbClr>
                </a:gs>
                <a:gs pos="57143">
                  <a:srgbClr val="9F4D00">
                    <a:alpha val="4264"/>
                  </a:srgbClr>
                </a:gs>
                <a:gs pos="71429">
                  <a:srgbClr val="9F4D00">
                    <a:alpha val="2019"/>
                  </a:srgbClr>
                </a:gs>
                <a:gs pos="85714">
                  <a:srgbClr val="9F4D00">
                    <a:alpha val="803"/>
                  </a:srgbClr>
                </a:gs>
                <a:gs pos="100000">
                  <a:srgbClr val="9F4D00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6395047">
              <a:off x="642391" y="1628616"/>
              <a:ext cx="306320" cy="294849"/>
            </a:xfrm>
            <a:prstGeom prst="ellipse">
              <a:avLst/>
            </a:prstGeom>
            <a:gradFill>
              <a:gsLst>
                <a:gs pos="0">
                  <a:srgbClr val="CE8B00">
                    <a:alpha val="2925"/>
                  </a:srgbClr>
                </a:gs>
                <a:gs pos="14286">
                  <a:srgbClr val="CE8B00">
                    <a:alpha val="2691"/>
                  </a:srgbClr>
                </a:gs>
                <a:gs pos="28571">
                  <a:srgbClr val="CE8B00">
                    <a:alpha val="2096"/>
                  </a:srgbClr>
                </a:gs>
                <a:gs pos="42857">
                  <a:srgbClr val="CE8B00">
                    <a:alpha val="1380"/>
                  </a:srgbClr>
                </a:gs>
                <a:gs pos="57143">
                  <a:srgbClr val="CE8B00">
                    <a:alpha val="767"/>
                  </a:srgbClr>
                </a:gs>
                <a:gs pos="71429">
                  <a:srgbClr val="CE8B00">
                    <a:alpha val="360"/>
                  </a:srgbClr>
                </a:gs>
                <a:gs pos="85714">
                  <a:srgbClr val="CE8B00">
                    <a:alpha val="142"/>
                  </a:srgbClr>
                </a:gs>
                <a:gs pos="100000">
                  <a:srgbClr val="CE8B00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7146613">
              <a:off x="1934507" y="-125392"/>
              <a:ext cx="350283" cy="268052"/>
            </a:xfrm>
            <a:prstGeom prst="ellipse">
              <a:avLst/>
            </a:prstGeom>
            <a:gradFill>
              <a:gsLst>
                <a:gs pos="0">
                  <a:srgbClr val="CF7900">
                    <a:alpha val="3835"/>
                  </a:srgbClr>
                </a:gs>
                <a:gs pos="14286">
                  <a:srgbClr val="CF7900">
                    <a:alpha val="3530"/>
                  </a:srgbClr>
                </a:gs>
                <a:gs pos="28571">
                  <a:srgbClr val="CF7900">
                    <a:alpha val="2752"/>
                  </a:srgbClr>
                </a:gs>
                <a:gs pos="42857">
                  <a:srgbClr val="CF7900">
                    <a:alpha val="1814"/>
                  </a:srgbClr>
                </a:gs>
                <a:gs pos="57143">
                  <a:srgbClr val="CF7900">
                    <a:alpha val="1009"/>
                  </a:srgbClr>
                </a:gs>
                <a:gs pos="71429">
                  <a:srgbClr val="CF7900">
                    <a:alpha val="474"/>
                  </a:srgbClr>
                </a:gs>
                <a:gs pos="85714">
                  <a:srgbClr val="CF7900">
                    <a:alpha val="188"/>
                  </a:srgbClr>
                </a:gs>
                <a:gs pos="100000">
                  <a:srgbClr val="CF7900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9483128">
              <a:off x="-124720" y="210187"/>
              <a:ext cx="358381" cy="334915"/>
            </a:xfrm>
            <a:prstGeom prst="ellipse">
              <a:avLst/>
            </a:prstGeom>
            <a:gradFill>
              <a:gsLst>
                <a:gs pos="0">
                  <a:srgbClr val="00899F">
                    <a:alpha val="7992"/>
                  </a:srgbClr>
                </a:gs>
                <a:gs pos="14286">
                  <a:srgbClr val="00899F">
                    <a:alpha val="7370"/>
                  </a:srgbClr>
                </a:gs>
                <a:gs pos="28571">
                  <a:srgbClr val="00899F">
                    <a:alpha val="5771"/>
                  </a:srgbClr>
                </a:gs>
                <a:gs pos="42857">
                  <a:srgbClr val="00899F">
                    <a:alpha val="3824"/>
                  </a:srgbClr>
                </a:gs>
                <a:gs pos="57143">
                  <a:srgbClr val="00899F">
                    <a:alpha val="2137"/>
                  </a:srgbClr>
                </a:gs>
                <a:gs pos="71429">
                  <a:srgbClr val="00899F">
                    <a:alpha val="1006"/>
                  </a:srgbClr>
                </a:gs>
                <a:gs pos="85714">
                  <a:srgbClr val="00899F">
                    <a:alpha val="399"/>
                  </a:srgbClr>
                </a:gs>
                <a:gs pos="100000">
                  <a:srgbClr val="00899F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8731848">
              <a:off x="-192222" y="1181881"/>
              <a:ext cx="442509" cy="2240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6409952">
              <a:off x="31027" y="377655"/>
              <a:ext cx="287238" cy="175331"/>
            </a:xfrm>
            <a:prstGeom prst="ellipse">
              <a:avLst/>
            </a:prstGeom>
            <a:gradFill>
              <a:gsLst>
                <a:gs pos="0">
                  <a:srgbClr val="EAD6D5">
                    <a:alpha val="31503"/>
                  </a:srgbClr>
                </a:gs>
                <a:gs pos="14286">
                  <a:srgbClr val="EAD6D5">
                    <a:alpha val="29375"/>
                  </a:srgbClr>
                </a:gs>
                <a:gs pos="28571">
                  <a:srgbClr val="EAD6D5">
                    <a:alpha val="23664"/>
                  </a:srgbClr>
                </a:gs>
                <a:gs pos="42857">
                  <a:srgbClr val="EAD6D5">
                    <a:alpha val="16232"/>
                  </a:srgbClr>
                </a:gs>
                <a:gs pos="57143">
                  <a:srgbClr val="EAD6D5">
                    <a:alpha val="9348"/>
                  </a:srgbClr>
                </a:gs>
                <a:gs pos="71429">
                  <a:srgbClr val="EAD6D5">
                    <a:alpha val="4490"/>
                  </a:srgbClr>
                </a:gs>
                <a:gs pos="85714">
                  <a:srgbClr val="EAD6D5">
                    <a:alpha val="1800"/>
                  </a:srgbClr>
                </a:gs>
                <a:gs pos="100000">
                  <a:srgbClr val="EAD6D5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9809640">
              <a:off x="921412" y="652737"/>
              <a:ext cx="399035" cy="66459"/>
            </a:xfrm>
            <a:prstGeom prst="ellipse">
              <a:avLst/>
            </a:prstGeom>
            <a:gradFill>
              <a:gsLst>
                <a:gs pos="0">
                  <a:srgbClr val="E2BD95">
                    <a:alpha val="32968"/>
                  </a:srgbClr>
                </a:gs>
                <a:gs pos="14286">
                  <a:srgbClr val="E2BD95">
                    <a:alpha val="30764"/>
                  </a:srgbClr>
                </a:gs>
                <a:gs pos="28571">
                  <a:srgbClr val="E2BD95">
                    <a:alpha val="24833"/>
                  </a:srgbClr>
                </a:gs>
                <a:gs pos="42857">
                  <a:srgbClr val="E2BD95">
                    <a:alpha val="17075"/>
                  </a:srgbClr>
                </a:gs>
                <a:gs pos="57143">
                  <a:srgbClr val="E2BD95">
                    <a:alpha val="9855"/>
                  </a:srgbClr>
                </a:gs>
                <a:gs pos="71429">
                  <a:srgbClr val="E2BD95">
                    <a:alpha val="4740"/>
                  </a:srgbClr>
                </a:gs>
                <a:gs pos="85714">
                  <a:srgbClr val="E2BD95">
                    <a:alpha val="1902"/>
                  </a:srgbClr>
                </a:gs>
                <a:gs pos="100000">
                  <a:srgbClr val="E2BD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7865549">
              <a:off x="1166266" y="922329"/>
              <a:ext cx="523328" cy="87826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9243840">
              <a:off x="2483269" y="1205477"/>
              <a:ext cx="219125" cy="79489"/>
            </a:xfrm>
            <a:prstGeom prst="ellipse">
              <a:avLst/>
            </a:prstGeom>
            <a:gradFill>
              <a:gsLst>
                <a:gs pos="0">
                  <a:srgbClr val="FFEB8C">
                    <a:alpha val="32968"/>
                  </a:srgbClr>
                </a:gs>
                <a:gs pos="14286">
                  <a:srgbClr val="FFEB8C">
                    <a:alpha val="30764"/>
                  </a:srgbClr>
                </a:gs>
                <a:gs pos="28571">
                  <a:srgbClr val="FFEB8C">
                    <a:alpha val="24833"/>
                  </a:srgbClr>
                </a:gs>
                <a:gs pos="42857">
                  <a:srgbClr val="FFEB8C">
                    <a:alpha val="17075"/>
                  </a:srgbClr>
                </a:gs>
                <a:gs pos="57143">
                  <a:srgbClr val="FFEB8C">
                    <a:alpha val="9855"/>
                  </a:srgbClr>
                </a:gs>
                <a:gs pos="71429">
                  <a:srgbClr val="FFEB8C">
                    <a:alpha val="4740"/>
                  </a:srgbClr>
                </a:gs>
                <a:gs pos="85714">
                  <a:srgbClr val="FFEB8C">
                    <a:alpha val="1902"/>
                  </a:srgbClr>
                </a:gs>
                <a:gs pos="100000">
                  <a:srgbClr val="FFEB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5794900">
              <a:off x="1765632" y="1251894"/>
              <a:ext cx="318127" cy="113863"/>
            </a:xfrm>
            <a:prstGeom prst="ellipse">
              <a:avLst/>
            </a:prstGeom>
            <a:gradFill>
              <a:gsLst>
                <a:gs pos="0">
                  <a:srgbClr val="FFE8BB">
                    <a:alpha val="16173"/>
                  </a:srgbClr>
                </a:gs>
                <a:gs pos="14286">
                  <a:srgbClr val="FFE8BB">
                    <a:alpha val="14969"/>
                  </a:srgbClr>
                </a:gs>
                <a:gs pos="28571">
                  <a:srgbClr val="FFE8BB">
                    <a:alpha val="11830"/>
                  </a:srgbClr>
                </a:gs>
                <a:gs pos="42857">
                  <a:srgbClr val="FFE8BB">
                    <a:alpha val="7926"/>
                  </a:srgbClr>
                </a:gs>
                <a:gs pos="57143">
                  <a:srgbClr val="FFE8BB">
                    <a:alpha val="4473"/>
                  </a:srgbClr>
                </a:gs>
                <a:gs pos="71429">
                  <a:srgbClr val="FFE8BB">
                    <a:alpha val="2119"/>
                  </a:srgbClr>
                </a:gs>
                <a:gs pos="85714">
                  <a:srgbClr val="FFE8BB">
                    <a:alpha val="843"/>
                  </a:srgbClr>
                </a:gs>
                <a:gs pos="100000">
                  <a:srgbClr val="FFE8BB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-10087608">
              <a:off x="427177" y="1376145"/>
              <a:ext cx="321407" cy="303707"/>
            </a:xfrm>
            <a:prstGeom prst="ellipse">
              <a:avLst/>
            </a:prstGeom>
            <a:gradFill>
              <a:gsLst>
                <a:gs pos="0">
                  <a:srgbClr val="188D7D">
                    <a:alpha val="5394"/>
                  </a:srgbClr>
                </a:gs>
                <a:gs pos="14286">
                  <a:srgbClr val="188D7D">
                    <a:alpha val="4969"/>
                  </a:srgbClr>
                </a:gs>
                <a:gs pos="28571">
                  <a:srgbClr val="188D7D">
                    <a:alpha val="3880"/>
                  </a:srgbClr>
                </a:gs>
                <a:gs pos="42857">
                  <a:srgbClr val="188D7D">
                    <a:alpha val="2562"/>
                  </a:srgbClr>
                </a:gs>
                <a:gs pos="57143">
                  <a:srgbClr val="188D7D">
                    <a:alpha val="1428"/>
                  </a:srgbClr>
                </a:gs>
                <a:gs pos="71429">
                  <a:srgbClr val="188D7D">
                    <a:alpha val="671"/>
                  </a:srgbClr>
                </a:gs>
                <a:gs pos="85714">
                  <a:srgbClr val="188D7D">
                    <a:alpha val="266"/>
                  </a:srgbClr>
                </a:gs>
                <a:gs pos="100000">
                  <a:srgbClr val="188D7D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10044913">
              <a:off x="1101951" y="1898532"/>
              <a:ext cx="248702" cy="36016"/>
            </a:xfrm>
            <a:prstGeom prst="ellipse">
              <a:avLst/>
            </a:prstGeom>
            <a:gradFill>
              <a:gsLst>
                <a:gs pos="0">
                  <a:srgbClr val="FFE2CA">
                    <a:alpha val="32968"/>
                  </a:srgbClr>
                </a:gs>
                <a:gs pos="14286">
                  <a:srgbClr val="FFE2CA">
                    <a:alpha val="30764"/>
                  </a:srgbClr>
                </a:gs>
                <a:gs pos="28571">
                  <a:srgbClr val="FFE2CA">
                    <a:alpha val="24833"/>
                  </a:srgbClr>
                </a:gs>
                <a:gs pos="42857">
                  <a:srgbClr val="FFE2CA">
                    <a:alpha val="17075"/>
                  </a:srgbClr>
                </a:gs>
                <a:gs pos="57143">
                  <a:srgbClr val="FFE2CA">
                    <a:alpha val="9855"/>
                  </a:srgbClr>
                </a:gs>
                <a:gs pos="71429">
                  <a:srgbClr val="FFE2CA">
                    <a:alpha val="4740"/>
                  </a:srgbClr>
                </a:gs>
                <a:gs pos="85714">
                  <a:srgbClr val="FFE2CA">
                    <a:alpha val="1902"/>
                  </a:srgbClr>
                </a:gs>
                <a:gs pos="100000">
                  <a:srgbClr val="FFE2C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9929180">
              <a:off x="1954806" y="1429556"/>
              <a:ext cx="359701" cy="354633"/>
            </a:xfrm>
            <a:prstGeom prst="ellipse">
              <a:avLst/>
            </a:prstGeom>
            <a:gradFill>
              <a:gsLst>
                <a:gs pos="0">
                  <a:srgbClr val="B48027">
                    <a:alpha val="29491"/>
                  </a:srgbClr>
                </a:gs>
                <a:gs pos="14286">
                  <a:srgbClr val="B48027">
                    <a:alpha val="27470"/>
                  </a:srgbClr>
                </a:gs>
                <a:gs pos="28571">
                  <a:srgbClr val="B48027">
                    <a:alpha val="22071"/>
                  </a:srgbClr>
                </a:gs>
                <a:gs pos="42857">
                  <a:srgbClr val="B48027">
                    <a:alpha val="15089"/>
                  </a:srgbClr>
                </a:gs>
                <a:gs pos="57143">
                  <a:srgbClr val="B48027">
                    <a:alpha val="8665"/>
                  </a:srgbClr>
                </a:gs>
                <a:gs pos="71429">
                  <a:srgbClr val="B48027">
                    <a:alpha val="4154"/>
                  </a:srgbClr>
                </a:gs>
                <a:gs pos="85714">
                  <a:srgbClr val="B48027">
                    <a:alpha val="1664"/>
                  </a:srgbClr>
                </a:gs>
                <a:gs pos="100000">
                  <a:srgbClr val="B48027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7796616">
              <a:off x="1057012" y="-19834"/>
              <a:ext cx="507382" cy="63361"/>
            </a:xfrm>
            <a:prstGeom prst="ellipse">
              <a:avLst/>
            </a:prstGeom>
            <a:gradFill>
              <a:gsLst>
                <a:gs pos="0">
                  <a:srgbClr val="F2BD8D">
                    <a:alpha val="32968"/>
                  </a:srgbClr>
                </a:gs>
                <a:gs pos="14286">
                  <a:srgbClr val="F2BD8D">
                    <a:alpha val="30764"/>
                  </a:srgbClr>
                </a:gs>
                <a:gs pos="28571">
                  <a:srgbClr val="F2BD8D">
                    <a:alpha val="24833"/>
                  </a:srgbClr>
                </a:gs>
                <a:gs pos="42857">
                  <a:srgbClr val="F2BD8D">
                    <a:alpha val="17075"/>
                  </a:srgbClr>
                </a:gs>
                <a:gs pos="57143">
                  <a:srgbClr val="F2BD8D">
                    <a:alpha val="9855"/>
                  </a:srgbClr>
                </a:gs>
                <a:gs pos="71429">
                  <a:srgbClr val="F2BD8D">
                    <a:alpha val="4740"/>
                  </a:srgbClr>
                </a:gs>
                <a:gs pos="85714">
                  <a:srgbClr val="F2BD8D">
                    <a:alpha val="1902"/>
                  </a:srgbClr>
                </a:gs>
                <a:gs pos="100000">
                  <a:srgbClr val="F2BD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10277106">
              <a:off x="374876" y="992773"/>
              <a:ext cx="349636" cy="294983"/>
            </a:xfrm>
            <a:prstGeom prst="ellipse">
              <a:avLst/>
            </a:prstGeom>
            <a:gradFill>
              <a:gsLst>
                <a:gs pos="0">
                  <a:srgbClr val="EBC1A8">
                    <a:alpha val="19167"/>
                  </a:srgbClr>
                </a:gs>
                <a:gs pos="14286">
                  <a:srgbClr val="EBC1A8">
                    <a:alpha val="17764"/>
                  </a:srgbClr>
                </a:gs>
                <a:gs pos="28571">
                  <a:srgbClr val="EBC1A8">
                    <a:alpha val="14088"/>
                  </a:srgbClr>
                </a:gs>
                <a:gs pos="42857">
                  <a:srgbClr val="EBC1A8">
                    <a:alpha val="9480"/>
                  </a:srgbClr>
                </a:gs>
                <a:gs pos="57143">
                  <a:srgbClr val="EBC1A8">
                    <a:alpha val="5369"/>
                  </a:srgbClr>
                </a:gs>
                <a:gs pos="71429">
                  <a:srgbClr val="EBC1A8">
                    <a:alpha val="2550"/>
                  </a:srgbClr>
                </a:gs>
                <a:gs pos="85714">
                  <a:srgbClr val="EBC1A8">
                    <a:alpha val="1016"/>
                  </a:srgbClr>
                </a:gs>
                <a:gs pos="100000">
                  <a:srgbClr val="EBC1A8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4697230">
              <a:off x="2808251" y="1573954"/>
              <a:ext cx="272806" cy="258920"/>
            </a:xfrm>
            <a:prstGeom prst="ellipse">
              <a:avLst/>
            </a:prstGeom>
            <a:gradFill>
              <a:gsLst>
                <a:gs pos="0">
                  <a:srgbClr val="6C77A6">
                    <a:alpha val="1496"/>
                  </a:srgbClr>
                </a:gs>
                <a:gs pos="14286">
                  <a:srgbClr val="6C77A6">
                    <a:alpha val="1375"/>
                  </a:srgbClr>
                </a:gs>
                <a:gs pos="28571">
                  <a:srgbClr val="6C77A6">
                    <a:alpha val="1070"/>
                  </a:srgbClr>
                </a:gs>
                <a:gs pos="42857">
                  <a:srgbClr val="6C77A6">
                    <a:alpha val="703"/>
                  </a:srgbClr>
                </a:gs>
                <a:gs pos="57143">
                  <a:srgbClr val="6C77A6">
                    <a:alpha val="390"/>
                  </a:srgbClr>
                </a:gs>
                <a:gs pos="71429">
                  <a:srgbClr val="6C77A6">
                    <a:alpha val="183"/>
                  </a:srgbClr>
                </a:gs>
                <a:gs pos="85714">
                  <a:srgbClr val="6C77A6">
                    <a:alpha val="72"/>
                  </a:srgbClr>
                </a:gs>
                <a:gs pos="100000">
                  <a:srgbClr val="6C77A6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7790500">
              <a:off x="1441014" y="1400899"/>
              <a:ext cx="392944" cy="239768"/>
            </a:xfrm>
            <a:prstGeom prst="ellipse">
              <a:avLst/>
            </a:prstGeom>
            <a:gradFill>
              <a:gsLst>
                <a:gs pos="0">
                  <a:srgbClr val="FFCB6A">
                    <a:alpha val="32968"/>
                  </a:srgbClr>
                </a:gs>
                <a:gs pos="14286">
                  <a:srgbClr val="FFCB6A">
                    <a:alpha val="30764"/>
                  </a:srgbClr>
                </a:gs>
                <a:gs pos="28571">
                  <a:srgbClr val="FFCB6A">
                    <a:alpha val="24833"/>
                  </a:srgbClr>
                </a:gs>
                <a:gs pos="42857">
                  <a:srgbClr val="FFCB6A">
                    <a:alpha val="17075"/>
                  </a:srgbClr>
                </a:gs>
                <a:gs pos="57143">
                  <a:srgbClr val="FFCB6A">
                    <a:alpha val="9855"/>
                  </a:srgbClr>
                </a:gs>
                <a:gs pos="71429">
                  <a:srgbClr val="FFCB6A">
                    <a:alpha val="4740"/>
                  </a:srgbClr>
                </a:gs>
                <a:gs pos="85714">
                  <a:srgbClr val="FFCB6A">
                    <a:alpha val="1902"/>
                  </a:srgbClr>
                </a:gs>
                <a:gs pos="100000">
                  <a:srgbClr val="FFCB6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-9743721">
              <a:off x="579211" y="196563"/>
              <a:ext cx="502273" cy="62625"/>
            </a:xfrm>
            <a:prstGeom prst="ellipse">
              <a:avLst/>
            </a:prstGeom>
            <a:gradFill>
              <a:gsLst>
                <a:gs pos="0">
                  <a:srgbClr val="461100">
                    <a:alpha val="25804"/>
                  </a:srgbClr>
                </a:gs>
                <a:gs pos="14286">
                  <a:srgbClr val="461100">
                    <a:alpha val="23991"/>
                  </a:srgbClr>
                </a:gs>
                <a:gs pos="28571">
                  <a:srgbClr val="461100">
                    <a:alpha val="19184"/>
                  </a:srgbClr>
                </a:gs>
                <a:gs pos="42857">
                  <a:srgbClr val="461100">
                    <a:alpha val="13039"/>
                  </a:srgbClr>
                </a:gs>
                <a:gs pos="57143">
                  <a:srgbClr val="461100">
                    <a:alpha val="7449"/>
                  </a:srgbClr>
                </a:gs>
                <a:gs pos="71429">
                  <a:srgbClr val="461100">
                    <a:alpha val="3559"/>
                  </a:srgbClr>
                </a:gs>
                <a:gs pos="85714">
                  <a:srgbClr val="461100">
                    <a:alpha val="1423"/>
                  </a:srgbClr>
                </a:gs>
                <a:gs pos="100000">
                  <a:srgbClr val="461100">
                    <a:alpha val="4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6980764">
              <a:off x="1213986" y="-141161"/>
              <a:ext cx="471021" cy="395074"/>
            </a:xfrm>
            <a:prstGeom prst="ellipse">
              <a:avLst/>
            </a:prstGeom>
            <a:gradFill>
              <a:gsLst>
                <a:gs pos="0">
                  <a:srgbClr val="885600">
                    <a:alpha val="27546"/>
                  </a:srgbClr>
                </a:gs>
                <a:gs pos="14286">
                  <a:srgbClr val="885600">
                    <a:alpha val="25633"/>
                  </a:srgbClr>
                </a:gs>
                <a:gs pos="28571">
                  <a:srgbClr val="885600">
                    <a:alpha val="20543"/>
                  </a:srgbClr>
                </a:gs>
                <a:gs pos="42857">
                  <a:srgbClr val="885600">
                    <a:alpha val="14001"/>
                  </a:srgbClr>
                </a:gs>
                <a:gs pos="57143">
                  <a:srgbClr val="885600">
                    <a:alpha val="8018"/>
                  </a:srgbClr>
                </a:gs>
                <a:gs pos="71429">
                  <a:srgbClr val="885600">
                    <a:alpha val="3837"/>
                  </a:srgbClr>
                </a:gs>
                <a:gs pos="85714">
                  <a:srgbClr val="885600">
                    <a:alpha val="1535"/>
                  </a:srgbClr>
                </a:gs>
                <a:gs pos="100000">
                  <a:srgbClr val="885600">
                    <a:alpha val="5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7644630">
              <a:off x="-165629" y="763309"/>
              <a:ext cx="341572" cy="170225"/>
            </a:xfrm>
            <a:prstGeom prst="ellipse">
              <a:avLst/>
            </a:prstGeom>
            <a:gradFill>
              <a:gsLst>
                <a:gs pos="0">
                  <a:srgbClr val="B3A1A5">
                    <a:alpha val="32507"/>
                  </a:srgbClr>
                </a:gs>
                <a:gs pos="14286">
                  <a:srgbClr val="B3A1A5">
                    <a:alpha val="30327"/>
                  </a:srgbClr>
                </a:gs>
                <a:gs pos="28571">
                  <a:srgbClr val="B3A1A5">
                    <a:alpha val="24465"/>
                  </a:srgbClr>
                </a:gs>
                <a:gs pos="42857">
                  <a:srgbClr val="B3A1A5">
                    <a:alpha val="16809"/>
                  </a:srgbClr>
                </a:gs>
                <a:gs pos="57143">
                  <a:srgbClr val="B3A1A5">
                    <a:alpha val="9695"/>
                  </a:srgbClr>
                </a:gs>
                <a:gs pos="71429">
                  <a:srgbClr val="B3A1A5">
                    <a:alpha val="4661"/>
                  </a:srgbClr>
                </a:gs>
                <a:gs pos="85714">
                  <a:srgbClr val="B3A1A5">
                    <a:alpha val="1870"/>
                  </a:srgbClr>
                </a:gs>
                <a:gs pos="100000">
                  <a:srgbClr val="B3A1A5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-8359591">
              <a:off x="1445312" y="1896109"/>
              <a:ext cx="397094" cy="182477"/>
            </a:xfrm>
            <a:prstGeom prst="ellipse">
              <a:avLst/>
            </a:prstGeom>
            <a:gradFill>
              <a:gsLst>
                <a:gs pos="0">
                  <a:srgbClr val="6A0000">
                    <a:alpha val="32968"/>
                  </a:srgbClr>
                </a:gs>
                <a:gs pos="14286">
                  <a:srgbClr val="6A0000">
                    <a:alpha val="30764"/>
                  </a:srgbClr>
                </a:gs>
                <a:gs pos="28571">
                  <a:srgbClr val="6A0000">
                    <a:alpha val="24833"/>
                  </a:srgbClr>
                </a:gs>
                <a:gs pos="42857">
                  <a:srgbClr val="6A0000">
                    <a:alpha val="17075"/>
                  </a:srgbClr>
                </a:gs>
                <a:gs pos="57143">
                  <a:srgbClr val="6A0000">
                    <a:alpha val="9855"/>
                  </a:srgbClr>
                </a:gs>
                <a:gs pos="71429">
                  <a:srgbClr val="6A0000">
                    <a:alpha val="4740"/>
                  </a:srgbClr>
                </a:gs>
                <a:gs pos="85714">
                  <a:srgbClr val="6A0000">
                    <a:alpha val="1902"/>
                  </a:srgbClr>
                </a:gs>
                <a:gs pos="100000">
                  <a:srgbClr val="6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5051324">
              <a:off x="104604" y="440687"/>
              <a:ext cx="338031" cy="117521"/>
            </a:xfrm>
            <a:prstGeom prst="ellipse">
              <a:avLst/>
            </a:prstGeom>
            <a:gradFill>
              <a:gsLst>
                <a:gs pos="0">
                  <a:srgbClr val="21003E">
                    <a:alpha val="13296"/>
                  </a:srgbClr>
                </a:gs>
                <a:gs pos="14286">
                  <a:srgbClr val="21003E">
                    <a:alpha val="12290"/>
                  </a:srgbClr>
                </a:gs>
                <a:gs pos="28571">
                  <a:srgbClr val="21003E">
                    <a:alpha val="9680"/>
                  </a:srgbClr>
                </a:gs>
                <a:gs pos="42857">
                  <a:srgbClr val="21003E">
                    <a:alpha val="6460"/>
                  </a:srgbClr>
                </a:gs>
                <a:gs pos="57143">
                  <a:srgbClr val="21003E">
                    <a:alpha val="3633"/>
                  </a:srgbClr>
                </a:gs>
                <a:gs pos="71429">
                  <a:srgbClr val="21003E">
                    <a:alpha val="1717"/>
                  </a:srgbClr>
                </a:gs>
                <a:gs pos="85714">
                  <a:srgbClr val="21003E">
                    <a:alpha val="683"/>
                  </a:srgbClr>
                </a:gs>
                <a:gs pos="100000">
                  <a:srgbClr val="21003E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-10799725">
              <a:off x="595060" y="602699"/>
              <a:ext cx="373642" cy="22223"/>
            </a:xfrm>
            <a:prstGeom prst="ellipse">
              <a:avLst/>
            </a:prstGeom>
            <a:gradFill>
              <a:gsLst>
                <a:gs pos="0">
                  <a:srgbClr val="6F0900">
                    <a:alpha val="27326"/>
                  </a:srgbClr>
                </a:gs>
                <a:gs pos="14286">
                  <a:srgbClr val="6F0900">
                    <a:alpha val="25426"/>
                  </a:srgbClr>
                </a:gs>
                <a:gs pos="28571">
                  <a:srgbClr val="6F0900">
                    <a:alpha val="20371"/>
                  </a:srgbClr>
                </a:gs>
                <a:gs pos="42857">
                  <a:srgbClr val="6F0900">
                    <a:alpha val="13878"/>
                  </a:srgbClr>
                </a:gs>
                <a:gs pos="57143">
                  <a:srgbClr val="6F0900">
                    <a:alpha val="7945"/>
                  </a:srgbClr>
                </a:gs>
                <a:gs pos="71429">
                  <a:srgbClr val="6F0900">
                    <a:alpha val="3801"/>
                  </a:srgbClr>
                </a:gs>
                <a:gs pos="85714">
                  <a:srgbClr val="6F0900">
                    <a:alpha val="1521"/>
                  </a:srgbClr>
                </a:gs>
                <a:gs pos="100000">
                  <a:srgbClr val="6F0900">
                    <a:alpha val="5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10782131">
              <a:off x="412313" y="1562314"/>
              <a:ext cx="398635" cy="72373"/>
            </a:xfrm>
            <a:prstGeom prst="ellipse">
              <a:avLst/>
            </a:prstGeom>
            <a:gradFill>
              <a:gsLst>
                <a:gs pos="0">
                  <a:srgbClr val="430000">
                    <a:alpha val="32968"/>
                  </a:srgbClr>
                </a:gs>
                <a:gs pos="14286">
                  <a:srgbClr val="430000">
                    <a:alpha val="30764"/>
                  </a:srgbClr>
                </a:gs>
                <a:gs pos="28571">
                  <a:srgbClr val="430000">
                    <a:alpha val="24833"/>
                  </a:srgbClr>
                </a:gs>
                <a:gs pos="42857">
                  <a:srgbClr val="430000">
                    <a:alpha val="17075"/>
                  </a:srgbClr>
                </a:gs>
                <a:gs pos="57143">
                  <a:srgbClr val="430000">
                    <a:alpha val="9855"/>
                  </a:srgbClr>
                </a:gs>
                <a:gs pos="71429">
                  <a:srgbClr val="430000">
                    <a:alpha val="4740"/>
                  </a:srgbClr>
                </a:gs>
                <a:gs pos="85714">
                  <a:srgbClr val="430000">
                    <a:alpha val="1902"/>
                  </a:srgbClr>
                </a:gs>
                <a:gs pos="100000">
                  <a:srgbClr val="4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5708624">
              <a:off x="2473307" y="1035232"/>
              <a:ext cx="671279" cy="93479"/>
            </a:xfrm>
            <a:prstGeom prst="ellipse">
              <a:avLst/>
            </a:prstGeom>
            <a:gradFill>
              <a:gsLst>
                <a:gs pos="0">
                  <a:srgbClr val="EFB581">
                    <a:alpha val="32968"/>
                  </a:srgbClr>
                </a:gs>
                <a:gs pos="14286">
                  <a:srgbClr val="EFB581">
                    <a:alpha val="30764"/>
                  </a:srgbClr>
                </a:gs>
                <a:gs pos="28571">
                  <a:srgbClr val="EFB581">
                    <a:alpha val="24833"/>
                  </a:srgbClr>
                </a:gs>
                <a:gs pos="42857">
                  <a:srgbClr val="EFB581">
                    <a:alpha val="17075"/>
                  </a:srgbClr>
                </a:gs>
                <a:gs pos="57143">
                  <a:srgbClr val="EFB581">
                    <a:alpha val="9855"/>
                  </a:srgbClr>
                </a:gs>
                <a:gs pos="71429">
                  <a:srgbClr val="EFB581">
                    <a:alpha val="4740"/>
                  </a:srgbClr>
                </a:gs>
                <a:gs pos="85714">
                  <a:srgbClr val="EFB581">
                    <a:alpha val="1902"/>
                  </a:srgbClr>
                </a:gs>
                <a:gs pos="100000">
                  <a:srgbClr val="EFB5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7257999">
              <a:off x="1966789" y="54341"/>
              <a:ext cx="274229" cy="102731"/>
            </a:xfrm>
            <a:prstGeom prst="ellipse">
              <a:avLst/>
            </a:prstGeom>
            <a:gradFill>
              <a:gsLst>
                <a:gs pos="0">
                  <a:srgbClr val="200000">
                    <a:alpha val="32211"/>
                  </a:srgbClr>
                </a:gs>
                <a:gs pos="14286">
                  <a:srgbClr val="200000">
                    <a:alpha val="30045"/>
                  </a:srgbClr>
                </a:gs>
                <a:gs pos="28571">
                  <a:srgbClr val="200000">
                    <a:alpha val="24228"/>
                  </a:srgbClr>
                </a:gs>
                <a:gs pos="42857">
                  <a:srgbClr val="200000">
                    <a:alpha val="16638"/>
                  </a:srgbClr>
                </a:gs>
                <a:gs pos="57143">
                  <a:srgbClr val="200000">
                    <a:alpha val="9592"/>
                  </a:srgbClr>
                </a:gs>
                <a:gs pos="71429">
                  <a:srgbClr val="200000">
                    <a:alpha val="4610"/>
                  </a:srgbClr>
                </a:gs>
                <a:gs pos="85714">
                  <a:srgbClr val="200000">
                    <a:alpha val="1849"/>
                  </a:srgbClr>
                </a:gs>
                <a:gs pos="100000">
                  <a:srgbClr val="200000">
                    <a:alpha val="6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-9997766">
              <a:off x="1057234" y="1821445"/>
              <a:ext cx="334496" cy="216512"/>
            </a:xfrm>
            <a:prstGeom prst="ellipse">
              <a:avLst/>
            </a:prstGeom>
            <a:gradFill>
              <a:gsLst>
                <a:gs pos="0">
                  <a:srgbClr val="905D00">
                    <a:alpha val="32968"/>
                  </a:srgbClr>
                </a:gs>
                <a:gs pos="14286">
                  <a:srgbClr val="905D00">
                    <a:alpha val="30764"/>
                  </a:srgbClr>
                </a:gs>
                <a:gs pos="28571">
                  <a:srgbClr val="905D00">
                    <a:alpha val="24833"/>
                  </a:srgbClr>
                </a:gs>
                <a:gs pos="42857">
                  <a:srgbClr val="905D00">
                    <a:alpha val="17075"/>
                  </a:srgbClr>
                </a:gs>
                <a:gs pos="57143">
                  <a:srgbClr val="905D00">
                    <a:alpha val="9855"/>
                  </a:srgbClr>
                </a:gs>
                <a:gs pos="71429">
                  <a:srgbClr val="905D00">
                    <a:alpha val="4740"/>
                  </a:srgbClr>
                </a:gs>
                <a:gs pos="85714">
                  <a:srgbClr val="905D00">
                    <a:alpha val="1902"/>
                  </a:srgbClr>
                </a:gs>
                <a:gs pos="100000">
                  <a:srgbClr val="905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7441332">
              <a:off x="2235156" y="958195"/>
              <a:ext cx="493722" cy="111777"/>
            </a:xfrm>
            <a:prstGeom prst="ellipse">
              <a:avLst/>
            </a:prstGeom>
            <a:gradFill>
              <a:gsLst>
                <a:gs pos="0">
                  <a:srgbClr val="003700">
                    <a:alpha val="32968"/>
                  </a:srgbClr>
                </a:gs>
                <a:gs pos="14286">
                  <a:srgbClr val="003700">
                    <a:alpha val="30764"/>
                  </a:srgbClr>
                </a:gs>
                <a:gs pos="28571">
                  <a:srgbClr val="003700">
                    <a:alpha val="24833"/>
                  </a:srgbClr>
                </a:gs>
                <a:gs pos="42857">
                  <a:srgbClr val="003700">
                    <a:alpha val="17075"/>
                  </a:srgbClr>
                </a:gs>
                <a:gs pos="57143">
                  <a:srgbClr val="003700">
                    <a:alpha val="9855"/>
                  </a:srgbClr>
                </a:gs>
                <a:gs pos="71429">
                  <a:srgbClr val="003700">
                    <a:alpha val="4740"/>
                  </a:srgbClr>
                </a:gs>
                <a:gs pos="85714">
                  <a:srgbClr val="003700">
                    <a:alpha val="1902"/>
                  </a:srgbClr>
                </a:gs>
                <a:gs pos="100000">
                  <a:srgbClr val="003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6368586">
              <a:off x="2591273" y="801450"/>
              <a:ext cx="499588" cy="340950"/>
            </a:xfrm>
            <a:prstGeom prst="ellipse">
              <a:avLst/>
            </a:prstGeom>
            <a:gradFill>
              <a:gsLst>
                <a:gs pos="0">
                  <a:srgbClr val="8B0000">
                    <a:alpha val="22322"/>
                  </a:srgbClr>
                </a:gs>
                <a:gs pos="14286">
                  <a:srgbClr val="8B0000">
                    <a:alpha val="20719"/>
                  </a:srgbClr>
                </a:gs>
                <a:gs pos="28571">
                  <a:srgbClr val="8B0000">
                    <a:alpha val="16495"/>
                  </a:srgbClr>
                </a:gs>
                <a:gs pos="42857">
                  <a:srgbClr val="8B0000">
                    <a:alpha val="11152"/>
                  </a:srgbClr>
                </a:gs>
                <a:gs pos="57143">
                  <a:srgbClr val="8B0000">
                    <a:alpha val="6342"/>
                  </a:srgbClr>
                </a:gs>
                <a:gs pos="71429">
                  <a:srgbClr val="8B0000">
                    <a:alpha val="3020"/>
                  </a:srgbClr>
                </a:gs>
                <a:gs pos="85714">
                  <a:srgbClr val="8B0000">
                    <a:alpha val="1205"/>
                  </a:srgbClr>
                </a:gs>
                <a:gs pos="100000">
                  <a:srgbClr val="8B0000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-9567974">
              <a:off x="1007844" y="1129665"/>
              <a:ext cx="651570" cy="554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3371493">
              <a:off x="2584683" y="432735"/>
              <a:ext cx="387070" cy="139172"/>
            </a:xfrm>
            <a:prstGeom prst="ellipse">
              <a:avLst/>
            </a:prstGeom>
            <a:gradFill>
              <a:gsLst>
                <a:gs pos="0">
                  <a:srgbClr val="DDAF8E">
                    <a:alpha val="31566"/>
                  </a:srgbClr>
                </a:gs>
                <a:gs pos="14286">
                  <a:srgbClr val="DDAF8E">
                    <a:alpha val="29434"/>
                  </a:srgbClr>
                </a:gs>
                <a:gs pos="28571">
                  <a:srgbClr val="DDAF8E">
                    <a:alpha val="23714"/>
                  </a:srgbClr>
                </a:gs>
                <a:gs pos="42857">
                  <a:srgbClr val="DDAF8E">
                    <a:alpha val="16268"/>
                  </a:srgbClr>
                </a:gs>
                <a:gs pos="57143">
                  <a:srgbClr val="DDAF8E">
                    <a:alpha val="9370"/>
                  </a:srgbClr>
                </a:gs>
                <a:gs pos="71429">
                  <a:srgbClr val="DDAF8E">
                    <a:alpha val="4501"/>
                  </a:srgbClr>
                </a:gs>
                <a:gs pos="85714">
                  <a:srgbClr val="DDAF8E">
                    <a:alpha val="1805"/>
                  </a:srgbClr>
                </a:gs>
                <a:gs pos="100000">
                  <a:srgbClr val="DDAF8E">
                    <a:alpha val="6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10343693">
              <a:off x="41339" y="1936708"/>
              <a:ext cx="482936" cy="67382"/>
            </a:xfrm>
            <a:prstGeom prst="ellipse">
              <a:avLst/>
            </a:prstGeom>
            <a:gradFill>
              <a:gsLst>
                <a:gs pos="0">
                  <a:srgbClr val="370000">
                    <a:alpha val="32968"/>
                  </a:srgbClr>
                </a:gs>
                <a:gs pos="14286">
                  <a:srgbClr val="370000">
                    <a:alpha val="30764"/>
                  </a:srgbClr>
                </a:gs>
                <a:gs pos="28571">
                  <a:srgbClr val="370000">
                    <a:alpha val="24833"/>
                  </a:srgbClr>
                </a:gs>
                <a:gs pos="42857">
                  <a:srgbClr val="370000">
                    <a:alpha val="17075"/>
                  </a:srgbClr>
                </a:gs>
                <a:gs pos="57143">
                  <a:srgbClr val="370000">
                    <a:alpha val="9855"/>
                  </a:srgbClr>
                </a:gs>
                <a:gs pos="71429">
                  <a:srgbClr val="370000">
                    <a:alpha val="4740"/>
                  </a:srgbClr>
                </a:gs>
                <a:gs pos="85714">
                  <a:srgbClr val="370000">
                    <a:alpha val="1902"/>
                  </a:srgbClr>
                </a:gs>
                <a:gs pos="100000">
                  <a:srgbClr val="3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3785066">
              <a:off x="1693985" y="1974532"/>
              <a:ext cx="322392" cy="310384"/>
            </a:xfrm>
            <a:prstGeom prst="ellipse">
              <a:avLst/>
            </a:prstGeom>
            <a:gradFill>
              <a:gsLst>
                <a:gs pos="0">
                  <a:srgbClr val="8D4D36">
                    <a:alpha val="14112"/>
                  </a:srgbClr>
                </a:gs>
                <a:gs pos="14286">
                  <a:srgbClr val="8D4D36">
                    <a:alpha val="13049"/>
                  </a:srgbClr>
                </a:gs>
                <a:gs pos="28571">
                  <a:srgbClr val="8D4D36">
                    <a:alpha val="10288"/>
                  </a:srgbClr>
                </a:gs>
                <a:gs pos="42857">
                  <a:srgbClr val="8D4D36">
                    <a:alpha val="6873"/>
                  </a:srgbClr>
                </a:gs>
                <a:gs pos="57143">
                  <a:srgbClr val="8D4D36">
                    <a:alpha val="3869"/>
                  </a:srgbClr>
                </a:gs>
                <a:gs pos="71429">
                  <a:srgbClr val="8D4D36">
                    <a:alpha val="1830"/>
                  </a:srgbClr>
                </a:gs>
                <a:gs pos="85714">
                  <a:srgbClr val="8D4D36">
                    <a:alpha val="728"/>
                  </a:srgbClr>
                </a:gs>
                <a:gs pos="100000">
                  <a:srgbClr val="8D4D36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-8271612">
              <a:off x="694801" y="1917380"/>
              <a:ext cx="374019" cy="99939"/>
            </a:xfrm>
            <a:prstGeom prst="ellipse">
              <a:avLst/>
            </a:prstGeom>
            <a:gradFill>
              <a:gsLst>
                <a:gs pos="0">
                  <a:srgbClr val="B87268">
                    <a:alpha val="1213"/>
                  </a:srgbClr>
                </a:gs>
                <a:gs pos="14286">
                  <a:srgbClr val="B87268">
                    <a:alpha val="1116"/>
                  </a:srgbClr>
                </a:gs>
                <a:gs pos="28571">
                  <a:srgbClr val="B87268">
                    <a:alpha val="867"/>
                  </a:srgbClr>
                </a:gs>
                <a:gs pos="42857">
                  <a:srgbClr val="B87268">
                    <a:alpha val="570"/>
                  </a:srgbClr>
                </a:gs>
                <a:gs pos="57143">
                  <a:srgbClr val="B87268">
                    <a:alpha val="316"/>
                  </a:srgbClr>
                </a:gs>
                <a:gs pos="71429">
                  <a:srgbClr val="B87268">
                    <a:alpha val="148"/>
                  </a:srgbClr>
                </a:gs>
                <a:gs pos="85714">
                  <a:srgbClr val="B87268">
                    <a:alpha val="59"/>
                  </a:srgbClr>
                </a:gs>
                <a:gs pos="100000">
                  <a:srgbClr val="B87268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6582422">
              <a:off x="2562293" y="1050668"/>
              <a:ext cx="271187" cy="95971"/>
            </a:xfrm>
            <a:prstGeom prst="ellipse">
              <a:avLst/>
            </a:prstGeom>
            <a:gradFill>
              <a:gsLst>
                <a:gs pos="0">
                  <a:srgbClr val="DBC28A">
                    <a:alpha val="32968"/>
                  </a:srgbClr>
                </a:gs>
                <a:gs pos="14286">
                  <a:srgbClr val="DBC28A">
                    <a:alpha val="30764"/>
                  </a:srgbClr>
                </a:gs>
                <a:gs pos="28571">
                  <a:srgbClr val="DBC28A">
                    <a:alpha val="24833"/>
                  </a:srgbClr>
                </a:gs>
                <a:gs pos="42857">
                  <a:srgbClr val="DBC28A">
                    <a:alpha val="17075"/>
                  </a:srgbClr>
                </a:gs>
                <a:gs pos="57143">
                  <a:srgbClr val="DBC28A">
                    <a:alpha val="9855"/>
                  </a:srgbClr>
                </a:gs>
                <a:gs pos="71429">
                  <a:srgbClr val="DBC28A">
                    <a:alpha val="4740"/>
                  </a:srgbClr>
                </a:gs>
                <a:gs pos="85714">
                  <a:srgbClr val="DBC28A">
                    <a:alpha val="1902"/>
                  </a:srgbClr>
                </a:gs>
                <a:gs pos="100000">
                  <a:srgbClr val="DBC2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4960563">
              <a:off x="1178782" y="1634783"/>
              <a:ext cx="343893" cy="290778"/>
            </a:xfrm>
            <a:prstGeom prst="ellipse">
              <a:avLst/>
            </a:prstGeom>
            <a:gradFill>
              <a:gsLst>
                <a:gs pos="0">
                  <a:srgbClr val="945500">
                    <a:alpha val="16134"/>
                  </a:srgbClr>
                </a:gs>
                <a:gs pos="14286">
                  <a:srgbClr val="945500">
                    <a:alpha val="14932"/>
                  </a:srgbClr>
                </a:gs>
                <a:gs pos="28571">
                  <a:srgbClr val="945500">
                    <a:alpha val="11800"/>
                  </a:srgbClr>
                </a:gs>
                <a:gs pos="42857">
                  <a:srgbClr val="945500">
                    <a:alpha val="7906"/>
                  </a:srgbClr>
                </a:gs>
                <a:gs pos="57143">
                  <a:srgbClr val="945500">
                    <a:alpha val="4461"/>
                  </a:srgbClr>
                </a:gs>
                <a:gs pos="71429">
                  <a:srgbClr val="945500">
                    <a:alpha val="2114"/>
                  </a:srgbClr>
                </a:gs>
                <a:gs pos="85714">
                  <a:srgbClr val="945500">
                    <a:alpha val="841"/>
                  </a:srgbClr>
                </a:gs>
                <a:gs pos="100000">
                  <a:srgbClr val="945500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6059888">
              <a:off x="2287474" y="407559"/>
              <a:ext cx="350664" cy="45964"/>
            </a:xfrm>
            <a:prstGeom prst="ellipse">
              <a:avLst/>
            </a:prstGeom>
            <a:gradFill>
              <a:gsLst>
                <a:gs pos="0">
                  <a:srgbClr val="5D4200">
                    <a:alpha val="18842"/>
                  </a:srgbClr>
                </a:gs>
                <a:gs pos="14286">
                  <a:srgbClr val="5D4200">
                    <a:alpha val="17460"/>
                  </a:srgbClr>
                </a:gs>
                <a:gs pos="28571">
                  <a:srgbClr val="5D4200">
                    <a:alpha val="13842"/>
                  </a:srgbClr>
                </a:gs>
                <a:gs pos="42857">
                  <a:srgbClr val="5D4200">
                    <a:alpha val="9310"/>
                  </a:srgbClr>
                </a:gs>
                <a:gs pos="57143">
                  <a:srgbClr val="5D4200">
                    <a:alpha val="5271"/>
                  </a:srgbClr>
                </a:gs>
                <a:gs pos="71429">
                  <a:srgbClr val="5D4200">
                    <a:alpha val="2503"/>
                  </a:srgbClr>
                </a:gs>
                <a:gs pos="85714">
                  <a:srgbClr val="5D4200">
                    <a:alpha val="997"/>
                  </a:srgbClr>
                </a:gs>
                <a:gs pos="100000">
                  <a:srgbClr val="5D4200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7563436">
              <a:off x="1190710" y="223714"/>
              <a:ext cx="228768" cy="156192"/>
            </a:xfrm>
            <a:prstGeom prst="ellipse">
              <a:avLst/>
            </a:prstGeom>
            <a:gradFill>
              <a:gsLst>
                <a:gs pos="0">
                  <a:srgbClr val="441600">
                    <a:alpha val="32568"/>
                  </a:srgbClr>
                </a:gs>
                <a:gs pos="14286">
                  <a:srgbClr val="441600">
                    <a:alpha val="30384"/>
                  </a:srgbClr>
                </a:gs>
                <a:gs pos="28571">
                  <a:srgbClr val="441600">
                    <a:alpha val="24513"/>
                  </a:srgbClr>
                </a:gs>
                <a:gs pos="42857">
                  <a:srgbClr val="441600">
                    <a:alpha val="16844"/>
                  </a:srgbClr>
                </a:gs>
                <a:gs pos="57143">
                  <a:srgbClr val="441600">
                    <a:alpha val="9716"/>
                  </a:srgbClr>
                </a:gs>
                <a:gs pos="71429">
                  <a:srgbClr val="441600">
                    <a:alpha val="4672"/>
                  </a:srgbClr>
                </a:gs>
                <a:gs pos="85714">
                  <a:srgbClr val="441600">
                    <a:alpha val="1874"/>
                  </a:srgbClr>
                </a:gs>
                <a:gs pos="100000">
                  <a:srgbClr val="441600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9457085">
              <a:off x="2794505" y="2272859"/>
              <a:ext cx="370919" cy="292983"/>
            </a:xfrm>
            <a:prstGeom prst="ellipse">
              <a:avLst/>
            </a:prstGeom>
            <a:gradFill>
              <a:gsLst>
                <a:gs pos="0">
                  <a:srgbClr val="E5DAD7">
                    <a:alpha val="26270"/>
                  </a:srgbClr>
                </a:gs>
                <a:gs pos="14286">
                  <a:srgbClr val="E5DAD7">
                    <a:alpha val="24430"/>
                  </a:srgbClr>
                </a:gs>
                <a:gs pos="28571">
                  <a:srgbClr val="E5DAD7">
                    <a:alpha val="19547"/>
                  </a:srgbClr>
                </a:gs>
                <a:gs pos="42857">
                  <a:srgbClr val="E5DAD7">
                    <a:alpha val="13295"/>
                  </a:srgbClr>
                </a:gs>
                <a:gs pos="57143">
                  <a:srgbClr val="E5DAD7">
                    <a:alpha val="7600"/>
                  </a:srgbClr>
                </a:gs>
                <a:gs pos="71429">
                  <a:srgbClr val="E5DAD7">
                    <a:alpha val="3633"/>
                  </a:srgbClr>
                </a:gs>
                <a:gs pos="85714">
                  <a:srgbClr val="E5DAD7">
                    <a:alpha val="1453"/>
                  </a:srgbClr>
                </a:gs>
                <a:gs pos="100000">
                  <a:srgbClr val="E5DAD7">
                    <a:alpha val="4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-10793125">
              <a:off x="96249" y="975214"/>
              <a:ext cx="332347" cy="262272"/>
            </a:xfrm>
            <a:prstGeom prst="ellipse">
              <a:avLst/>
            </a:prstGeom>
            <a:gradFill>
              <a:gsLst>
                <a:gs pos="0">
                  <a:srgbClr val="3D0017">
                    <a:alpha val="15314"/>
                  </a:srgbClr>
                </a:gs>
                <a:gs pos="14286">
                  <a:srgbClr val="3D0017">
                    <a:alpha val="14168"/>
                  </a:srgbClr>
                </a:gs>
                <a:gs pos="28571">
                  <a:srgbClr val="3D0017">
                    <a:alpha val="11186"/>
                  </a:srgbClr>
                </a:gs>
                <a:gs pos="42857">
                  <a:srgbClr val="3D0017">
                    <a:alpha val="7486"/>
                  </a:srgbClr>
                </a:gs>
                <a:gs pos="57143">
                  <a:srgbClr val="3D0017">
                    <a:alpha val="4220"/>
                  </a:srgbClr>
                </a:gs>
                <a:gs pos="71429">
                  <a:srgbClr val="3D0017">
                    <a:alpha val="1998"/>
                  </a:srgbClr>
                </a:gs>
                <a:gs pos="85714">
                  <a:srgbClr val="3D0017">
                    <a:alpha val="795"/>
                  </a:srgbClr>
                </a:gs>
                <a:gs pos="100000">
                  <a:srgbClr val="3D0017">
                    <a:alpha val="2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4573815">
              <a:off x="1469387" y="-6044"/>
              <a:ext cx="295569" cy="96393"/>
            </a:xfrm>
            <a:prstGeom prst="ellipse">
              <a:avLst/>
            </a:prstGeom>
            <a:gradFill>
              <a:gsLst>
                <a:gs pos="0">
                  <a:srgbClr val="9B6B3D">
                    <a:alpha val="30548"/>
                  </a:srgbClr>
                </a:gs>
                <a:gs pos="14286">
                  <a:srgbClr val="9B6B3D">
                    <a:alpha val="28470"/>
                  </a:srgbClr>
                </a:gs>
                <a:gs pos="28571">
                  <a:srgbClr val="9B6B3D">
                    <a:alpha val="22906"/>
                  </a:srgbClr>
                </a:gs>
                <a:gs pos="42857">
                  <a:srgbClr val="9B6B3D">
                    <a:alpha val="15687"/>
                  </a:srgbClr>
                </a:gs>
                <a:gs pos="57143">
                  <a:srgbClr val="9B6B3D">
                    <a:alpha val="9022"/>
                  </a:srgbClr>
                </a:gs>
                <a:gs pos="71429">
                  <a:srgbClr val="9B6B3D">
                    <a:alpha val="4329"/>
                  </a:srgbClr>
                </a:gs>
                <a:gs pos="85714">
                  <a:srgbClr val="9B6B3D">
                    <a:alpha val="1735"/>
                  </a:srgbClr>
                </a:gs>
                <a:gs pos="100000">
                  <a:srgbClr val="9B6B3D">
                    <a:alpha val="5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5043486">
              <a:off x="3240543" y="2174256"/>
              <a:ext cx="337385" cy="322720"/>
            </a:xfrm>
            <a:prstGeom prst="ellipse">
              <a:avLst/>
            </a:prstGeom>
            <a:gradFill>
              <a:gsLst>
                <a:gs pos="0">
                  <a:srgbClr val="A76786">
                    <a:alpha val="7246"/>
                  </a:srgbClr>
                </a:gs>
                <a:gs pos="14286">
                  <a:srgbClr val="A76786">
                    <a:alpha val="6680"/>
                  </a:srgbClr>
                </a:gs>
                <a:gs pos="28571">
                  <a:srgbClr val="A76786">
                    <a:alpha val="5227"/>
                  </a:srgbClr>
                </a:gs>
                <a:gs pos="42857">
                  <a:srgbClr val="A76786">
                    <a:alpha val="3460"/>
                  </a:srgbClr>
                </a:gs>
                <a:gs pos="57143">
                  <a:srgbClr val="A76786">
                    <a:alpha val="1932"/>
                  </a:srgbClr>
                </a:gs>
                <a:gs pos="71429">
                  <a:srgbClr val="A76786">
                    <a:alpha val="909"/>
                  </a:srgbClr>
                </a:gs>
                <a:gs pos="85714">
                  <a:srgbClr val="A76786">
                    <a:alpha val="360"/>
                  </a:srgbClr>
                </a:gs>
                <a:gs pos="100000">
                  <a:srgbClr val="A76786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8459125">
              <a:off x="937186" y="1217109"/>
              <a:ext cx="361942" cy="121952"/>
            </a:xfrm>
            <a:prstGeom prst="ellipse">
              <a:avLst/>
            </a:prstGeom>
            <a:gradFill>
              <a:gsLst>
                <a:gs pos="0">
                  <a:srgbClr val="B58B4B">
                    <a:alpha val="32968"/>
                  </a:srgbClr>
                </a:gs>
                <a:gs pos="14286">
                  <a:srgbClr val="B58B4B">
                    <a:alpha val="30764"/>
                  </a:srgbClr>
                </a:gs>
                <a:gs pos="28571">
                  <a:srgbClr val="B58B4B">
                    <a:alpha val="24833"/>
                  </a:srgbClr>
                </a:gs>
                <a:gs pos="42857">
                  <a:srgbClr val="B58B4B">
                    <a:alpha val="17075"/>
                  </a:srgbClr>
                </a:gs>
                <a:gs pos="57143">
                  <a:srgbClr val="B58B4B">
                    <a:alpha val="9855"/>
                  </a:srgbClr>
                </a:gs>
                <a:gs pos="71429">
                  <a:srgbClr val="B58B4B">
                    <a:alpha val="4740"/>
                  </a:srgbClr>
                </a:gs>
                <a:gs pos="85714">
                  <a:srgbClr val="B58B4B">
                    <a:alpha val="1902"/>
                  </a:srgbClr>
                </a:gs>
                <a:gs pos="100000">
                  <a:srgbClr val="B58B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-9761703">
              <a:off x="1172243" y="1983097"/>
              <a:ext cx="474386" cy="237749"/>
            </a:xfrm>
            <a:prstGeom prst="ellipse">
              <a:avLst/>
            </a:prstGeom>
            <a:gradFill>
              <a:gsLst>
                <a:gs pos="0">
                  <a:srgbClr val="B17900">
                    <a:alpha val="22819"/>
                  </a:srgbClr>
                </a:gs>
                <a:gs pos="14286">
                  <a:srgbClr val="B17900">
                    <a:alpha val="21185"/>
                  </a:srgbClr>
                </a:gs>
                <a:gs pos="28571">
                  <a:srgbClr val="B17900">
                    <a:alpha val="16877"/>
                  </a:srgbClr>
                </a:gs>
                <a:gs pos="42857">
                  <a:srgbClr val="B17900">
                    <a:alpha val="11418"/>
                  </a:srgbClr>
                </a:gs>
                <a:gs pos="57143">
                  <a:srgbClr val="B17900">
                    <a:alpha val="6498"/>
                  </a:srgbClr>
                </a:gs>
                <a:gs pos="71429">
                  <a:srgbClr val="B17900">
                    <a:alpha val="3096"/>
                  </a:srgbClr>
                </a:gs>
                <a:gs pos="85714">
                  <a:srgbClr val="B17900">
                    <a:alpha val="1236"/>
                  </a:srgbClr>
                </a:gs>
                <a:gs pos="100000">
                  <a:srgbClr val="B17900">
                    <a:alpha val="4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5554501">
              <a:off x="2443389" y="951409"/>
              <a:ext cx="403878" cy="135387"/>
            </a:xfrm>
            <a:prstGeom prst="ellipse">
              <a:avLst/>
            </a:prstGeom>
            <a:gradFill>
              <a:gsLst>
                <a:gs pos="0">
                  <a:srgbClr val="FFD27E">
                    <a:alpha val="32968"/>
                  </a:srgbClr>
                </a:gs>
                <a:gs pos="14286">
                  <a:srgbClr val="FFD27E">
                    <a:alpha val="30764"/>
                  </a:srgbClr>
                </a:gs>
                <a:gs pos="28571">
                  <a:srgbClr val="FFD27E">
                    <a:alpha val="24833"/>
                  </a:srgbClr>
                </a:gs>
                <a:gs pos="42857">
                  <a:srgbClr val="FFD27E">
                    <a:alpha val="17075"/>
                  </a:srgbClr>
                </a:gs>
                <a:gs pos="57143">
                  <a:srgbClr val="FFD27E">
                    <a:alpha val="9855"/>
                  </a:srgbClr>
                </a:gs>
                <a:gs pos="71429">
                  <a:srgbClr val="FFD27E">
                    <a:alpha val="4740"/>
                  </a:srgbClr>
                </a:gs>
                <a:gs pos="85714">
                  <a:srgbClr val="FFD27E">
                    <a:alpha val="1902"/>
                  </a:srgbClr>
                </a:gs>
                <a:gs pos="100000">
                  <a:srgbClr val="FFD2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2842579">
              <a:off x="1008669" y="1387201"/>
              <a:ext cx="386359" cy="68167"/>
            </a:xfrm>
            <a:prstGeom prst="ellipse">
              <a:avLst/>
            </a:prstGeom>
            <a:gradFill>
              <a:gsLst>
                <a:gs pos="0">
                  <a:srgbClr val="510B00">
                    <a:alpha val="21433"/>
                  </a:srgbClr>
                </a:gs>
                <a:gs pos="14286">
                  <a:srgbClr val="510B00">
                    <a:alpha val="19885"/>
                  </a:srgbClr>
                </a:gs>
                <a:gs pos="28571">
                  <a:srgbClr val="510B00">
                    <a:alpha val="15814"/>
                  </a:srgbClr>
                </a:gs>
                <a:gs pos="42857">
                  <a:srgbClr val="510B00">
                    <a:alpha val="10677"/>
                  </a:srgbClr>
                </a:gs>
                <a:gs pos="57143">
                  <a:srgbClr val="510B00">
                    <a:alpha val="6065"/>
                  </a:srgbClr>
                </a:gs>
                <a:gs pos="71429">
                  <a:srgbClr val="510B00">
                    <a:alpha val="2886"/>
                  </a:srgbClr>
                </a:gs>
                <a:gs pos="85714">
                  <a:srgbClr val="510B00">
                    <a:alpha val="1151"/>
                  </a:srgbClr>
                </a:gs>
                <a:gs pos="100000">
                  <a:srgbClr val="510B00">
                    <a:alpha val="3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-10452983">
              <a:off x="628294" y="1044939"/>
              <a:ext cx="461594" cy="39799"/>
            </a:xfrm>
            <a:prstGeom prst="ellipse">
              <a:avLst/>
            </a:prstGeom>
            <a:gradFill>
              <a:gsLst>
                <a:gs pos="0">
                  <a:srgbClr val="000000">
                    <a:alpha val="24030"/>
                  </a:srgbClr>
                </a:gs>
                <a:gs pos="14286">
                  <a:srgbClr val="000000">
                    <a:alpha val="22322"/>
                  </a:srgbClr>
                </a:gs>
                <a:gs pos="28571">
                  <a:srgbClr val="000000">
                    <a:alpha val="17810"/>
                  </a:srgbClr>
                </a:gs>
                <a:gs pos="42857">
                  <a:srgbClr val="000000">
                    <a:alpha val="12072"/>
                  </a:srgbClr>
                </a:gs>
                <a:gs pos="57143">
                  <a:srgbClr val="000000">
                    <a:alpha val="6880"/>
                  </a:srgbClr>
                </a:gs>
                <a:gs pos="71429">
                  <a:srgbClr val="000000">
                    <a:alpha val="3282"/>
                  </a:srgbClr>
                </a:gs>
                <a:gs pos="85714">
                  <a:srgbClr val="000000">
                    <a:alpha val="1311"/>
                  </a:srgbClr>
                </a:gs>
                <a:gs pos="100000">
                  <a:srgbClr val="000000">
                    <a:alpha val="4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-9147999">
              <a:off x="707344" y="1823081"/>
              <a:ext cx="392403" cy="201193"/>
            </a:xfrm>
            <a:prstGeom prst="ellipse">
              <a:avLst/>
            </a:prstGeom>
            <a:gradFill>
              <a:gsLst>
                <a:gs pos="0">
                  <a:srgbClr val="6C1D00">
                    <a:alpha val="19894"/>
                  </a:srgbClr>
                </a:gs>
                <a:gs pos="14286">
                  <a:srgbClr val="6C1D00">
                    <a:alpha val="18444"/>
                  </a:srgbClr>
                </a:gs>
                <a:gs pos="28571">
                  <a:srgbClr val="6C1D00">
                    <a:alpha val="14641"/>
                  </a:srgbClr>
                </a:gs>
                <a:gs pos="42857">
                  <a:srgbClr val="6C1D00">
                    <a:alpha val="9862"/>
                  </a:srgbClr>
                </a:gs>
                <a:gs pos="57143">
                  <a:srgbClr val="6C1D00">
                    <a:alpha val="5591"/>
                  </a:srgbClr>
                </a:gs>
                <a:gs pos="71429">
                  <a:srgbClr val="6C1D00">
                    <a:alpha val="2657"/>
                  </a:srgbClr>
                </a:gs>
                <a:gs pos="85714">
                  <a:srgbClr val="6C1D00">
                    <a:alpha val="1059"/>
                  </a:srgbClr>
                </a:gs>
                <a:gs pos="100000">
                  <a:srgbClr val="6C1D00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8056164">
              <a:off x="2361166" y="671576"/>
              <a:ext cx="371285" cy="64112"/>
            </a:xfrm>
            <a:prstGeom prst="ellipse">
              <a:avLst/>
            </a:prstGeom>
            <a:gradFill>
              <a:gsLst>
                <a:gs pos="0">
                  <a:srgbClr val="500000">
                    <a:alpha val="20994"/>
                  </a:srgbClr>
                </a:gs>
                <a:gs pos="14286">
                  <a:srgbClr val="500000">
                    <a:alpha val="19473"/>
                  </a:srgbClr>
                </a:gs>
                <a:gs pos="28571">
                  <a:srgbClr val="500000">
                    <a:alpha val="15478"/>
                  </a:srgbClr>
                </a:gs>
                <a:gs pos="42857">
                  <a:srgbClr val="500000">
                    <a:alpha val="10444"/>
                  </a:srgbClr>
                </a:gs>
                <a:gs pos="57143">
                  <a:srgbClr val="500000">
                    <a:alpha val="5929"/>
                  </a:srgbClr>
                </a:gs>
                <a:gs pos="71429">
                  <a:srgbClr val="500000">
                    <a:alpha val="2820"/>
                  </a:srgbClr>
                </a:gs>
                <a:gs pos="85714">
                  <a:srgbClr val="500000">
                    <a:alpha val="1125"/>
                  </a:srgbClr>
                </a:gs>
                <a:gs pos="100000">
                  <a:srgbClr val="500000">
                    <a:alpha val="3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5078448">
              <a:off x="2190480" y="618554"/>
              <a:ext cx="390040" cy="53316"/>
            </a:xfrm>
            <a:prstGeom prst="ellipse">
              <a:avLst/>
            </a:prstGeom>
            <a:gradFill>
              <a:gsLst>
                <a:gs pos="0">
                  <a:srgbClr val="FFD860">
                    <a:alpha val="4734"/>
                  </a:srgbClr>
                </a:gs>
                <a:gs pos="14286">
                  <a:srgbClr val="FFD860">
                    <a:alpha val="4360"/>
                  </a:srgbClr>
                </a:gs>
                <a:gs pos="28571">
                  <a:srgbClr val="FFD860">
                    <a:alpha val="3402"/>
                  </a:srgbClr>
                </a:gs>
                <a:gs pos="42857">
                  <a:srgbClr val="FFD860">
                    <a:alpha val="2245"/>
                  </a:srgbClr>
                </a:gs>
                <a:gs pos="57143">
                  <a:srgbClr val="FFD860">
                    <a:alpha val="1250"/>
                  </a:srgbClr>
                </a:gs>
                <a:gs pos="71429">
                  <a:srgbClr val="FFD860">
                    <a:alpha val="587"/>
                  </a:srgbClr>
                </a:gs>
                <a:gs pos="85714">
                  <a:srgbClr val="FFD860">
                    <a:alpha val="233"/>
                  </a:srgbClr>
                </a:gs>
                <a:gs pos="100000">
                  <a:srgbClr val="FFD860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8354349">
              <a:off x="2336842" y="699073"/>
              <a:ext cx="273590" cy="243505"/>
            </a:xfrm>
            <a:prstGeom prst="ellipse">
              <a:avLst/>
            </a:prstGeom>
            <a:gradFill>
              <a:gsLst>
                <a:gs pos="0">
                  <a:srgbClr val="42915E">
                    <a:alpha val="4325"/>
                  </a:srgbClr>
                </a:gs>
                <a:gs pos="14286">
                  <a:srgbClr val="42915E">
                    <a:alpha val="3982"/>
                  </a:srgbClr>
                </a:gs>
                <a:gs pos="28571">
                  <a:srgbClr val="42915E">
                    <a:alpha val="3106"/>
                  </a:srgbClr>
                </a:gs>
                <a:gs pos="42857">
                  <a:srgbClr val="42915E">
                    <a:alpha val="2048"/>
                  </a:srgbClr>
                </a:gs>
                <a:gs pos="57143">
                  <a:srgbClr val="42915E">
                    <a:alpha val="1140"/>
                  </a:srgbClr>
                </a:gs>
                <a:gs pos="71429">
                  <a:srgbClr val="42915E">
                    <a:alpha val="535"/>
                  </a:srgbClr>
                </a:gs>
                <a:gs pos="85714">
                  <a:srgbClr val="42915E">
                    <a:alpha val="212"/>
                  </a:srgbClr>
                </a:gs>
                <a:gs pos="100000">
                  <a:srgbClr val="42915E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3541316">
              <a:off x="561549" y="324687"/>
              <a:ext cx="311551" cy="55394"/>
            </a:xfrm>
            <a:prstGeom prst="ellipse">
              <a:avLst/>
            </a:prstGeom>
            <a:gradFill>
              <a:gsLst>
                <a:gs pos="0">
                  <a:srgbClr val="F9CB9A">
                    <a:alpha val="13261"/>
                  </a:srgbClr>
                </a:gs>
                <a:gs pos="14286">
                  <a:srgbClr val="F9CB9A">
                    <a:alpha val="12257"/>
                  </a:srgbClr>
                </a:gs>
                <a:gs pos="28571">
                  <a:srgbClr val="F9CB9A">
                    <a:alpha val="9655"/>
                  </a:srgbClr>
                </a:gs>
                <a:gs pos="42857">
                  <a:srgbClr val="F9CB9A">
                    <a:alpha val="6443"/>
                  </a:srgbClr>
                </a:gs>
                <a:gs pos="57143">
                  <a:srgbClr val="F9CB9A">
                    <a:alpha val="3623"/>
                  </a:srgbClr>
                </a:gs>
                <a:gs pos="71429">
                  <a:srgbClr val="F9CB9A">
                    <a:alpha val="1712"/>
                  </a:srgbClr>
                </a:gs>
                <a:gs pos="85714">
                  <a:srgbClr val="F9CB9A">
                    <a:alpha val="681"/>
                  </a:srgbClr>
                </a:gs>
                <a:gs pos="100000">
                  <a:srgbClr val="F9CB9A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6541408">
              <a:off x="1551729" y="557475"/>
              <a:ext cx="471662" cy="48931"/>
            </a:xfrm>
            <a:prstGeom prst="ellipse">
              <a:avLst/>
            </a:prstGeom>
            <a:gradFill>
              <a:gsLst>
                <a:gs pos="0">
                  <a:srgbClr val="3D0000">
                    <a:alpha val="32968"/>
                  </a:srgbClr>
                </a:gs>
                <a:gs pos="14286">
                  <a:srgbClr val="3D0000">
                    <a:alpha val="30764"/>
                  </a:srgbClr>
                </a:gs>
                <a:gs pos="28571">
                  <a:srgbClr val="3D0000">
                    <a:alpha val="24833"/>
                  </a:srgbClr>
                </a:gs>
                <a:gs pos="42857">
                  <a:srgbClr val="3D0000">
                    <a:alpha val="17075"/>
                  </a:srgbClr>
                </a:gs>
                <a:gs pos="57143">
                  <a:srgbClr val="3D0000">
                    <a:alpha val="9855"/>
                  </a:srgbClr>
                </a:gs>
                <a:gs pos="71429">
                  <a:srgbClr val="3D0000">
                    <a:alpha val="4740"/>
                  </a:srgbClr>
                </a:gs>
                <a:gs pos="85714">
                  <a:srgbClr val="3D0000">
                    <a:alpha val="1902"/>
                  </a:srgbClr>
                </a:gs>
                <a:gs pos="100000">
                  <a:srgbClr val="3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6800703">
              <a:off x="1572993" y="200319"/>
              <a:ext cx="244296" cy="322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6163439">
              <a:off x="2023560" y="656978"/>
              <a:ext cx="450414" cy="250414"/>
            </a:xfrm>
            <a:prstGeom prst="ellipse">
              <a:avLst/>
            </a:prstGeom>
            <a:gradFill>
              <a:gsLst>
                <a:gs pos="0">
                  <a:srgbClr val="B98F00">
                    <a:alpha val="2597"/>
                  </a:srgbClr>
                </a:gs>
                <a:gs pos="14286">
                  <a:srgbClr val="B98F00">
                    <a:alpha val="2389"/>
                  </a:srgbClr>
                </a:gs>
                <a:gs pos="28571">
                  <a:srgbClr val="B98F00">
                    <a:alpha val="1860"/>
                  </a:srgbClr>
                </a:gs>
                <a:gs pos="42857">
                  <a:srgbClr val="B98F00">
                    <a:alpha val="1224"/>
                  </a:srgbClr>
                </a:gs>
                <a:gs pos="57143">
                  <a:srgbClr val="B98F00">
                    <a:alpha val="680"/>
                  </a:srgbClr>
                </a:gs>
                <a:gs pos="71429">
                  <a:srgbClr val="B98F00">
                    <a:alpha val="319"/>
                  </a:srgbClr>
                </a:gs>
                <a:gs pos="85714">
                  <a:srgbClr val="B98F00">
                    <a:alpha val="126"/>
                  </a:srgbClr>
                </a:gs>
                <a:gs pos="100000">
                  <a:srgbClr val="B98F0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-10113656">
              <a:off x="1411145" y="582106"/>
              <a:ext cx="234127" cy="117377"/>
            </a:xfrm>
            <a:prstGeom prst="ellipse">
              <a:avLst/>
            </a:prstGeom>
            <a:gradFill>
              <a:gsLst>
                <a:gs pos="0">
                  <a:srgbClr val="FFB761">
                    <a:alpha val="4847"/>
                  </a:srgbClr>
                </a:gs>
                <a:gs pos="14286">
                  <a:srgbClr val="FFB761">
                    <a:alpha val="4464"/>
                  </a:srgbClr>
                </a:gs>
                <a:gs pos="28571">
                  <a:srgbClr val="FFB761">
                    <a:alpha val="3484"/>
                  </a:srgbClr>
                </a:gs>
                <a:gs pos="42857">
                  <a:srgbClr val="FFB761">
                    <a:alpha val="2299"/>
                  </a:srgbClr>
                </a:gs>
                <a:gs pos="57143">
                  <a:srgbClr val="FFB761">
                    <a:alpha val="1280"/>
                  </a:srgbClr>
                </a:gs>
                <a:gs pos="71429">
                  <a:srgbClr val="FFB761">
                    <a:alpha val="601"/>
                  </a:srgbClr>
                </a:gs>
                <a:gs pos="85714">
                  <a:srgbClr val="FFB761">
                    <a:alpha val="238"/>
                  </a:srgbClr>
                </a:gs>
                <a:gs pos="100000">
                  <a:srgbClr val="FFB761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5187413">
              <a:off x="1903617" y="492287"/>
              <a:ext cx="314454" cy="87531"/>
            </a:xfrm>
            <a:prstGeom prst="ellipse">
              <a:avLst/>
            </a:prstGeom>
            <a:gradFill>
              <a:gsLst>
                <a:gs pos="0">
                  <a:srgbClr val="8D5800">
                    <a:alpha val="2743"/>
                  </a:srgbClr>
                </a:gs>
                <a:gs pos="14286">
                  <a:srgbClr val="8D5800">
                    <a:alpha val="2524"/>
                  </a:srgbClr>
                </a:gs>
                <a:gs pos="28571">
                  <a:srgbClr val="8D5800">
                    <a:alpha val="1965"/>
                  </a:srgbClr>
                </a:gs>
                <a:gs pos="42857">
                  <a:srgbClr val="8D5800">
                    <a:alpha val="1293"/>
                  </a:srgbClr>
                </a:gs>
                <a:gs pos="57143">
                  <a:srgbClr val="8D5800">
                    <a:alpha val="719"/>
                  </a:srgbClr>
                </a:gs>
                <a:gs pos="71429">
                  <a:srgbClr val="8D5800">
                    <a:alpha val="337"/>
                  </a:srgbClr>
                </a:gs>
                <a:gs pos="85714">
                  <a:srgbClr val="8D5800">
                    <a:alpha val="133"/>
                  </a:srgbClr>
                </a:gs>
                <a:gs pos="100000">
                  <a:srgbClr val="8D5800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6623796">
              <a:off x="2032519" y="25807"/>
              <a:ext cx="455651" cy="1646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-8501418">
              <a:off x="1505485" y="565285"/>
              <a:ext cx="382507" cy="180170"/>
            </a:xfrm>
            <a:prstGeom prst="ellipse">
              <a:avLst/>
            </a:prstGeom>
            <a:gradFill>
              <a:gsLst>
                <a:gs pos="0">
                  <a:srgbClr val="390000">
                    <a:alpha val="8268"/>
                  </a:srgbClr>
                </a:gs>
                <a:gs pos="14286">
                  <a:srgbClr val="390000">
                    <a:alpha val="7625"/>
                  </a:srgbClr>
                </a:gs>
                <a:gs pos="28571">
                  <a:srgbClr val="390000">
                    <a:alpha val="5973"/>
                  </a:srgbClr>
                </a:gs>
                <a:gs pos="42857">
                  <a:srgbClr val="390000">
                    <a:alpha val="3959"/>
                  </a:srgbClr>
                </a:gs>
                <a:gs pos="57143">
                  <a:srgbClr val="390000">
                    <a:alpha val="2213"/>
                  </a:srgbClr>
                </a:gs>
                <a:gs pos="71429">
                  <a:srgbClr val="390000">
                    <a:alpha val="1042"/>
                  </a:srgbClr>
                </a:gs>
                <a:gs pos="85714">
                  <a:srgbClr val="390000">
                    <a:alpha val="413"/>
                  </a:srgbClr>
                </a:gs>
                <a:gs pos="100000">
                  <a:srgbClr val="390000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2736666">
              <a:off x="1122353" y="-127545"/>
              <a:ext cx="304746" cy="287265"/>
            </a:xfrm>
            <a:prstGeom prst="ellipse">
              <a:avLst/>
            </a:prstGeom>
            <a:gradFill>
              <a:gsLst>
                <a:gs pos="0">
                  <a:srgbClr val="874300">
                    <a:alpha val="18888"/>
                  </a:srgbClr>
                </a:gs>
                <a:gs pos="14286">
                  <a:srgbClr val="874300">
                    <a:alpha val="17503"/>
                  </a:srgbClr>
                </a:gs>
                <a:gs pos="28571">
                  <a:srgbClr val="874300">
                    <a:alpha val="13877"/>
                  </a:srgbClr>
                </a:gs>
                <a:gs pos="42857">
                  <a:srgbClr val="874300">
                    <a:alpha val="9334"/>
                  </a:srgbClr>
                </a:gs>
                <a:gs pos="57143">
                  <a:srgbClr val="874300">
                    <a:alpha val="5285"/>
                  </a:srgbClr>
                </a:gs>
                <a:gs pos="71429">
                  <a:srgbClr val="874300">
                    <a:alpha val="2510"/>
                  </a:srgbClr>
                </a:gs>
                <a:gs pos="85714">
                  <a:srgbClr val="874300">
                    <a:alpha val="1000"/>
                  </a:srgbClr>
                </a:gs>
                <a:gs pos="100000">
                  <a:srgbClr val="874300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4553246">
              <a:off x="1115081" y="128393"/>
              <a:ext cx="360451" cy="50687"/>
            </a:xfrm>
            <a:prstGeom prst="ellipse">
              <a:avLst/>
            </a:prstGeom>
            <a:gradFill>
              <a:gsLst>
                <a:gs pos="0">
                  <a:srgbClr val="603307">
                    <a:alpha val="13111"/>
                  </a:srgbClr>
                </a:gs>
                <a:gs pos="14286">
                  <a:srgbClr val="603307">
                    <a:alpha val="12118"/>
                  </a:srgbClr>
                </a:gs>
                <a:gs pos="28571">
                  <a:srgbClr val="603307">
                    <a:alpha val="9543"/>
                  </a:srgbClr>
                </a:gs>
                <a:gs pos="42857">
                  <a:srgbClr val="603307">
                    <a:alpha val="6367"/>
                  </a:srgbClr>
                </a:gs>
                <a:gs pos="57143">
                  <a:srgbClr val="603307">
                    <a:alpha val="3580"/>
                  </a:srgbClr>
                </a:gs>
                <a:gs pos="71429">
                  <a:srgbClr val="603307">
                    <a:alpha val="1692"/>
                  </a:srgbClr>
                </a:gs>
                <a:gs pos="85714">
                  <a:srgbClr val="603307">
                    <a:alpha val="672"/>
                  </a:srgbClr>
                </a:gs>
                <a:gs pos="100000">
                  <a:srgbClr val="603307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9331184">
              <a:off x="1055538" y="278602"/>
              <a:ext cx="433160" cy="224952"/>
            </a:xfrm>
            <a:prstGeom prst="ellipse">
              <a:avLst/>
            </a:prstGeom>
            <a:gradFill>
              <a:gsLst>
                <a:gs pos="0">
                  <a:srgbClr val="6A4500">
                    <a:alpha val="32968"/>
                  </a:srgbClr>
                </a:gs>
                <a:gs pos="14286">
                  <a:srgbClr val="6A4500">
                    <a:alpha val="30764"/>
                  </a:srgbClr>
                </a:gs>
                <a:gs pos="28571">
                  <a:srgbClr val="6A4500">
                    <a:alpha val="24833"/>
                  </a:srgbClr>
                </a:gs>
                <a:gs pos="42857">
                  <a:srgbClr val="6A4500">
                    <a:alpha val="17075"/>
                  </a:srgbClr>
                </a:gs>
                <a:gs pos="57143">
                  <a:srgbClr val="6A4500">
                    <a:alpha val="9855"/>
                  </a:srgbClr>
                </a:gs>
                <a:gs pos="71429">
                  <a:srgbClr val="6A4500">
                    <a:alpha val="4740"/>
                  </a:srgbClr>
                </a:gs>
                <a:gs pos="85714">
                  <a:srgbClr val="6A4500">
                    <a:alpha val="1902"/>
                  </a:srgbClr>
                </a:gs>
                <a:gs pos="100000">
                  <a:srgbClr val="6A4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-9314410">
              <a:off x="1465879" y="544828"/>
              <a:ext cx="472266" cy="153104"/>
            </a:xfrm>
            <a:prstGeom prst="ellipse">
              <a:avLst/>
            </a:prstGeom>
            <a:gradFill>
              <a:gsLst>
                <a:gs pos="0">
                  <a:srgbClr val="FFB948">
                    <a:alpha val="13633"/>
                  </a:srgbClr>
                </a:gs>
                <a:gs pos="14286">
                  <a:srgbClr val="FFB948">
                    <a:alpha val="12603"/>
                  </a:srgbClr>
                </a:gs>
                <a:gs pos="28571">
                  <a:srgbClr val="FFB948">
                    <a:alpha val="9931"/>
                  </a:srgbClr>
                </a:gs>
                <a:gs pos="42857">
                  <a:srgbClr val="FFB948">
                    <a:alpha val="6631"/>
                  </a:srgbClr>
                </a:gs>
                <a:gs pos="57143">
                  <a:srgbClr val="FFB948">
                    <a:alpha val="3730"/>
                  </a:srgbClr>
                </a:gs>
                <a:gs pos="71429">
                  <a:srgbClr val="FFB948">
                    <a:alpha val="1764"/>
                  </a:srgbClr>
                </a:gs>
                <a:gs pos="85714">
                  <a:srgbClr val="FFB948">
                    <a:alpha val="701"/>
                  </a:srgbClr>
                </a:gs>
                <a:gs pos="100000">
                  <a:srgbClr val="FFB948">
                    <a:alpha val="2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3105192">
              <a:off x="394514" y="1545804"/>
              <a:ext cx="430027" cy="167708"/>
            </a:xfrm>
            <a:prstGeom prst="ellipse">
              <a:avLst/>
            </a:prstGeom>
            <a:gradFill>
              <a:gsLst>
                <a:gs pos="0">
                  <a:srgbClr val="833300">
                    <a:alpha val="32761"/>
                  </a:srgbClr>
                </a:gs>
                <a:gs pos="14286">
                  <a:srgbClr val="833300">
                    <a:alpha val="30567"/>
                  </a:srgbClr>
                </a:gs>
                <a:gs pos="28571">
                  <a:srgbClr val="833300">
                    <a:alpha val="24667"/>
                  </a:srgbClr>
                </a:gs>
                <a:gs pos="42857">
                  <a:srgbClr val="833300">
                    <a:alpha val="16955"/>
                  </a:srgbClr>
                </a:gs>
                <a:gs pos="57143">
                  <a:srgbClr val="833300">
                    <a:alpha val="9783"/>
                  </a:srgbClr>
                </a:gs>
                <a:gs pos="71429">
                  <a:srgbClr val="833300">
                    <a:alpha val="4705"/>
                  </a:srgbClr>
                </a:gs>
                <a:gs pos="85714">
                  <a:srgbClr val="833300">
                    <a:alpha val="1888"/>
                  </a:srgbClr>
                </a:gs>
                <a:gs pos="100000">
                  <a:srgbClr val="833300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7138716">
              <a:off x="1600267" y="1550833"/>
              <a:ext cx="587679" cy="296294"/>
            </a:xfrm>
            <a:prstGeom prst="ellipse">
              <a:avLst/>
            </a:prstGeom>
            <a:gradFill>
              <a:gsLst>
                <a:gs pos="0">
                  <a:srgbClr val="FF6300">
                    <a:alpha val="32968"/>
                  </a:srgbClr>
                </a:gs>
                <a:gs pos="14286">
                  <a:srgbClr val="FF6300">
                    <a:alpha val="30764"/>
                  </a:srgbClr>
                </a:gs>
                <a:gs pos="28571">
                  <a:srgbClr val="FF6300">
                    <a:alpha val="24833"/>
                  </a:srgbClr>
                </a:gs>
                <a:gs pos="42857">
                  <a:srgbClr val="FF6300">
                    <a:alpha val="17075"/>
                  </a:srgbClr>
                </a:gs>
                <a:gs pos="57143">
                  <a:srgbClr val="FF6300">
                    <a:alpha val="9855"/>
                  </a:srgbClr>
                </a:gs>
                <a:gs pos="71429">
                  <a:srgbClr val="FF6300">
                    <a:alpha val="4740"/>
                  </a:srgbClr>
                </a:gs>
                <a:gs pos="85714">
                  <a:srgbClr val="FF6300">
                    <a:alpha val="1902"/>
                  </a:srgbClr>
                </a:gs>
                <a:gs pos="100000">
                  <a:srgbClr val="FF6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-8922150">
              <a:off x="188301" y="1268377"/>
              <a:ext cx="576208" cy="864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8821003">
              <a:off x="546951" y="1876141"/>
              <a:ext cx="379876" cy="301146"/>
            </a:xfrm>
            <a:prstGeom prst="ellipse">
              <a:avLst/>
            </a:prstGeom>
            <a:gradFill>
              <a:gsLst>
                <a:gs pos="0">
                  <a:srgbClr val="DACCCD">
                    <a:alpha val="6805"/>
                  </a:srgbClr>
                </a:gs>
                <a:gs pos="14286">
                  <a:srgbClr val="DACCCD">
                    <a:alpha val="6272"/>
                  </a:srgbClr>
                </a:gs>
                <a:gs pos="28571">
                  <a:srgbClr val="DACCCD">
                    <a:alpha val="4905"/>
                  </a:srgbClr>
                </a:gs>
                <a:gs pos="42857">
                  <a:srgbClr val="DACCCD">
                    <a:alpha val="3245"/>
                  </a:srgbClr>
                </a:gs>
                <a:gs pos="57143">
                  <a:srgbClr val="DACCCD">
                    <a:alpha val="1811"/>
                  </a:srgbClr>
                </a:gs>
                <a:gs pos="71429">
                  <a:srgbClr val="DACCCD">
                    <a:alpha val="852"/>
                  </a:srgbClr>
                </a:gs>
                <a:gs pos="85714">
                  <a:srgbClr val="DACCCD">
                    <a:alpha val="338"/>
                  </a:srgbClr>
                </a:gs>
                <a:gs pos="100000">
                  <a:srgbClr val="DACCCD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-10712156">
              <a:off x="-102959" y="260644"/>
              <a:ext cx="300763" cy="295145"/>
            </a:xfrm>
            <a:prstGeom prst="ellipse">
              <a:avLst/>
            </a:prstGeom>
            <a:gradFill>
              <a:gsLst>
                <a:gs pos="0">
                  <a:srgbClr val="AB854E">
                    <a:alpha val="7448"/>
                  </a:srgbClr>
                </a:gs>
                <a:gs pos="14286">
                  <a:srgbClr val="AB854E">
                    <a:alpha val="6867"/>
                  </a:srgbClr>
                </a:gs>
                <a:gs pos="28571">
                  <a:srgbClr val="AB854E">
                    <a:alpha val="5374"/>
                  </a:srgbClr>
                </a:gs>
                <a:gs pos="42857">
                  <a:srgbClr val="AB854E">
                    <a:alpha val="3558"/>
                  </a:srgbClr>
                </a:gs>
                <a:gs pos="57143">
                  <a:srgbClr val="AB854E">
                    <a:alpha val="1988"/>
                  </a:srgbClr>
                </a:gs>
                <a:gs pos="71429">
                  <a:srgbClr val="AB854E">
                    <a:alpha val="935"/>
                  </a:srgbClr>
                </a:gs>
                <a:gs pos="85714">
                  <a:srgbClr val="AB854E">
                    <a:alpha val="371"/>
                  </a:srgbClr>
                </a:gs>
                <a:gs pos="100000">
                  <a:srgbClr val="AB854E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-8170688">
              <a:off x="2893900" y="2058249"/>
              <a:ext cx="364023" cy="345879"/>
            </a:xfrm>
            <a:prstGeom prst="ellipse">
              <a:avLst/>
            </a:prstGeom>
            <a:gradFill>
              <a:gsLst>
                <a:gs pos="0">
                  <a:srgbClr val="A2ADC0">
                    <a:alpha val="13559"/>
                  </a:srgbClr>
                </a:gs>
                <a:gs pos="14286">
                  <a:srgbClr val="A2ADC0">
                    <a:alpha val="12535"/>
                  </a:srgbClr>
                </a:gs>
                <a:gs pos="28571">
                  <a:srgbClr val="A2ADC0">
                    <a:alpha val="9876"/>
                  </a:srgbClr>
                </a:gs>
                <a:gs pos="42857">
                  <a:srgbClr val="A2ADC0">
                    <a:alpha val="6593"/>
                  </a:srgbClr>
                </a:gs>
                <a:gs pos="57143">
                  <a:srgbClr val="A2ADC0">
                    <a:alpha val="3709"/>
                  </a:srgbClr>
                </a:gs>
                <a:gs pos="71429">
                  <a:srgbClr val="A2ADC0">
                    <a:alpha val="1754"/>
                  </a:srgbClr>
                </a:gs>
                <a:gs pos="85714">
                  <a:srgbClr val="A2ADC0">
                    <a:alpha val="697"/>
                  </a:srgbClr>
                </a:gs>
                <a:gs pos="100000">
                  <a:srgbClr val="A2ADC0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4729596">
              <a:off x="2574264" y="953044"/>
              <a:ext cx="269353" cy="103091"/>
            </a:xfrm>
            <a:prstGeom prst="ellipse">
              <a:avLst/>
            </a:prstGeom>
            <a:gradFill>
              <a:gsLst>
                <a:gs pos="0">
                  <a:srgbClr val="FFBA47">
                    <a:alpha val="32968"/>
                  </a:srgbClr>
                </a:gs>
                <a:gs pos="14286">
                  <a:srgbClr val="FFBA47">
                    <a:alpha val="30764"/>
                  </a:srgbClr>
                </a:gs>
                <a:gs pos="28571">
                  <a:srgbClr val="FFBA47">
                    <a:alpha val="24833"/>
                  </a:srgbClr>
                </a:gs>
                <a:gs pos="42857">
                  <a:srgbClr val="FFBA47">
                    <a:alpha val="17075"/>
                  </a:srgbClr>
                </a:gs>
                <a:gs pos="57143">
                  <a:srgbClr val="FFBA47">
                    <a:alpha val="9855"/>
                  </a:srgbClr>
                </a:gs>
                <a:gs pos="71429">
                  <a:srgbClr val="FFBA47">
                    <a:alpha val="4740"/>
                  </a:srgbClr>
                </a:gs>
                <a:gs pos="85714">
                  <a:srgbClr val="FFBA47">
                    <a:alpha val="1902"/>
                  </a:srgbClr>
                </a:gs>
                <a:gs pos="100000">
                  <a:srgbClr val="FFBA4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4872254">
              <a:off x="2223786" y="945937"/>
              <a:ext cx="401076" cy="150792"/>
            </a:xfrm>
            <a:prstGeom prst="ellipse">
              <a:avLst/>
            </a:prstGeom>
            <a:gradFill>
              <a:gsLst>
                <a:gs pos="0">
                  <a:srgbClr val="FABD00">
                    <a:alpha val="10175"/>
                  </a:srgbClr>
                </a:gs>
                <a:gs pos="14286">
                  <a:srgbClr val="FABD00">
                    <a:alpha val="9392"/>
                  </a:srgbClr>
                </a:gs>
                <a:gs pos="28571">
                  <a:srgbClr val="FABD00">
                    <a:alpha val="7372"/>
                  </a:srgbClr>
                </a:gs>
                <a:gs pos="42857">
                  <a:srgbClr val="FABD00">
                    <a:alpha val="4899"/>
                  </a:srgbClr>
                </a:gs>
                <a:gs pos="57143">
                  <a:srgbClr val="FABD00">
                    <a:alpha val="2745"/>
                  </a:srgbClr>
                </a:gs>
                <a:gs pos="71429">
                  <a:srgbClr val="FABD00">
                    <a:alpha val="1294"/>
                  </a:srgbClr>
                </a:gs>
                <a:gs pos="85714">
                  <a:srgbClr val="FABD00">
                    <a:alpha val="514"/>
                  </a:srgbClr>
                </a:gs>
                <a:gs pos="100000">
                  <a:srgbClr val="FABD00">
                    <a:alpha val="1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3458094">
              <a:off x="2735962" y="1657511"/>
              <a:ext cx="624843" cy="226590"/>
            </a:xfrm>
            <a:prstGeom prst="ellipse">
              <a:avLst/>
            </a:prstGeom>
            <a:gradFill>
              <a:gsLst>
                <a:gs pos="0">
                  <a:srgbClr val="9A899D">
                    <a:alpha val="32968"/>
                  </a:srgbClr>
                </a:gs>
                <a:gs pos="14286">
                  <a:srgbClr val="9A899D">
                    <a:alpha val="30764"/>
                  </a:srgbClr>
                </a:gs>
                <a:gs pos="28571">
                  <a:srgbClr val="9A899D">
                    <a:alpha val="24833"/>
                  </a:srgbClr>
                </a:gs>
                <a:gs pos="42857">
                  <a:srgbClr val="9A899D">
                    <a:alpha val="17075"/>
                  </a:srgbClr>
                </a:gs>
                <a:gs pos="57143">
                  <a:srgbClr val="9A899D">
                    <a:alpha val="9855"/>
                  </a:srgbClr>
                </a:gs>
                <a:gs pos="71429">
                  <a:srgbClr val="9A899D">
                    <a:alpha val="4740"/>
                  </a:srgbClr>
                </a:gs>
                <a:gs pos="85714">
                  <a:srgbClr val="9A899D">
                    <a:alpha val="1902"/>
                  </a:srgbClr>
                </a:gs>
                <a:gs pos="100000">
                  <a:srgbClr val="9A89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6280265">
              <a:off x="1187256" y="822517"/>
              <a:ext cx="225601" cy="91763"/>
            </a:xfrm>
            <a:prstGeom prst="ellipse">
              <a:avLst/>
            </a:prstGeom>
            <a:gradFill>
              <a:gsLst>
                <a:gs pos="0">
                  <a:srgbClr val="E9D2AE">
                    <a:alpha val="32968"/>
                  </a:srgbClr>
                </a:gs>
                <a:gs pos="14286">
                  <a:srgbClr val="E9D2AE">
                    <a:alpha val="30764"/>
                  </a:srgbClr>
                </a:gs>
                <a:gs pos="28571">
                  <a:srgbClr val="E9D2AE">
                    <a:alpha val="24833"/>
                  </a:srgbClr>
                </a:gs>
                <a:gs pos="42857">
                  <a:srgbClr val="E9D2AE">
                    <a:alpha val="17075"/>
                  </a:srgbClr>
                </a:gs>
                <a:gs pos="57143">
                  <a:srgbClr val="E9D2AE">
                    <a:alpha val="9855"/>
                  </a:srgbClr>
                </a:gs>
                <a:gs pos="71429">
                  <a:srgbClr val="E9D2AE">
                    <a:alpha val="4740"/>
                  </a:srgbClr>
                </a:gs>
                <a:gs pos="85714">
                  <a:srgbClr val="E9D2AE">
                    <a:alpha val="1902"/>
                  </a:srgbClr>
                </a:gs>
                <a:gs pos="100000">
                  <a:srgbClr val="E9D2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-10614006">
              <a:off x="2806905" y="1006757"/>
              <a:ext cx="326067" cy="270799"/>
            </a:xfrm>
            <a:prstGeom prst="ellipse">
              <a:avLst/>
            </a:prstGeom>
            <a:gradFill>
              <a:gsLst>
                <a:gs pos="0">
                  <a:srgbClr val="9991A5">
                    <a:alpha val="4541"/>
                  </a:srgbClr>
                </a:gs>
                <a:gs pos="14286">
                  <a:srgbClr val="9991A5">
                    <a:alpha val="4181"/>
                  </a:srgbClr>
                </a:gs>
                <a:gs pos="28571">
                  <a:srgbClr val="9991A5">
                    <a:alpha val="3262"/>
                  </a:srgbClr>
                </a:gs>
                <a:gs pos="42857">
                  <a:srgbClr val="9991A5">
                    <a:alpha val="2152"/>
                  </a:srgbClr>
                </a:gs>
                <a:gs pos="57143">
                  <a:srgbClr val="9991A5">
                    <a:alpha val="1198"/>
                  </a:srgbClr>
                </a:gs>
                <a:gs pos="71429">
                  <a:srgbClr val="9991A5">
                    <a:alpha val="563"/>
                  </a:srgbClr>
                </a:gs>
                <a:gs pos="85714">
                  <a:srgbClr val="9991A5">
                    <a:alpha val="223"/>
                  </a:srgbClr>
                </a:gs>
                <a:gs pos="100000">
                  <a:srgbClr val="9991A5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10535194">
              <a:off x="549553" y="1618957"/>
              <a:ext cx="322655" cy="319823"/>
            </a:xfrm>
            <a:prstGeom prst="ellipse">
              <a:avLst/>
            </a:prstGeom>
            <a:gradFill>
              <a:gsLst>
                <a:gs pos="0">
                  <a:srgbClr val="C43C00">
                    <a:alpha val="2346"/>
                  </a:srgbClr>
                </a:gs>
                <a:gs pos="14286">
                  <a:srgbClr val="C43C00">
                    <a:alpha val="2158"/>
                  </a:srgbClr>
                </a:gs>
                <a:gs pos="28571">
                  <a:srgbClr val="C43C00">
                    <a:alpha val="1680"/>
                  </a:srgbClr>
                </a:gs>
                <a:gs pos="42857">
                  <a:srgbClr val="C43C00">
                    <a:alpha val="1105"/>
                  </a:srgbClr>
                </a:gs>
                <a:gs pos="57143">
                  <a:srgbClr val="C43C00">
                    <a:alpha val="614"/>
                  </a:srgbClr>
                </a:gs>
                <a:gs pos="71429">
                  <a:srgbClr val="C43C00">
                    <a:alpha val="288"/>
                  </a:srgbClr>
                </a:gs>
                <a:gs pos="85714">
                  <a:srgbClr val="C43C00">
                    <a:alpha val="114"/>
                  </a:srgbClr>
                </a:gs>
                <a:gs pos="100000">
                  <a:srgbClr val="C43C00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-9309040">
              <a:off x="2516964" y="2293485"/>
              <a:ext cx="454776" cy="204855"/>
            </a:xfrm>
            <a:prstGeom prst="ellipse">
              <a:avLst/>
            </a:prstGeom>
            <a:gradFill>
              <a:gsLst>
                <a:gs pos="0">
                  <a:srgbClr val="E5CDBA">
                    <a:alpha val="32868"/>
                  </a:srgbClr>
                </a:gs>
                <a:gs pos="14286">
                  <a:srgbClr val="E5CDBA">
                    <a:alpha val="30669"/>
                  </a:srgbClr>
                </a:gs>
                <a:gs pos="28571">
                  <a:srgbClr val="E5CDBA">
                    <a:alpha val="24753"/>
                  </a:srgbClr>
                </a:gs>
                <a:gs pos="42857">
                  <a:srgbClr val="E5CDBA">
                    <a:alpha val="17017"/>
                  </a:srgbClr>
                </a:gs>
                <a:gs pos="57143">
                  <a:srgbClr val="E5CDBA">
                    <a:alpha val="9820"/>
                  </a:srgbClr>
                </a:gs>
                <a:gs pos="71429">
                  <a:srgbClr val="E5CDBA">
                    <a:alpha val="4723"/>
                  </a:srgbClr>
                </a:gs>
                <a:gs pos="85714">
                  <a:srgbClr val="E5CDBA">
                    <a:alpha val="1895"/>
                  </a:srgbClr>
                </a:gs>
                <a:gs pos="100000">
                  <a:srgbClr val="E5CDBA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-10199653">
              <a:off x="1306606" y="499321"/>
              <a:ext cx="400817" cy="62431"/>
            </a:xfrm>
            <a:prstGeom prst="ellipse">
              <a:avLst/>
            </a:prstGeom>
            <a:gradFill>
              <a:gsLst>
                <a:gs pos="0">
                  <a:srgbClr val="FFC46D">
                    <a:alpha val="9936"/>
                  </a:srgbClr>
                </a:gs>
                <a:gs pos="14286">
                  <a:srgbClr val="FFC46D">
                    <a:alpha val="9170"/>
                  </a:srgbClr>
                </a:gs>
                <a:gs pos="28571">
                  <a:srgbClr val="FFC46D">
                    <a:alpha val="7196"/>
                  </a:srgbClr>
                </a:gs>
                <a:gs pos="42857">
                  <a:srgbClr val="FFC46D">
                    <a:alpha val="4780"/>
                  </a:srgbClr>
                </a:gs>
                <a:gs pos="57143">
                  <a:srgbClr val="FFC46D">
                    <a:alpha val="2678"/>
                  </a:srgbClr>
                </a:gs>
                <a:gs pos="71429">
                  <a:srgbClr val="FFC46D">
                    <a:alpha val="1262"/>
                  </a:srgbClr>
                </a:gs>
                <a:gs pos="85714">
                  <a:srgbClr val="FFC46D">
                    <a:alpha val="501"/>
                  </a:srgbClr>
                </a:gs>
                <a:gs pos="100000">
                  <a:srgbClr val="FFC46D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7346132">
              <a:off x="1285726" y="1284416"/>
              <a:ext cx="610739" cy="86009"/>
            </a:xfrm>
            <a:prstGeom prst="ellipse">
              <a:avLst/>
            </a:prstGeom>
            <a:gradFill>
              <a:gsLst>
                <a:gs pos="0">
                  <a:srgbClr val="4C0004">
                    <a:alpha val="32968"/>
                  </a:srgbClr>
                </a:gs>
                <a:gs pos="14286">
                  <a:srgbClr val="4C0004">
                    <a:alpha val="30764"/>
                  </a:srgbClr>
                </a:gs>
                <a:gs pos="28571">
                  <a:srgbClr val="4C0004">
                    <a:alpha val="24833"/>
                  </a:srgbClr>
                </a:gs>
                <a:gs pos="42857">
                  <a:srgbClr val="4C0004">
                    <a:alpha val="17075"/>
                  </a:srgbClr>
                </a:gs>
                <a:gs pos="57143">
                  <a:srgbClr val="4C0004">
                    <a:alpha val="9855"/>
                  </a:srgbClr>
                </a:gs>
                <a:gs pos="71429">
                  <a:srgbClr val="4C0004">
                    <a:alpha val="4740"/>
                  </a:srgbClr>
                </a:gs>
                <a:gs pos="85714">
                  <a:srgbClr val="4C0004">
                    <a:alpha val="1902"/>
                  </a:srgbClr>
                </a:gs>
                <a:gs pos="100000">
                  <a:srgbClr val="4C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2985373">
              <a:off x="515077" y="1268972"/>
              <a:ext cx="733251" cy="59177"/>
            </a:xfrm>
            <a:prstGeom prst="ellipse">
              <a:avLst/>
            </a:prstGeom>
            <a:gradFill>
              <a:gsLst>
                <a:gs pos="0">
                  <a:srgbClr val="530900">
                    <a:alpha val="32968"/>
                  </a:srgbClr>
                </a:gs>
                <a:gs pos="14286">
                  <a:srgbClr val="530900">
                    <a:alpha val="30764"/>
                  </a:srgbClr>
                </a:gs>
                <a:gs pos="28571">
                  <a:srgbClr val="530900">
                    <a:alpha val="24833"/>
                  </a:srgbClr>
                </a:gs>
                <a:gs pos="42857">
                  <a:srgbClr val="530900">
                    <a:alpha val="17075"/>
                  </a:srgbClr>
                </a:gs>
                <a:gs pos="57143">
                  <a:srgbClr val="530900">
                    <a:alpha val="9855"/>
                  </a:srgbClr>
                </a:gs>
                <a:gs pos="71429">
                  <a:srgbClr val="530900">
                    <a:alpha val="4740"/>
                  </a:srgbClr>
                </a:gs>
                <a:gs pos="85714">
                  <a:srgbClr val="530900">
                    <a:alpha val="1902"/>
                  </a:srgbClr>
                </a:gs>
                <a:gs pos="100000">
                  <a:srgbClr val="530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5113478">
              <a:off x="827151" y="442961"/>
              <a:ext cx="327835" cy="281871"/>
            </a:xfrm>
            <a:prstGeom prst="ellipse">
              <a:avLst/>
            </a:prstGeom>
            <a:gradFill>
              <a:gsLst>
                <a:gs pos="0">
                  <a:srgbClr val="6A3300">
                    <a:alpha val="8239"/>
                  </a:srgbClr>
                </a:gs>
                <a:gs pos="14286">
                  <a:srgbClr val="6A3300">
                    <a:alpha val="7598"/>
                  </a:srgbClr>
                </a:gs>
                <a:gs pos="28571">
                  <a:srgbClr val="6A3300">
                    <a:alpha val="5951"/>
                  </a:srgbClr>
                </a:gs>
                <a:gs pos="42857">
                  <a:srgbClr val="6A3300">
                    <a:alpha val="3945"/>
                  </a:srgbClr>
                </a:gs>
                <a:gs pos="57143">
                  <a:srgbClr val="6A3300">
                    <a:alpha val="2205"/>
                  </a:srgbClr>
                </a:gs>
                <a:gs pos="71429">
                  <a:srgbClr val="6A3300">
                    <a:alpha val="1038"/>
                  </a:srgbClr>
                </a:gs>
                <a:gs pos="85714">
                  <a:srgbClr val="6A3300">
                    <a:alpha val="412"/>
                  </a:srgbClr>
                </a:gs>
                <a:gs pos="100000">
                  <a:srgbClr val="6A3300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8192269">
              <a:off x="2809596" y="2053316"/>
              <a:ext cx="437175" cy="225682"/>
            </a:xfrm>
            <a:prstGeom prst="ellipse">
              <a:avLst/>
            </a:prstGeom>
            <a:gradFill>
              <a:gsLst>
                <a:gs pos="0">
                  <a:srgbClr val="F1D5CC">
                    <a:alpha val="32968"/>
                  </a:srgbClr>
                </a:gs>
                <a:gs pos="14286">
                  <a:srgbClr val="F1D5CC">
                    <a:alpha val="30764"/>
                  </a:srgbClr>
                </a:gs>
                <a:gs pos="28571">
                  <a:srgbClr val="F1D5CC">
                    <a:alpha val="24833"/>
                  </a:srgbClr>
                </a:gs>
                <a:gs pos="42857">
                  <a:srgbClr val="F1D5CC">
                    <a:alpha val="17075"/>
                  </a:srgbClr>
                </a:gs>
                <a:gs pos="57143">
                  <a:srgbClr val="F1D5CC">
                    <a:alpha val="9855"/>
                  </a:srgbClr>
                </a:gs>
                <a:gs pos="71429">
                  <a:srgbClr val="F1D5CC">
                    <a:alpha val="4740"/>
                  </a:srgbClr>
                </a:gs>
                <a:gs pos="85714">
                  <a:srgbClr val="F1D5CC">
                    <a:alpha val="1902"/>
                  </a:srgbClr>
                </a:gs>
                <a:gs pos="100000">
                  <a:srgbClr val="F1D5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-9925493">
              <a:off x="722521" y="523451"/>
              <a:ext cx="331112" cy="46225"/>
            </a:xfrm>
            <a:prstGeom prst="ellipse">
              <a:avLst/>
            </a:prstGeom>
            <a:gradFill>
              <a:gsLst>
                <a:gs pos="0">
                  <a:srgbClr val="4F0000">
                    <a:alpha val="24199"/>
                  </a:srgbClr>
                </a:gs>
                <a:gs pos="14286">
                  <a:srgbClr val="4F0000">
                    <a:alpha val="22481"/>
                  </a:srgbClr>
                </a:gs>
                <a:gs pos="28571">
                  <a:srgbClr val="4F0000">
                    <a:alpha val="17940"/>
                  </a:srgbClr>
                </a:gs>
                <a:gs pos="42857">
                  <a:srgbClr val="4F0000">
                    <a:alpha val="12163"/>
                  </a:srgbClr>
                </a:gs>
                <a:gs pos="57143">
                  <a:srgbClr val="4F0000">
                    <a:alpha val="6934"/>
                  </a:srgbClr>
                </a:gs>
                <a:gs pos="71429">
                  <a:srgbClr val="4F0000">
                    <a:alpha val="3308"/>
                  </a:srgbClr>
                </a:gs>
                <a:gs pos="85714">
                  <a:srgbClr val="4F0000">
                    <a:alpha val="1321"/>
                  </a:srgbClr>
                </a:gs>
                <a:gs pos="100000">
                  <a:srgbClr val="4F0000">
                    <a:alpha val="4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9429806">
              <a:off x="3373651" y="2110668"/>
              <a:ext cx="455098" cy="128966"/>
            </a:xfrm>
            <a:prstGeom prst="ellipse">
              <a:avLst/>
            </a:prstGeom>
            <a:gradFill>
              <a:gsLst>
                <a:gs pos="0">
                  <a:srgbClr val="BCB29B">
                    <a:alpha val="27812"/>
                  </a:srgbClr>
                </a:gs>
                <a:gs pos="14286">
                  <a:srgbClr val="BCB29B">
                    <a:alpha val="25884"/>
                  </a:srgbClr>
                </a:gs>
                <a:gs pos="28571">
                  <a:srgbClr val="BCB29B">
                    <a:alpha val="20751"/>
                  </a:srgbClr>
                </a:gs>
                <a:gs pos="42857">
                  <a:srgbClr val="BCB29B">
                    <a:alpha val="14148"/>
                  </a:srgbClr>
                </a:gs>
                <a:gs pos="57143">
                  <a:srgbClr val="BCB29B">
                    <a:alpha val="8105"/>
                  </a:srgbClr>
                </a:gs>
                <a:gs pos="71429">
                  <a:srgbClr val="BCB29B">
                    <a:alpha val="3879"/>
                  </a:srgbClr>
                </a:gs>
                <a:gs pos="85714">
                  <a:srgbClr val="BCB29B">
                    <a:alpha val="1552"/>
                  </a:srgbClr>
                </a:gs>
                <a:gs pos="100000">
                  <a:srgbClr val="BCB29B">
                    <a:alpha val="5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5375427">
              <a:off x="1870177" y="2106122"/>
              <a:ext cx="299805" cy="295334"/>
            </a:xfrm>
            <a:prstGeom prst="ellipse">
              <a:avLst/>
            </a:prstGeom>
            <a:gradFill>
              <a:gsLst>
                <a:gs pos="0">
                  <a:srgbClr val="A00000">
                    <a:alpha val="3734"/>
                  </a:srgbClr>
                </a:gs>
                <a:gs pos="14286">
                  <a:srgbClr val="A00000">
                    <a:alpha val="3437"/>
                  </a:srgbClr>
                </a:gs>
                <a:gs pos="28571">
                  <a:srgbClr val="A00000">
                    <a:alpha val="2679"/>
                  </a:srgbClr>
                </a:gs>
                <a:gs pos="42857">
                  <a:srgbClr val="A00000">
                    <a:alpha val="1766"/>
                  </a:srgbClr>
                </a:gs>
                <a:gs pos="57143">
                  <a:srgbClr val="A00000">
                    <a:alpha val="982"/>
                  </a:srgbClr>
                </a:gs>
                <a:gs pos="71429">
                  <a:srgbClr val="A00000">
                    <a:alpha val="461"/>
                  </a:srgbClr>
                </a:gs>
                <a:gs pos="85714">
                  <a:srgbClr val="A00000">
                    <a:alpha val="183"/>
                  </a:srgbClr>
                </a:gs>
                <a:gs pos="100000">
                  <a:srgbClr val="A00000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-8678294">
              <a:off x="1128119" y="1897798"/>
              <a:ext cx="388528" cy="72089"/>
            </a:xfrm>
            <a:prstGeom prst="ellipse">
              <a:avLst/>
            </a:prstGeom>
            <a:gradFill>
              <a:gsLst>
                <a:gs pos="0">
                  <a:srgbClr val="A96F1F">
                    <a:alpha val="19333"/>
                  </a:srgbClr>
                </a:gs>
                <a:gs pos="14286">
                  <a:srgbClr val="A96F1F">
                    <a:alpha val="17919"/>
                  </a:srgbClr>
                </a:gs>
                <a:gs pos="28571">
                  <a:srgbClr val="A96F1F">
                    <a:alpha val="14214"/>
                  </a:srgbClr>
                </a:gs>
                <a:gs pos="42857">
                  <a:srgbClr val="A96F1F">
                    <a:alpha val="9567"/>
                  </a:srgbClr>
                </a:gs>
                <a:gs pos="57143">
                  <a:srgbClr val="A96F1F">
                    <a:alpha val="5420"/>
                  </a:srgbClr>
                </a:gs>
                <a:gs pos="71429">
                  <a:srgbClr val="A96F1F">
                    <a:alpha val="2575"/>
                  </a:srgbClr>
                </a:gs>
                <a:gs pos="85714">
                  <a:srgbClr val="A96F1F">
                    <a:alpha val="1026"/>
                  </a:srgbClr>
                </a:gs>
                <a:gs pos="100000">
                  <a:srgbClr val="A96F1F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-9181010">
              <a:off x="3399377" y="2078604"/>
              <a:ext cx="348658" cy="213729"/>
            </a:xfrm>
            <a:prstGeom prst="ellipse">
              <a:avLst/>
            </a:prstGeom>
            <a:gradFill>
              <a:gsLst>
                <a:gs pos="0">
                  <a:srgbClr val="CDB3A0">
                    <a:alpha val="27928"/>
                  </a:srgbClr>
                </a:gs>
                <a:gs pos="14286">
                  <a:srgbClr val="CDB3A0">
                    <a:alpha val="25994"/>
                  </a:srgbClr>
                </a:gs>
                <a:gs pos="28571">
                  <a:srgbClr val="CDB3A0">
                    <a:alpha val="20842"/>
                  </a:srgbClr>
                </a:gs>
                <a:gs pos="42857">
                  <a:srgbClr val="CDB3A0">
                    <a:alpha val="14213"/>
                  </a:srgbClr>
                </a:gs>
                <a:gs pos="57143">
                  <a:srgbClr val="CDB3A0">
                    <a:alpha val="8144"/>
                  </a:srgbClr>
                </a:gs>
                <a:gs pos="71429">
                  <a:srgbClr val="CDB3A0">
                    <a:alpha val="3898"/>
                  </a:srgbClr>
                </a:gs>
                <a:gs pos="85714">
                  <a:srgbClr val="CDB3A0">
                    <a:alpha val="1560"/>
                  </a:srgbClr>
                </a:gs>
                <a:gs pos="100000">
                  <a:srgbClr val="CDB3A0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-10167062">
              <a:off x="3444425" y="1078487"/>
              <a:ext cx="320320" cy="177100"/>
            </a:xfrm>
            <a:prstGeom prst="ellipse">
              <a:avLst/>
            </a:prstGeom>
            <a:gradFill>
              <a:gsLst>
                <a:gs pos="0">
                  <a:srgbClr val="CFC9E7">
                    <a:alpha val="15013"/>
                  </a:srgbClr>
                </a:gs>
                <a:gs pos="14286">
                  <a:srgbClr val="CFC9E7">
                    <a:alpha val="13888"/>
                  </a:srgbClr>
                </a:gs>
                <a:gs pos="28571">
                  <a:srgbClr val="CFC9E7">
                    <a:alpha val="10961"/>
                  </a:srgbClr>
                </a:gs>
                <a:gs pos="42857">
                  <a:srgbClr val="CFC9E7">
                    <a:alpha val="7332"/>
                  </a:srgbClr>
                </a:gs>
                <a:gs pos="57143">
                  <a:srgbClr val="CFC9E7">
                    <a:alpha val="4132"/>
                  </a:srgbClr>
                </a:gs>
                <a:gs pos="71429">
                  <a:srgbClr val="CFC9E7">
                    <a:alpha val="1956"/>
                  </a:srgbClr>
                </a:gs>
                <a:gs pos="85714">
                  <a:srgbClr val="CFC9E7">
                    <a:alpha val="778"/>
                  </a:srgbClr>
                </a:gs>
                <a:gs pos="100000">
                  <a:srgbClr val="CFC9E7">
                    <a:alpha val="2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-9615496">
              <a:off x="2720671" y="1887184"/>
              <a:ext cx="428920" cy="102167"/>
            </a:xfrm>
            <a:prstGeom prst="ellipse">
              <a:avLst/>
            </a:prstGeom>
            <a:gradFill>
              <a:gsLst>
                <a:gs pos="0">
                  <a:srgbClr val="D3A792">
                    <a:alpha val="11696"/>
                  </a:srgbClr>
                </a:gs>
                <a:gs pos="14286">
                  <a:srgbClr val="D3A792">
                    <a:alpha val="10803"/>
                  </a:srgbClr>
                </a:gs>
                <a:gs pos="28571">
                  <a:srgbClr val="D3A792">
                    <a:alpha val="8494"/>
                  </a:srgbClr>
                </a:gs>
                <a:gs pos="42857">
                  <a:srgbClr val="D3A792">
                    <a:alpha val="5656"/>
                  </a:srgbClr>
                </a:gs>
                <a:gs pos="57143">
                  <a:srgbClr val="D3A792">
                    <a:alpha val="3175"/>
                  </a:srgbClr>
                </a:gs>
                <a:gs pos="71429">
                  <a:srgbClr val="D3A792">
                    <a:alpha val="1499"/>
                  </a:srgbClr>
                </a:gs>
                <a:gs pos="85714">
                  <a:srgbClr val="D3A792">
                    <a:alpha val="595"/>
                  </a:srgbClr>
                </a:gs>
                <a:gs pos="100000">
                  <a:srgbClr val="D3A792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-8373627">
              <a:off x="2634015" y="809248"/>
              <a:ext cx="447882" cy="161329"/>
            </a:xfrm>
            <a:prstGeom prst="ellipse">
              <a:avLst/>
            </a:prstGeom>
            <a:gradFill>
              <a:gsLst>
                <a:gs pos="0">
                  <a:srgbClr val="FBD2AE">
                    <a:alpha val="32968"/>
                  </a:srgbClr>
                </a:gs>
                <a:gs pos="14286">
                  <a:srgbClr val="FBD2AE">
                    <a:alpha val="30764"/>
                  </a:srgbClr>
                </a:gs>
                <a:gs pos="28571">
                  <a:srgbClr val="FBD2AE">
                    <a:alpha val="24833"/>
                  </a:srgbClr>
                </a:gs>
                <a:gs pos="42857">
                  <a:srgbClr val="FBD2AE">
                    <a:alpha val="17075"/>
                  </a:srgbClr>
                </a:gs>
                <a:gs pos="57143">
                  <a:srgbClr val="FBD2AE">
                    <a:alpha val="9855"/>
                  </a:srgbClr>
                </a:gs>
                <a:gs pos="71429">
                  <a:srgbClr val="FBD2AE">
                    <a:alpha val="4740"/>
                  </a:srgbClr>
                </a:gs>
                <a:gs pos="85714">
                  <a:srgbClr val="FBD2AE">
                    <a:alpha val="1902"/>
                  </a:srgbClr>
                </a:gs>
                <a:gs pos="100000">
                  <a:srgbClr val="FBD2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4660891">
              <a:off x="1242963" y="154004"/>
              <a:ext cx="336624" cy="113456"/>
            </a:xfrm>
            <a:prstGeom prst="ellipse">
              <a:avLst/>
            </a:prstGeom>
            <a:gradFill>
              <a:gsLst>
                <a:gs pos="0">
                  <a:srgbClr val="0C0000">
                    <a:alpha val="23252"/>
                  </a:srgbClr>
                </a:gs>
                <a:gs pos="14286">
                  <a:srgbClr val="0C0000">
                    <a:alpha val="21592"/>
                  </a:srgbClr>
                </a:gs>
                <a:gs pos="28571">
                  <a:srgbClr val="0C0000">
                    <a:alpha val="17210"/>
                  </a:srgbClr>
                </a:gs>
                <a:gs pos="42857">
                  <a:srgbClr val="0C0000">
                    <a:alpha val="11651"/>
                  </a:srgbClr>
                </a:gs>
                <a:gs pos="57143">
                  <a:srgbClr val="0C0000">
                    <a:alpha val="6634"/>
                  </a:srgbClr>
                </a:gs>
                <a:gs pos="71429">
                  <a:srgbClr val="0C0000">
                    <a:alpha val="3162"/>
                  </a:srgbClr>
                </a:gs>
                <a:gs pos="85714">
                  <a:srgbClr val="0C0000">
                    <a:alpha val="1263"/>
                  </a:srgbClr>
                </a:gs>
                <a:gs pos="100000">
                  <a:srgbClr val="0C0000">
                    <a:alpha val="4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6511795">
              <a:off x="2274021" y="415471"/>
              <a:ext cx="289751" cy="286125"/>
            </a:xfrm>
            <a:prstGeom prst="ellipse">
              <a:avLst/>
            </a:prstGeom>
            <a:gradFill>
              <a:gsLst>
                <a:gs pos="0">
                  <a:srgbClr val="CA1200">
                    <a:alpha val="1497"/>
                  </a:srgbClr>
                </a:gs>
                <a:gs pos="14286">
                  <a:srgbClr val="CA1200">
                    <a:alpha val="1377"/>
                  </a:srgbClr>
                </a:gs>
                <a:gs pos="28571">
                  <a:srgbClr val="CA1200">
                    <a:alpha val="1071"/>
                  </a:srgbClr>
                </a:gs>
                <a:gs pos="42857">
                  <a:srgbClr val="CA1200">
                    <a:alpha val="704"/>
                  </a:srgbClr>
                </a:gs>
                <a:gs pos="57143">
                  <a:srgbClr val="CA1200">
                    <a:alpha val="390"/>
                  </a:srgbClr>
                </a:gs>
                <a:gs pos="71429">
                  <a:srgbClr val="CA1200">
                    <a:alpha val="183"/>
                  </a:srgbClr>
                </a:gs>
                <a:gs pos="85714">
                  <a:srgbClr val="CA1200">
                    <a:alpha val="72"/>
                  </a:srgbClr>
                </a:gs>
                <a:gs pos="100000">
                  <a:srgbClr val="CA1200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2707086">
              <a:off x="1527037" y="1873039"/>
              <a:ext cx="538705" cy="180691"/>
            </a:xfrm>
            <a:prstGeom prst="ellipse">
              <a:avLst/>
            </a:prstGeom>
            <a:gradFill>
              <a:gsLst>
                <a:gs pos="0">
                  <a:srgbClr val="FFB430">
                    <a:alpha val="32459"/>
                  </a:srgbClr>
                </a:gs>
                <a:gs pos="14286">
                  <a:srgbClr val="FFB430">
                    <a:alpha val="30280"/>
                  </a:srgbClr>
                </a:gs>
                <a:gs pos="28571">
                  <a:srgbClr val="FFB430">
                    <a:alpha val="24426"/>
                  </a:srgbClr>
                </a:gs>
                <a:gs pos="42857">
                  <a:srgbClr val="FFB430">
                    <a:alpha val="16781"/>
                  </a:srgbClr>
                </a:gs>
                <a:gs pos="57143">
                  <a:srgbClr val="FFB430">
                    <a:alpha val="9678"/>
                  </a:srgbClr>
                </a:gs>
                <a:gs pos="71429">
                  <a:srgbClr val="FFB430">
                    <a:alpha val="4653"/>
                  </a:srgbClr>
                </a:gs>
                <a:gs pos="85714">
                  <a:srgbClr val="FFB430">
                    <a:alpha val="1866"/>
                  </a:srgbClr>
                </a:gs>
                <a:gs pos="100000">
                  <a:srgbClr val="FFB430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4886499">
              <a:off x="2960314" y="841248"/>
              <a:ext cx="339705" cy="298193"/>
            </a:xfrm>
            <a:prstGeom prst="ellipse">
              <a:avLst/>
            </a:prstGeom>
            <a:gradFill>
              <a:gsLst>
                <a:gs pos="0">
                  <a:srgbClr val="264300">
                    <a:alpha val="9438"/>
                  </a:srgbClr>
                </a:gs>
                <a:gs pos="14286">
                  <a:srgbClr val="264300">
                    <a:alpha val="8709"/>
                  </a:srgbClr>
                </a:gs>
                <a:gs pos="28571">
                  <a:srgbClr val="264300">
                    <a:alpha val="6831"/>
                  </a:srgbClr>
                </a:gs>
                <a:gs pos="42857">
                  <a:srgbClr val="264300">
                    <a:alpha val="4535"/>
                  </a:srgbClr>
                </a:gs>
                <a:gs pos="57143">
                  <a:srgbClr val="264300">
                    <a:alpha val="2539"/>
                  </a:srgbClr>
                </a:gs>
                <a:gs pos="71429">
                  <a:srgbClr val="264300">
                    <a:alpha val="1196"/>
                  </a:srgbClr>
                </a:gs>
                <a:gs pos="85714">
                  <a:srgbClr val="264300">
                    <a:alpha val="475"/>
                  </a:srgbClr>
                </a:gs>
                <a:gs pos="100000">
                  <a:srgbClr val="264300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9839366">
              <a:off x="794123" y="1970548"/>
              <a:ext cx="693501" cy="25134"/>
            </a:xfrm>
            <a:prstGeom prst="ellipse">
              <a:avLst/>
            </a:prstGeom>
            <a:gradFill>
              <a:gsLst>
                <a:gs pos="0">
                  <a:srgbClr val="FFE2CB">
                    <a:alpha val="32333"/>
                  </a:srgbClr>
                </a:gs>
                <a:gs pos="14286">
                  <a:srgbClr val="FFE2CB">
                    <a:alpha val="30162"/>
                  </a:srgbClr>
                </a:gs>
                <a:gs pos="28571">
                  <a:srgbClr val="FFE2CB">
                    <a:alpha val="24326"/>
                  </a:srgbClr>
                </a:gs>
                <a:gs pos="42857">
                  <a:srgbClr val="FFE2CB">
                    <a:alpha val="16709"/>
                  </a:srgbClr>
                </a:gs>
                <a:gs pos="57143">
                  <a:srgbClr val="FFE2CB">
                    <a:alpha val="9634"/>
                  </a:srgbClr>
                </a:gs>
                <a:gs pos="71429">
                  <a:srgbClr val="FFE2CB">
                    <a:alpha val="4631"/>
                  </a:srgbClr>
                </a:gs>
                <a:gs pos="85714">
                  <a:srgbClr val="FFE2CB">
                    <a:alpha val="1858"/>
                  </a:srgbClr>
                </a:gs>
                <a:gs pos="100000">
                  <a:srgbClr val="FFE2CB">
                    <a:alpha val="6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10126343">
              <a:off x="1330834" y="265368"/>
              <a:ext cx="301954" cy="239966"/>
            </a:xfrm>
            <a:prstGeom prst="ellipse">
              <a:avLst/>
            </a:prstGeom>
            <a:gradFill>
              <a:gsLst>
                <a:gs pos="0">
                  <a:srgbClr val="480000">
                    <a:alpha val="22249"/>
                  </a:srgbClr>
                </a:gs>
                <a:gs pos="14286">
                  <a:srgbClr val="480000">
                    <a:alpha val="20650"/>
                  </a:srgbClr>
                </a:gs>
                <a:gs pos="28571">
                  <a:srgbClr val="480000">
                    <a:alpha val="16439"/>
                  </a:srgbClr>
                </a:gs>
                <a:gs pos="42857">
                  <a:srgbClr val="480000">
                    <a:alpha val="11112"/>
                  </a:srgbClr>
                </a:gs>
                <a:gs pos="57143">
                  <a:srgbClr val="480000">
                    <a:alpha val="6319"/>
                  </a:srgbClr>
                </a:gs>
                <a:gs pos="71429">
                  <a:srgbClr val="480000">
                    <a:alpha val="3009"/>
                  </a:srgbClr>
                </a:gs>
                <a:gs pos="85714">
                  <a:srgbClr val="480000">
                    <a:alpha val="1201"/>
                  </a:srgbClr>
                </a:gs>
                <a:gs pos="100000">
                  <a:srgbClr val="480000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-9718397">
              <a:off x="1015175" y="1292932"/>
              <a:ext cx="575099" cy="34814"/>
            </a:xfrm>
            <a:prstGeom prst="ellipse">
              <a:avLst/>
            </a:prstGeom>
            <a:gradFill>
              <a:gsLst>
                <a:gs pos="0">
                  <a:srgbClr val="591603">
                    <a:alpha val="31482"/>
                  </a:srgbClr>
                </a:gs>
                <a:gs pos="14286">
                  <a:srgbClr val="591603">
                    <a:alpha val="29355"/>
                  </a:srgbClr>
                </a:gs>
                <a:gs pos="28571">
                  <a:srgbClr val="591603">
                    <a:alpha val="23648"/>
                  </a:srgbClr>
                </a:gs>
                <a:gs pos="42857">
                  <a:srgbClr val="591603">
                    <a:alpha val="16220"/>
                  </a:srgbClr>
                </a:gs>
                <a:gs pos="57143">
                  <a:srgbClr val="591603">
                    <a:alpha val="9341"/>
                  </a:srgbClr>
                </a:gs>
                <a:gs pos="71429">
                  <a:srgbClr val="591603">
                    <a:alpha val="4487"/>
                  </a:srgbClr>
                </a:gs>
                <a:gs pos="85714">
                  <a:srgbClr val="591603">
                    <a:alpha val="1799"/>
                  </a:srgbClr>
                </a:gs>
                <a:gs pos="100000">
                  <a:srgbClr val="591603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8888627">
              <a:off x="2473021" y="1128399"/>
              <a:ext cx="270094" cy="138111"/>
            </a:xfrm>
            <a:prstGeom prst="ellipse">
              <a:avLst/>
            </a:prstGeom>
            <a:gradFill>
              <a:gsLst>
                <a:gs pos="0">
                  <a:srgbClr val="E5C070">
                    <a:alpha val="32968"/>
                  </a:srgbClr>
                </a:gs>
                <a:gs pos="14286">
                  <a:srgbClr val="E5C070">
                    <a:alpha val="30764"/>
                  </a:srgbClr>
                </a:gs>
                <a:gs pos="28571">
                  <a:srgbClr val="E5C070">
                    <a:alpha val="24833"/>
                  </a:srgbClr>
                </a:gs>
                <a:gs pos="42857">
                  <a:srgbClr val="E5C070">
                    <a:alpha val="17075"/>
                  </a:srgbClr>
                </a:gs>
                <a:gs pos="57143">
                  <a:srgbClr val="E5C070">
                    <a:alpha val="9855"/>
                  </a:srgbClr>
                </a:gs>
                <a:gs pos="71429">
                  <a:srgbClr val="E5C070">
                    <a:alpha val="4740"/>
                  </a:srgbClr>
                </a:gs>
                <a:gs pos="85714">
                  <a:srgbClr val="E5C070">
                    <a:alpha val="1902"/>
                  </a:srgbClr>
                </a:gs>
                <a:gs pos="100000">
                  <a:srgbClr val="E5C07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9587408">
              <a:off x="3145306" y="2152863"/>
              <a:ext cx="476776" cy="159153"/>
            </a:xfrm>
            <a:prstGeom prst="ellipse">
              <a:avLst/>
            </a:prstGeom>
            <a:gradFill>
              <a:gsLst>
                <a:gs pos="0">
                  <a:srgbClr val="D0C7B7">
                    <a:alpha val="17734"/>
                  </a:srgbClr>
                </a:gs>
                <a:gs pos="14286">
                  <a:srgbClr val="D0C7B7">
                    <a:alpha val="16424"/>
                  </a:srgbClr>
                </a:gs>
                <a:gs pos="28571">
                  <a:srgbClr val="D0C7B7">
                    <a:alpha val="13004"/>
                  </a:srgbClr>
                </a:gs>
                <a:gs pos="42857">
                  <a:srgbClr val="D0C7B7">
                    <a:alpha val="8732"/>
                  </a:srgbClr>
                </a:gs>
                <a:gs pos="57143">
                  <a:srgbClr val="D0C7B7">
                    <a:alpha val="4937"/>
                  </a:srgbClr>
                </a:gs>
                <a:gs pos="71429">
                  <a:srgbClr val="D0C7B7">
                    <a:alpha val="2342"/>
                  </a:srgbClr>
                </a:gs>
                <a:gs pos="85714">
                  <a:srgbClr val="D0C7B7">
                    <a:alpha val="933"/>
                  </a:srgbClr>
                </a:gs>
                <a:gs pos="100000">
                  <a:srgbClr val="D0C7B7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-10709212">
              <a:off x="3403457" y="2213378"/>
              <a:ext cx="283768" cy="283179"/>
            </a:xfrm>
            <a:prstGeom prst="ellipse">
              <a:avLst/>
            </a:prstGeom>
            <a:gradFill>
              <a:gsLst>
                <a:gs pos="0">
                  <a:srgbClr val="8A919F">
                    <a:alpha val="3373"/>
                  </a:srgbClr>
                </a:gs>
                <a:gs pos="14286">
                  <a:srgbClr val="8A919F">
                    <a:alpha val="3104"/>
                  </a:srgbClr>
                </a:gs>
                <a:gs pos="28571">
                  <a:srgbClr val="8A919F">
                    <a:alpha val="2419"/>
                  </a:srgbClr>
                </a:gs>
                <a:gs pos="42857">
                  <a:srgbClr val="8A919F">
                    <a:alpha val="1593"/>
                  </a:srgbClr>
                </a:gs>
                <a:gs pos="57143">
                  <a:srgbClr val="8A919F">
                    <a:alpha val="886"/>
                  </a:srgbClr>
                </a:gs>
                <a:gs pos="71429">
                  <a:srgbClr val="8A919F">
                    <a:alpha val="416"/>
                  </a:srgbClr>
                </a:gs>
                <a:gs pos="85714">
                  <a:srgbClr val="8A919F">
                    <a:alpha val="165"/>
                  </a:srgbClr>
                </a:gs>
                <a:gs pos="100000">
                  <a:srgbClr val="8A919F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6137322">
              <a:off x="1980738" y="1003238"/>
              <a:ext cx="399976" cy="17491"/>
            </a:xfrm>
            <a:prstGeom prst="ellipse">
              <a:avLst/>
            </a:prstGeom>
            <a:gradFill>
              <a:gsLst>
                <a:gs pos="0">
                  <a:srgbClr val="410B00">
                    <a:alpha val="32968"/>
                  </a:srgbClr>
                </a:gs>
                <a:gs pos="14286">
                  <a:srgbClr val="410B00">
                    <a:alpha val="30764"/>
                  </a:srgbClr>
                </a:gs>
                <a:gs pos="28571">
                  <a:srgbClr val="410B00">
                    <a:alpha val="24833"/>
                  </a:srgbClr>
                </a:gs>
                <a:gs pos="42857">
                  <a:srgbClr val="410B00">
                    <a:alpha val="17075"/>
                  </a:srgbClr>
                </a:gs>
                <a:gs pos="57143">
                  <a:srgbClr val="410B00">
                    <a:alpha val="9855"/>
                  </a:srgbClr>
                </a:gs>
                <a:gs pos="71429">
                  <a:srgbClr val="410B00">
                    <a:alpha val="4740"/>
                  </a:srgbClr>
                </a:gs>
                <a:gs pos="85714">
                  <a:srgbClr val="410B00">
                    <a:alpha val="1902"/>
                  </a:srgbClr>
                </a:gs>
                <a:gs pos="100000">
                  <a:srgbClr val="410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7070297">
              <a:off x="2672069" y="563864"/>
              <a:ext cx="476727" cy="115687"/>
            </a:xfrm>
            <a:prstGeom prst="ellipse">
              <a:avLst/>
            </a:prstGeom>
            <a:gradFill>
              <a:gsLst>
                <a:gs pos="0">
                  <a:srgbClr val="000800">
                    <a:alpha val="32968"/>
                  </a:srgbClr>
                </a:gs>
                <a:gs pos="14286">
                  <a:srgbClr val="000800">
                    <a:alpha val="30764"/>
                  </a:srgbClr>
                </a:gs>
                <a:gs pos="28571">
                  <a:srgbClr val="000800">
                    <a:alpha val="24833"/>
                  </a:srgbClr>
                </a:gs>
                <a:gs pos="42857">
                  <a:srgbClr val="000800">
                    <a:alpha val="17075"/>
                  </a:srgbClr>
                </a:gs>
                <a:gs pos="57143">
                  <a:srgbClr val="000800">
                    <a:alpha val="9855"/>
                  </a:srgbClr>
                </a:gs>
                <a:gs pos="71429">
                  <a:srgbClr val="000800">
                    <a:alpha val="4740"/>
                  </a:srgbClr>
                </a:gs>
                <a:gs pos="85714">
                  <a:srgbClr val="000800">
                    <a:alpha val="1902"/>
                  </a:srgbClr>
                </a:gs>
                <a:gs pos="100000">
                  <a:srgbClr val="000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-9479950">
              <a:off x="1860501" y="1960046"/>
              <a:ext cx="176660" cy="104235"/>
            </a:xfrm>
            <a:prstGeom prst="ellipse">
              <a:avLst/>
            </a:prstGeom>
            <a:gradFill>
              <a:gsLst>
                <a:gs pos="0">
                  <a:srgbClr val="F3C3AF">
                    <a:alpha val="32968"/>
                  </a:srgbClr>
                </a:gs>
                <a:gs pos="14286">
                  <a:srgbClr val="F3C3AF">
                    <a:alpha val="30764"/>
                  </a:srgbClr>
                </a:gs>
                <a:gs pos="28571">
                  <a:srgbClr val="F3C3AF">
                    <a:alpha val="24833"/>
                  </a:srgbClr>
                </a:gs>
                <a:gs pos="42857">
                  <a:srgbClr val="F3C3AF">
                    <a:alpha val="17075"/>
                  </a:srgbClr>
                </a:gs>
                <a:gs pos="57143">
                  <a:srgbClr val="F3C3AF">
                    <a:alpha val="9855"/>
                  </a:srgbClr>
                </a:gs>
                <a:gs pos="71429">
                  <a:srgbClr val="F3C3AF">
                    <a:alpha val="4740"/>
                  </a:srgbClr>
                </a:gs>
                <a:gs pos="85714">
                  <a:srgbClr val="F3C3AF">
                    <a:alpha val="1902"/>
                  </a:srgbClr>
                </a:gs>
                <a:gs pos="100000">
                  <a:srgbClr val="F3C3A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7741109">
              <a:off x="3127824" y="2141752"/>
              <a:ext cx="409455" cy="149764"/>
            </a:xfrm>
            <a:prstGeom prst="ellipse">
              <a:avLst/>
            </a:prstGeom>
            <a:gradFill>
              <a:gsLst>
                <a:gs pos="0">
                  <a:srgbClr val="FED5DB">
                    <a:alpha val="22963"/>
                  </a:srgbClr>
                </a:gs>
                <a:gs pos="14286">
                  <a:srgbClr val="FED5DB">
                    <a:alpha val="21321"/>
                  </a:srgbClr>
                </a:gs>
                <a:gs pos="28571">
                  <a:srgbClr val="FED5DB">
                    <a:alpha val="16988"/>
                  </a:srgbClr>
                </a:gs>
                <a:gs pos="42857">
                  <a:srgbClr val="FED5DB">
                    <a:alpha val="11496"/>
                  </a:srgbClr>
                </a:gs>
                <a:gs pos="57143">
                  <a:srgbClr val="FED5DB">
                    <a:alpha val="6543"/>
                  </a:srgbClr>
                </a:gs>
                <a:gs pos="71429">
                  <a:srgbClr val="FED5DB">
                    <a:alpha val="3118"/>
                  </a:srgbClr>
                </a:gs>
                <a:gs pos="85714">
                  <a:srgbClr val="FED5DB">
                    <a:alpha val="1245"/>
                  </a:srgbClr>
                </a:gs>
                <a:gs pos="100000">
                  <a:srgbClr val="FED5DB">
                    <a:alpha val="4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-10555154">
              <a:off x="1011292" y="1428547"/>
              <a:ext cx="425186" cy="37477"/>
            </a:xfrm>
            <a:prstGeom prst="ellipse">
              <a:avLst/>
            </a:prstGeom>
            <a:gradFill>
              <a:gsLst>
                <a:gs pos="0">
                  <a:srgbClr val="7F4400">
                    <a:alpha val="22699"/>
                  </a:srgbClr>
                </a:gs>
                <a:gs pos="14286">
                  <a:srgbClr val="7F4400">
                    <a:alpha val="21072"/>
                  </a:srgbClr>
                </a:gs>
                <a:gs pos="28571">
                  <a:srgbClr val="7F4400">
                    <a:alpha val="16784"/>
                  </a:srgbClr>
                </a:gs>
                <a:gs pos="42857">
                  <a:srgbClr val="7F4400">
                    <a:alpha val="11354"/>
                  </a:srgbClr>
                </a:gs>
                <a:gs pos="57143">
                  <a:srgbClr val="7F4400">
                    <a:alpha val="6460"/>
                  </a:srgbClr>
                </a:gs>
                <a:gs pos="71429">
                  <a:srgbClr val="7F4400">
                    <a:alpha val="3077"/>
                  </a:srgbClr>
                </a:gs>
                <a:gs pos="85714">
                  <a:srgbClr val="7F4400">
                    <a:alpha val="1228"/>
                  </a:srgbClr>
                </a:gs>
                <a:gs pos="100000">
                  <a:srgbClr val="7F4400">
                    <a:alpha val="4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4259148">
              <a:off x="2559241" y="2302304"/>
              <a:ext cx="320231" cy="209445"/>
            </a:xfrm>
            <a:prstGeom prst="ellipse">
              <a:avLst/>
            </a:prstGeom>
            <a:gradFill>
              <a:gsLst>
                <a:gs pos="0">
                  <a:srgbClr val="C7A997">
                    <a:alpha val="32857"/>
                  </a:srgbClr>
                </a:gs>
                <a:gs pos="14286">
                  <a:srgbClr val="C7A997">
                    <a:alpha val="30658"/>
                  </a:srgbClr>
                </a:gs>
                <a:gs pos="28571">
                  <a:srgbClr val="C7A997">
                    <a:alpha val="24744"/>
                  </a:srgbClr>
                </a:gs>
                <a:gs pos="42857">
                  <a:srgbClr val="C7A997">
                    <a:alpha val="17011"/>
                  </a:srgbClr>
                </a:gs>
                <a:gs pos="57143">
                  <a:srgbClr val="C7A997">
                    <a:alpha val="9816"/>
                  </a:srgbClr>
                </a:gs>
                <a:gs pos="71429">
                  <a:srgbClr val="C7A997">
                    <a:alpha val="4721"/>
                  </a:srgbClr>
                </a:gs>
                <a:gs pos="85714">
                  <a:srgbClr val="C7A997">
                    <a:alpha val="1894"/>
                  </a:srgbClr>
                </a:gs>
                <a:gs pos="100000">
                  <a:srgbClr val="C7A997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-9085409">
              <a:off x="461057" y="619785"/>
              <a:ext cx="398277" cy="60177"/>
            </a:xfrm>
            <a:prstGeom prst="ellipse">
              <a:avLst/>
            </a:prstGeom>
            <a:gradFill>
              <a:gsLst>
                <a:gs pos="0">
                  <a:srgbClr val="FFB65C">
                    <a:alpha val="4938"/>
                  </a:srgbClr>
                </a:gs>
                <a:gs pos="14286">
                  <a:srgbClr val="FFB65C">
                    <a:alpha val="4548"/>
                  </a:srgbClr>
                </a:gs>
                <a:gs pos="28571">
                  <a:srgbClr val="FFB65C">
                    <a:alpha val="3550"/>
                  </a:srgbClr>
                </a:gs>
                <a:gs pos="42857">
                  <a:srgbClr val="FFB65C">
                    <a:alpha val="2343"/>
                  </a:srgbClr>
                </a:gs>
                <a:gs pos="57143">
                  <a:srgbClr val="FFB65C">
                    <a:alpha val="1305"/>
                  </a:srgbClr>
                </a:gs>
                <a:gs pos="71429">
                  <a:srgbClr val="FFB65C">
                    <a:alpha val="613"/>
                  </a:srgbClr>
                </a:gs>
                <a:gs pos="85714">
                  <a:srgbClr val="FFB65C">
                    <a:alpha val="243"/>
                  </a:srgbClr>
                </a:gs>
                <a:gs pos="100000">
                  <a:srgbClr val="FFB65C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-10196253">
              <a:off x="2366018" y="1158487"/>
              <a:ext cx="238389" cy="146845"/>
            </a:xfrm>
            <a:prstGeom prst="ellipse">
              <a:avLst/>
            </a:prstGeom>
            <a:gradFill>
              <a:gsLst>
                <a:gs pos="0">
                  <a:srgbClr val="FFCD54">
                    <a:alpha val="32968"/>
                  </a:srgbClr>
                </a:gs>
                <a:gs pos="14286">
                  <a:srgbClr val="FFCD54">
                    <a:alpha val="30764"/>
                  </a:srgbClr>
                </a:gs>
                <a:gs pos="28571">
                  <a:srgbClr val="FFCD54">
                    <a:alpha val="24833"/>
                  </a:srgbClr>
                </a:gs>
                <a:gs pos="42857">
                  <a:srgbClr val="FFCD54">
                    <a:alpha val="17075"/>
                  </a:srgbClr>
                </a:gs>
                <a:gs pos="57143">
                  <a:srgbClr val="FFCD54">
                    <a:alpha val="9855"/>
                  </a:srgbClr>
                </a:gs>
                <a:gs pos="71429">
                  <a:srgbClr val="FFCD54">
                    <a:alpha val="4740"/>
                  </a:srgbClr>
                </a:gs>
                <a:gs pos="85714">
                  <a:srgbClr val="FFCD54">
                    <a:alpha val="1902"/>
                  </a:srgbClr>
                </a:gs>
                <a:gs pos="100000">
                  <a:srgbClr val="FFCD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2938034">
              <a:off x="989561" y="1246259"/>
              <a:ext cx="357769" cy="80160"/>
            </a:xfrm>
            <a:prstGeom prst="ellipse">
              <a:avLst/>
            </a:prstGeom>
            <a:gradFill>
              <a:gsLst>
                <a:gs pos="0">
                  <a:srgbClr val="B1875D">
                    <a:alpha val="32968"/>
                  </a:srgbClr>
                </a:gs>
                <a:gs pos="14286">
                  <a:srgbClr val="B1875D">
                    <a:alpha val="30764"/>
                  </a:srgbClr>
                </a:gs>
                <a:gs pos="28571">
                  <a:srgbClr val="B1875D">
                    <a:alpha val="24833"/>
                  </a:srgbClr>
                </a:gs>
                <a:gs pos="42857">
                  <a:srgbClr val="B1875D">
                    <a:alpha val="17075"/>
                  </a:srgbClr>
                </a:gs>
                <a:gs pos="57143">
                  <a:srgbClr val="B1875D">
                    <a:alpha val="9855"/>
                  </a:srgbClr>
                </a:gs>
                <a:gs pos="71429">
                  <a:srgbClr val="B1875D">
                    <a:alpha val="4740"/>
                  </a:srgbClr>
                </a:gs>
                <a:gs pos="85714">
                  <a:srgbClr val="B1875D">
                    <a:alpha val="1902"/>
                  </a:srgbClr>
                </a:gs>
                <a:gs pos="100000">
                  <a:srgbClr val="B187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-10607836">
              <a:off x="702742" y="855723"/>
              <a:ext cx="360684" cy="129645"/>
            </a:xfrm>
            <a:prstGeom prst="ellipse">
              <a:avLst/>
            </a:prstGeom>
            <a:gradFill>
              <a:gsLst>
                <a:gs pos="0">
                  <a:srgbClr val="C69259">
                    <a:alpha val="15698"/>
                  </a:srgbClr>
                </a:gs>
                <a:gs pos="14286">
                  <a:srgbClr val="C69259">
                    <a:alpha val="14526"/>
                  </a:srgbClr>
                </a:gs>
                <a:gs pos="28571">
                  <a:srgbClr val="C69259">
                    <a:alpha val="11474"/>
                  </a:srgbClr>
                </a:gs>
                <a:gs pos="42857">
                  <a:srgbClr val="C69259">
                    <a:alpha val="7682"/>
                  </a:srgbClr>
                </a:gs>
                <a:gs pos="57143">
                  <a:srgbClr val="C69259">
                    <a:alpha val="4333"/>
                  </a:srgbClr>
                </a:gs>
                <a:gs pos="71429">
                  <a:srgbClr val="C69259">
                    <a:alpha val="2052"/>
                  </a:srgbClr>
                </a:gs>
                <a:gs pos="85714">
                  <a:srgbClr val="C69259">
                    <a:alpha val="817"/>
                  </a:srgbClr>
                </a:gs>
                <a:gs pos="100000">
                  <a:srgbClr val="C69259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2923932">
              <a:off x="86533" y="1258275"/>
              <a:ext cx="472628" cy="49735"/>
            </a:xfrm>
            <a:prstGeom prst="ellipse">
              <a:avLst/>
            </a:prstGeom>
            <a:gradFill>
              <a:gsLst>
                <a:gs pos="0">
                  <a:srgbClr val="B4947C">
                    <a:alpha val="32968"/>
                  </a:srgbClr>
                </a:gs>
                <a:gs pos="14286">
                  <a:srgbClr val="B4947C">
                    <a:alpha val="30764"/>
                  </a:srgbClr>
                </a:gs>
                <a:gs pos="28571">
                  <a:srgbClr val="B4947C">
                    <a:alpha val="24833"/>
                  </a:srgbClr>
                </a:gs>
                <a:gs pos="42857">
                  <a:srgbClr val="B4947C">
                    <a:alpha val="17075"/>
                  </a:srgbClr>
                </a:gs>
                <a:gs pos="57143">
                  <a:srgbClr val="B4947C">
                    <a:alpha val="9855"/>
                  </a:srgbClr>
                </a:gs>
                <a:gs pos="71429">
                  <a:srgbClr val="B4947C">
                    <a:alpha val="4740"/>
                  </a:srgbClr>
                </a:gs>
                <a:gs pos="85714">
                  <a:srgbClr val="B4947C">
                    <a:alpha val="1902"/>
                  </a:srgbClr>
                </a:gs>
                <a:gs pos="100000">
                  <a:srgbClr val="B494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4974968">
              <a:off x="3436907" y="1826729"/>
              <a:ext cx="422335" cy="130468"/>
            </a:xfrm>
            <a:prstGeom prst="ellipse">
              <a:avLst/>
            </a:prstGeom>
            <a:gradFill>
              <a:gsLst>
                <a:gs pos="0">
                  <a:srgbClr val="AF9B92">
                    <a:alpha val="29157"/>
                  </a:srgbClr>
                </a:gs>
                <a:gs pos="14286">
                  <a:srgbClr val="AF9B92">
                    <a:alpha val="27154"/>
                  </a:srgbClr>
                </a:gs>
                <a:gs pos="28571">
                  <a:srgbClr val="AF9B92">
                    <a:alpha val="21808"/>
                  </a:srgbClr>
                </a:gs>
                <a:gs pos="42857">
                  <a:srgbClr val="AF9B92">
                    <a:alpha val="14901"/>
                  </a:srgbClr>
                </a:gs>
                <a:gs pos="57143">
                  <a:srgbClr val="AF9B92">
                    <a:alpha val="8553"/>
                  </a:srgbClr>
                </a:gs>
                <a:gs pos="71429">
                  <a:srgbClr val="AF9B92">
                    <a:alpha val="4099"/>
                  </a:srgbClr>
                </a:gs>
                <a:gs pos="85714">
                  <a:srgbClr val="AF9B92">
                    <a:alpha val="1641"/>
                  </a:srgbClr>
                </a:gs>
                <a:gs pos="100000">
                  <a:srgbClr val="AF9B92">
                    <a:alpha val="5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-8325948">
              <a:off x="733832" y="333305"/>
              <a:ext cx="188080" cy="47643"/>
            </a:xfrm>
            <a:prstGeom prst="ellipse">
              <a:avLst/>
            </a:prstGeom>
            <a:gradFill>
              <a:gsLst>
                <a:gs pos="0">
                  <a:srgbClr val="F5CBA4">
                    <a:alpha val="28955"/>
                  </a:srgbClr>
                </a:gs>
                <a:gs pos="14286">
                  <a:srgbClr val="F5CBA4">
                    <a:alpha val="26963"/>
                  </a:srgbClr>
                </a:gs>
                <a:gs pos="28571">
                  <a:srgbClr val="F5CBA4">
                    <a:alpha val="21648"/>
                  </a:srgbClr>
                </a:gs>
                <a:gs pos="42857">
                  <a:srgbClr val="F5CBA4">
                    <a:alpha val="14787"/>
                  </a:srgbClr>
                </a:gs>
                <a:gs pos="57143">
                  <a:srgbClr val="F5CBA4">
                    <a:alpha val="8485"/>
                  </a:srgbClr>
                </a:gs>
                <a:gs pos="71429">
                  <a:srgbClr val="F5CBA4">
                    <a:alpha val="4065"/>
                  </a:srgbClr>
                </a:gs>
                <a:gs pos="85714">
                  <a:srgbClr val="F5CBA4">
                    <a:alpha val="1628"/>
                  </a:srgbClr>
                </a:gs>
                <a:gs pos="100000">
                  <a:srgbClr val="F5CBA4">
                    <a:alpha val="5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-10797774">
              <a:off x="1506232" y="1873837"/>
              <a:ext cx="588099" cy="57745"/>
            </a:xfrm>
            <a:prstGeom prst="ellipse">
              <a:avLst/>
            </a:prstGeom>
            <a:gradFill>
              <a:gsLst>
                <a:gs pos="0">
                  <a:srgbClr val="FF8900">
                    <a:alpha val="25243"/>
                  </a:srgbClr>
                </a:gs>
                <a:gs pos="14286">
                  <a:srgbClr val="FF8900">
                    <a:alpha val="23463"/>
                  </a:srgbClr>
                </a:gs>
                <a:gs pos="28571">
                  <a:srgbClr val="FF8900">
                    <a:alpha val="18748"/>
                  </a:srgbClr>
                </a:gs>
                <a:gs pos="42857">
                  <a:srgbClr val="FF8900">
                    <a:alpha val="12732"/>
                  </a:srgbClr>
                </a:gs>
                <a:gs pos="57143">
                  <a:srgbClr val="FF8900">
                    <a:alpha val="7268"/>
                  </a:srgbClr>
                </a:gs>
                <a:gs pos="71429">
                  <a:srgbClr val="FF8900">
                    <a:alpha val="3471"/>
                  </a:srgbClr>
                </a:gs>
                <a:gs pos="85714">
                  <a:srgbClr val="FF8900">
                    <a:alpha val="1387"/>
                  </a:srgbClr>
                </a:gs>
                <a:gs pos="100000">
                  <a:srgbClr val="FF8900">
                    <a:alpha val="4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-10463235">
              <a:off x="1073637" y="1138009"/>
              <a:ext cx="660690" cy="62526"/>
            </a:xfrm>
            <a:prstGeom prst="ellipse">
              <a:avLst/>
            </a:prstGeom>
            <a:gradFill>
              <a:gsLst>
                <a:gs pos="0">
                  <a:srgbClr val="000501">
                    <a:alpha val="32968"/>
                  </a:srgbClr>
                </a:gs>
                <a:gs pos="14286">
                  <a:srgbClr val="000501">
                    <a:alpha val="30764"/>
                  </a:srgbClr>
                </a:gs>
                <a:gs pos="28571">
                  <a:srgbClr val="000501">
                    <a:alpha val="24833"/>
                  </a:srgbClr>
                </a:gs>
                <a:gs pos="42857">
                  <a:srgbClr val="000501">
                    <a:alpha val="17075"/>
                  </a:srgbClr>
                </a:gs>
                <a:gs pos="57143">
                  <a:srgbClr val="000501">
                    <a:alpha val="9855"/>
                  </a:srgbClr>
                </a:gs>
                <a:gs pos="71429">
                  <a:srgbClr val="000501">
                    <a:alpha val="4740"/>
                  </a:srgbClr>
                </a:gs>
                <a:gs pos="85714">
                  <a:srgbClr val="000501">
                    <a:alpha val="1902"/>
                  </a:srgbClr>
                </a:gs>
                <a:gs pos="100000">
                  <a:srgbClr val="0005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5977624">
              <a:off x="-75072" y="1304778"/>
              <a:ext cx="372565" cy="159356"/>
            </a:xfrm>
            <a:prstGeom prst="ellipse">
              <a:avLst/>
            </a:prstGeom>
            <a:gradFill>
              <a:gsLst>
                <a:gs pos="0">
                  <a:srgbClr val="200048">
                    <a:alpha val="24704"/>
                  </a:srgbClr>
                </a:gs>
                <a:gs pos="14286">
                  <a:srgbClr val="200048">
                    <a:alpha val="22956"/>
                  </a:srgbClr>
                </a:gs>
                <a:gs pos="28571">
                  <a:srgbClr val="200048">
                    <a:alpha val="18331"/>
                  </a:srgbClr>
                </a:gs>
                <a:gs pos="42857">
                  <a:srgbClr val="200048">
                    <a:alpha val="12438"/>
                  </a:srgbClr>
                </a:gs>
                <a:gs pos="57143">
                  <a:srgbClr val="200048">
                    <a:alpha val="7095"/>
                  </a:srgbClr>
                </a:gs>
                <a:gs pos="71429">
                  <a:srgbClr val="200048">
                    <a:alpha val="3386"/>
                  </a:srgbClr>
                </a:gs>
                <a:gs pos="85714">
                  <a:srgbClr val="200048">
                    <a:alpha val="1353"/>
                  </a:srgbClr>
                </a:gs>
                <a:gs pos="100000">
                  <a:srgbClr val="200048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7197852">
              <a:off x="2386685" y="706032"/>
              <a:ext cx="316688" cy="134170"/>
            </a:xfrm>
            <a:prstGeom prst="ellipse">
              <a:avLst/>
            </a:prstGeom>
            <a:gradFill>
              <a:gsLst>
                <a:gs pos="0">
                  <a:srgbClr val="8E5100">
                    <a:alpha val="15303"/>
                  </a:srgbClr>
                </a:gs>
                <a:gs pos="14286">
                  <a:srgbClr val="8E5100">
                    <a:alpha val="14157"/>
                  </a:srgbClr>
                </a:gs>
                <a:gs pos="28571">
                  <a:srgbClr val="8E5100">
                    <a:alpha val="11177"/>
                  </a:srgbClr>
                </a:gs>
                <a:gs pos="42857">
                  <a:srgbClr val="8E5100">
                    <a:alpha val="7480"/>
                  </a:srgbClr>
                </a:gs>
                <a:gs pos="57143">
                  <a:srgbClr val="8E5100">
                    <a:alpha val="4216"/>
                  </a:srgbClr>
                </a:gs>
                <a:gs pos="71429">
                  <a:srgbClr val="8E5100">
                    <a:alpha val="1996"/>
                  </a:srgbClr>
                </a:gs>
                <a:gs pos="85714">
                  <a:srgbClr val="8E5100">
                    <a:alpha val="794"/>
                  </a:srgbClr>
                </a:gs>
                <a:gs pos="100000">
                  <a:srgbClr val="8E5100">
                    <a:alpha val="2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5631190">
              <a:off x="725238" y="850738"/>
              <a:ext cx="322787" cy="309701"/>
            </a:xfrm>
            <a:prstGeom prst="ellipse">
              <a:avLst/>
            </a:prstGeom>
            <a:gradFill>
              <a:gsLst>
                <a:gs pos="0">
                  <a:srgbClr val="8D7600">
                    <a:alpha val="1935"/>
                  </a:srgbClr>
                </a:gs>
                <a:gs pos="14286">
                  <a:srgbClr val="8D7600">
                    <a:alpha val="1780"/>
                  </a:srgbClr>
                </a:gs>
                <a:gs pos="28571">
                  <a:srgbClr val="8D7600">
                    <a:alpha val="1385"/>
                  </a:srgbClr>
                </a:gs>
                <a:gs pos="42857">
                  <a:srgbClr val="8D7600">
                    <a:alpha val="910"/>
                  </a:srgbClr>
                </a:gs>
                <a:gs pos="57143">
                  <a:srgbClr val="8D7600">
                    <a:alpha val="506"/>
                  </a:srgbClr>
                </a:gs>
                <a:gs pos="71429">
                  <a:srgbClr val="8D7600">
                    <a:alpha val="237"/>
                  </a:srgbClr>
                </a:gs>
                <a:gs pos="85714">
                  <a:srgbClr val="8D7600">
                    <a:alpha val="94"/>
                  </a:srgbClr>
                </a:gs>
                <a:gs pos="100000">
                  <a:srgbClr val="8D7600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6453589">
              <a:off x="2073682" y="697730"/>
              <a:ext cx="286175" cy="30952"/>
            </a:xfrm>
            <a:prstGeom prst="ellipse">
              <a:avLst/>
            </a:prstGeom>
            <a:gradFill>
              <a:gsLst>
                <a:gs pos="0">
                  <a:srgbClr val="003D00">
                    <a:alpha val="6970"/>
                  </a:srgbClr>
                </a:gs>
                <a:gs pos="14286">
                  <a:srgbClr val="003D00">
                    <a:alpha val="6425"/>
                  </a:srgbClr>
                </a:gs>
                <a:gs pos="28571">
                  <a:srgbClr val="003D00">
                    <a:alpha val="5025"/>
                  </a:srgbClr>
                </a:gs>
                <a:gs pos="42857">
                  <a:srgbClr val="003D00">
                    <a:alpha val="3325"/>
                  </a:srgbClr>
                </a:gs>
                <a:gs pos="57143">
                  <a:srgbClr val="003D00">
                    <a:alpha val="1856"/>
                  </a:srgbClr>
                </a:gs>
                <a:gs pos="71429">
                  <a:srgbClr val="003D00">
                    <a:alpha val="873"/>
                  </a:srgbClr>
                </a:gs>
                <a:gs pos="85714">
                  <a:srgbClr val="003D00">
                    <a:alpha val="346"/>
                  </a:srgbClr>
                </a:gs>
                <a:gs pos="100000">
                  <a:srgbClr val="003D00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5780330">
              <a:off x="2007865" y="451055"/>
              <a:ext cx="324084" cy="97006"/>
            </a:xfrm>
            <a:prstGeom prst="ellipse">
              <a:avLst/>
            </a:prstGeom>
            <a:gradFill>
              <a:gsLst>
                <a:gs pos="0">
                  <a:srgbClr val="EB9A51">
                    <a:alpha val="11714"/>
                  </a:srgbClr>
                </a:gs>
                <a:gs pos="14286">
                  <a:srgbClr val="EB9A51">
                    <a:alpha val="10820"/>
                  </a:srgbClr>
                </a:gs>
                <a:gs pos="28571">
                  <a:srgbClr val="EB9A51">
                    <a:alpha val="8508"/>
                  </a:srgbClr>
                </a:gs>
                <a:gs pos="42857">
                  <a:srgbClr val="EB9A51">
                    <a:alpha val="5665"/>
                  </a:srgbClr>
                </a:gs>
                <a:gs pos="57143">
                  <a:srgbClr val="EB9A51">
                    <a:alpha val="3180"/>
                  </a:srgbClr>
                </a:gs>
                <a:gs pos="71429">
                  <a:srgbClr val="EB9A51">
                    <a:alpha val="1501"/>
                  </a:srgbClr>
                </a:gs>
                <a:gs pos="85714">
                  <a:srgbClr val="EB9A51">
                    <a:alpha val="596"/>
                  </a:srgbClr>
                </a:gs>
                <a:gs pos="100000">
                  <a:srgbClr val="EB9A51">
                    <a:alpha val="2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3970151">
              <a:off x="1047167" y="159357"/>
              <a:ext cx="461207" cy="69750"/>
            </a:xfrm>
            <a:prstGeom prst="ellipse">
              <a:avLst/>
            </a:prstGeom>
            <a:gradFill>
              <a:gsLst>
                <a:gs pos="0">
                  <a:srgbClr val="3F1100">
                    <a:alpha val="32968"/>
                  </a:srgbClr>
                </a:gs>
                <a:gs pos="14286">
                  <a:srgbClr val="3F1100">
                    <a:alpha val="30764"/>
                  </a:srgbClr>
                </a:gs>
                <a:gs pos="28571">
                  <a:srgbClr val="3F1100">
                    <a:alpha val="24833"/>
                  </a:srgbClr>
                </a:gs>
                <a:gs pos="42857">
                  <a:srgbClr val="3F1100">
                    <a:alpha val="17075"/>
                  </a:srgbClr>
                </a:gs>
                <a:gs pos="57143">
                  <a:srgbClr val="3F1100">
                    <a:alpha val="9855"/>
                  </a:srgbClr>
                </a:gs>
                <a:gs pos="71429">
                  <a:srgbClr val="3F1100">
                    <a:alpha val="4740"/>
                  </a:srgbClr>
                </a:gs>
                <a:gs pos="85714">
                  <a:srgbClr val="3F1100">
                    <a:alpha val="1902"/>
                  </a:srgbClr>
                </a:gs>
                <a:gs pos="100000">
                  <a:srgbClr val="3F1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5917528">
              <a:off x="2454422" y="105569"/>
              <a:ext cx="327856" cy="258108"/>
            </a:xfrm>
            <a:prstGeom prst="ellipse">
              <a:avLst/>
            </a:prstGeom>
            <a:gradFill>
              <a:gsLst>
                <a:gs pos="0">
                  <a:srgbClr val="D59C2C">
                    <a:alpha val="6439"/>
                  </a:srgbClr>
                </a:gs>
                <a:gs pos="14286">
                  <a:srgbClr val="D59C2C">
                    <a:alpha val="5934"/>
                  </a:srgbClr>
                </a:gs>
                <a:gs pos="28571">
                  <a:srgbClr val="D59C2C">
                    <a:alpha val="4639"/>
                  </a:srgbClr>
                </a:gs>
                <a:gs pos="42857">
                  <a:srgbClr val="D59C2C">
                    <a:alpha val="3067"/>
                  </a:srgbClr>
                </a:gs>
                <a:gs pos="57143">
                  <a:srgbClr val="D59C2C">
                    <a:alpha val="1711"/>
                  </a:srgbClr>
                </a:gs>
                <a:gs pos="71429">
                  <a:srgbClr val="D59C2C">
                    <a:alpha val="805"/>
                  </a:srgbClr>
                </a:gs>
                <a:gs pos="85714">
                  <a:srgbClr val="D59C2C">
                    <a:alpha val="319"/>
                  </a:srgbClr>
                </a:gs>
                <a:gs pos="100000">
                  <a:srgbClr val="D59C2C">
                    <a:alpha val="1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-8857082">
              <a:off x="2383703" y="2263276"/>
              <a:ext cx="475475" cy="312148"/>
            </a:xfrm>
            <a:prstGeom prst="ellipse">
              <a:avLst/>
            </a:prstGeom>
            <a:gradFill>
              <a:gsLst>
                <a:gs pos="0">
                  <a:srgbClr val="D6BAA5">
                    <a:alpha val="32968"/>
                  </a:srgbClr>
                </a:gs>
                <a:gs pos="14286">
                  <a:srgbClr val="D6BAA5">
                    <a:alpha val="30764"/>
                  </a:srgbClr>
                </a:gs>
                <a:gs pos="28571">
                  <a:srgbClr val="D6BAA5">
                    <a:alpha val="24833"/>
                  </a:srgbClr>
                </a:gs>
                <a:gs pos="42857">
                  <a:srgbClr val="D6BAA5">
                    <a:alpha val="17075"/>
                  </a:srgbClr>
                </a:gs>
                <a:gs pos="57143">
                  <a:srgbClr val="D6BAA5">
                    <a:alpha val="9855"/>
                  </a:srgbClr>
                </a:gs>
                <a:gs pos="71429">
                  <a:srgbClr val="D6BAA5">
                    <a:alpha val="4740"/>
                  </a:srgbClr>
                </a:gs>
                <a:gs pos="85714">
                  <a:srgbClr val="D6BAA5">
                    <a:alpha val="1902"/>
                  </a:srgbClr>
                </a:gs>
                <a:gs pos="100000">
                  <a:srgbClr val="D6BA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3832879">
              <a:off x="745646" y="228716"/>
              <a:ext cx="406046" cy="110718"/>
            </a:xfrm>
            <a:prstGeom prst="ellipse">
              <a:avLst/>
            </a:prstGeom>
            <a:gradFill>
              <a:gsLst>
                <a:gs pos="0">
                  <a:srgbClr val="855B00">
                    <a:alpha val="10509"/>
                  </a:srgbClr>
                </a:gs>
                <a:gs pos="14286">
                  <a:srgbClr val="855B00">
                    <a:alpha val="9702"/>
                  </a:srgbClr>
                </a:gs>
                <a:gs pos="28571">
                  <a:srgbClr val="855B00">
                    <a:alpha val="7618"/>
                  </a:srgbClr>
                </a:gs>
                <a:gs pos="42857">
                  <a:srgbClr val="855B00">
                    <a:alpha val="5065"/>
                  </a:srgbClr>
                </a:gs>
                <a:gs pos="57143">
                  <a:srgbClr val="855B00">
                    <a:alpha val="2839"/>
                  </a:srgbClr>
                </a:gs>
                <a:gs pos="71429">
                  <a:srgbClr val="855B00">
                    <a:alpha val="1339"/>
                  </a:srgbClr>
                </a:gs>
                <a:gs pos="85714">
                  <a:srgbClr val="855B00">
                    <a:alpha val="532"/>
                  </a:srgbClr>
                </a:gs>
                <a:gs pos="100000">
                  <a:srgbClr val="855B00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5806975">
              <a:off x="36054" y="321481"/>
              <a:ext cx="388043" cy="101737"/>
            </a:xfrm>
            <a:prstGeom prst="ellipse">
              <a:avLst/>
            </a:prstGeom>
            <a:gradFill>
              <a:gsLst>
                <a:gs pos="0">
                  <a:srgbClr val="FEE9EB">
                    <a:alpha val="28651"/>
                  </a:srgbClr>
                </a:gs>
                <a:gs pos="14286">
                  <a:srgbClr val="FEE9EB">
                    <a:alpha val="26676"/>
                  </a:srgbClr>
                </a:gs>
                <a:gs pos="28571">
                  <a:srgbClr val="FEE9EB">
                    <a:alpha val="21409"/>
                  </a:srgbClr>
                </a:gs>
                <a:gs pos="42857">
                  <a:srgbClr val="FEE9EB">
                    <a:alpha val="14617"/>
                  </a:srgbClr>
                </a:gs>
                <a:gs pos="57143">
                  <a:srgbClr val="FEE9EB">
                    <a:alpha val="8384"/>
                  </a:srgbClr>
                </a:gs>
                <a:gs pos="71429">
                  <a:srgbClr val="FEE9EB">
                    <a:alpha val="4016"/>
                  </a:srgbClr>
                </a:gs>
                <a:gs pos="85714">
                  <a:srgbClr val="FEE9EB">
                    <a:alpha val="1608"/>
                  </a:srgbClr>
                </a:gs>
                <a:gs pos="100000">
                  <a:srgbClr val="FEE9EB">
                    <a:alpha val="5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4054814">
              <a:off x="461729" y="775654"/>
              <a:ext cx="319020" cy="186366"/>
            </a:xfrm>
            <a:prstGeom prst="ellipse">
              <a:avLst/>
            </a:prstGeom>
            <a:gradFill>
              <a:gsLst>
                <a:gs pos="0">
                  <a:srgbClr val="000000">
                    <a:alpha val="14145"/>
                  </a:srgbClr>
                </a:gs>
                <a:gs pos="14286">
                  <a:srgbClr val="000000">
                    <a:alpha val="13079"/>
                  </a:srgbClr>
                </a:gs>
                <a:gs pos="28571">
                  <a:srgbClr val="000000">
                    <a:alpha val="10312"/>
                  </a:srgbClr>
                </a:gs>
                <a:gs pos="42857">
                  <a:srgbClr val="000000">
                    <a:alpha val="6890"/>
                  </a:srgbClr>
                </a:gs>
                <a:gs pos="57143">
                  <a:srgbClr val="000000">
                    <a:alpha val="3878"/>
                  </a:srgbClr>
                </a:gs>
                <a:gs pos="71429">
                  <a:srgbClr val="000000">
                    <a:alpha val="1835"/>
                  </a:srgbClr>
                </a:gs>
                <a:gs pos="85714">
                  <a:srgbClr val="000000">
                    <a:alpha val="730"/>
                  </a:srgbClr>
                </a:gs>
                <a:gs pos="100000">
                  <a:srgbClr val="00000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3337568">
              <a:off x="514478" y="1709383"/>
              <a:ext cx="511882" cy="227921"/>
            </a:xfrm>
            <a:prstGeom prst="ellipse">
              <a:avLst/>
            </a:prstGeom>
            <a:gradFill>
              <a:gsLst>
                <a:gs pos="0">
                  <a:srgbClr val="854900">
                    <a:alpha val="14955"/>
                  </a:srgbClr>
                </a:gs>
                <a:gs pos="14286">
                  <a:srgbClr val="854900">
                    <a:alpha val="13833"/>
                  </a:srgbClr>
                </a:gs>
                <a:gs pos="28571">
                  <a:srgbClr val="854900">
                    <a:alpha val="10917"/>
                  </a:srgbClr>
                </a:gs>
                <a:gs pos="42857">
                  <a:srgbClr val="854900">
                    <a:alpha val="7302"/>
                  </a:srgbClr>
                </a:gs>
                <a:gs pos="57143">
                  <a:srgbClr val="854900">
                    <a:alpha val="4114"/>
                  </a:srgbClr>
                </a:gs>
                <a:gs pos="71429">
                  <a:srgbClr val="854900">
                    <a:alpha val="1947"/>
                  </a:srgbClr>
                </a:gs>
                <a:gs pos="85714">
                  <a:srgbClr val="854900">
                    <a:alpha val="775"/>
                  </a:srgbClr>
                </a:gs>
                <a:gs pos="100000">
                  <a:srgbClr val="854900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-8841291">
              <a:off x="999384" y="376205"/>
              <a:ext cx="215766" cy="72892"/>
            </a:xfrm>
            <a:prstGeom prst="ellipse">
              <a:avLst/>
            </a:prstGeom>
            <a:gradFill>
              <a:gsLst>
                <a:gs pos="0">
                  <a:srgbClr val="410000">
                    <a:alpha val="32968"/>
                  </a:srgbClr>
                </a:gs>
                <a:gs pos="14286">
                  <a:srgbClr val="410000">
                    <a:alpha val="30764"/>
                  </a:srgbClr>
                </a:gs>
                <a:gs pos="28571">
                  <a:srgbClr val="410000">
                    <a:alpha val="24833"/>
                  </a:srgbClr>
                </a:gs>
                <a:gs pos="42857">
                  <a:srgbClr val="410000">
                    <a:alpha val="17075"/>
                  </a:srgbClr>
                </a:gs>
                <a:gs pos="57143">
                  <a:srgbClr val="410000">
                    <a:alpha val="9855"/>
                  </a:srgbClr>
                </a:gs>
                <a:gs pos="71429">
                  <a:srgbClr val="410000">
                    <a:alpha val="4740"/>
                  </a:srgbClr>
                </a:gs>
                <a:gs pos="85714">
                  <a:srgbClr val="410000">
                    <a:alpha val="1902"/>
                  </a:srgbClr>
                </a:gs>
                <a:gs pos="100000">
                  <a:srgbClr val="4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-9881625">
              <a:off x="1183259" y="300393"/>
              <a:ext cx="450060" cy="291824"/>
            </a:xfrm>
            <a:prstGeom prst="ellipse">
              <a:avLst/>
            </a:prstGeom>
            <a:gradFill>
              <a:gsLst>
                <a:gs pos="0">
                  <a:srgbClr val="FFB200">
                    <a:alpha val="10490"/>
                  </a:srgbClr>
                </a:gs>
                <a:gs pos="14286">
                  <a:srgbClr val="FFB200">
                    <a:alpha val="9684"/>
                  </a:srgbClr>
                </a:gs>
                <a:gs pos="28571">
                  <a:srgbClr val="FFB200">
                    <a:alpha val="7604"/>
                  </a:srgbClr>
                </a:gs>
                <a:gs pos="42857">
                  <a:srgbClr val="FFB200">
                    <a:alpha val="5055"/>
                  </a:srgbClr>
                </a:gs>
                <a:gs pos="57143">
                  <a:srgbClr val="FFB200">
                    <a:alpha val="2834"/>
                  </a:srgbClr>
                </a:gs>
                <a:gs pos="71429">
                  <a:srgbClr val="FFB200">
                    <a:alpha val="1337"/>
                  </a:srgbClr>
                </a:gs>
                <a:gs pos="85714">
                  <a:srgbClr val="FFB200">
                    <a:alpha val="531"/>
                  </a:srgbClr>
                </a:gs>
                <a:gs pos="100000">
                  <a:srgbClr val="FFB200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3339772">
              <a:off x="2745936" y="1803768"/>
              <a:ext cx="277225" cy="217028"/>
            </a:xfrm>
            <a:prstGeom prst="ellipse">
              <a:avLst/>
            </a:prstGeom>
            <a:gradFill>
              <a:gsLst>
                <a:gs pos="0">
                  <a:srgbClr val="560000">
                    <a:alpha val="21232"/>
                  </a:srgbClr>
                </a:gs>
                <a:gs pos="14286">
                  <a:srgbClr val="560000">
                    <a:alpha val="19697"/>
                  </a:srgbClr>
                </a:gs>
                <a:gs pos="28571">
                  <a:srgbClr val="560000">
                    <a:alpha val="15661"/>
                  </a:srgbClr>
                </a:gs>
                <a:gs pos="42857">
                  <a:srgbClr val="560000">
                    <a:alpha val="10570"/>
                  </a:srgbClr>
                </a:gs>
                <a:gs pos="57143">
                  <a:srgbClr val="560000">
                    <a:alpha val="6003"/>
                  </a:srgbClr>
                </a:gs>
                <a:gs pos="71429">
                  <a:srgbClr val="560000">
                    <a:alpha val="2856"/>
                  </a:srgbClr>
                </a:gs>
                <a:gs pos="85714">
                  <a:srgbClr val="560000">
                    <a:alpha val="1139"/>
                  </a:srgbClr>
                </a:gs>
                <a:gs pos="100000">
                  <a:srgbClr val="560000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-10349081">
              <a:off x="1070010" y="1358604"/>
              <a:ext cx="517977" cy="54013"/>
            </a:xfrm>
            <a:prstGeom prst="ellipse">
              <a:avLst/>
            </a:prstGeom>
            <a:gradFill>
              <a:gsLst>
                <a:gs pos="0">
                  <a:srgbClr val="5F3424">
                    <a:alpha val="32968"/>
                  </a:srgbClr>
                </a:gs>
                <a:gs pos="14286">
                  <a:srgbClr val="5F3424">
                    <a:alpha val="30764"/>
                  </a:srgbClr>
                </a:gs>
                <a:gs pos="28571">
                  <a:srgbClr val="5F3424">
                    <a:alpha val="24833"/>
                  </a:srgbClr>
                </a:gs>
                <a:gs pos="42857">
                  <a:srgbClr val="5F3424">
                    <a:alpha val="17075"/>
                  </a:srgbClr>
                </a:gs>
                <a:gs pos="57143">
                  <a:srgbClr val="5F3424">
                    <a:alpha val="9855"/>
                  </a:srgbClr>
                </a:gs>
                <a:gs pos="71429">
                  <a:srgbClr val="5F3424">
                    <a:alpha val="4740"/>
                  </a:srgbClr>
                </a:gs>
                <a:gs pos="85714">
                  <a:srgbClr val="5F3424">
                    <a:alpha val="1902"/>
                  </a:srgbClr>
                </a:gs>
                <a:gs pos="100000">
                  <a:srgbClr val="5F342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-9145189">
              <a:off x="1057984" y="511955"/>
              <a:ext cx="303980" cy="60717"/>
            </a:xfrm>
            <a:prstGeom prst="ellipse">
              <a:avLst/>
            </a:prstGeom>
            <a:gradFill>
              <a:gsLst>
                <a:gs pos="0">
                  <a:srgbClr val="00302C">
                    <a:alpha val="9381"/>
                  </a:srgbClr>
                </a:gs>
                <a:gs pos="14286">
                  <a:srgbClr val="00302C">
                    <a:alpha val="8656"/>
                  </a:srgbClr>
                </a:gs>
                <a:gs pos="28571">
                  <a:srgbClr val="00302C">
                    <a:alpha val="6788"/>
                  </a:srgbClr>
                </a:gs>
                <a:gs pos="42857">
                  <a:srgbClr val="00302C">
                    <a:alpha val="4506"/>
                  </a:srgbClr>
                </a:gs>
                <a:gs pos="57143">
                  <a:srgbClr val="00302C">
                    <a:alpha val="2523"/>
                  </a:srgbClr>
                </a:gs>
                <a:gs pos="71429">
                  <a:srgbClr val="00302C">
                    <a:alpha val="1189"/>
                  </a:srgbClr>
                </a:gs>
                <a:gs pos="85714">
                  <a:srgbClr val="00302C">
                    <a:alpha val="472"/>
                  </a:srgbClr>
                </a:gs>
                <a:gs pos="100000">
                  <a:srgbClr val="00302C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4526044">
              <a:off x="1525470" y="206231"/>
              <a:ext cx="319454" cy="83020"/>
            </a:xfrm>
            <a:prstGeom prst="ellipse">
              <a:avLst/>
            </a:prstGeom>
            <a:gradFill>
              <a:gsLst>
                <a:gs pos="0">
                  <a:srgbClr val="E47232">
                    <a:alpha val="2276"/>
                  </a:srgbClr>
                </a:gs>
                <a:gs pos="14286">
                  <a:srgbClr val="E47232">
                    <a:alpha val="2094"/>
                  </a:srgbClr>
                </a:gs>
                <a:gs pos="28571">
                  <a:srgbClr val="E47232">
                    <a:alpha val="1629"/>
                  </a:srgbClr>
                </a:gs>
                <a:gs pos="42857">
                  <a:srgbClr val="E47232">
                    <a:alpha val="1072"/>
                  </a:srgbClr>
                </a:gs>
                <a:gs pos="57143">
                  <a:srgbClr val="E47232">
                    <a:alpha val="595"/>
                  </a:srgbClr>
                </a:gs>
                <a:gs pos="71429">
                  <a:srgbClr val="E47232">
                    <a:alpha val="279"/>
                  </a:srgbClr>
                </a:gs>
                <a:gs pos="85714">
                  <a:srgbClr val="E47232">
                    <a:alpha val="110"/>
                  </a:srgbClr>
                </a:gs>
                <a:gs pos="100000">
                  <a:srgbClr val="E47232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10061328">
              <a:off x="1013968" y="1948006"/>
              <a:ext cx="562167" cy="67855"/>
            </a:xfrm>
            <a:prstGeom prst="ellipse">
              <a:avLst/>
            </a:prstGeom>
            <a:gradFill>
              <a:gsLst>
                <a:gs pos="0">
                  <a:srgbClr val="C8A277">
                    <a:alpha val="32968"/>
                  </a:srgbClr>
                </a:gs>
                <a:gs pos="14286">
                  <a:srgbClr val="C8A277">
                    <a:alpha val="30763"/>
                  </a:srgbClr>
                </a:gs>
                <a:gs pos="28571">
                  <a:srgbClr val="C8A277">
                    <a:alpha val="24833"/>
                  </a:srgbClr>
                </a:gs>
                <a:gs pos="42857">
                  <a:srgbClr val="C8A277">
                    <a:alpha val="17075"/>
                  </a:srgbClr>
                </a:gs>
                <a:gs pos="57143">
                  <a:srgbClr val="C8A277">
                    <a:alpha val="9855"/>
                  </a:srgbClr>
                </a:gs>
                <a:gs pos="71429">
                  <a:srgbClr val="C8A277">
                    <a:alpha val="4740"/>
                  </a:srgbClr>
                </a:gs>
                <a:gs pos="85714">
                  <a:srgbClr val="C8A277">
                    <a:alpha val="1902"/>
                  </a:srgbClr>
                </a:gs>
                <a:gs pos="100000">
                  <a:srgbClr val="C8A2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-10697895">
              <a:off x="2802787" y="2281512"/>
              <a:ext cx="314357" cy="242926"/>
            </a:xfrm>
            <a:prstGeom prst="ellipse">
              <a:avLst/>
            </a:prstGeom>
            <a:gradFill>
              <a:gsLst>
                <a:gs pos="0">
                  <a:srgbClr val="D69459">
                    <a:alpha val="9934"/>
                  </a:srgbClr>
                </a:gs>
                <a:gs pos="14286">
                  <a:srgbClr val="D69459">
                    <a:alpha val="9169"/>
                  </a:srgbClr>
                </a:gs>
                <a:gs pos="28571">
                  <a:srgbClr val="D69459">
                    <a:alpha val="7195"/>
                  </a:srgbClr>
                </a:gs>
                <a:gs pos="42857">
                  <a:srgbClr val="D69459">
                    <a:alpha val="4780"/>
                  </a:srgbClr>
                </a:gs>
                <a:gs pos="57143">
                  <a:srgbClr val="D69459">
                    <a:alpha val="2677"/>
                  </a:srgbClr>
                </a:gs>
                <a:gs pos="71429">
                  <a:srgbClr val="D69459">
                    <a:alpha val="1262"/>
                  </a:srgbClr>
                </a:gs>
                <a:gs pos="85714">
                  <a:srgbClr val="D69459">
                    <a:alpha val="501"/>
                  </a:srgbClr>
                </a:gs>
                <a:gs pos="100000">
                  <a:srgbClr val="D69459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5161461">
              <a:off x="2774559" y="2184923"/>
              <a:ext cx="271813" cy="262046"/>
            </a:xfrm>
            <a:prstGeom prst="ellipse">
              <a:avLst/>
            </a:prstGeom>
            <a:gradFill>
              <a:gsLst>
                <a:gs pos="0">
                  <a:srgbClr val="BFC09A">
                    <a:alpha val="5814"/>
                  </a:srgbClr>
                </a:gs>
                <a:gs pos="14286">
                  <a:srgbClr val="BFC09A">
                    <a:alpha val="5356"/>
                  </a:srgbClr>
                </a:gs>
                <a:gs pos="28571">
                  <a:srgbClr val="BFC09A">
                    <a:alpha val="4184"/>
                  </a:srgbClr>
                </a:gs>
                <a:gs pos="42857">
                  <a:srgbClr val="BFC09A">
                    <a:alpha val="2765"/>
                  </a:srgbClr>
                </a:gs>
                <a:gs pos="57143">
                  <a:srgbClr val="BFC09A">
                    <a:alpha val="1541"/>
                  </a:srgbClr>
                </a:gs>
                <a:gs pos="71429">
                  <a:srgbClr val="BFC09A">
                    <a:alpha val="725"/>
                  </a:srgbClr>
                </a:gs>
                <a:gs pos="85714">
                  <a:srgbClr val="BFC09A">
                    <a:alpha val="287"/>
                  </a:srgbClr>
                </a:gs>
                <a:gs pos="100000">
                  <a:srgbClr val="BFC09A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5090977">
              <a:off x="789474" y="1319481"/>
              <a:ext cx="351985" cy="307699"/>
            </a:xfrm>
            <a:prstGeom prst="ellipse">
              <a:avLst/>
            </a:prstGeom>
            <a:gradFill>
              <a:gsLst>
                <a:gs pos="0">
                  <a:srgbClr val="008400">
                    <a:alpha val="3640"/>
                  </a:srgbClr>
                </a:gs>
                <a:gs pos="14286">
                  <a:srgbClr val="008400">
                    <a:alpha val="3350"/>
                  </a:srgbClr>
                </a:gs>
                <a:gs pos="28571">
                  <a:srgbClr val="008400">
                    <a:alpha val="2611"/>
                  </a:srgbClr>
                </a:gs>
                <a:gs pos="42857">
                  <a:srgbClr val="008400">
                    <a:alpha val="1721"/>
                  </a:srgbClr>
                </a:gs>
                <a:gs pos="57143">
                  <a:srgbClr val="008400">
                    <a:alpha val="957"/>
                  </a:srgbClr>
                </a:gs>
                <a:gs pos="71429">
                  <a:srgbClr val="008400">
                    <a:alpha val="449"/>
                  </a:srgbClr>
                </a:gs>
                <a:gs pos="85714">
                  <a:srgbClr val="008400">
                    <a:alpha val="178"/>
                  </a:srgbClr>
                </a:gs>
                <a:gs pos="100000">
                  <a:srgbClr val="008400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5852915">
              <a:off x="1259488" y="114187"/>
              <a:ext cx="226272" cy="45102"/>
            </a:xfrm>
            <a:prstGeom prst="ellipse">
              <a:avLst/>
            </a:prstGeom>
            <a:gradFill>
              <a:gsLst>
                <a:gs pos="0">
                  <a:srgbClr val="E2AF81">
                    <a:alpha val="22189"/>
                  </a:srgbClr>
                </a:gs>
                <a:gs pos="14286">
                  <a:srgbClr val="E2AF81">
                    <a:alpha val="20594"/>
                  </a:srgbClr>
                </a:gs>
                <a:gs pos="28571">
                  <a:srgbClr val="E2AF81">
                    <a:alpha val="16393"/>
                  </a:srgbClr>
                </a:gs>
                <a:gs pos="42857">
                  <a:srgbClr val="E2AF81">
                    <a:alpha val="11081"/>
                  </a:srgbClr>
                </a:gs>
                <a:gs pos="57143">
                  <a:srgbClr val="E2AF81">
                    <a:alpha val="6300"/>
                  </a:srgbClr>
                </a:gs>
                <a:gs pos="71429">
                  <a:srgbClr val="E2AF81">
                    <a:alpha val="3000"/>
                  </a:srgbClr>
                </a:gs>
                <a:gs pos="85714">
                  <a:srgbClr val="E2AF81">
                    <a:alpha val="1197"/>
                  </a:srgbClr>
                </a:gs>
                <a:gs pos="100000">
                  <a:srgbClr val="E2AF81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10755569">
              <a:off x="1338948" y="1787119"/>
              <a:ext cx="311917" cy="484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5452789">
              <a:off x="1568313" y="127229"/>
              <a:ext cx="353307" cy="55396"/>
            </a:xfrm>
            <a:prstGeom prst="ellipse">
              <a:avLst/>
            </a:prstGeom>
            <a:gradFill>
              <a:gsLst>
                <a:gs pos="0">
                  <a:srgbClr val="250000">
                    <a:alpha val="28472"/>
                  </a:srgbClr>
                </a:gs>
                <a:gs pos="14286">
                  <a:srgbClr val="250000">
                    <a:alpha val="26506"/>
                  </a:srgbClr>
                </a:gs>
                <a:gs pos="28571">
                  <a:srgbClr val="250000">
                    <a:alpha val="21268"/>
                  </a:srgbClr>
                </a:gs>
                <a:gs pos="42857">
                  <a:srgbClr val="250000">
                    <a:alpha val="14516"/>
                  </a:srgbClr>
                </a:gs>
                <a:gs pos="57143">
                  <a:srgbClr val="250000">
                    <a:alpha val="8324"/>
                  </a:srgbClr>
                </a:gs>
                <a:gs pos="71429">
                  <a:srgbClr val="250000">
                    <a:alpha val="3987"/>
                  </a:srgbClr>
                </a:gs>
                <a:gs pos="85714">
                  <a:srgbClr val="250000">
                    <a:alpha val="1596"/>
                  </a:srgbClr>
                </a:gs>
                <a:gs pos="100000">
                  <a:srgbClr val="250000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-9736931">
              <a:off x="1137472" y="445006"/>
              <a:ext cx="424925" cy="407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6101627">
              <a:off x="1446507" y="512100"/>
              <a:ext cx="301982" cy="14021"/>
            </a:xfrm>
            <a:prstGeom prst="ellipse">
              <a:avLst/>
            </a:prstGeom>
            <a:gradFill>
              <a:gsLst>
                <a:gs pos="0">
                  <a:srgbClr val="FFD1AD">
                    <a:alpha val="24514"/>
                  </a:srgbClr>
                </a:gs>
                <a:gs pos="14286">
                  <a:srgbClr val="FFD1AD">
                    <a:alpha val="22777"/>
                  </a:srgbClr>
                </a:gs>
                <a:gs pos="28571">
                  <a:srgbClr val="FFD1AD">
                    <a:alpha val="18184"/>
                  </a:srgbClr>
                </a:gs>
                <a:gs pos="42857">
                  <a:srgbClr val="FFD1AD">
                    <a:alpha val="12334"/>
                  </a:srgbClr>
                </a:gs>
                <a:gs pos="57143">
                  <a:srgbClr val="FFD1AD">
                    <a:alpha val="7034"/>
                  </a:srgbClr>
                </a:gs>
                <a:gs pos="71429">
                  <a:srgbClr val="FFD1AD">
                    <a:alpha val="3357"/>
                  </a:srgbClr>
                </a:gs>
                <a:gs pos="85714">
                  <a:srgbClr val="FFD1AD">
                    <a:alpha val="1341"/>
                  </a:srgbClr>
                </a:gs>
                <a:gs pos="100000">
                  <a:srgbClr val="FFD1AD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4174329">
              <a:off x="987718" y="1009552"/>
              <a:ext cx="292297" cy="55742"/>
            </a:xfrm>
            <a:prstGeom prst="ellipse">
              <a:avLst/>
            </a:prstGeom>
            <a:gradFill>
              <a:gsLst>
                <a:gs pos="0">
                  <a:srgbClr val="000000">
                    <a:alpha val="3466"/>
                  </a:srgbClr>
                </a:gs>
                <a:gs pos="14286">
                  <a:srgbClr val="000000">
                    <a:alpha val="3190"/>
                  </a:srgbClr>
                </a:gs>
                <a:gs pos="28571">
                  <a:srgbClr val="000000">
                    <a:alpha val="2486"/>
                  </a:srgbClr>
                </a:gs>
                <a:gs pos="42857">
                  <a:srgbClr val="000000">
                    <a:alpha val="1638"/>
                  </a:srgbClr>
                </a:gs>
                <a:gs pos="57143">
                  <a:srgbClr val="000000">
                    <a:alpha val="911"/>
                  </a:srgbClr>
                </a:gs>
                <a:gs pos="71429">
                  <a:srgbClr val="000000">
                    <a:alpha val="427"/>
                  </a:srgbClr>
                </a:gs>
                <a:gs pos="85714">
                  <a:srgbClr val="000000">
                    <a:alpha val="169"/>
                  </a:srgbClr>
                </a:gs>
                <a:gs pos="100000">
                  <a:srgbClr val="000000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5633869">
              <a:off x="753818" y="1680662"/>
              <a:ext cx="322323" cy="288077"/>
            </a:xfrm>
            <a:prstGeom prst="ellipse">
              <a:avLst/>
            </a:prstGeom>
            <a:gradFill>
              <a:gsLst>
                <a:gs pos="0">
                  <a:srgbClr val="9A5800">
                    <a:alpha val="5062"/>
                  </a:srgbClr>
                </a:gs>
                <a:gs pos="14286">
                  <a:srgbClr val="9A5800">
                    <a:alpha val="4663"/>
                  </a:srgbClr>
                </a:gs>
                <a:gs pos="28571">
                  <a:srgbClr val="9A5800">
                    <a:alpha val="3640"/>
                  </a:srgbClr>
                </a:gs>
                <a:gs pos="42857">
                  <a:srgbClr val="9A5800">
                    <a:alpha val="2402"/>
                  </a:srgbClr>
                </a:gs>
                <a:gs pos="57143">
                  <a:srgbClr val="9A5800">
                    <a:alpha val="1338"/>
                  </a:srgbClr>
                </a:gs>
                <a:gs pos="71429">
                  <a:srgbClr val="9A5800">
                    <a:alpha val="629"/>
                  </a:srgbClr>
                </a:gs>
                <a:gs pos="85714">
                  <a:srgbClr val="9A5800">
                    <a:alpha val="249"/>
                  </a:srgbClr>
                </a:gs>
                <a:gs pos="100000">
                  <a:srgbClr val="9A5800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-9485575">
              <a:off x="1592024" y="1879022"/>
              <a:ext cx="343328" cy="94591"/>
            </a:xfrm>
            <a:prstGeom prst="ellipse">
              <a:avLst/>
            </a:prstGeom>
            <a:gradFill>
              <a:gsLst>
                <a:gs pos="0">
                  <a:srgbClr val="4E0000">
                    <a:alpha val="32968"/>
                  </a:srgbClr>
                </a:gs>
                <a:gs pos="14286">
                  <a:srgbClr val="4E0000">
                    <a:alpha val="30764"/>
                  </a:srgbClr>
                </a:gs>
                <a:gs pos="28571">
                  <a:srgbClr val="4E0000">
                    <a:alpha val="24833"/>
                  </a:srgbClr>
                </a:gs>
                <a:gs pos="42857">
                  <a:srgbClr val="4E0000">
                    <a:alpha val="17075"/>
                  </a:srgbClr>
                </a:gs>
                <a:gs pos="57143">
                  <a:srgbClr val="4E0000">
                    <a:alpha val="9855"/>
                  </a:srgbClr>
                </a:gs>
                <a:gs pos="71429">
                  <a:srgbClr val="4E0000">
                    <a:alpha val="4740"/>
                  </a:srgbClr>
                </a:gs>
                <a:gs pos="85714">
                  <a:srgbClr val="4E0000">
                    <a:alpha val="1902"/>
                  </a:srgbClr>
                </a:gs>
                <a:gs pos="100000">
                  <a:srgbClr val="4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9492707">
              <a:off x="1544662" y="1965525"/>
              <a:ext cx="351699" cy="29736"/>
            </a:xfrm>
            <a:prstGeom prst="ellipse">
              <a:avLst/>
            </a:prstGeom>
            <a:gradFill>
              <a:gsLst>
                <a:gs pos="0">
                  <a:srgbClr val="B78758">
                    <a:alpha val="32968"/>
                  </a:srgbClr>
                </a:gs>
                <a:gs pos="14286">
                  <a:srgbClr val="B78758">
                    <a:alpha val="30764"/>
                  </a:srgbClr>
                </a:gs>
                <a:gs pos="28571">
                  <a:srgbClr val="B78758">
                    <a:alpha val="24833"/>
                  </a:srgbClr>
                </a:gs>
                <a:gs pos="42857">
                  <a:srgbClr val="B78758">
                    <a:alpha val="17075"/>
                  </a:srgbClr>
                </a:gs>
                <a:gs pos="57143">
                  <a:srgbClr val="B78758">
                    <a:alpha val="9855"/>
                  </a:srgbClr>
                </a:gs>
                <a:gs pos="71429">
                  <a:srgbClr val="B78758">
                    <a:alpha val="4740"/>
                  </a:srgbClr>
                </a:gs>
                <a:gs pos="85714">
                  <a:srgbClr val="B78758">
                    <a:alpha val="1902"/>
                  </a:srgbClr>
                </a:gs>
                <a:gs pos="100000">
                  <a:srgbClr val="B787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4200941">
              <a:off x="1702549" y="1204381"/>
              <a:ext cx="206972" cy="132560"/>
            </a:xfrm>
            <a:prstGeom prst="ellipse">
              <a:avLst/>
            </a:prstGeom>
            <a:gradFill>
              <a:gsLst>
                <a:gs pos="0">
                  <a:srgbClr val="FFB900">
                    <a:alpha val="32968"/>
                  </a:srgbClr>
                </a:gs>
                <a:gs pos="14286">
                  <a:srgbClr val="FFB900">
                    <a:alpha val="30764"/>
                  </a:srgbClr>
                </a:gs>
                <a:gs pos="28571">
                  <a:srgbClr val="FFB900">
                    <a:alpha val="24833"/>
                  </a:srgbClr>
                </a:gs>
                <a:gs pos="42857">
                  <a:srgbClr val="FFB900">
                    <a:alpha val="17075"/>
                  </a:srgbClr>
                </a:gs>
                <a:gs pos="57143">
                  <a:srgbClr val="FFB900">
                    <a:alpha val="9855"/>
                  </a:srgbClr>
                </a:gs>
                <a:gs pos="71429">
                  <a:srgbClr val="FFB900">
                    <a:alpha val="4740"/>
                  </a:srgbClr>
                </a:gs>
                <a:gs pos="85714">
                  <a:srgbClr val="FFB900">
                    <a:alpha val="1902"/>
                  </a:srgbClr>
                </a:gs>
                <a:gs pos="100000">
                  <a:srgbClr val="FFB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6594390">
              <a:off x="2567481" y="1843764"/>
              <a:ext cx="336958" cy="254970"/>
            </a:xfrm>
            <a:prstGeom prst="ellipse">
              <a:avLst/>
            </a:prstGeom>
            <a:gradFill>
              <a:gsLst>
                <a:gs pos="0">
                  <a:srgbClr val="FFD5B1">
                    <a:alpha val="31120"/>
                  </a:srgbClr>
                </a:gs>
                <a:gs pos="14286">
                  <a:srgbClr val="FFD5B1">
                    <a:alpha val="29012"/>
                  </a:srgbClr>
                </a:gs>
                <a:gs pos="28571">
                  <a:srgbClr val="FFD5B1">
                    <a:alpha val="23360"/>
                  </a:srgbClr>
                </a:gs>
                <a:gs pos="42857">
                  <a:srgbClr val="FFD5B1">
                    <a:alpha val="16013"/>
                  </a:srgbClr>
                </a:gs>
                <a:gs pos="57143">
                  <a:srgbClr val="FFD5B1">
                    <a:alpha val="9217"/>
                  </a:srgbClr>
                </a:gs>
                <a:gs pos="71429">
                  <a:srgbClr val="FFD5B1">
                    <a:alpha val="4425"/>
                  </a:srgbClr>
                </a:gs>
                <a:gs pos="85714">
                  <a:srgbClr val="FFD5B1">
                    <a:alpha val="1774"/>
                  </a:srgbClr>
                </a:gs>
                <a:gs pos="100000">
                  <a:srgbClr val="FFD5B1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10765719">
              <a:off x="1125967" y="662008"/>
              <a:ext cx="437508" cy="30077"/>
            </a:xfrm>
            <a:prstGeom prst="ellipse">
              <a:avLst/>
            </a:prstGeom>
            <a:gradFill>
              <a:gsLst>
                <a:gs pos="0">
                  <a:srgbClr val="E5AC74">
                    <a:alpha val="29140"/>
                  </a:srgbClr>
                </a:gs>
                <a:gs pos="14286">
                  <a:srgbClr val="E5AC74">
                    <a:alpha val="27138"/>
                  </a:srgbClr>
                </a:gs>
                <a:gs pos="28571">
                  <a:srgbClr val="E5AC74">
                    <a:alpha val="21794"/>
                  </a:srgbClr>
                </a:gs>
                <a:gs pos="42857">
                  <a:srgbClr val="E5AC74">
                    <a:alpha val="14891"/>
                  </a:srgbClr>
                </a:gs>
                <a:gs pos="57143">
                  <a:srgbClr val="E5AC74">
                    <a:alpha val="8547"/>
                  </a:srgbClr>
                </a:gs>
                <a:gs pos="71429">
                  <a:srgbClr val="E5AC74">
                    <a:alpha val="4096"/>
                  </a:srgbClr>
                </a:gs>
                <a:gs pos="85714">
                  <a:srgbClr val="E5AC74">
                    <a:alpha val="1640"/>
                  </a:srgbClr>
                </a:gs>
                <a:gs pos="100000">
                  <a:srgbClr val="E5AC74">
                    <a:alpha val="5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5008755">
              <a:off x="1036552" y="246635"/>
              <a:ext cx="321331" cy="292867"/>
            </a:xfrm>
            <a:prstGeom prst="ellipse">
              <a:avLst/>
            </a:prstGeom>
            <a:gradFill>
              <a:gsLst>
                <a:gs pos="0">
                  <a:srgbClr val="802700">
                    <a:alpha val="2819"/>
                  </a:srgbClr>
                </a:gs>
                <a:gs pos="14286">
                  <a:srgbClr val="802700">
                    <a:alpha val="2594"/>
                  </a:srgbClr>
                </a:gs>
                <a:gs pos="28571">
                  <a:srgbClr val="802700">
                    <a:alpha val="2020"/>
                  </a:srgbClr>
                </a:gs>
                <a:gs pos="42857">
                  <a:srgbClr val="802700">
                    <a:alpha val="1329"/>
                  </a:srgbClr>
                </a:gs>
                <a:gs pos="57143">
                  <a:srgbClr val="802700">
                    <a:alpha val="739"/>
                  </a:srgbClr>
                </a:gs>
                <a:gs pos="71429">
                  <a:srgbClr val="802700">
                    <a:alpha val="347"/>
                  </a:srgbClr>
                </a:gs>
                <a:gs pos="85714">
                  <a:srgbClr val="802700">
                    <a:alpha val="137"/>
                  </a:srgbClr>
                </a:gs>
                <a:gs pos="100000">
                  <a:srgbClr val="802700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10077998">
              <a:off x="988287" y="1780512"/>
              <a:ext cx="456800" cy="75234"/>
            </a:xfrm>
            <a:prstGeom prst="ellipse">
              <a:avLst/>
            </a:prstGeom>
            <a:gradFill>
              <a:gsLst>
                <a:gs pos="0">
                  <a:srgbClr val="AF8F7D">
                    <a:alpha val="32968"/>
                  </a:srgbClr>
                </a:gs>
                <a:gs pos="14286">
                  <a:srgbClr val="AF8F7D">
                    <a:alpha val="30764"/>
                  </a:srgbClr>
                </a:gs>
                <a:gs pos="28571">
                  <a:srgbClr val="AF8F7D">
                    <a:alpha val="24833"/>
                  </a:srgbClr>
                </a:gs>
                <a:gs pos="42857">
                  <a:srgbClr val="AF8F7D">
                    <a:alpha val="17075"/>
                  </a:srgbClr>
                </a:gs>
                <a:gs pos="57143">
                  <a:srgbClr val="AF8F7D">
                    <a:alpha val="9855"/>
                  </a:srgbClr>
                </a:gs>
                <a:gs pos="71429">
                  <a:srgbClr val="AF8F7D">
                    <a:alpha val="4740"/>
                  </a:srgbClr>
                </a:gs>
                <a:gs pos="85714">
                  <a:srgbClr val="AF8F7D">
                    <a:alpha val="1902"/>
                  </a:srgbClr>
                </a:gs>
                <a:gs pos="100000">
                  <a:srgbClr val="AF8F7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6407779">
              <a:off x="668602" y="1200884"/>
              <a:ext cx="470972" cy="231635"/>
            </a:xfrm>
            <a:prstGeom prst="ellipse">
              <a:avLst/>
            </a:prstGeom>
            <a:gradFill>
              <a:gsLst>
                <a:gs pos="0">
                  <a:srgbClr val="280000">
                    <a:alpha val="32968"/>
                  </a:srgbClr>
                </a:gs>
                <a:gs pos="14286">
                  <a:srgbClr val="280000">
                    <a:alpha val="30764"/>
                  </a:srgbClr>
                </a:gs>
                <a:gs pos="28571">
                  <a:srgbClr val="280000">
                    <a:alpha val="24833"/>
                  </a:srgbClr>
                </a:gs>
                <a:gs pos="42857">
                  <a:srgbClr val="280000">
                    <a:alpha val="17075"/>
                  </a:srgbClr>
                </a:gs>
                <a:gs pos="57143">
                  <a:srgbClr val="280000">
                    <a:alpha val="9855"/>
                  </a:srgbClr>
                </a:gs>
                <a:gs pos="71429">
                  <a:srgbClr val="280000">
                    <a:alpha val="4740"/>
                  </a:srgbClr>
                </a:gs>
                <a:gs pos="85714">
                  <a:srgbClr val="280000">
                    <a:alpha val="1902"/>
                  </a:srgbClr>
                </a:gs>
                <a:gs pos="100000">
                  <a:srgbClr val="2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6904145">
              <a:off x="1348914" y="64806"/>
              <a:ext cx="161761" cy="42125"/>
            </a:xfrm>
            <a:prstGeom prst="ellipse">
              <a:avLst/>
            </a:prstGeom>
            <a:gradFill>
              <a:gsLst>
                <a:gs pos="0">
                  <a:srgbClr val="FFCD97">
                    <a:alpha val="32968"/>
                  </a:srgbClr>
                </a:gs>
                <a:gs pos="14286">
                  <a:srgbClr val="FFCD97">
                    <a:alpha val="30764"/>
                  </a:srgbClr>
                </a:gs>
                <a:gs pos="28571">
                  <a:srgbClr val="FFCD97">
                    <a:alpha val="24833"/>
                  </a:srgbClr>
                </a:gs>
                <a:gs pos="42857">
                  <a:srgbClr val="FFCD97">
                    <a:alpha val="17075"/>
                  </a:srgbClr>
                </a:gs>
                <a:gs pos="57143">
                  <a:srgbClr val="FFCD97">
                    <a:alpha val="9855"/>
                  </a:srgbClr>
                </a:gs>
                <a:gs pos="71429">
                  <a:srgbClr val="FFCD97">
                    <a:alpha val="4740"/>
                  </a:srgbClr>
                </a:gs>
                <a:gs pos="85714">
                  <a:srgbClr val="FFCD97">
                    <a:alpha val="1902"/>
                  </a:srgbClr>
                </a:gs>
                <a:gs pos="100000">
                  <a:srgbClr val="FFCD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10141386">
              <a:off x="3420376" y="2154311"/>
              <a:ext cx="423336" cy="98582"/>
            </a:xfrm>
            <a:prstGeom prst="ellipse">
              <a:avLst/>
            </a:prstGeom>
            <a:gradFill>
              <a:gsLst>
                <a:gs pos="0">
                  <a:srgbClr val="D0BCAF">
                    <a:alpha val="28193"/>
                  </a:srgbClr>
                </a:gs>
                <a:gs pos="14286">
                  <a:srgbClr val="D0BCAF">
                    <a:alpha val="26243"/>
                  </a:srgbClr>
                </a:gs>
                <a:gs pos="28571">
                  <a:srgbClr val="D0BCAF">
                    <a:alpha val="21049"/>
                  </a:srgbClr>
                </a:gs>
                <a:gs pos="42857">
                  <a:srgbClr val="D0BCAF">
                    <a:alpha val="14361"/>
                  </a:srgbClr>
                </a:gs>
                <a:gs pos="57143">
                  <a:srgbClr val="D0BCAF">
                    <a:alpha val="8231"/>
                  </a:srgbClr>
                </a:gs>
                <a:gs pos="71429">
                  <a:srgbClr val="D0BCAF">
                    <a:alpha val="3941"/>
                  </a:srgbClr>
                </a:gs>
                <a:gs pos="85714">
                  <a:srgbClr val="D0BCAF">
                    <a:alpha val="1577"/>
                  </a:srgbClr>
                </a:gs>
                <a:gs pos="100000">
                  <a:srgbClr val="D0BCAF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7803150">
              <a:off x="1298217" y="131201"/>
              <a:ext cx="274304" cy="78288"/>
            </a:xfrm>
            <a:prstGeom prst="ellipse">
              <a:avLst/>
            </a:prstGeom>
            <a:gradFill>
              <a:gsLst>
                <a:gs pos="0">
                  <a:srgbClr val="F5C08F">
                    <a:alpha val="32968"/>
                  </a:srgbClr>
                </a:gs>
                <a:gs pos="14286">
                  <a:srgbClr val="F5C08F">
                    <a:alpha val="30764"/>
                  </a:srgbClr>
                </a:gs>
                <a:gs pos="28571">
                  <a:srgbClr val="F5C08F">
                    <a:alpha val="24833"/>
                  </a:srgbClr>
                </a:gs>
                <a:gs pos="42857">
                  <a:srgbClr val="F5C08F">
                    <a:alpha val="17075"/>
                  </a:srgbClr>
                </a:gs>
                <a:gs pos="57143">
                  <a:srgbClr val="F5C08F">
                    <a:alpha val="9855"/>
                  </a:srgbClr>
                </a:gs>
                <a:gs pos="71429">
                  <a:srgbClr val="F5C08F">
                    <a:alpha val="4740"/>
                  </a:srgbClr>
                </a:gs>
                <a:gs pos="85714">
                  <a:srgbClr val="F5C08F">
                    <a:alpha val="1902"/>
                  </a:srgbClr>
                </a:gs>
                <a:gs pos="100000">
                  <a:srgbClr val="F5C0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-10624249">
              <a:off x="350117" y="1656365"/>
              <a:ext cx="643550" cy="90608"/>
            </a:xfrm>
            <a:prstGeom prst="ellipse">
              <a:avLst/>
            </a:prstGeom>
            <a:gradFill>
              <a:gsLst>
                <a:gs pos="0">
                  <a:srgbClr val="723000">
                    <a:alpha val="32444"/>
                  </a:srgbClr>
                </a:gs>
                <a:gs pos="14286">
                  <a:srgbClr val="723000">
                    <a:alpha val="30267"/>
                  </a:srgbClr>
                </a:gs>
                <a:gs pos="28571">
                  <a:srgbClr val="723000">
                    <a:alpha val="24414"/>
                  </a:srgbClr>
                </a:gs>
                <a:gs pos="42857">
                  <a:srgbClr val="723000">
                    <a:alpha val="16773"/>
                  </a:srgbClr>
                </a:gs>
                <a:gs pos="57143">
                  <a:srgbClr val="723000">
                    <a:alpha val="9673"/>
                  </a:srgbClr>
                </a:gs>
                <a:gs pos="71429">
                  <a:srgbClr val="723000">
                    <a:alpha val="4650"/>
                  </a:srgbClr>
                </a:gs>
                <a:gs pos="85714">
                  <a:srgbClr val="723000">
                    <a:alpha val="1865"/>
                  </a:srgbClr>
                </a:gs>
                <a:gs pos="100000">
                  <a:srgbClr val="723000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5179831">
              <a:off x="1718070" y="43286"/>
              <a:ext cx="547649" cy="33772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5036324">
              <a:off x="2181046" y="624726"/>
              <a:ext cx="501284" cy="135746"/>
            </a:xfrm>
            <a:prstGeom prst="ellipse">
              <a:avLst/>
            </a:prstGeom>
            <a:gradFill>
              <a:gsLst>
                <a:gs pos="0">
                  <a:srgbClr val="F8D6B6">
                    <a:alpha val="29940"/>
                  </a:srgbClr>
                </a:gs>
                <a:gs pos="14286">
                  <a:srgbClr val="F8D6B6">
                    <a:alpha val="27894"/>
                  </a:srgbClr>
                </a:gs>
                <a:gs pos="28571">
                  <a:srgbClr val="F8D6B6">
                    <a:alpha val="22425"/>
                  </a:srgbClr>
                </a:gs>
                <a:gs pos="42857">
                  <a:srgbClr val="F8D6B6">
                    <a:alpha val="15342"/>
                  </a:srgbClr>
                </a:gs>
                <a:gs pos="57143">
                  <a:srgbClr val="F8D6B6">
                    <a:alpha val="8816"/>
                  </a:srgbClr>
                </a:gs>
                <a:gs pos="71429">
                  <a:srgbClr val="F8D6B6">
                    <a:alpha val="4228"/>
                  </a:srgbClr>
                </a:gs>
                <a:gs pos="85714">
                  <a:srgbClr val="F8D6B6">
                    <a:alpha val="1694"/>
                  </a:srgbClr>
                </a:gs>
                <a:gs pos="100000">
                  <a:srgbClr val="F8D6B6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5497086">
              <a:off x="1933576" y="572681"/>
              <a:ext cx="451895" cy="4528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6656042">
              <a:off x="3065411" y="2046053"/>
              <a:ext cx="432791" cy="270880"/>
            </a:xfrm>
            <a:prstGeom prst="ellipse">
              <a:avLst/>
            </a:prstGeom>
            <a:gradFill>
              <a:gsLst>
                <a:gs pos="0">
                  <a:srgbClr val="FFE1D6">
                    <a:alpha val="32968"/>
                  </a:srgbClr>
                </a:gs>
                <a:gs pos="14286">
                  <a:srgbClr val="FFE1D6">
                    <a:alpha val="30764"/>
                  </a:srgbClr>
                </a:gs>
                <a:gs pos="28571">
                  <a:srgbClr val="FFE1D6">
                    <a:alpha val="24833"/>
                  </a:srgbClr>
                </a:gs>
                <a:gs pos="42857">
                  <a:srgbClr val="FFE1D6">
                    <a:alpha val="17075"/>
                  </a:srgbClr>
                </a:gs>
                <a:gs pos="57143">
                  <a:srgbClr val="FFE1D6">
                    <a:alpha val="9855"/>
                  </a:srgbClr>
                </a:gs>
                <a:gs pos="71429">
                  <a:srgbClr val="FFE1D6">
                    <a:alpha val="4740"/>
                  </a:srgbClr>
                </a:gs>
                <a:gs pos="85714">
                  <a:srgbClr val="FFE1D6">
                    <a:alpha val="1902"/>
                  </a:srgbClr>
                </a:gs>
                <a:gs pos="100000">
                  <a:srgbClr val="FFE1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-10106122">
              <a:off x="989892" y="1176713"/>
              <a:ext cx="289871" cy="279866"/>
            </a:xfrm>
            <a:prstGeom prst="ellipse">
              <a:avLst/>
            </a:prstGeom>
            <a:gradFill>
              <a:gsLst>
                <a:gs pos="0">
                  <a:srgbClr val="630025">
                    <a:alpha val="6628"/>
                  </a:srgbClr>
                </a:gs>
                <a:gs pos="14286">
                  <a:srgbClr val="630025">
                    <a:alpha val="6109"/>
                  </a:srgbClr>
                </a:gs>
                <a:gs pos="28571">
                  <a:srgbClr val="630025">
                    <a:alpha val="4776"/>
                  </a:srgbClr>
                </a:gs>
                <a:gs pos="42857">
                  <a:srgbClr val="630025">
                    <a:alpha val="3159"/>
                  </a:srgbClr>
                </a:gs>
                <a:gs pos="57143">
                  <a:srgbClr val="630025">
                    <a:alpha val="1763"/>
                  </a:srgbClr>
                </a:gs>
                <a:gs pos="71429">
                  <a:srgbClr val="630025">
                    <a:alpha val="829"/>
                  </a:srgbClr>
                </a:gs>
                <a:gs pos="85714">
                  <a:srgbClr val="630025">
                    <a:alpha val="329"/>
                  </a:srgbClr>
                </a:gs>
                <a:gs pos="100000">
                  <a:srgbClr val="630025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-8124728">
              <a:off x="1599117" y="1835183"/>
              <a:ext cx="607186" cy="778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5901324">
              <a:off x="950970" y="155824"/>
              <a:ext cx="280972" cy="53326"/>
            </a:xfrm>
            <a:prstGeom prst="ellipse">
              <a:avLst/>
            </a:prstGeom>
            <a:gradFill>
              <a:gsLst>
                <a:gs pos="0">
                  <a:srgbClr val="2D0000">
                    <a:alpha val="32968"/>
                  </a:srgbClr>
                </a:gs>
                <a:gs pos="14286">
                  <a:srgbClr val="2D0000">
                    <a:alpha val="30764"/>
                  </a:srgbClr>
                </a:gs>
                <a:gs pos="28571">
                  <a:srgbClr val="2D0000">
                    <a:alpha val="24833"/>
                  </a:srgbClr>
                </a:gs>
                <a:gs pos="42857">
                  <a:srgbClr val="2D0000">
                    <a:alpha val="17075"/>
                  </a:srgbClr>
                </a:gs>
                <a:gs pos="57143">
                  <a:srgbClr val="2D0000">
                    <a:alpha val="9855"/>
                  </a:srgbClr>
                </a:gs>
                <a:gs pos="71429">
                  <a:srgbClr val="2D0000">
                    <a:alpha val="4740"/>
                  </a:srgbClr>
                </a:gs>
                <a:gs pos="85714">
                  <a:srgbClr val="2D0000">
                    <a:alpha val="1902"/>
                  </a:srgbClr>
                </a:gs>
                <a:gs pos="100000">
                  <a:srgbClr val="2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-10595108">
              <a:off x="2369478" y="1924856"/>
              <a:ext cx="365812" cy="31307"/>
            </a:xfrm>
            <a:prstGeom prst="ellipse">
              <a:avLst/>
            </a:prstGeom>
            <a:gradFill>
              <a:gsLst>
                <a:gs pos="0">
                  <a:srgbClr val="000022">
                    <a:alpha val="32968"/>
                  </a:srgbClr>
                </a:gs>
                <a:gs pos="14286">
                  <a:srgbClr val="000022">
                    <a:alpha val="30764"/>
                  </a:srgbClr>
                </a:gs>
                <a:gs pos="28571">
                  <a:srgbClr val="000022">
                    <a:alpha val="24833"/>
                  </a:srgbClr>
                </a:gs>
                <a:gs pos="42857">
                  <a:srgbClr val="000022">
                    <a:alpha val="17075"/>
                  </a:srgbClr>
                </a:gs>
                <a:gs pos="57143">
                  <a:srgbClr val="000022">
                    <a:alpha val="9855"/>
                  </a:srgbClr>
                </a:gs>
                <a:gs pos="71429">
                  <a:srgbClr val="000022">
                    <a:alpha val="4740"/>
                  </a:srgbClr>
                </a:gs>
                <a:gs pos="85714">
                  <a:srgbClr val="000022">
                    <a:alpha val="1902"/>
                  </a:srgbClr>
                </a:gs>
                <a:gs pos="100000">
                  <a:srgbClr val="0000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6871879">
              <a:off x="96285" y="552702"/>
              <a:ext cx="266859" cy="104178"/>
            </a:xfrm>
            <a:prstGeom prst="ellipse">
              <a:avLst/>
            </a:prstGeom>
            <a:gradFill>
              <a:gsLst>
                <a:gs pos="0">
                  <a:srgbClr val="F2D1C9">
                    <a:alpha val="6517"/>
                  </a:srgbClr>
                </a:gs>
                <a:gs pos="14286">
                  <a:srgbClr val="F2D1C9">
                    <a:alpha val="6006"/>
                  </a:srgbClr>
                </a:gs>
                <a:gs pos="28571">
                  <a:srgbClr val="F2D1C9">
                    <a:alpha val="4695"/>
                  </a:srgbClr>
                </a:gs>
                <a:gs pos="42857">
                  <a:srgbClr val="F2D1C9">
                    <a:alpha val="3105"/>
                  </a:srgbClr>
                </a:gs>
                <a:gs pos="57143">
                  <a:srgbClr val="F2D1C9">
                    <a:alpha val="1733"/>
                  </a:srgbClr>
                </a:gs>
                <a:gs pos="71429">
                  <a:srgbClr val="F2D1C9">
                    <a:alpha val="815"/>
                  </a:srgbClr>
                </a:gs>
                <a:gs pos="85714">
                  <a:srgbClr val="F2D1C9">
                    <a:alpha val="323"/>
                  </a:srgbClr>
                </a:gs>
                <a:gs pos="100000">
                  <a:srgbClr val="F2D1C9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5983729">
              <a:off x="2162878" y="728610"/>
              <a:ext cx="286936" cy="31626"/>
            </a:xfrm>
            <a:prstGeom prst="ellipse">
              <a:avLst/>
            </a:prstGeom>
            <a:gradFill>
              <a:gsLst>
                <a:gs pos="0">
                  <a:srgbClr val="E4C1A4">
                    <a:alpha val="30788"/>
                  </a:srgbClr>
                </a:gs>
                <a:gs pos="14286">
                  <a:srgbClr val="E4C1A4">
                    <a:alpha val="28697"/>
                  </a:srgbClr>
                </a:gs>
                <a:gs pos="28571">
                  <a:srgbClr val="E4C1A4">
                    <a:alpha val="23096"/>
                  </a:srgbClr>
                </a:gs>
                <a:gs pos="42857">
                  <a:srgbClr val="E4C1A4">
                    <a:alpha val="15824"/>
                  </a:srgbClr>
                </a:gs>
                <a:gs pos="57143">
                  <a:srgbClr val="E4C1A4">
                    <a:alpha val="9103"/>
                  </a:srgbClr>
                </a:gs>
                <a:gs pos="71429">
                  <a:srgbClr val="E4C1A4">
                    <a:alpha val="4370"/>
                  </a:srgbClr>
                </a:gs>
                <a:gs pos="85714">
                  <a:srgbClr val="E4C1A4">
                    <a:alpha val="1751"/>
                  </a:srgbClr>
                </a:gs>
                <a:gs pos="100000">
                  <a:srgbClr val="E4C1A4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8968933">
              <a:off x="-27004" y="1539707"/>
              <a:ext cx="304451" cy="288634"/>
            </a:xfrm>
            <a:prstGeom prst="ellipse">
              <a:avLst/>
            </a:prstGeom>
            <a:gradFill>
              <a:gsLst>
                <a:gs pos="0">
                  <a:srgbClr val="A38790">
                    <a:alpha val="2305"/>
                  </a:srgbClr>
                </a:gs>
                <a:gs pos="14286">
                  <a:srgbClr val="A38790">
                    <a:alpha val="2120"/>
                  </a:srgbClr>
                </a:gs>
                <a:gs pos="28571">
                  <a:srgbClr val="A38790">
                    <a:alpha val="1650"/>
                  </a:srgbClr>
                </a:gs>
                <a:gs pos="42857">
                  <a:srgbClr val="A38790">
                    <a:alpha val="1085"/>
                  </a:srgbClr>
                </a:gs>
                <a:gs pos="57143">
                  <a:srgbClr val="A38790">
                    <a:alpha val="603"/>
                  </a:srgbClr>
                </a:gs>
                <a:gs pos="71429">
                  <a:srgbClr val="A38790">
                    <a:alpha val="283"/>
                  </a:srgbClr>
                </a:gs>
                <a:gs pos="85714">
                  <a:srgbClr val="A38790">
                    <a:alpha val="112"/>
                  </a:srgbClr>
                </a:gs>
                <a:gs pos="100000">
                  <a:srgbClr val="A3879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10653617">
              <a:off x="898202" y="1468949"/>
              <a:ext cx="454811" cy="95491"/>
            </a:xfrm>
            <a:prstGeom prst="ellipse">
              <a:avLst/>
            </a:prstGeom>
            <a:gradFill>
              <a:gsLst>
                <a:gs pos="0">
                  <a:srgbClr val="430000">
                    <a:alpha val="32968"/>
                  </a:srgbClr>
                </a:gs>
                <a:gs pos="14286">
                  <a:srgbClr val="430000">
                    <a:alpha val="30764"/>
                  </a:srgbClr>
                </a:gs>
                <a:gs pos="28571">
                  <a:srgbClr val="430000">
                    <a:alpha val="24833"/>
                  </a:srgbClr>
                </a:gs>
                <a:gs pos="42857">
                  <a:srgbClr val="430000">
                    <a:alpha val="17075"/>
                  </a:srgbClr>
                </a:gs>
                <a:gs pos="57143">
                  <a:srgbClr val="430000">
                    <a:alpha val="9855"/>
                  </a:srgbClr>
                </a:gs>
                <a:gs pos="71429">
                  <a:srgbClr val="430000">
                    <a:alpha val="4740"/>
                  </a:srgbClr>
                </a:gs>
                <a:gs pos="85714">
                  <a:srgbClr val="430000">
                    <a:alpha val="1902"/>
                  </a:srgbClr>
                </a:gs>
                <a:gs pos="100000">
                  <a:srgbClr val="4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5052384">
              <a:off x="427698" y="1594675"/>
              <a:ext cx="332100" cy="238859"/>
            </a:xfrm>
            <a:prstGeom prst="ellipse">
              <a:avLst/>
            </a:prstGeom>
            <a:gradFill>
              <a:gsLst>
                <a:gs pos="0">
                  <a:srgbClr val="8E6E5E">
                    <a:alpha val="19346"/>
                  </a:srgbClr>
                </a:gs>
                <a:gs pos="14286">
                  <a:srgbClr val="8E6E5E">
                    <a:alpha val="17931"/>
                  </a:srgbClr>
                </a:gs>
                <a:gs pos="28571">
                  <a:srgbClr val="8E6E5E">
                    <a:alpha val="14224"/>
                  </a:srgbClr>
                </a:gs>
                <a:gs pos="42857">
                  <a:srgbClr val="8E6E5E">
                    <a:alpha val="9574"/>
                  </a:srgbClr>
                </a:gs>
                <a:gs pos="57143">
                  <a:srgbClr val="8E6E5E">
                    <a:alpha val="5424"/>
                  </a:srgbClr>
                </a:gs>
                <a:gs pos="71429">
                  <a:srgbClr val="8E6E5E">
                    <a:alpha val="2577"/>
                  </a:srgbClr>
                </a:gs>
                <a:gs pos="85714">
                  <a:srgbClr val="8E6E5E">
                    <a:alpha val="1027"/>
                  </a:srgbClr>
                </a:gs>
                <a:gs pos="100000">
                  <a:srgbClr val="8E6E5E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-9206663">
              <a:off x="651423" y="1016434"/>
              <a:ext cx="685396" cy="39464"/>
            </a:xfrm>
            <a:prstGeom prst="ellipse">
              <a:avLst/>
            </a:prstGeom>
            <a:gradFill>
              <a:gsLst>
                <a:gs pos="0">
                  <a:srgbClr val="7A4200">
                    <a:alpha val="32968"/>
                  </a:srgbClr>
                </a:gs>
                <a:gs pos="14286">
                  <a:srgbClr val="7A4200">
                    <a:alpha val="30764"/>
                  </a:srgbClr>
                </a:gs>
                <a:gs pos="28571">
                  <a:srgbClr val="7A4200">
                    <a:alpha val="24833"/>
                  </a:srgbClr>
                </a:gs>
                <a:gs pos="42857">
                  <a:srgbClr val="7A4200">
                    <a:alpha val="17075"/>
                  </a:srgbClr>
                </a:gs>
                <a:gs pos="57143">
                  <a:srgbClr val="7A4200">
                    <a:alpha val="9855"/>
                  </a:srgbClr>
                </a:gs>
                <a:gs pos="71429">
                  <a:srgbClr val="7A4200">
                    <a:alpha val="4740"/>
                  </a:srgbClr>
                </a:gs>
                <a:gs pos="85714">
                  <a:srgbClr val="7A4200">
                    <a:alpha val="1902"/>
                  </a:srgbClr>
                </a:gs>
                <a:gs pos="100000">
                  <a:srgbClr val="7A4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10223438">
              <a:off x="473362" y="1885239"/>
              <a:ext cx="336277" cy="26773"/>
            </a:xfrm>
            <a:prstGeom prst="ellipse">
              <a:avLst/>
            </a:prstGeom>
            <a:gradFill>
              <a:gsLst>
                <a:gs pos="0">
                  <a:srgbClr val="813E00">
                    <a:alpha val="31177"/>
                  </a:srgbClr>
                </a:gs>
                <a:gs pos="14286">
                  <a:srgbClr val="813E00">
                    <a:alpha val="29066"/>
                  </a:srgbClr>
                </a:gs>
                <a:gs pos="28571">
                  <a:srgbClr val="813E00">
                    <a:alpha val="23405"/>
                  </a:srgbClr>
                </a:gs>
                <a:gs pos="42857">
                  <a:srgbClr val="813E00">
                    <a:alpha val="16046"/>
                  </a:srgbClr>
                </a:gs>
                <a:gs pos="57143">
                  <a:srgbClr val="813E00">
                    <a:alpha val="9236"/>
                  </a:srgbClr>
                </a:gs>
                <a:gs pos="71429">
                  <a:srgbClr val="813E00">
                    <a:alpha val="4435"/>
                  </a:srgbClr>
                </a:gs>
                <a:gs pos="85714">
                  <a:srgbClr val="813E00">
                    <a:alpha val="1778"/>
                  </a:srgbClr>
                </a:gs>
                <a:gs pos="100000">
                  <a:srgbClr val="813E00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-10035078">
              <a:off x="896853" y="1748324"/>
              <a:ext cx="318300" cy="309534"/>
            </a:xfrm>
            <a:prstGeom prst="ellipse">
              <a:avLst/>
            </a:prstGeom>
            <a:gradFill>
              <a:gsLst>
                <a:gs pos="0">
                  <a:srgbClr val="AF8900">
                    <a:alpha val="5789"/>
                  </a:srgbClr>
                </a:gs>
                <a:gs pos="14286">
                  <a:srgbClr val="AF8900">
                    <a:alpha val="5334"/>
                  </a:srgbClr>
                </a:gs>
                <a:gs pos="28571">
                  <a:srgbClr val="AF8900">
                    <a:alpha val="4167"/>
                  </a:srgbClr>
                </a:gs>
                <a:gs pos="42857">
                  <a:srgbClr val="AF8900">
                    <a:alpha val="2753"/>
                  </a:srgbClr>
                </a:gs>
                <a:gs pos="57143">
                  <a:srgbClr val="AF8900">
                    <a:alpha val="1535"/>
                  </a:srgbClr>
                </a:gs>
                <a:gs pos="71429">
                  <a:srgbClr val="AF8900">
                    <a:alpha val="721"/>
                  </a:srgbClr>
                </a:gs>
                <a:gs pos="85714">
                  <a:srgbClr val="AF8900">
                    <a:alpha val="286"/>
                  </a:srgbClr>
                </a:gs>
                <a:gs pos="100000">
                  <a:srgbClr val="AF8900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-9860740">
              <a:off x="2925521" y="1205565"/>
              <a:ext cx="358073" cy="93813"/>
            </a:xfrm>
            <a:prstGeom prst="ellipse">
              <a:avLst/>
            </a:prstGeom>
            <a:gradFill>
              <a:gsLst>
                <a:gs pos="0">
                  <a:srgbClr val="C0B7A7">
                    <a:alpha val="4813"/>
                  </a:srgbClr>
                </a:gs>
                <a:gs pos="14286">
                  <a:srgbClr val="C0B7A7">
                    <a:alpha val="4432"/>
                  </a:srgbClr>
                </a:gs>
                <a:gs pos="28571">
                  <a:srgbClr val="C0B7A7">
                    <a:alpha val="3459"/>
                  </a:srgbClr>
                </a:gs>
                <a:gs pos="42857">
                  <a:srgbClr val="C0B7A7">
                    <a:alpha val="2282"/>
                  </a:srgbClr>
                </a:gs>
                <a:gs pos="57143">
                  <a:srgbClr val="C0B7A7">
                    <a:alpha val="1271"/>
                  </a:srgbClr>
                </a:gs>
                <a:gs pos="71429">
                  <a:srgbClr val="C0B7A7">
                    <a:alpha val="597"/>
                  </a:srgbClr>
                </a:gs>
                <a:gs pos="85714">
                  <a:srgbClr val="C0B7A7">
                    <a:alpha val="237"/>
                  </a:srgbClr>
                </a:gs>
                <a:gs pos="100000">
                  <a:srgbClr val="C0B7A7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-8693322">
              <a:off x="1622887" y="1852318"/>
              <a:ext cx="419941" cy="81537"/>
            </a:xfrm>
            <a:prstGeom prst="ellipse">
              <a:avLst/>
            </a:prstGeom>
            <a:gradFill>
              <a:gsLst>
                <a:gs pos="0">
                  <a:srgbClr val="FBD592">
                    <a:alpha val="24626"/>
                  </a:srgbClr>
                </a:gs>
                <a:gs pos="14286">
                  <a:srgbClr val="FBD592">
                    <a:alpha val="22883"/>
                  </a:srgbClr>
                </a:gs>
                <a:gs pos="28571">
                  <a:srgbClr val="FBD592">
                    <a:alpha val="18270"/>
                  </a:srgbClr>
                </a:gs>
                <a:gs pos="42857">
                  <a:srgbClr val="FBD592">
                    <a:alpha val="12395"/>
                  </a:srgbClr>
                </a:gs>
                <a:gs pos="57143">
                  <a:srgbClr val="FBD592">
                    <a:alpha val="7070"/>
                  </a:srgbClr>
                </a:gs>
                <a:gs pos="71429">
                  <a:srgbClr val="FBD592">
                    <a:alpha val="3374"/>
                  </a:srgbClr>
                </a:gs>
                <a:gs pos="85714">
                  <a:srgbClr val="FBD592">
                    <a:alpha val="1348"/>
                  </a:srgbClr>
                </a:gs>
                <a:gs pos="100000">
                  <a:srgbClr val="FBD592">
                    <a:alpha val="4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6287760">
              <a:off x="2768729" y="2118210"/>
              <a:ext cx="467227" cy="241268"/>
            </a:xfrm>
            <a:prstGeom prst="ellipse">
              <a:avLst/>
            </a:prstGeom>
            <a:gradFill>
              <a:gsLst>
                <a:gs pos="0">
                  <a:srgbClr val="9C857F">
                    <a:alpha val="31264"/>
                  </a:srgbClr>
                </a:gs>
                <a:gs pos="14286">
                  <a:srgbClr val="9C857F">
                    <a:alpha val="29148"/>
                  </a:srgbClr>
                </a:gs>
                <a:gs pos="28571">
                  <a:srgbClr val="9C857F">
                    <a:alpha val="23474"/>
                  </a:srgbClr>
                </a:gs>
                <a:gs pos="42857">
                  <a:srgbClr val="9C857F">
                    <a:alpha val="16095"/>
                  </a:srgbClr>
                </a:gs>
                <a:gs pos="57143">
                  <a:srgbClr val="9C857F">
                    <a:alpha val="9266"/>
                  </a:srgbClr>
                </a:gs>
                <a:gs pos="71429">
                  <a:srgbClr val="9C857F">
                    <a:alpha val="4450"/>
                  </a:srgbClr>
                </a:gs>
                <a:gs pos="85714">
                  <a:srgbClr val="9C857F">
                    <a:alpha val="1784"/>
                  </a:srgbClr>
                </a:gs>
                <a:gs pos="100000">
                  <a:srgbClr val="9C857F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6704303">
              <a:off x="2357553" y="374494"/>
              <a:ext cx="263224" cy="88443"/>
            </a:xfrm>
            <a:prstGeom prst="ellipse">
              <a:avLst/>
            </a:prstGeom>
            <a:gradFill>
              <a:gsLst>
                <a:gs pos="0">
                  <a:srgbClr val="512500">
                    <a:alpha val="12680"/>
                  </a:srgbClr>
                </a:gs>
                <a:gs pos="14286">
                  <a:srgbClr val="512500">
                    <a:alpha val="11717"/>
                  </a:srgbClr>
                </a:gs>
                <a:gs pos="28571">
                  <a:srgbClr val="512500">
                    <a:alpha val="9223"/>
                  </a:srgbClr>
                </a:gs>
                <a:gs pos="42857">
                  <a:srgbClr val="512500">
                    <a:alpha val="6149"/>
                  </a:srgbClr>
                </a:gs>
                <a:gs pos="57143">
                  <a:srgbClr val="512500">
                    <a:alpha val="3456"/>
                  </a:srgbClr>
                </a:gs>
                <a:gs pos="71429">
                  <a:srgbClr val="512500">
                    <a:alpha val="1633"/>
                  </a:srgbClr>
                </a:gs>
                <a:gs pos="85714">
                  <a:srgbClr val="512500">
                    <a:alpha val="649"/>
                  </a:srgbClr>
                </a:gs>
                <a:gs pos="100000">
                  <a:srgbClr val="512500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3066576">
              <a:off x="-30202" y="1119954"/>
              <a:ext cx="266545" cy="239221"/>
            </a:xfrm>
            <a:prstGeom prst="ellipse">
              <a:avLst/>
            </a:prstGeom>
            <a:gradFill>
              <a:gsLst>
                <a:gs pos="0">
                  <a:srgbClr val="CA976E">
                    <a:alpha val="9873"/>
                  </a:srgbClr>
                </a:gs>
                <a:gs pos="14286">
                  <a:srgbClr val="CA976E">
                    <a:alpha val="9112"/>
                  </a:srgbClr>
                </a:gs>
                <a:gs pos="28571">
                  <a:srgbClr val="CA976E">
                    <a:alpha val="7150"/>
                  </a:srgbClr>
                </a:gs>
                <a:gs pos="42857">
                  <a:srgbClr val="CA976E">
                    <a:alpha val="4749"/>
                  </a:srgbClr>
                </a:gs>
                <a:gs pos="57143">
                  <a:srgbClr val="CA976E">
                    <a:alpha val="2660"/>
                  </a:srgbClr>
                </a:gs>
                <a:gs pos="71429">
                  <a:srgbClr val="CA976E">
                    <a:alpha val="1254"/>
                  </a:srgbClr>
                </a:gs>
                <a:gs pos="85714">
                  <a:srgbClr val="CA976E">
                    <a:alpha val="498"/>
                  </a:srgbClr>
                </a:gs>
                <a:gs pos="100000">
                  <a:srgbClr val="CA976E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7567775">
              <a:off x="1946272" y="2149097"/>
              <a:ext cx="326088" cy="142890"/>
            </a:xfrm>
            <a:prstGeom prst="ellipse">
              <a:avLst/>
            </a:prstGeom>
            <a:gradFill>
              <a:gsLst>
                <a:gs pos="0">
                  <a:srgbClr val="F00000">
                    <a:alpha val="4488"/>
                  </a:srgbClr>
                </a:gs>
                <a:gs pos="14286">
                  <a:srgbClr val="F00000">
                    <a:alpha val="4133"/>
                  </a:srgbClr>
                </a:gs>
                <a:gs pos="28571">
                  <a:srgbClr val="F00000">
                    <a:alpha val="3224"/>
                  </a:srgbClr>
                </a:gs>
                <a:gs pos="42857">
                  <a:srgbClr val="F00000">
                    <a:alpha val="2127"/>
                  </a:srgbClr>
                </a:gs>
                <a:gs pos="57143">
                  <a:srgbClr val="F00000">
                    <a:alpha val="1184"/>
                  </a:srgbClr>
                </a:gs>
                <a:gs pos="71429">
                  <a:srgbClr val="F00000">
                    <a:alpha val="556"/>
                  </a:srgbClr>
                </a:gs>
                <a:gs pos="85714">
                  <a:srgbClr val="F00000">
                    <a:alpha val="220"/>
                  </a:srgbClr>
                </a:gs>
                <a:gs pos="100000">
                  <a:srgbClr val="F00000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-9527776">
              <a:off x="999964" y="209189"/>
              <a:ext cx="344550" cy="211757"/>
            </a:xfrm>
            <a:prstGeom prst="ellipse">
              <a:avLst/>
            </a:prstGeom>
            <a:gradFill>
              <a:gsLst>
                <a:gs pos="0">
                  <a:srgbClr val="554400">
                    <a:alpha val="7246"/>
                  </a:srgbClr>
                </a:gs>
                <a:gs pos="14286">
                  <a:srgbClr val="554400">
                    <a:alpha val="6680"/>
                  </a:srgbClr>
                </a:gs>
                <a:gs pos="28571">
                  <a:srgbClr val="554400">
                    <a:alpha val="5226"/>
                  </a:srgbClr>
                </a:gs>
                <a:gs pos="42857">
                  <a:srgbClr val="554400">
                    <a:alpha val="3460"/>
                  </a:srgbClr>
                </a:gs>
                <a:gs pos="57143">
                  <a:srgbClr val="554400">
                    <a:alpha val="1932"/>
                  </a:srgbClr>
                </a:gs>
                <a:gs pos="71429">
                  <a:srgbClr val="554400">
                    <a:alpha val="909"/>
                  </a:srgbClr>
                </a:gs>
                <a:gs pos="85714">
                  <a:srgbClr val="554400">
                    <a:alpha val="360"/>
                  </a:srgbClr>
                </a:gs>
                <a:gs pos="100000">
                  <a:srgbClr val="554400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4330518">
              <a:off x="1644423" y="355223"/>
              <a:ext cx="291538" cy="253301"/>
            </a:xfrm>
            <a:prstGeom prst="ellipse">
              <a:avLst/>
            </a:prstGeom>
            <a:gradFill>
              <a:gsLst>
                <a:gs pos="0">
                  <a:srgbClr val="7E0000">
                    <a:alpha val="7984"/>
                  </a:srgbClr>
                </a:gs>
                <a:gs pos="14286">
                  <a:srgbClr val="7E0000">
                    <a:alpha val="7362"/>
                  </a:srgbClr>
                </a:gs>
                <a:gs pos="28571">
                  <a:srgbClr val="7E0000">
                    <a:alpha val="5765"/>
                  </a:srgbClr>
                </a:gs>
                <a:gs pos="42857">
                  <a:srgbClr val="7E0000">
                    <a:alpha val="3820"/>
                  </a:srgbClr>
                </a:gs>
                <a:gs pos="57143">
                  <a:srgbClr val="7E0000">
                    <a:alpha val="2135"/>
                  </a:srgbClr>
                </a:gs>
                <a:gs pos="71429">
                  <a:srgbClr val="7E0000">
                    <a:alpha val="1005"/>
                  </a:srgbClr>
                </a:gs>
                <a:gs pos="85714">
                  <a:srgbClr val="7E0000">
                    <a:alpha val="399"/>
                  </a:srgbClr>
                </a:gs>
                <a:gs pos="100000">
                  <a:srgbClr val="7E0000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4945883">
              <a:off x="3394460" y="1600333"/>
              <a:ext cx="505540" cy="184030"/>
            </a:xfrm>
            <a:prstGeom prst="ellipse">
              <a:avLst/>
            </a:prstGeom>
            <a:gradFill>
              <a:gsLst>
                <a:gs pos="0">
                  <a:srgbClr val="D8BBB7">
                    <a:alpha val="31879"/>
                  </a:srgbClr>
                </a:gs>
                <a:gs pos="14286">
                  <a:srgbClr val="D8BBB7">
                    <a:alpha val="29730"/>
                  </a:srgbClr>
                </a:gs>
                <a:gs pos="28571">
                  <a:srgbClr val="D8BBB7">
                    <a:alpha val="23963"/>
                  </a:srgbClr>
                </a:gs>
                <a:gs pos="42857">
                  <a:srgbClr val="D8BBB7">
                    <a:alpha val="16447"/>
                  </a:srgbClr>
                </a:gs>
                <a:gs pos="57143">
                  <a:srgbClr val="D8BBB7">
                    <a:alpha val="9477"/>
                  </a:srgbClr>
                </a:gs>
                <a:gs pos="71429">
                  <a:srgbClr val="D8BBB7">
                    <a:alpha val="4554"/>
                  </a:srgbClr>
                </a:gs>
                <a:gs pos="85714">
                  <a:srgbClr val="D8BBB7">
                    <a:alpha val="1826"/>
                  </a:srgbClr>
                </a:gs>
                <a:gs pos="100000">
                  <a:srgbClr val="D8BBB7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6319640">
              <a:off x="2147236" y="461685"/>
              <a:ext cx="344782" cy="76707"/>
            </a:xfrm>
            <a:prstGeom prst="ellipse">
              <a:avLst/>
            </a:prstGeom>
            <a:gradFill>
              <a:gsLst>
                <a:gs pos="0">
                  <a:srgbClr val="000C00">
                    <a:alpha val="11785"/>
                  </a:srgbClr>
                </a:gs>
                <a:gs pos="14286">
                  <a:srgbClr val="000C00">
                    <a:alpha val="10885"/>
                  </a:srgbClr>
                </a:gs>
                <a:gs pos="28571">
                  <a:srgbClr val="000C00">
                    <a:alpha val="8560"/>
                  </a:srgbClr>
                </a:gs>
                <a:gs pos="42857">
                  <a:srgbClr val="000C00">
                    <a:alpha val="5700"/>
                  </a:srgbClr>
                </a:gs>
                <a:gs pos="57143">
                  <a:srgbClr val="000C00">
                    <a:alpha val="3200"/>
                  </a:srgbClr>
                </a:gs>
                <a:gs pos="71429">
                  <a:srgbClr val="000C00">
                    <a:alpha val="1511"/>
                  </a:srgbClr>
                </a:gs>
                <a:gs pos="85714">
                  <a:srgbClr val="000C00">
                    <a:alpha val="600"/>
                  </a:srgbClr>
                </a:gs>
                <a:gs pos="100000">
                  <a:srgbClr val="000C00">
                    <a:alpha val="2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10621183">
              <a:off x="1105299" y="1574285"/>
              <a:ext cx="369950" cy="21954"/>
            </a:xfrm>
            <a:prstGeom prst="ellipse">
              <a:avLst/>
            </a:prstGeom>
            <a:gradFill>
              <a:gsLst>
                <a:gs pos="0">
                  <a:srgbClr val="E5BC90">
                    <a:alpha val="32968"/>
                  </a:srgbClr>
                </a:gs>
                <a:gs pos="14286">
                  <a:srgbClr val="E5BC90">
                    <a:alpha val="30764"/>
                  </a:srgbClr>
                </a:gs>
                <a:gs pos="28571">
                  <a:srgbClr val="E5BC90">
                    <a:alpha val="24833"/>
                  </a:srgbClr>
                </a:gs>
                <a:gs pos="42857">
                  <a:srgbClr val="E5BC90">
                    <a:alpha val="17075"/>
                  </a:srgbClr>
                </a:gs>
                <a:gs pos="57143">
                  <a:srgbClr val="E5BC90">
                    <a:alpha val="9855"/>
                  </a:srgbClr>
                </a:gs>
                <a:gs pos="71429">
                  <a:srgbClr val="E5BC90">
                    <a:alpha val="4740"/>
                  </a:srgbClr>
                </a:gs>
                <a:gs pos="85714">
                  <a:srgbClr val="E5BC90">
                    <a:alpha val="1902"/>
                  </a:srgbClr>
                </a:gs>
                <a:gs pos="100000">
                  <a:srgbClr val="E5BC9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-9429194">
              <a:off x="1170509" y="1016798"/>
              <a:ext cx="270168" cy="120429"/>
            </a:xfrm>
            <a:prstGeom prst="ellipse">
              <a:avLst/>
            </a:prstGeom>
            <a:gradFill>
              <a:gsLst>
                <a:gs pos="0">
                  <a:srgbClr val="E9BE4C">
                    <a:alpha val="32968"/>
                  </a:srgbClr>
                </a:gs>
                <a:gs pos="14286">
                  <a:srgbClr val="E9BE4C">
                    <a:alpha val="30764"/>
                  </a:srgbClr>
                </a:gs>
                <a:gs pos="28571">
                  <a:srgbClr val="E9BE4C">
                    <a:alpha val="24833"/>
                  </a:srgbClr>
                </a:gs>
                <a:gs pos="42857">
                  <a:srgbClr val="E9BE4C">
                    <a:alpha val="17075"/>
                  </a:srgbClr>
                </a:gs>
                <a:gs pos="57143">
                  <a:srgbClr val="E9BE4C">
                    <a:alpha val="9855"/>
                  </a:srgbClr>
                </a:gs>
                <a:gs pos="71429">
                  <a:srgbClr val="E9BE4C">
                    <a:alpha val="4740"/>
                  </a:srgbClr>
                </a:gs>
                <a:gs pos="85714">
                  <a:srgbClr val="E9BE4C">
                    <a:alpha val="1902"/>
                  </a:srgbClr>
                </a:gs>
                <a:gs pos="100000">
                  <a:srgbClr val="E9BE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5916536">
              <a:off x="589884" y="1082086"/>
              <a:ext cx="339331" cy="266577"/>
            </a:xfrm>
            <a:prstGeom prst="ellipse">
              <a:avLst/>
            </a:prstGeom>
            <a:gradFill>
              <a:gsLst>
                <a:gs pos="0">
                  <a:srgbClr val="A5795E">
                    <a:alpha val="9059"/>
                  </a:srgbClr>
                </a:gs>
                <a:gs pos="14286">
                  <a:srgbClr val="A5795E">
                    <a:alpha val="8358"/>
                  </a:srgbClr>
                </a:gs>
                <a:gs pos="28571">
                  <a:srgbClr val="A5795E">
                    <a:alpha val="6552"/>
                  </a:srgbClr>
                </a:gs>
                <a:gs pos="42857">
                  <a:srgbClr val="A5795E">
                    <a:alpha val="4348"/>
                  </a:srgbClr>
                </a:gs>
                <a:gs pos="57143">
                  <a:srgbClr val="A5795E">
                    <a:alpha val="2433"/>
                  </a:srgbClr>
                </a:gs>
                <a:gs pos="71429">
                  <a:srgbClr val="A5795E">
                    <a:alpha val="1146"/>
                  </a:srgbClr>
                </a:gs>
                <a:gs pos="85714">
                  <a:srgbClr val="A5795E">
                    <a:alpha val="455"/>
                  </a:srgbClr>
                </a:gs>
                <a:gs pos="100000">
                  <a:srgbClr val="A5795E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3327553">
              <a:off x="-71719" y="1814797"/>
              <a:ext cx="530104" cy="191167"/>
            </a:xfrm>
            <a:prstGeom prst="ellipse">
              <a:avLst/>
            </a:prstGeom>
            <a:gradFill>
              <a:gsLst>
                <a:gs pos="0">
                  <a:srgbClr val="673A00">
                    <a:alpha val="32968"/>
                  </a:srgbClr>
                </a:gs>
                <a:gs pos="14286">
                  <a:srgbClr val="673A00">
                    <a:alpha val="30764"/>
                  </a:srgbClr>
                </a:gs>
                <a:gs pos="28571">
                  <a:srgbClr val="673A00">
                    <a:alpha val="24833"/>
                  </a:srgbClr>
                </a:gs>
                <a:gs pos="42857">
                  <a:srgbClr val="673A00">
                    <a:alpha val="17075"/>
                  </a:srgbClr>
                </a:gs>
                <a:gs pos="57143">
                  <a:srgbClr val="673A00">
                    <a:alpha val="9855"/>
                  </a:srgbClr>
                </a:gs>
                <a:gs pos="71429">
                  <a:srgbClr val="673A00">
                    <a:alpha val="4740"/>
                  </a:srgbClr>
                </a:gs>
                <a:gs pos="85714">
                  <a:srgbClr val="673A00">
                    <a:alpha val="1902"/>
                  </a:srgbClr>
                </a:gs>
                <a:gs pos="100000">
                  <a:srgbClr val="673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3593725">
              <a:off x="1626601" y="1493441"/>
              <a:ext cx="540493" cy="112074"/>
            </a:xfrm>
            <a:prstGeom prst="ellipse">
              <a:avLst/>
            </a:prstGeom>
            <a:gradFill>
              <a:gsLst>
                <a:gs pos="0">
                  <a:srgbClr val="8D0100">
                    <a:alpha val="32443"/>
                  </a:srgbClr>
                </a:gs>
                <a:gs pos="14286">
                  <a:srgbClr val="8D0100">
                    <a:alpha val="30266"/>
                  </a:srgbClr>
                </a:gs>
                <a:gs pos="28571">
                  <a:srgbClr val="8D0100">
                    <a:alpha val="24413"/>
                  </a:srgbClr>
                </a:gs>
                <a:gs pos="42857">
                  <a:srgbClr val="8D0100">
                    <a:alpha val="16772"/>
                  </a:srgbClr>
                </a:gs>
                <a:gs pos="57143">
                  <a:srgbClr val="8D0100">
                    <a:alpha val="9672"/>
                  </a:srgbClr>
                </a:gs>
                <a:gs pos="71429">
                  <a:srgbClr val="8D0100">
                    <a:alpha val="4650"/>
                  </a:srgbClr>
                </a:gs>
                <a:gs pos="85714">
                  <a:srgbClr val="8D0100">
                    <a:alpha val="1865"/>
                  </a:srgbClr>
                </a:gs>
                <a:gs pos="100000">
                  <a:srgbClr val="8D0100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2762132">
              <a:off x="1280888" y="638444"/>
              <a:ext cx="484542" cy="60458"/>
            </a:xfrm>
            <a:prstGeom prst="ellipse">
              <a:avLst/>
            </a:prstGeom>
            <a:gradFill>
              <a:gsLst>
                <a:gs pos="0">
                  <a:srgbClr val="DBAA81">
                    <a:alpha val="32968"/>
                  </a:srgbClr>
                </a:gs>
                <a:gs pos="14286">
                  <a:srgbClr val="DBAA81">
                    <a:alpha val="30764"/>
                  </a:srgbClr>
                </a:gs>
                <a:gs pos="28571">
                  <a:srgbClr val="DBAA81">
                    <a:alpha val="24833"/>
                  </a:srgbClr>
                </a:gs>
                <a:gs pos="42857">
                  <a:srgbClr val="DBAA81">
                    <a:alpha val="17075"/>
                  </a:srgbClr>
                </a:gs>
                <a:gs pos="57143">
                  <a:srgbClr val="DBAA81">
                    <a:alpha val="9855"/>
                  </a:srgbClr>
                </a:gs>
                <a:gs pos="71429">
                  <a:srgbClr val="DBAA81">
                    <a:alpha val="4740"/>
                  </a:srgbClr>
                </a:gs>
                <a:gs pos="85714">
                  <a:srgbClr val="DBAA81">
                    <a:alpha val="1902"/>
                  </a:srgbClr>
                </a:gs>
                <a:gs pos="100000">
                  <a:srgbClr val="DBAA8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-9337832">
              <a:off x="400182" y="1191229"/>
              <a:ext cx="421355" cy="165137"/>
            </a:xfrm>
            <a:prstGeom prst="ellipse">
              <a:avLst/>
            </a:prstGeom>
            <a:gradFill>
              <a:gsLst>
                <a:gs pos="0">
                  <a:srgbClr val="E6C9B0">
                    <a:alpha val="31842"/>
                  </a:srgbClr>
                </a:gs>
                <a:gs pos="14286">
                  <a:srgbClr val="E6C9B0">
                    <a:alpha val="29696"/>
                  </a:srgbClr>
                </a:gs>
                <a:gs pos="28571">
                  <a:srgbClr val="E6C9B0">
                    <a:alpha val="23934"/>
                  </a:srgbClr>
                </a:gs>
                <a:gs pos="42857">
                  <a:srgbClr val="E6C9B0">
                    <a:alpha val="16426"/>
                  </a:srgbClr>
                </a:gs>
                <a:gs pos="57143">
                  <a:srgbClr val="E6C9B0">
                    <a:alpha val="9465"/>
                  </a:srgbClr>
                </a:gs>
                <a:gs pos="71429">
                  <a:srgbClr val="E6C9B0">
                    <a:alpha val="4548"/>
                  </a:srgbClr>
                </a:gs>
                <a:gs pos="85714">
                  <a:srgbClr val="E6C9B0">
                    <a:alpha val="1824"/>
                  </a:srgbClr>
                </a:gs>
                <a:gs pos="100000">
                  <a:srgbClr val="E6C9B0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5033522">
              <a:off x="3437221" y="1977293"/>
              <a:ext cx="420292" cy="232429"/>
            </a:xfrm>
            <a:prstGeom prst="ellipse">
              <a:avLst/>
            </a:prstGeom>
            <a:gradFill>
              <a:gsLst>
                <a:gs pos="0">
                  <a:srgbClr val="DABAB5">
                    <a:alpha val="27390"/>
                  </a:srgbClr>
                </a:gs>
                <a:gs pos="14286">
                  <a:srgbClr val="DABAB5">
                    <a:alpha val="25485"/>
                  </a:srgbClr>
                </a:gs>
                <a:gs pos="28571">
                  <a:srgbClr val="DABAB5">
                    <a:alpha val="20420"/>
                  </a:srgbClr>
                </a:gs>
                <a:gs pos="42857">
                  <a:srgbClr val="DABAB5">
                    <a:alpha val="13914"/>
                  </a:srgbClr>
                </a:gs>
                <a:gs pos="57143">
                  <a:srgbClr val="DABAB5">
                    <a:alpha val="7966"/>
                  </a:srgbClr>
                </a:gs>
                <a:gs pos="71429">
                  <a:srgbClr val="DABAB5">
                    <a:alpha val="3811"/>
                  </a:srgbClr>
                </a:gs>
                <a:gs pos="85714">
                  <a:srgbClr val="DABAB5">
                    <a:alpha val="1525"/>
                  </a:srgbClr>
                </a:gs>
                <a:gs pos="100000">
                  <a:srgbClr val="DABAB5">
                    <a:alpha val="5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-10625270">
              <a:off x="1278445" y="1191104"/>
              <a:ext cx="378979" cy="89715"/>
            </a:xfrm>
            <a:prstGeom prst="ellipse">
              <a:avLst/>
            </a:prstGeom>
            <a:gradFill>
              <a:gsLst>
                <a:gs pos="0">
                  <a:srgbClr val="D09553">
                    <a:alpha val="32968"/>
                  </a:srgbClr>
                </a:gs>
                <a:gs pos="14286">
                  <a:srgbClr val="D09553">
                    <a:alpha val="30764"/>
                  </a:srgbClr>
                </a:gs>
                <a:gs pos="28571">
                  <a:srgbClr val="D09553">
                    <a:alpha val="24833"/>
                  </a:srgbClr>
                </a:gs>
                <a:gs pos="42857">
                  <a:srgbClr val="D09553">
                    <a:alpha val="17075"/>
                  </a:srgbClr>
                </a:gs>
                <a:gs pos="57143">
                  <a:srgbClr val="D09553">
                    <a:alpha val="9855"/>
                  </a:srgbClr>
                </a:gs>
                <a:gs pos="71429">
                  <a:srgbClr val="D09553">
                    <a:alpha val="4740"/>
                  </a:srgbClr>
                </a:gs>
                <a:gs pos="85714">
                  <a:srgbClr val="D09553">
                    <a:alpha val="1902"/>
                  </a:srgbClr>
                </a:gs>
                <a:gs pos="100000">
                  <a:srgbClr val="D095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-8842604">
              <a:off x="612548" y="1161949"/>
              <a:ext cx="341372" cy="66822"/>
            </a:xfrm>
            <a:prstGeom prst="ellipse">
              <a:avLst/>
            </a:prstGeom>
            <a:gradFill>
              <a:gsLst>
                <a:gs pos="0">
                  <a:srgbClr val="813600">
                    <a:alpha val="9975"/>
                  </a:srgbClr>
                </a:gs>
                <a:gs pos="14286">
                  <a:srgbClr val="813600">
                    <a:alpha val="9206"/>
                  </a:srgbClr>
                </a:gs>
                <a:gs pos="28571">
                  <a:srgbClr val="813600">
                    <a:alpha val="7225"/>
                  </a:srgbClr>
                </a:gs>
                <a:gs pos="42857">
                  <a:srgbClr val="813600">
                    <a:alpha val="4800"/>
                  </a:srgbClr>
                </a:gs>
                <a:gs pos="57143">
                  <a:srgbClr val="813600">
                    <a:alpha val="2689"/>
                  </a:srgbClr>
                </a:gs>
                <a:gs pos="71429">
                  <a:srgbClr val="813600">
                    <a:alpha val="1268"/>
                  </a:srgbClr>
                </a:gs>
                <a:gs pos="85714">
                  <a:srgbClr val="813600">
                    <a:alpha val="503"/>
                  </a:srgbClr>
                </a:gs>
                <a:gs pos="100000">
                  <a:srgbClr val="813600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-10097146">
              <a:off x="1079261" y="1484038"/>
              <a:ext cx="505426" cy="47923"/>
            </a:xfrm>
            <a:prstGeom prst="ellipse">
              <a:avLst/>
            </a:prstGeom>
            <a:gradFill>
              <a:gsLst>
                <a:gs pos="0">
                  <a:srgbClr val="795230">
                    <a:alpha val="32968"/>
                  </a:srgbClr>
                </a:gs>
                <a:gs pos="14286">
                  <a:srgbClr val="795230">
                    <a:alpha val="30764"/>
                  </a:srgbClr>
                </a:gs>
                <a:gs pos="28571">
                  <a:srgbClr val="795230">
                    <a:alpha val="24833"/>
                  </a:srgbClr>
                </a:gs>
                <a:gs pos="42857">
                  <a:srgbClr val="795230">
                    <a:alpha val="17075"/>
                  </a:srgbClr>
                </a:gs>
                <a:gs pos="57143">
                  <a:srgbClr val="795230">
                    <a:alpha val="9855"/>
                  </a:srgbClr>
                </a:gs>
                <a:gs pos="71429">
                  <a:srgbClr val="795230">
                    <a:alpha val="4740"/>
                  </a:srgbClr>
                </a:gs>
                <a:gs pos="85714">
                  <a:srgbClr val="795230">
                    <a:alpha val="1902"/>
                  </a:srgbClr>
                </a:gs>
                <a:gs pos="100000">
                  <a:srgbClr val="79523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8214524">
              <a:off x="-21317" y="1548981"/>
              <a:ext cx="340568" cy="304927"/>
            </a:xfrm>
            <a:prstGeom prst="ellipse">
              <a:avLst/>
            </a:prstGeom>
            <a:gradFill>
              <a:gsLst>
                <a:gs pos="0">
                  <a:srgbClr val="760562">
                    <a:alpha val="4282"/>
                  </a:srgbClr>
                </a:gs>
                <a:gs pos="14286">
                  <a:srgbClr val="760562">
                    <a:alpha val="3942"/>
                  </a:srgbClr>
                </a:gs>
                <a:gs pos="28571">
                  <a:srgbClr val="760562">
                    <a:alpha val="3075"/>
                  </a:srgbClr>
                </a:gs>
                <a:gs pos="42857">
                  <a:srgbClr val="760562">
                    <a:alpha val="2028"/>
                  </a:srgbClr>
                </a:gs>
                <a:gs pos="57143">
                  <a:srgbClr val="760562">
                    <a:alpha val="1129"/>
                  </a:srgbClr>
                </a:gs>
                <a:gs pos="71429">
                  <a:srgbClr val="760562">
                    <a:alpha val="530"/>
                  </a:srgbClr>
                </a:gs>
                <a:gs pos="85714">
                  <a:srgbClr val="760562">
                    <a:alpha val="210"/>
                  </a:srgbClr>
                </a:gs>
                <a:gs pos="100000">
                  <a:srgbClr val="760562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-9060148">
              <a:off x="1745501" y="1896138"/>
              <a:ext cx="374405" cy="99652"/>
            </a:xfrm>
            <a:prstGeom prst="ellipse">
              <a:avLst/>
            </a:prstGeom>
            <a:gradFill>
              <a:gsLst>
                <a:gs pos="0">
                  <a:srgbClr val="FF4900">
                    <a:alpha val="7866"/>
                  </a:srgbClr>
                </a:gs>
                <a:gs pos="14286">
                  <a:srgbClr val="FF4900">
                    <a:alpha val="7253"/>
                  </a:srgbClr>
                </a:gs>
                <a:gs pos="28571">
                  <a:srgbClr val="FF4900">
                    <a:alpha val="5679"/>
                  </a:srgbClr>
                </a:gs>
                <a:gs pos="42857">
                  <a:srgbClr val="FF4900">
                    <a:alpha val="3762"/>
                  </a:srgbClr>
                </a:gs>
                <a:gs pos="57143">
                  <a:srgbClr val="FF4900">
                    <a:alpha val="2102"/>
                  </a:srgbClr>
                </a:gs>
                <a:gs pos="71429">
                  <a:srgbClr val="FF4900">
                    <a:alpha val="990"/>
                  </a:srgbClr>
                </a:gs>
                <a:gs pos="85714">
                  <a:srgbClr val="FF4900">
                    <a:alpha val="393"/>
                  </a:srgbClr>
                </a:gs>
                <a:gs pos="100000">
                  <a:srgbClr val="FF4900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10732872">
              <a:off x="2497637" y="1641619"/>
              <a:ext cx="308671" cy="247952"/>
            </a:xfrm>
            <a:prstGeom prst="ellipse">
              <a:avLst/>
            </a:prstGeom>
            <a:gradFill>
              <a:gsLst>
                <a:gs pos="0">
                  <a:srgbClr val="875F4E">
                    <a:alpha val="14496"/>
                  </a:srgbClr>
                </a:gs>
                <a:gs pos="14286">
                  <a:srgbClr val="875F4E">
                    <a:alpha val="13406"/>
                  </a:srgbClr>
                </a:gs>
                <a:gs pos="28571">
                  <a:srgbClr val="875F4E">
                    <a:alpha val="10574"/>
                  </a:srgbClr>
                </a:gs>
                <a:gs pos="42857">
                  <a:srgbClr val="875F4E">
                    <a:alpha val="7068"/>
                  </a:srgbClr>
                </a:gs>
                <a:gs pos="57143">
                  <a:srgbClr val="875F4E">
                    <a:alpha val="3981"/>
                  </a:srgbClr>
                </a:gs>
                <a:gs pos="71429">
                  <a:srgbClr val="875F4E">
                    <a:alpha val="1883"/>
                  </a:srgbClr>
                </a:gs>
                <a:gs pos="85714">
                  <a:srgbClr val="875F4E">
                    <a:alpha val="749"/>
                  </a:srgbClr>
                </a:gs>
                <a:gs pos="100000">
                  <a:srgbClr val="875F4E">
                    <a:alpha val="2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-10461815">
              <a:off x="1109730" y="1932509"/>
              <a:ext cx="360841" cy="72688"/>
            </a:xfrm>
            <a:prstGeom prst="ellipse">
              <a:avLst/>
            </a:prstGeom>
            <a:gradFill>
              <a:gsLst>
                <a:gs pos="0">
                  <a:srgbClr val="9B6700">
                    <a:alpha val="10978"/>
                  </a:srgbClr>
                </a:gs>
                <a:gs pos="14286">
                  <a:srgbClr val="9B6700">
                    <a:alpha val="10136"/>
                  </a:srgbClr>
                </a:gs>
                <a:gs pos="28571">
                  <a:srgbClr val="9B6700">
                    <a:alpha val="7963"/>
                  </a:srgbClr>
                </a:gs>
                <a:gs pos="42857">
                  <a:srgbClr val="9B6700">
                    <a:alpha val="5298"/>
                  </a:srgbClr>
                </a:gs>
                <a:gs pos="57143">
                  <a:srgbClr val="9B6700">
                    <a:alpha val="2971"/>
                  </a:srgbClr>
                </a:gs>
                <a:gs pos="71429">
                  <a:srgbClr val="9B6700">
                    <a:alpha val="1402"/>
                  </a:srgbClr>
                </a:gs>
                <a:gs pos="85714">
                  <a:srgbClr val="9B6700">
                    <a:alpha val="557"/>
                  </a:srgbClr>
                </a:gs>
                <a:gs pos="100000">
                  <a:srgbClr val="9B6700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6540069">
              <a:off x="1981206" y="957869"/>
              <a:ext cx="303026" cy="26849"/>
            </a:xfrm>
            <a:prstGeom prst="ellipse">
              <a:avLst/>
            </a:prstGeom>
            <a:gradFill>
              <a:gsLst>
                <a:gs pos="0">
                  <a:srgbClr val="2F0000">
                    <a:alpha val="32968"/>
                  </a:srgbClr>
                </a:gs>
                <a:gs pos="14286">
                  <a:srgbClr val="2F0000">
                    <a:alpha val="30764"/>
                  </a:srgbClr>
                </a:gs>
                <a:gs pos="28571">
                  <a:srgbClr val="2F0000">
                    <a:alpha val="24833"/>
                  </a:srgbClr>
                </a:gs>
                <a:gs pos="42857">
                  <a:srgbClr val="2F0000">
                    <a:alpha val="17075"/>
                  </a:srgbClr>
                </a:gs>
                <a:gs pos="57143">
                  <a:srgbClr val="2F0000">
                    <a:alpha val="9855"/>
                  </a:srgbClr>
                </a:gs>
                <a:gs pos="71429">
                  <a:srgbClr val="2F0000">
                    <a:alpha val="4740"/>
                  </a:srgbClr>
                </a:gs>
                <a:gs pos="85714">
                  <a:srgbClr val="2F0000">
                    <a:alpha val="1902"/>
                  </a:srgbClr>
                </a:gs>
                <a:gs pos="100000">
                  <a:srgbClr val="2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7935763">
              <a:off x="2352819" y="1615990"/>
              <a:ext cx="584398" cy="106163"/>
            </a:xfrm>
            <a:prstGeom prst="ellipse">
              <a:avLst/>
            </a:prstGeom>
            <a:gradFill>
              <a:gsLst>
                <a:gs pos="0">
                  <a:srgbClr val="5C1800">
                    <a:alpha val="32281"/>
                  </a:srgbClr>
                </a:gs>
                <a:gs pos="14286">
                  <a:srgbClr val="5C1800">
                    <a:alpha val="30112"/>
                  </a:srgbClr>
                </a:gs>
                <a:gs pos="28571">
                  <a:srgbClr val="5C1800">
                    <a:alpha val="24284"/>
                  </a:srgbClr>
                </a:gs>
                <a:gs pos="42857">
                  <a:srgbClr val="5C1800">
                    <a:alpha val="16678"/>
                  </a:srgbClr>
                </a:gs>
                <a:gs pos="57143">
                  <a:srgbClr val="5C1800">
                    <a:alpha val="9616"/>
                  </a:srgbClr>
                </a:gs>
                <a:gs pos="71429">
                  <a:srgbClr val="5C1800">
                    <a:alpha val="4622"/>
                  </a:srgbClr>
                </a:gs>
                <a:gs pos="85714">
                  <a:srgbClr val="5C1800">
                    <a:alpha val="1854"/>
                  </a:srgbClr>
                </a:gs>
                <a:gs pos="100000">
                  <a:srgbClr val="5C1800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9177170">
              <a:off x="3158199" y="2096648"/>
              <a:ext cx="499819" cy="153257"/>
            </a:xfrm>
            <a:prstGeom prst="ellipse">
              <a:avLst/>
            </a:prstGeom>
            <a:gradFill>
              <a:gsLst>
                <a:gs pos="0">
                  <a:srgbClr val="877F66">
                    <a:alpha val="17513"/>
                  </a:srgbClr>
                </a:gs>
                <a:gs pos="14286">
                  <a:srgbClr val="877F66">
                    <a:alpha val="16218"/>
                  </a:srgbClr>
                </a:gs>
                <a:gs pos="28571">
                  <a:srgbClr val="877F66">
                    <a:alpha val="12837"/>
                  </a:srgbClr>
                </a:gs>
                <a:gs pos="42857">
                  <a:srgbClr val="877F66">
                    <a:alpha val="8618"/>
                  </a:srgbClr>
                </a:gs>
                <a:gs pos="57143">
                  <a:srgbClr val="877F66">
                    <a:alpha val="4871"/>
                  </a:srgbClr>
                </a:gs>
                <a:gs pos="71429">
                  <a:srgbClr val="877F66">
                    <a:alpha val="2310"/>
                  </a:srgbClr>
                </a:gs>
                <a:gs pos="85714">
                  <a:srgbClr val="877F66">
                    <a:alpha val="920"/>
                  </a:srgbClr>
                </a:gs>
                <a:gs pos="100000">
                  <a:srgbClr val="877F66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-9861905">
              <a:off x="3338570" y="1904766"/>
              <a:ext cx="421439" cy="235495"/>
            </a:xfrm>
            <a:prstGeom prst="ellipse">
              <a:avLst/>
            </a:prstGeom>
            <a:gradFill>
              <a:gsLst>
                <a:gs pos="0">
                  <a:srgbClr val="660000">
                    <a:alpha val="32968"/>
                  </a:srgbClr>
                </a:gs>
                <a:gs pos="14286">
                  <a:srgbClr val="660000">
                    <a:alpha val="30764"/>
                  </a:srgbClr>
                </a:gs>
                <a:gs pos="28571">
                  <a:srgbClr val="660000">
                    <a:alpha val="24833"/>
                  </a:srgbClr>
                </a:gs>
                <a:gs pos="42857">
                  <a:srgbClr val="660000">
                    <a:alpha val="17075"/>
                  </a:srgbClr>
                </a:gs>
                <a:gs pos="57143">
                  <a:srgbClr val="660000">
                    <a:alpha val="9855"/>
                  </a:srgbClr>
                </a:gs>
                <a:gs pos="71429">
                  <a:srgbClr val="660000">
                    <a:alpha val="4740"/>
                  </a:srgbClr>
                </a:gs>
                <a:gs pos="85714">
                  <a:srgbClr val="660000">
                    <a:alpha val="1902"/>
                  </a:srgbClr>
                </a:gs>
                <a:gs pos="100000">
                  <a:srgbClr val="6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7052308">
              <a:off x="2050699" y="1337272"/>
              <a:ext cx="303790" cy="222776"/>
            </a:xfrm>
            <a:prstGeom prst="ellipse">
              <a:avLst/>
            </a:prstGeom>
            <a:gradFill>
              <a:gsLst>
                <a:gs pos="0">
                  <a:srgbClr val="FFE4B9">
                    <a:alpha val="32968"/>
                  </a:srgbClr>
                </a:gs>
                <a:gs pos="14286">
                  <a:srgbClr val="FFE4B9">
                    <a:alpha val="30764"/>
                  </a:srgbClr>
                </a:gs>
                <a:gs pos="28571">
                  <a:srgbClr val="FFE4B9">
                    <a:alpha val="24833"/>
                  </a:srgbClr>
                </a:gs>
                <a:gs pos="42857">
                  <a:srgbClr val="FFE4B9">
                    <a:alpha val="17075"/>
                  </a:srgbClr>
                </a:gs>
                <a:gs pos="57143">
                  <a:srgbClr val="FFE4B9">
                    <a:alpha val="9855"/>
                  </a:srgbClr>
                </a:gs>
                <a:gs pos="71429">
                  <a:srgbClr val="FFE4B9">
                    <a:alpha val="4740"/>
                  </a:srgbClr>
                </a:gs>
                <a:gs pos="85714">
                  <a:srgbClr val="FFE4B9">
                    <a:alpha val="1902"/>
                  </a:srgbClr>
                </a:gs>
                <a:gs pos="100000">
                  <a:srgbClr val="FFE4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6703413">
              <a:off x="2058286" y="1033549"/>
              <a:ext cx="366622" cy="135898"/>
            </a:xfrm>
            <a:prstGeom prst="ellipse">
              <a:avLst/>
            </a:prstGeom>
            <a:gradFill>
              <a:gsLst>
                <a:gs pos="0">
                  <a:srgbClr val="CAAA97">
                    <a:alpha val="32968"/>
                  </a:srgbClr>
                </a:gs>
                <a:gs pos="14286">
                  <a:srgbClr val="CAAA97">
                    <a:alpha val="30764"/>
                  </a:srgbClr>
                </a:gs>
                <a:gs pos="28571">
                  <a:srgbClr val="CAAA97">
                    <a:alpha val="24833"/>
                  </a:srgbClr>
                </a:gs>
                <a:gs pos="42857">
                  <a:srgbClr val="CAAA97">
                    <a:alpha val="17075"/>
                  </a:srgbClr>
                </a:gs>
                <a:gs pos="57143">
                  <a:srgbClr val="CAAA97">
                    <a:alpha val="9855"/>
                  </a:srgbClr>
                </a:gs>
                <a:gs pos="71429">
                  <a:srgbClr val="CAAA97">
                    <a:alpha val="4740"/>
                  </a:srgbClr>
                </a:gs>
                <a:gs pos="85714">
                  <a:srgbClr val="CAAA97">
                    <a:alpha val="1902"/>
                  </a:srgbClr>
                </a:gs>
                <a:gs pos="100000">
                  <a:srgbClr val="CAAA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-8737848">
              <a:off x="1845235" y="1804746"/>
              <a:ext cx="576004" cy="138917"/>
            </a:xfrm>
            <a:prstGeom prst="ellipse">
              <a:avLst/>
            </a:prstGeom>
            <a:gradFill>
              <a:gsLst>
                <a:gs pos="0">
                  <a:srgbClr val="3C0000">
                    <a:alpha val="32968"/>
                  </a:srgbClr>
                </a:gs>
                <a:gs pos="14286">
                  <a:srgbClr val="3C0000">
                    <a:alpha val="30764"/>
                  </a:srgbClr>
                </a:gs>
                <a:gs pos="28571">
                  <a:srgbClr val="3C0000">
                    <a:alpha val="24833"/>
                  </a:srgbClr>
                </a:gs>
                <a:gs pos="42857">
                  <a:srgbClr val="3C0000">
                    <a:alpha val="17075"/>
                  </a:srgbClr>
                </a:gs>
                <a:gs pos="57143">
                  <a:srgbClr val="3C0000">
                    <a:alpha val="9855"/>
                  </a:srgbClr>
                </a:gs>
                <a:gs pos="71429">
                  <a:srgbClr val="3C0000">
                    <a:alpha val="4740"/>
                  </a:srgbClr>
                </a:gs>
                <a:gs pos="85714">
                  <a:srgbClr val="3C0000">
                    <a:alpha val="1902"/>
                  </a:srgbClr>
                </a:gs>
                <a:gs pos="100000">
                  <a:srgbClr val="3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7042063">
              <a:off x="852642" y="655255"/>
              <a:ext cx="292532" cy="211430"/>
            </a:xfrm>
            <a:prstGeom prst="ellipse">
              <a:avLst/>
            </a:prstGeom>
            <a:gradFill>
              <a:gsLst>
                <a:gs pos="0">
                  <a:srgbClr val="FFB962">
                    <a:alpha val="17544"/>
                  </a:srgbClr>
                </a:gs>
                <a:gs pos="14286">
                  <a:srgbClr val="FFB962">
                    <a:alpha val="16247"/>
                  </a:srgbClr>
                </a:gs>
                <a:gs pos="28571">
                  <a:srgbClr val="FFB962">
                    <a:alpha val="12861"/>
                  </a:srgbClr>
                </a:gs>
                <a:gs pos="42857">
                  <a:srgbClr val="FFB962">
                    <a:alpha val="8634"/>
                  </a:srgbClr>
                </a:gs>
                <a:gs pos="57143">
                  <a:srgbClr val="FFB962">
                    <a:alpha val="4880"/>
                  </a:srgbClr>
                </a:gs>
                <a:gs pos="71429">
                  <a:srgbClr val="FFB962">
                    <a:alpha val="2315"/>
                  </a:srgbClr>
                </a:gs>
                <a:gs pos="85714">
                  <a:srgbClr val="FFB962">
                    <a:alpha val="922"/>
                  </a:srgbClr>
                </a:gs>
                <a:gs pos="100000">
                  <a:srgbClr val="FFB962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6828994">
              <a:off x="2093662" y="264197"/>
              <a:ext cx="474438" cy="92398"/>
            </a:xfrm>
            <a:prstGeom prst="ellipse">
              <a:avLst/>
            </a:prstGeom>
            <a:gradFill>
              <a:gsLst>
                <a:gs pos="0">
                  <a:srgbClr val="F1BF92">
                    <a:alpha val="13956"/>
                  </a:srgbClr>
                </a:gs>
                <a:gs pos="14286">
                  <a:srgbClr val="F1BF92">
                    <a:alpha val="12904"/>
                  </a:srgbClr>
                </a:gs>
                <a:gs pos="28571">
                  <a:srgbClr val="F1BF92">
                    <a:alpha val="10172"/>
                  </a:srgbClr>
                </a:gs>
                <a:gs pos="42857">
                  <a:srgbClr val="F1BF92">
                    <a:alpha val="6794"/>
                  </a:srgbClr>
                </a:gs>
                <a:gs pos="57143">
                  <a:srgbClr val="F1BF92">
                    <a:alpha val="3824"/>
                  </a:srgbClr>
                </a:gs>
                <a:gs pos="71429">
                  <a:srgbClr val="F1BF92">
                    <a:alpha val="1808"/>
                  </a:srgbClr>
                </a:gs>
                <a:gs pos="85714">
                  <a:srgbClr val="F1BF92">
                    <a:alpha val="719"/>
                  </a:srgbClr>
                </a:gs>
                <a:gs pos="100000">
                  <a:srgbClr val="F1BF92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4629679">
              <a:off x="3391565" y="1877102"/>
              <a:ext cx="329864" cy="157509"/>
            </a:xfrm>
            <a:prstGeom prst="ellipse">
              <a:avLst/>
            </a:prstGeom>
            <a:gradFill>
              <a:gsLst>
                <a:gs pos="0">
                  <a:srgbClr val="716D00">
                    <a:alpha val="21348"/>
                  </a:srgbClr>
                </a:gs>
                <a:gs pos="14286">
                  <a:srgbClr val="716D00">
                    <a:alpha val="19805"/>
                  </a:srgbClr>
                </a:gs>
                <a:gs pos="28571">
                  <a:srgbClr val="716D00">
                    <a:alpha val="15749"/>
                  </a:srgbClr>
                </a:gs>
                <a:gs pos="42857">
                  <a:srgbClr val="716D00">
                    <a:alpha val="10632"/>
                  </a:srgbClr>
                </a:gs>
                <a:gs pos="57143">
                  <a:srgbClr val="716D00">
                    <a:alpha val="6038"/>
                  </a:srgbClr>
                </a:gs>
                <a:gs pos="71429">
                  <a:srgbClr val="716D00">
                    <a:alpha val="2873"/>
                  </a:srgbClr>
                </a:gs>
                <a:gs pos="85714">
                  <a:srgbClr val="716D00">
                    <a:alpha val="1146"/>
                  </a:srgbClr>
                </a:gs>
                <a:gs pos="100000">
                  <a:srgbClr val="716D00">
                    <a:alpha val="3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8288214">
              <a:off x="2978848" y="62065"/>
              <a:ext cx="321543" cy="256958"/>
            </a:xfrm>
            <a:prstGeom prst="ellipse">
              <a:avLst/>
            </a:prstGeom>
            <a:gradFill>
              <a:gsLst>
                <a:gs pos="0">
                  <a:srgbClr val="A49498">
                    <a:alpha val="13966"/>
                  </a:srgbClr>
                </a:gs>
                <a:gs pos="14286">
                  <a:srgbClr val="A49498">
                    <a:alpha val="12913"/>
                  </a:srgbClr>
                </a:gs>
                <a:gs pos="28571">
                  <a:srgbClr val="A49498">
                    <a:alpha val="10179"/>
                  </a:srgbClr>
                </a:gs>
                <a:gs pos="42857">
                  <a:srgbClr val="A49498">
                    <a:alpha val="6799"/>
                  </a:srgbClr>
                </a:gs>
                <a:gs pos="57143">
                  <a:srgbClr val="A49498">
                    <a:alpha val="3826"/>
                  </a:srgbClr>
                </a:gs>
                <a:gs pos="71429">
                  <a:srgbClr val="A49498">
                    <a:alpha val="1810"/>
                  </a:srgbClr>
                </a:gs>
                <a:gs pos="85714">
                  <a:srgbClr val="A49498">
                    <a:alpha val="720"/>
                  </a:srgbClr>
                </a:gs>
                <a:gs pos="100000">
                  <a:srgbClr val="A49498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9811760">
              <a:off x="2761343" y="1083910"/>
              <a:ext cx="324172" cy="298704"/>
            </a:xfrm>
            <a:prstGeom prst="ellipse">
              <a:avLst/>
            </a:prstGeom>
            <a:gradFill>
              <a:gsLst>
                <a:gs pos="0">
                  <a:srgbClr val="837502">
                    <a:alpha val="3158"/>
                  </a:srgbClr>
                </a:gs>
                <a:gs pos="14286">
                  <a:srgbClr val="837502">
                    <a:alpha val="2907"/>
                  </a:srgbClr>
                </a:gs>
                <a:gs pos="28571">
                  <a:srgbClr val="837502">
                    <a:alpha val="2264"/>
                  </a:srgbClr>
                </a:gs>
                <a:gs pos="42857">
                  <a:srgbClr val="837502">
                    <a:alpha val="1491"/>
                  </a:srgbClr>
                </a:gs>
                <a:gs pos="57143">
                  <a:srgbClr val="837502">
                    <a:alpha val="829"/>
                  </a:srgbClr>
                </a:gs>
                <a:gs pos="71429">
                  <a:srgbClr val="837502">
                    <a:alpha val="389"/>
                  </a:srgbClr>
                </a:gs>
                <a:gs pos="85714">
                  <a:srgbClr val="837502">
                    <a:alpha val="154"/>
                  </a:srgbClr>
                </a:gs>
                <a:gs pos="100000">
                  <a:srgbClr val="837502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6055588">
              <a:off x="2854823" y="1703339"/>
              <a:ext cx="647538" cy="249485"/>
            </a:xfrm>
            <a:prstGeom prst="ellipse">
              <a:avLst/>
            </a:prstGeom>
            <a:gradFill>
              <a:gsLst>
                <a:gs pos="0">
                  <a:srgbClr val="FFE9F2">
                    <a:alpha val="32968"/>
                  </a:srgbClr>
                </a:gs>
                <a:gs pos="14286">
                  <a:srgbClr val="FFE9F2">
                    <a:alpha val="30764"/>
                  </a:srgbClr>
                </a:gs>
                <a:gs pos="28571">
                  <a:srgbClr val="FFE9F2">
                    <a:alpha val="24833"/>
                  </a:srgbClr>
                </a:gs>
                <a:gs pos="42857">
                  <a:srgbClr val="FFE9F2">
                    <a:alpha val="17075"/>
                  </a:srgbClr>
                </a:gs>
                <a:gs pos="57143">
                  <a:srgbClr val="FFE9F2">
                    <a:alpha val="9855"/>
                  </a:srgbClr>
                </a:gs>
                <a:gs pos="71429">
                  <a:srgbClr val="FFE9F2">
                    <a:alpha val="4740"/>
                  </a:srgbClr>
                </a:gs>
                <a:gs pos="85714">
                  <a:srgbClr val="FFE9F2">
                    <a:alpha val="1902"/>
                  </a:srgbClr>
                </a:gs>
                <a:gs pos="100000">
                  <a:srgbClr val="FFE9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7121855">
              <a:off x="546377" y="2027986"/>
              <a:ext cx="464199" cy="81804"/>
            </a:xfrm>
            <a:prstGeom prst="ellipse">
              <a:avLst/>
            </a:prstGeom>
            <a:gradFill>
              <a:gsLst>
                <a:gs pos="0">
                  <a:srgbClr val="A9C1B8">
                    <a:alpha val="1938"/>
                  </a:srgbClr>
                </a:gs>
                <a:gs pos="14286">
                  <a:srgbClr val="A9C1B8">
                    <a:alpha val="1782"/>
                  </a:srgbClr>
                </a:gs>
                <a:gs pos="28571">
                  <a:srgbClr val="A9C1B8">
                    <a:alpha val="1387"/>
                  </a:srgbClr>
                </a:gs>
                <a:gs pos="42857">
                  <a:srgbClr val="A9C1B8">
                    <a:alpha val="912"/>
                  </a:srgbClr>
                </a:gs>
                <a:gs pos="57143">
                  <a:srgbClr val="A9C1B8">
                    <a:alpha val="506"/>
                  </a:srgbClr>
                </a:gs>
                <a:gs pos="71429">
                  <a:srgbClr val="A9C1B8">
                    <a:alpha val="237"/>
                  </a:srgbClr>
                </a:gs>
                <a:gs pos="85714">
                  <a:srgbClr val="A9C1B8">
                    <a:alpha val="94"/>
                  </a:srgbClr>
                </a:gs>
                <a:gs pos="100000">
                  <a:srgbClr val="A9C1B8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6169570">
              <a:off x="2222922" y="1273200"/>
              <a:ext cx="284374" cy="57301"/>
            </a:xfrm>
            <a:prstGeom prst="ellipse">
              <a:avLst/>
            </a:prstGeom>
            <a:gradFill>
              <a:gsLst>
                <a:gs pos="0">
                  <a:srgbClr val="FFBA7A">
                    <a:alpha val="32968"/>
                  </a:srgbClr>
                </a:gs>
                <a:gs pos="14286">
                  <a:srgbClr val="FFBA7A">
                    <a:alpha val="30764"/>
                  </a:srgbClr>
                </a:gs>
                <a:gs pos="28571">
                  <a:srgbClr val="FFBA7A">
                    <a:alpha val="24833"/>
                  </a:srgbClr>
                </a:gs>
                <a:gs pos="42857">
                  <a:srgbClr val="FFBA7A">
                    <a:alpha val="17075"/>
                  </a:srgbClr>
                </a:gs>
                <a:gs pos="57143">
                  <a:srgbClr val="FFBA7A">
                    <a:alpha val="9855"/>
                  </a:srgbClr>
                </a:gs>
                <a:gs pos="71429">
                  <a:srgbClr val="FFBA7A">
                    <a:alpha val="4740"/>
                  </a:srgbClr>
                </a:gs>
                <a:gs pos="85714">
                  <a:srgbClr val="FFBA7A">
                    <a:alpha val="1902"/>
                  </a:srgbClr>
                </a:gs>
                <a:gs pos="100000">
                  <a:srgbClr val="FFBA7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-10089484">
              <a:off x="1289452" y="682168"/>
              <a:ext cx="316993" cy="29851"/>
            </a:xfrm>
            <a:prstGeom prst="ellipse">
              <a:avLst/>
            </a:prstGeom>
            <a:gradFill>
              <a:gsLst>
                <a:gs pos="0">
                  <a:srgbClr val="F68800">
                    <a:alpha val="17471"/>
                  </a:srgbClr>
                </a:gs>
                <a:gs pos="14286">
                  <a:srgbClr val="F68800">
                    <a:alpha val="16179"/>
                  </a:srgbClr>
                </a:gs>
                <a:gs pos="28571">
                  <a:srgbClr val="F68800">
                    <a:alpha val="12806"/>
                  </a:srgbClr>
                </a:gs>
                <a:gs pos="42857">
                  <a:srgbClr val="F68800">
                    <a:alpha val="8596"/>
                  </a:srgbClr>
                </a:gs>
                <a:gs pos="57143">
                  <a:srgbClr val="F68800">
                    <a:alpha val="4858"/>
                  </a:srgbClr>
                </a:gs>
                <a:gs pos="71429">
                  <a:srgbClr val="F68800">
                    <a:alpha val="2304"/>
                  </a:srgbClr>
                </a:gs>
                <a:gs pos="85714">
                  <a:srgbClr val="F68800">
                    <a:alpha val="918"/>
                  </a:srgbClr>
                </a:gs>
                <a:gs pos="100000">
                  <a:srgbClr val="F68800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-9547005">
              <a:off x="1338467" y="1995032"/>
              <a:ext cx="194927" cy="67660"/>
            </a:xfrm>
            <a:prstGeom prst="ellipse">
              <a:avLst/>
            </a:prstGeom>
            <a:gradFill>
              <a:gsLst>
                <a:gs pos="0">
                  <a:srgbClr val="E1D6B7">
                    <a:alpha val="16322"/>
                  </a:srgbClr>
                </a:gs>
                <a:gs pos="14286">
                  <a:srgbClr val="E1D6B7">
                    <a:alpha val="15107"/>
                  </a:srgbClr>
                </a:gs>
                <a:gs pos="28571">
                  <a:srgbClr val="E1D6B7">
                    <a:alpha val="11942"/>
                  </a:srgbClr>
                </a:gs>
                <a:gs pos="42857">
                  <a:srgbClr val="E1D6B7">
                    <a:alpha val="8003"/>
                  </a:srgbClr>
                </a:gs>
                <a:gs pos="57143">
                  <a:srgbClr val="E1D6B7">
                    <a:alpha val="4517"/>
                  </a:srgbClr>
                </a:gs>
                <a:gs pos="71429">
                  <a:srgbClr val="E1D6B7">
                    <a:alpha val="2140"/>
                  </a:srgbClr>
                </a:gs>
                <a:gs pos="85714">
                  <a:srgbClr val="E1D6B7">
                    <a:alpha val="852"/>
                  </a:srgbClr>
                </a:gs>
                <a:gs pos="100000">
                  <a:srgbClr val="E1D6B7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3324320">
              <a:off x="973573" y="215260"/>
              <a:ext cx="245803" cy="53135"/>
            </a:xfrm>
            <a:prstGeom prst="ellipse">
              <a:avLst/>
            </a:prstGeom>
            <a:gradFill>
              <a:gsLst>
                <a:gs pos="0">
                  <a:srgbClr val="FFC58C">
                    <a:alpha val="10938"/>
                  </a:srgbClr>
                </a:gs>
                <a:gs pos="14286">
                  <a:srgbClr val="FFC58C">
                    <a:alpha val="10100"/>
                  </a:srgbClr>
                </a:gs>
                <a:gs pos="28571">
                  <a:srgbClr val="FFC58C">
                    <a:alpha val="7934"/>
                  </a:srgbClr>
                </a:gs>
                <a:gs pos="42857">
                  <a:srgbClr val="FFC58C">
                    <a:alpha val="5278"/>
                  </a:srgbClr>
                </a:gs>
                <a:gs pos="57143">
                  <a:srgbClr val="FFC58C">
                    <a:alpha val="2960"/>
                  </a:srgbClr>
                </a:gs>
                <a:gs pos="71429">
                  <a:srgbClr val="FFC58C">
                    <a:alpha val="1397"/>
                  </a:srgbClr>
                </a:gs>
                <a:gs pos="85714">
                  <a:srgbClr val="FFC58C">
                    <a:alpha val="555"/>
                  </a:srgbClr>
                </a:gs>
                <a:gs pos="100000">
                  <a:srgbClr val="FFC58C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-9263009">
              <a:off x="867502" y="1122064"/>
              <a:ext cx="514492" cy="213496"/>
            </a:xfrm>
            <a:prstGeom prst="ellipse">
              <a:avLst/>
            </a:prstGeom>
            <a:gradFill>
              <a:gsLst>
                <a:gs pos="0">
                  <a:srgbClr val="610000">
                    <a:alpha val="27707"/>
                  </a:srgbClr>
                </a:gs>
                <a:gs pos="14286">
                  <a:srgbClr val="610000">
                    <a:alpha val="25785"/>
                  </a:srgbClr>
                </a:gs>
                <a:gs pos="28571">
                  <a:srgbClr val="610000">
                    <a:alpha val="20669"/>
                  </a:srgbClr>
                </a:gs>
                <a:gs pos="42857">
                  <a:srgbClr val="610000">
                    <a:alpha val="14090"/>
                  </a:srgbClr>
                </a:gs>
                <a:gs pos="57143">
                  <a:srgbClr val="610000">
                    <a:alpha val="8071"/>
                  </a:srgbClr>
                </a:gs>
                <a:gs pos="71429">
                  <a:srgbClr val="610000">
                    <a:alpha val="3863"/>
                  </a:srgbClr>
                </a:gs>
                <a:gs pos="85714">
                  <a:srgbClr val="610000">
                    <a:alpha val="1546"/>
                  </a:srgbClr>
                </a:gs>
                <a:gs pos="100000">
                  <a:srgbClr val="610000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-9573399">
              <a:off x="181066" y="1139940"/>
              <a:ext cx="330790" cy="225283"/>
            </a:xfrm>
            <a:prstGeom prst="ellipse">
              <a:avLst/>
            </a:prstGeom>
            <a:gradFill>
              <a:gsLst>
                <a:gs pos="0">
                  <a:srgbClr val="623E4B">
                    <a:alpha val="16824"/>
                  </a:srgbClr>
                </a:gs>
                <a:gs pos="14286">
                  <a:srgbClr val="623E4B">
                    <a:alpha val="15575"/>
                  </a:srgbClr>
                </a:gs>
                <a:gs pos="28571">
                  <a:srgbClr val="623E4B">
                    <a:alpha val="12319"/>
                  </a:srgbClr>
                </a:gs>
                <a:gs pos="42857">
                  <a:srgbClr val="623E4B">
                    <a:alpha val="8262"/>
                  </a:srgbClr>
                </a:gs>
                <a:gs pos="57143">
                  <a:srgbClr val="623E4B">
                    <a:alpha val="4666"/>
                  </a:srgbClr>
                </a:gs>
                <a:gs pos="71429">
                  <a:srgbClr val="623E4B">
                    <a:alpha val="2212"/>
                  </a:srgbClr>
                </a:gs>
                <a:gs pos="85714">
                  <a:srgbClr val="623E4B">
                    <a:alpha val="880"/>
                  </a:srgbClr>
                </a:gs>
                <a:gs pos="100000">
                  <a:srgbClr val="623E4B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5813156">
              <a:off x="1888575" y="2119531"/>
              <a:ext cx="277038" cy="276269"/>
            </a:xfrm>
            <a:prstGeom prst="ellipse">
              <a:avLst/>
            </a:prstGeom>
            <a:gradFill>
              <a:gsLst>
                <a:gs pos="0">
                  <a:srgbClr val="845900">
                    <a:alpha val="3214"/>
                  </a:srgbClr>
                </a:gs>
                <a:gs pos="14286">
                  <a:srgbClr val="845900">
                    <a:alpha val="2958"/>
                  </a:srgbClr>
                </a:gs>
                <a:gs pos="28571">
                  <a:srgbClr val="845900">
                    <a:alpha val="2304"/>
                  </a:srgbClr>
                </a:gs>
                <a:gs pos="42857">
                  <a:srgbClr val="845900">
                    <a:alpha val="1518"/>
                  </a:srgbClr>
                </a:gs>
                <a:gs pos="57143">
                  <a:srgbClr val="845900">
                    <a:alpha val="844"/>
                  </a:srgbClr>
                </a:gs>
                <a:gs pos="71429">
                  <a:srgbClr val="845900">
                    <a:alpha val="396"/>
                  </a:srgbClr>
                </a:gs>
                <a:gs pos="85714">
                  <a:srgbClr val="845900">
                    <a:alpha val="157"/>
                  </a:srgbClr>
                </a:gs>
                <a:gs pos="100000">
                  <a:srgbClr val="845900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-10157689">
              <a:off x="2641715" y="827989"/>
              <a:ext cx="260140" cy="69192"/>
            </a:xfrm>
            <a:prstGeom prst="ellipse">
              <a:avLst/>
            </a:prstGeom>
            <a:gradFill>
              <a:gsLst>
                <a:gs pos="0">
                  <a:srgbClr val="FFD1B6">
                    <a:alpha val="32968"/>
                  </a:srgbClr>
                </a:gs>
                <a:gs pos="14286">
                  <a:srgbClr val="FFD1B6">
                    <a:alpha val="30764"/>
                  </a:srgbClr>
                </a:gs>
                <a:gs pos="28571">
                  <a:srgbClr val="FFD1B6">
                    <a:alpha val="24833"/>
                  </a:srgbClr>
                </a:gs>
                <a:gs pos="42857">
                  <a:srgbClr val="FFD1B6">
                    <a:alpha val="17075"/>
                  </a:srgbClr>
                </a:gs>
                <a:gs pos="57143">
                  <a:srgbClr val="FFD1B6">
                    <a:alpha val="9855"/>
                  </a:srgbClr>
                </a:gs>
                <a:gs pos="71429">
                  <a:srgbClr val="FFD1B6">
                    <a:alpha val="4740"/>
                  </a:srgbClr>
                </a:gs>
                <a:gs pos="85714">
                  <a:srgbClr val="FFD1B6">
                    <a:alpha val="1902"/>
                  </a:srgbClr>
                </a:gs>
                <a:gs pos="100000">
                  <a:srgbClr val="FFD1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-8443519">
              <a:off x="539928" y="1771707"/>
              <a:ext cx="578131" cy="125141"/>
            </a:xfrm>
            <a:prstGeom prst="ellipse">
              <a:avLst/>
            </a:prstGeom>
            <a:gradFill>
              <a:gsLst>
                <a:gs pos="0">
                  <a:srgbClr val="660000">
                    <a:alpha val="23068"/>
                  </a:srgbClr>
                </a:gs>
                <a:gs pos="14286">
                  <a:srgbClr val="660000">
                    <a:alpha val="21419"/>
                  </a:srgbClr>
                </a:gs>
                <a:gs pos="28571">
                  <a:srgbClr val="660000">
                    <a:alpha val="17068"/>
                  </a:srgbClr>
                </a:gs>
                <a:gs pos="42857">
                  <a:srgbClr val="660000">
                    <a:alpha val="11552"/>
                  </a:srgbClr>
                </a:gs>
                <a:gs pos="57143">
                  <a:srgbClr val="660000">
                    <a:alpha val="6576"/>
                  </a:srgbClr>
                </a:gs>
                <a:gs pos="71429">
                  <a:srgbClr val="660000">
                    <a:alpha val="3134"/>
                  </a:srgbClr>
                </a:gs>
                <a:gs pos="85714">
                  <a:srgbClr val="660000">
                    <a:alpha val="1251"/>
                  </a:srgbClr>
                </a:gs>
                <a:gs pos="100000">
                  <a:srgbClr val="660000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5347046">
              <a:off x="2065887" y="489586"/>
              <a:ext cx="522098" cy="41545"/>
            </a:xfrm>
            <a:prstGeom prst="ellipse">
              <a:avLst/>
            </a:prstGeom>
            <a:gradFill>
              <a:gsLst>
                <a:gs pos="0">
                  <a:srgbClr val="080000">
                    <a:alpha val="32968"/>
                  </a:srgbClr>
                </a:gs>
                <a:gs pos="14286">
                  <a:srgbClr val="080000">
                    <a:alpha val="30764"/>
                  </a:srgbClr>
                </a:gs>
                <a:gs pos="28571">
                  <a:srgbClr val="080000">
                    <a:alpha val="24833"/>
                  </a:srgbClr>
                </a:gs>
                <a:gs pos="42857">
                  <a:srgbClr val="080000">
                    <a:alpha val="17075"/>
                  </a:srgbClr>
                </a:gs>
                <a:gs pos="57143">
                  <a:srgbClr val="080000">
                    <a:alpha val="9855"/>
                  </a:srgbClr>
                </a:gs>
                <a:gs pos="71429">
                  <a:srgbClr val="080000">
                    <a:alpha val="4740"/>
                  </a:srgbClr>
                </a:gs>
                <a:gs pos="85714">
                  <a:srgbClr val="080000">
                    <a:alpha val="1902"/>
                  </a:srgbClr>
                </a:gs>
                <a:gs pos="100000">
                  <a:srgbClr val="0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-9888233">
              <a:off x="508227" y="1051228"/>
              <a:ext cx="311929" cy="290614"/>
            </a:xfrm>
            <a:prstGeom prst="ellipse">
              <a:avLst/>
            </a:prstGeom>
            <a:gradFill>
              <a:gsLst>
                <a:gs pos="0">
                  <a:srgbClr val="AC8DAB">
                    <a:alpha val="3284"/>
                  </a:srgbClr>
                </a:gs>
                <a:gs pos="14286">
                  <a:srgbClr val="AC8DAB">
                    <a:alpha val="3023"/>
                  </a:srgbClr>
                </a:gs>
                <a:gs pos="28571">
                  <a:srgbClr val="AC8DAB">
                    <a:alpha val="2355"/>
                  </a:srgbClr>
                </a:gs>
                <a:gs pos="42857">
                  <a:srgbClr val="AC8DAB">
                    <a:alpha val="1551"/>
                  </a:srgbClr>
                </a:gs>
                <a:gs pos="57143">
                  <a:srgbClr val="AC8DAB">
                    <a:alpha val="862"/>
                  </a:srgbClr>
                </a:gs>
                <a:gs pos="71429">
                  <a:srgbClr val="AC8DAB">
                    <a:alpha val="405"/>
                  </a:srgbClr>
                </a:gs>
                <a:gs pos="85714">
                  <a:srgbClr val="AC8DAB">
                    <a:alpha val="160"/>
                  </a:srgbClr>
                </a:gs>
                <a:gs pos="100000">
                  <a:srgbClr val="AC8DAB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8228801">
              <a:off x="1963778" y="521609"/>
              <a:ext cx="420942" cy="173674"/>
            </a:xfrm>
            <a:prstGeom prst="ellipse">
              <a:avLst/>
            </a:prstGeom>
            <a:gradFill>
              <a:gsLst>
                <a:gs pos="0">
                  <a:srgbClr val="380000">
                    <a:alpha val="21896"/>
                  </a:srgbClr>
                </a:gs>
                <a:gs pos="14286">
                  <a:srgbClr val="380000">
                    <a:alpha val="20319"/>
                  </a:srgbClr>
                </a:gs>
                <a:gs pos="28571">
                  <a:srgbClr val="380000">
                    <a:alpha val="16169"/>
                  </a:srgbClr>
                </a:gs>
                <a:gs pos="42857">
                  <a:srgbClr val="380000">
                    <a:alpha val="10924"/>
                  </a:srgbClr>
                </a:gs>
                <a:gs pos="57143">
                  <a:srgbClr val="380000">
                    <a:alpha val="6209"/>
                  </a:srgbClr>
                </a:gs>
                <a:gs pos="71429">
                  <a:srgbClr val="380000">
                    <a:alpha val="2956"/>
                  </a:srgbClr>
                </a:gs>
                <a:gs pos="85714">
                  <a:srgbClr val="380000">
                    <a:alpha val="1179"/>
                  </a:srgbClr>
                </a:gs>
                <a:gs pos="100000">
                  <a:srgbClr val="380000">
                    <a:alpha val="3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3288446">
              <a:off x="2116702" y="1340919"/>
              <a:ext cx="313130" cy="43982"/>
            </a:xfrm>
            <a:prstGeom prst="ellipse">
              <a:avLst/>
            </a:prstGeom>
            <a:gradFill>
              <a:gsLst>
                <a:gs pos="0">
                  <a:srgbClr val="334A00">
                    <a:alpha val="11705"/>
                  </a:srgbClr>
                </a:gs>
                <a:gs pos="14286">
                  <a:srgbClr val="334A00">
                    <a:alpha val="10811"/>
                  </a:srgbClr>
                </a:gs>
                <a:gs pos="28571">
                  <a:srgbClr val="334A00">
                    <a:alpha val="8501"/>
                  </a:srgbClr>
                </a:gs>
                <a:gs pos="42857">
                  <a:srgbClr val="334A00">
                    <a:alpha val="5661"/>
                  </a:srgbClr>
                </a:gs>
                <a:gs pos="57143">
                  <a:srgbClr val="334A00">
                    <a:alpha val="3177"/>
                  </a:srgbClr>
                </a:gs>
                <a:gs pos="71429">
                  <a:srgbClr val="334A00">
                    <a:alpha val="1500"/>
                  </a:srgbClr>
                </a:gs>
                <a:gs pos="85714">
                  <a:srgbClr val="334A00">
                    <a:alpha val="596"/>
                  </a:srgbClr>
                </a:gs>
                <a:gs pos="100000">
                  <a:srgbClr val="334A00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10384309">
              <a:off x="484814" y="480688"/>
              <a:ext cx="293807" cy="279518"/>
            </a:xfrm>
            <a:prstGeom prst="ellipse">
              <a:avLst/>
            </a:prstGeom>
            <a:gradFill>
              <a:gsLst>
                <a:gs pos="0">
                  <a:srgbClr val="000000">
                    <a:alpha val="2226"/>
                  </a:srgbClr>
                </a:gs>
                <a:gs pos="14286">
                  <a:srgbClr val="000000">
                    <a:alpha val="2048"/>
                  </a:srgbClr>
                </a:gs>
                <a:gs pos="28571">
                  <a:srgbClr val="000000">
                    <a:alpha val="1594"/>
                  </a:srgbClr>
                </a:gs>
                <a:gs pos="42857">
                  <a:srgbClr val="000000">
                    <a:alpha val="1048"/>
                  </a:srgbClr>
                </a:gs>
                <a:gs pos="57143">
                  <a:srgbClr val="000000">
                    <a:alpha val="582"/>
                  </a:srgbClr>
                </a:gs>
                <a:gs pos="71429">
                  <a:srgbClr val="000000">
                    <a:alpha val="273"/>
                  </a:srgbClr>
                </a:gs>
                <a:gs pos="85714">
                  <a:srgbClr val="000000">
                    <a:alpha val="108"/>
                  </a:srgbClr>
                </a:gs>
                <a:gs pos="100000">
                  <a:srgbClr val="000000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3458804">
              <a:off x="1964055" y="28107"/>
              <a:ext cx="218869" cy="56383"/>
            </a:xfrm>
            <a:prstGeom prst="ellipse">
              <a:avLst/>
            </a:prstGeom>
            <a:gradFill>
              <a:gsLst>
                <a:gs pos="0">
                  <a:srgbClr val="C68D60">
                    <a:alpha val="32968"/>
                  </a:srgbClr>
                </a:gs>
                <a:gs pos="14286">
                  <a:srgbClr val="C68D60">
                    <a:alpha val="30764"/>
                  </a:srgbClr>
                </a:gs>
                <a:gs pos="28571">
                  <a:srgbClr val="C68D60">
                    <a:alpha val="24833"/>
                  </a:srgbClr>
                </a:gs>
                <a:gs pos="42857">
                  <a:srgbClr val="C68D60">
                    <a:alpha val="17075"/>
                  </a:srgbClr>
                </a:gs>
                <a:gs pos="57143">
                  <a:srgbClr val="C68D60">
                    <a:alpha val="9855"/>
                  </a:srgbClr>
                </a:gs>
                <a:gs pos="71429">
                  <a:srgbClr val="C68D60">
                    <a:alpha val="4740"/>
                  </a:srgbClr>
                </a:gs>
                <a:gs pos="85714">
                  <a:srgbClr val="C68D60">
                    <a:alpha val="1902"/>
                  </a:srgbClr>
                </a:gs>
                <a:gs pos="100000">
                  <a:srgbClr val="C68D6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4423594">
              <a:off x="935975" y="118530"/>
              <a:ext cx="315782" cy="278419"/>
            </a:xfrm>
            <a:prstGeom prst="ellipse">
              <a:avLst/>
            </a:prstGeom>
            <a:gradFill>
              <a:gsLst>
                <a:gs pos="0">
                  <a:srgbClr val="5C0000">
                    <a:alpha val="7088"/>
                  </a:srgbClr>
                </a:gs>
                <a:gs pos="14286">
                  <a:srgbClr val="5C0000">
                    <a:alpha val="6534"/>
                  </a:srgbClr>
                </a:gs>
                <a:gs pos="28571">
                  <a:srgbClr val="5C0000">
                    <a:alpha val="5111"/>
                  </a:srgbClr>
                </a:gs>
                <a:gs pos="42857">
                  <a:srgbClr val="5C0000">
                    <a:alpha val="3383"/>
                  </a:srgbClr>
                </a:gs>
                <a:gs pos="57143">
                  <a:srgbClr val="5C0000">
                    <a:alpha val="1889"/>
                  </a:srgbClr>
                </a:gs>
                <a:gs pos="71429">
                  <a:srgbClr val="5C0000">
                    <a:alpha val="889"/>
                  </a:srgbClr>
                </a:gs>
                <a:gs pos="85714">
                  <a:srgbClr val="5C0000">
                    <a:alpha val="352"/>
                  </a:srgbClr>
                </a:gs>
                <a:gs pos="100000">
                  <a:srgbClr val="5C0000">
                    <a:alpha val="1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7034901">
              <a:off x="2504746" y="143127"/>
              <a:ext cx="414752" cy="34126"/>
            </a:xfrm>
            <a:prstGeom prst="ellipse">
              <a:avLst/>
            </a:prstGeom>
            <a:gradFill>
              <a:gsLst>
                <a:gs pos="0">
                  <a:srgbClr val="E0C2B6">
                    <a:alpha val="32968"/>
                  </a:srgbClr>
                </a:gs>
                <a:gs pos="14286">
                  <a:srgbClr val="E0C2B6">
                    <a:alpha val="30764"/>
                  </a:srgbClr>
                </a:gs>
                <a:gs pos="28571">
                  <a:srgbClr val="E0C2B6">
                    <a:alpha val="24833"/>
                  </a:srgbClr>
                </a:gs>
                <a:gs pos="42857">
                  <a:srgbClr val="E0C2B6">
                    <a:alpha val="17075"/>
                  </a:srgbClr>
                </a:gs>
                <a:gs pos="57143">
                  <a:srgbClr val="E0C2B6">
                    <a:alpha val="9855"/>
                  </a:srgbClr>
                </a:gs>
                <a:gs pos="71429">
                  <a:srgbClr val="E0C2B6">
                    <a:alpha val="4740"/>
                  </a:srgbClr>
                </a:gs>
                <a:gs pos="85714">
                  <a:srgbClr val="E0C2B6">
                    <a:alpha val="1902"/>
                  </a:srgbClr>
                </a:gs>
                <a:gs pos="100000">
                  <a:srgbClr val="E0C2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6077562">
              <a:off x="1708613" y="872083"/>
              <a:ext cx="282130" cy="272109"/>
            </a:xfrm>
            <a:prstGeom prst="ellipse">
              <a:avLst/>
            </a:prstGeom>
            <a:gradFill>
              <a:gsLst>
                <a:gs pos="0">
                  <a:srgbClr val="C07400">
                    <a:alpha val="4942"/>
                  </a:srgbClr>
                </a:gs>
                <a:gs pos="14286">
                  <a:srgbClr val="C07400">
                    <a:alpha val="4552"/>
                  </a:srgbClr>
                </a:gs>
                <a:gs pos="28571">
                  <a:srgbClr val="C07400">
                    <a:alpha val="3553"/>
                  </a:srgbClr>
                </a:gs>
                <a:gs pos="42857">
                  <a:srgbClr val="C07400">
                    <a:alpha val="2345"/>
                  </a:srgbClr>
                </a:gs>
                <a:gs pos="57143">
                  <a:srgbClr val="C07400">
                    <a:alpha val="1306"/>
                  </a:srgbClr>
                </a:gs>
                <a:gs pos="71429">
                  <a:srgbClr val="C07400">
                    <a:alpha val="613"/>
                  </a:srgbClr>
                </a:gs>
                <a:gs pos="85714">
                  <a:srgbClr val="C07400">
                    <a:alpha val="243"/>
                  </a:srgbClr>
                </a:gs>
                <a:gs pos="100000">
                  <a:srgbClr val="C07400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-9903781">
              <a:off x="1027705" y="1441697"/>
              <a:ext cx="320212" cy="247193"/>
            </a:xfrm>
            <a:prstGeom prst="ellipse">
              <a:avLst/>
            </a:prstGeom>
            <a:gradFill>
              <a:gsLst>
                <a:gs pos="0">
                  <a:srgbClr val="AA8400">
                    <a:alpha val="15415"/>
                  </a:srgbClr>
                </a:gs>
                <a:gs pos="14286">
                  <a:srgbClr val="AA8400">
                    <a:alpha val="14262"/>
                  </a:srgbClr>
                </a:gs>
                <a:gs pos="28571">
                  <a:srgbClr val="AA8400">
                    <a:alpha val="11261"/>
                  </a:srgbClr>
                </a:gs>
                <a:gs pos="42857">
                  <a:srgbClr val="AA8400">
                    <a:alpha val="7537"/>
                  </a:srgbClr>
                </a:gs>
                <a:gs pos="57143">
                  <a:srgbClr val="AA8400">
                    <a:alpha val="4249"/>
                  </a:srgbClr>
                </a:gs>
                <a:gs pos="71429">
                  <a:srgbClr val="AA8400">
                    <a:alpha val="2012"/>
                  </a:srgbClr>
                </a:gs>
                <a:gs pos="85714">
                  <a:srgbClr val="AA8400">
                    <a:alpha val="801"/>
                  </a:srgbClr>
                </a:gs>
                <a:gs pos="100000">
                  <a:srgbClr val="AA8400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4426965">
              <a:off x="1601086" y="1774407"/>
              <a:ext cx="398071" cy="115796"/>
            </a:xfrm>
            <a:prstGeom prst="ellipse">
              <a:avLst/>
            </a:prstGeom>
            <a:gradFill>
              <a:gsLst>
                <a:gs pos="0">
                  <a:srgbClr val="F3AB5B">
                    <a:alpha val="32968"/>
                  </a:srgbClr>
                </a:gs>
                <a:gs pos="14286">
                  <a:srgbClr val="F3AB5B">
                    <a:alpha val="30764"/>
                  </a:srgbClr>
                </a:gs>
                <a:gs pos="28571">
                  <a:srgbClr val="F3AB5B">
                    <a:alpha val="24833"/>
                  </a:srgbClr>
                </a:gs>
                <a:gs pos="42857">
                  <a:srgbClr val="F3AB5B">
                    <a:alpha val="17075"/>
                  </a:srgbClr>
                </a:gs>
                <a:gs pos="57143">
                  <a:srgbClr val="F3AB5B">
                    <a:alpha val="9855"/>
                  </a:srgbClr>
                </a:gs>
                <a:gs pos="71429">
                  <a:srgbClr val="F3AB5B">
                    <a:alpha val="4740"/>
                  </a:srgbClr>
                </a:gs>
                <a:gs pos="85714">
                  <a:srgbClr val="F3AB5B">
                    <a:alpha val="1902"/>
                  </a:srgbClr>
                </a:gs>
                <a:gs pos="100000">
                  <a:srgbClr val="F3AB5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4142308">
              <a:off x="180840" y="1247602"/>
              <a:ext cx="356891" cy="91271"/>
            </a:xfrm>
            <a:prstGeom prst="ellipse">
              <a:avLst/>
            </a:prstGeom>
            <a:gradFill>
              <a:gsLst>
                <a:gs pos="0">
                  <a:srgbClr val="E79836">
                    <a:alpha val="6526"/>
                  </a:srgbClr>
                </a:gs>
                <a:gs pos="14286">
                  <a:srgbClr val="E79836">
                    <a:alpha val="6014"/>
                  </a:srgbClr>
                </a:gs>
                <a:gs pos="28571">
                  <a:srgbClr val="E79836">
                    <a:alpha val="4702"/>
                  </a:srgbClr>
                </a:gs>
                <a:gs pos="42857">
                  <a:srgbClr val="E79836">
                    <a:alpha val="3110"/>
                  </a:srgbClr>
                </a:gs>
                <a:gs pos="57143">
                  <a:srgbClr val="E79836">
                    <a:alpha val="1735"/>
                  </a:srgbClr>
                </a:gs>
                <a:gs pos="71429">
                  <a:srgbClr val="E79836">
                    <a:alpha val="816"/>
                  </a:srgbClr>
                </a:gs>
                <a:gs pos="85714">
                  <a:srgbClr val="E79836">
                    <a:alpha val="323"/>
                  </a:srgbClr>
                </a:gs>
                <a:gs pos="100000">
                  <a:srgbClr val="E79836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6814030">
              <a:off x="1883513" y="59323"/>
              <a:ext cx="231270" cy="68611"/>
            </a:xfrm>
            <a:prstGeom prst="ellipse">
              <a:avLst/>
            </a:prstGeom>
            <a:gradFill>
              <a:gsLst>
                <a:gs pos="0">
                  <a:srgbClr val="B88760">
                    <a:alpha val="32968"/>
                  </a:srgbClr>
                </a:gs>
                <a:gs pos="14286">
                  <a:srgbClr val="B88760">
                    <a:alpha val="30764"/>
                  </a:srgbClr>
                </a:gs>
                <a:gs pos="28571">
                  <a:srgbClr val="B88760">
                    <a:alpha val="24833"/>
                  </a:srgbClr>
                </a:gs>
                <a:gs pos="42857">
                  <a:srgbClr val="B88760">
                    <a:alpha val="17075"/>
                  </a:srgbClr>
                </a:gs>
                <a:gs pos="57143">
                  <a:srgbClr val="B88760">
                    <a:alpha val="9855"/>
                  </a:srgbClr>
                </a:gs>
                <a:gs pos="71429">
                  <a:srgbClr val="B88760">
                    <a:alpha val="4740"/>
                  </a:srgbClr>
                </a:gs>
                <a:gs pos="85714">
                  <a:srgbClr val="B88760">
                    <a:alpha val="1902"/>
                  </a:srgbClr>
                </a:gs>
                <a:gs pos="100000">
                  <a:srgbClr val="B8876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7351761">
              <a:off x="1865218" y="864606"/>
              <a:ext cx="225662" cy="30668"/>
            </a:xfrm>
            <a:prstGeom prst="ellipse">
              <a:avLst/>
            </a:prstGeom>
            <a:gradFill>
              <a:gsLst>
                <a:gs pos="0">
                  <a:srgbClr val="D7AD8E">
                    <a:alpha val="19079"/>
                  </a:srgbClr>
                </a:gs>
                <a:gs pos="14286">
                  <a:srgbClr val="D7AD8E">
                    <a:alpha val="17682"/>
                  </a:srgbClr>
                </a:gs>
                <a:gs pos="28571">
                  <a:srgbClr val="D7AD8E">
                    <a:alpha val="14022"/>
                  </a:srgbClr>
                </a:gs>
                <a:gs pos="42857">
                  <a:srgbClr val="D7AD8E">
                    <a:alpha val="9434"/>
                  </a:srgbClr>
                </a:gs>
                <a:gs pos="57143">
                  <a:srgbClr val="D7AD8E">
                    <a:alpha val="5343"/>
                  </a:srgbClr>
                </a:gs>
                <a:gs pos="71429">
                  <a:srgbClr val="D7AD8E">
                    <a:alpha val="2538"/>
                  </a:srgbClr>
                </a:gs>
                <a:gs pos="85714">
                  <a:srgbClr val="D7AD8E">
                    <a:alpha val="1011"/>
                  </a:srgbClr>
                </a:gs>
                <a:gs pos="100000">
                  <a:srgbClr val="D7AD8E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9479598">
              <a:off x="2831201" y="985980"/>
              <a:ext cx="408644" cy="239474"/>
            </a:xfrm>
            <a:prstGeom prst="ellipse">
              <a:avLst/>
            </a:prstGeom>
            <a:gradFill>
              <a:gsLst>
                <a:gs pos="0">
                  <a:srgbClr val="FEDED9">
                    <a:alpha val="26504"/>
                  </a:srgbClr>
                </a:gs>
                <a:gs pos="14286">
                  <a:srgbClr val="FEDED9">
                    <a:alpha val="24650"/>
                  </a:srgbClr>
                </a:gs>
                <a:gs pos="28571">
                  <a:srgbClr val="FEDED9">
                    <a:alpha val="19729"/>
                  </a:srgbClr>
                </a:gs>
                <a:gs pos="42857">
                  <a:srgbClr val="FEDED9">
                    <a:alpha val="13424"/>
                  </a:srgbClr>
                </a:gs>
                <a:gs pos="57143">
                  <a:srgbClr val="FEDED9">
                    <a:alpha val="7676"/>
                  </a:srgbClr>
                </a:gs>
                <a:gs pos="71429">
                  <a:srgbClr val="FEDED9">
                    <a:alpha val="3670"/>
                  </a:srgbClr>
                </a:gs>
                <a:gs pos="85714">
                  <a:srgbClr val="FEDED9">
                    <a:alpha val="1468"/>
                  </a:srgbClr>
                </a:gs>
                <a:gs pos="100000">
                  <a:srgbClr val="FEDED9">
                    <a:alpha val="4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-8417793">
              <a:off x="1484857" y="1710601"/>
              <a:ext cx="341446" cy="94169"/>
            </a:xfrm>
            <a:prstGeom prst="ellipse">
              <a:avLst/>
            </a:prstGeom>
            <a:gradFill>
              <a:gsLst>
                <a:gs pos="0">
                  <a:srgbClr val="D68200">
                    <a:alpha val="15494"/>
                  </a:srgbClr>
                </a:gs>
                <a:gs pos="14286">
                  <a:srgbClr val="D68200">
                    <a:alpha val="14336"/>
                  </a:srgbClr>
                </a:gs>
                <a:gs pos="28571">
                  <a:srgbClr val="D68200">
                    <a:alpha val="11321"/>
                  </a:srgbClr>
                </a:gs>
                <a:gs pos="42857">
                  <a:srgbClr val="D68200">
                    <a:alpha val="7578"/>
                  </a:srgbClr>
                </a:gs>
                <a:gs pos="57143">
                  <a:srgbClr val="D68200">
                    <a:alpha val="4273"/>
                  </a:srgbClr>
                </a:gs>
                <a:gs pos="71429">
                  <a:srgbClr val="D68200">
                    <a:alpha val="2023"/>
                  </a:srgbClr>
                </a:gs>
                <a:gs pos="85714">
                  <a:srgbClr val="D68200">
                    <a:alpha val="805"/>
                  </a:srgbClr>
                </a:gs>
                <a:gs pos="100000">
                  <a:srgbClr val="D68200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6219597">
              <a:off x="3307088" y="2113788"/>
              <a:ext cx="276955" cy="242802"/>
            </a:xfrm>
            <a:prstGeom prst="ellipse">
              <a:avLst/>
            </a:prstGeom>
            <a:gradFill>
              <a:gsLst>
                <a:gs pos="0">
                  <a:srgbClr val="C89599">
                    <a:alpha val="5328"/>
                  </a:srgbClr>
                </a:gs>
                <a:gs pos="14286">
                  <a:srgbClr val="C89599">
                    <a:alpha val="4907"/>
                  </a:srgbClr>
                </a:gs>
                <a:gs pos="28571">
                  <a:srgbClr val="C89599">
                    <a:alpha val="3832"/>
                  </a:srgbClr>
                </a:gs>
                <a:gs pos="42857">
                  <a:srgbClr val="C89599">
                    <a:alpha val="2530"/>
                  </a:srgbClr>
                </a:gs>
                <a:gs pos="57143">
                  <a:srgbClr val="C89599">
                    <a:alpha val="1410"/>
                  </a:srgbClr>
                </a:gs>
                <a:gs pos="71429">
                  <a:srgbClr val="C89599">
                    <a:alpha val="662"/>
                  </a:srgbClr>
                </a:gs>
                <a:gs pos="85714">
                  <a:srgbClr val="C89599">
                    <a:alpha val="262"/>
                  </a:srgbClr>
                </a:gs>
                <a:gs pos="100000">
                  <a:srgbClr val="C89599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9528454">
              <a:off x="2780254" y="995646"/>
              <a:ext cx="397696" cy="129673"/>
            </a:xfrm>
            <a:prstGeom prst="ellipse">
              <a:avLst/>
            </a:prstGeom>
            <a:gradFill>
              <a:gsLst>
                <a:gs pos="0">
                  <a:srgbClr val="CBAFA9">
                    <a:alpha val="20849"/>
                  </a:srgbClr>
                </a:gs>
                <a:gs pos="14286">
                  <a:srgbClr val="CBAFA9">
                    <a:alpha val="19338"/>
                  </a:srgbClr>
                </a:gs>
                <a:gs pos="28571">
                  <a:srgbClr val="CBAFA9">
                    <a:alpha val="15368"/>
                  </a:srgbClr>
                </a:gs>
                <a:gs pos="42857">
                  <a:srgbClr val="CBAFA9">
                    <a:alpha val="10367"/>
                  </a:srgbClr>
                </a:gs>
                <a:gs pos="57143">
                  <a:srgbClr val="CBAFA9">
                    <a:alpha val="5884"/>
                  </a:srgbClr>
                </a:gs>
                <a:gs pos="71429">
                  <a:srgbClr val="CBAFA9">
                    <a:alpha val="2799"/>
                  </a:srgbClr>
                </a:gs>
                <a:gs pos="85714">
                  <a:srgbClr val="CBAFA9">
                    <a:alpha val="1116"/>
                  </a:srgbClr>
                </a:gs>
                <a:gs pos="100000">
                  <a:srgbClr val="CBAFA9">
                    <a:alpha val="3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10308222">
              <a:off x="776577" y="509162"/>
              <a:ext cx="555715" cy="39230"/>
            </a:xfrm>
            <a:prstGeom prst="ellipse">
              <a:avLst/>
            </a:prstGeom>
            <a:gradFill>
              <a:gsLst>
                <a:gs pos="0">
                  <a:srgbClr val="D2A77A">
                    <a:alpha val="32788"/>
                  </a:srgbClr>
                </a:gs>
                <a:gs pos="14286">
                  <a:srgbClr val="D2A77A">
                    <a:alpha val="30593"/>
                  </a:srgbClr>
                </a:gs>
                <a:gs pos="28571">
                  <a:srgbClr val="D2A77A">
                    <a:alpha val="24689"/>
                  </a:srgbClr>
                </a:gs>
                <a:gs pos="42857">
                  <a:srgbClr val="D2A77A">
                    <a:alpha val="16971"/>
                  </a:srgbClr>
                </a:gs>
                <a:gs pos="57143">
                  <a:srgbClr val="D2A77A">
                    <a:alpha val="9792"/>
                  </a:srgbClr>
                </a:gs>
                <a:gs pos="71429">
                  <a:srgbClr val="D2A77A">
                    <a:alpha val="4709"/>
                  </a:srgbClr>
                </a:gs>
                <a:gs pos="85714">
                  <a:srgbClr val="D2A77A">
                    <a:alpha val="1889"/>
                  </a:srgbClr>
                </a:gs>
                <a:gs pos="100000">
                  <a:srgbClr val="D2A77A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6949689">
              <a:off x="2161964" y="1836098"/>
              <a:ext cx="651329" cy="383796"/>
            </a:xfrm>
            <a:prstGeom prst="ellipse">
              <a:avLst/>
            </a:prstGeom>
            <a:gradFill>
              <a:gsLst>
                <a:gs pos="0">
                  <a:srgbClr val="AD6D00">
                    <a:alpha val="30554"/>
                  </a:srgbClr>
                </a:gs>
                <a:gs pos="14286">
                  <a:srgbClr val="AD6D00">
                    <a:alpha val="28476"/>
                  </a:srgbClr>
                </a:gs>
                <a:gs pos="28571">
                  <a:srgbClr val="AD6D00">
                    <a:alpha val="22911"/>
                  </a:srgbClr>
                </a:gs>
                <a:gs pos="42857">
                  <a:srgbClr val="AD6D00">
                    <a:alpha val="15691"/>
                  </a:srgbClr>
                </a:gs>
                <a:gs pos="57143">
                  <a:srgbClr val="AD6D00">
                    <a:alpha val="9024"/>
                  </a:srgbClr>
                </a:gs>
                <a:gs pos="71429">
                  <a:srgbClr val="AD6D00">
                    <a:alpha val="4330"/>
                  </a:srgbClr>
                </a:gs>
                <a:gs pos="85714">
                  <a:srgbClr val="AD6D00">
                    <a:alpha val="1735"/>
                  </a:srgbClr>
                </a:gs>
                <a:gs pos="100000">
                  <a:srgbClr val="AD6D00">
                    <a:alpha val="5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9660590">
              <a:off x="1042609" y="1827971"/>
              <a:ext cx="334554" cy="113235"/>
            </a:xfrm>
            <a:prstGeom prst="ellipse">
              <a:avLst/>
            </a:prstGeom>
            <a:gradFill>
              <a:gsLst>
                <a:gs pos="0">
                  <a:srgbClr val="E2C1A6">
                    <a:alpha val="26917"/>
                  </a:srgbClr>
                </a:gs>
                <a:gs pos="14286">
                  <a:srgbClr val="E2C1A6">
                    <a:alpha val="25040"/>
                  </a:srgbClr>
                </a:gs>
                <a:gs pos="28571">
                  <a:srgbClr val="E2C1A6">
                    <a:alpha val="20051"/>
                  </a:srgbClr>
                </a:gs>
                <a:gs pos="42857">
                  <a:srgbClr val="E2C1A6">
                    <a:alpha val="13652"/>
                  </a:srgbClr>
                </a:gs>
                <a:gs pos="57143">
                  <a:srgbClr val="E2C1A6">
                    <a:alpha val="7811"/>
                  </a:srgbClr>
                </a:gs>
                <a:gs pos="71429">
                  <a:srgbClr val="E2C1A6">
                    <a:alpha val="3736"/>
                  </a:srgbClr>
                </a:gs>
                <a:gs pos="85714">
                  <a:srgbClr val="E2C1A6">
                    <a:alpha val="1494"/>
                  </a:srgbClr>
                </a:gs>
                <a:gs pos="100000">
                  <a:srgbClr val="E2C1A6">
                    <a:alpha val="5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10688992">
              <a:off x="1167267" y="556399"/>
              <a:ext cx="295114" cy="35043"/>
            </a:xfrm>
            <a:prstGeom prst="ellipse">
              <a:avLst/>
            </a:prstGeom>
            <a:gradFill>
              <a:gsLst>
                <a:gs pos="0">
                  <a:srgbClr val="FFD4A4">
                    <a:alpha val="14395"/>
                  </a:srgbClr>
                </a:gs>
                <a:gs pos="14286">
                  <a:srgbClr val="FFD4A4">
                    <a:alpha val="13312"/>
                  </a:srgbClr>
                </a:gs>
                <a:gs pos="28571">
                  <a:srgbClr val="FFD4A4">
                    <a:alpha val="10499"/>
                  </a:srgbClr>
                </a:gs>
                <a:gs pos="42857">
                  <a:srgbClr val="FFD4A4">
                    <a:alpha val="7017"/>
                  </a:srgbClr>
                </a:gs>
                <a:gs pos="57143">
                  <a:srgbClr val="FFD4A4">
                    <a:alpha val="3951"/>
                  </a:srgbClr>
                </a:gs>
                <a:gs pos="71429">
                  <a:srgbClr val="FFD4A4">
                    <a:alpha val="1869"/>
                  </a:srgbClr>
                </a:gs>
                <a:gs pos="85714">
                  <a:srgbClr val="FFD4A4">
                    <a:alpha val="743"/>
                  </a:srgbClr>
                </a:gs>
                <a:gs pos="100000">
                  <a:srgbClr val="FFD4A4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9107468">
              <a:off x="2534923" y="2186772"/>
              <a:ext cx="479602" cy="194142"/>
            </a:xfrm>
            <a:prstGeom prst="ellipse">
              <a:avLst/>
            </a:prstGeom>
            <a:gradFill>
              <a:gsLst>
                <a:gs pos="0">
                  <a:srgbClr val="FEDABD">
                    <a:alpha val="32941"/>
                  </a:srgbClr>
                </a:gs>
                <a:gs pos="14286">
                  <a:srgbClr val="FEDABD">
                    <a:alpha val="30738"/>
                  </a:srgbClr>
                </a:gs>
                <a:gs pos="28571">
                  <a:srgbClr val="FEDABD">
                    <a:alpha val="24811"/>
                  </a:srgbClr>
                </a:gs>
                <a:gs pos="42857">
                  <a:srgbClr val="FEDABD">
                    <a:alpha val="17060"/>
                  </a:srgbClr>
                </a:gs>
                <a:gs pos="57143">
                  <a:srgbClr val="FEDABD">
                    <a:alpha val="9845"/>
                  </a:srgbClr>
                </a:gs>
                <a:gs pos="71429">
                  <a:srgbClr val="FEDABD">
                    <a:alpha val="4736"/>
                  </a:srgbClr>
                </a:gs>
                <a:gs pos="85714">
                  <a:srgbClr val="FEDABD">
                    <a:alpha val="1900"/>
                  </a:srgbClr>
                </a:gs>
                <a:gs pos="100000">
                  <a:srgbClr val="FEDA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-10519276">
              <a:off x="1203998" y="1871728"/>
              <a:ext cx="470902" cy="79532"/>
            </a:xfrm>
            <a:prstGeom prst="ellipse">
              <a:avLst/>
            </a:prstGeom>
            <a:gradFill>
              <a:gsLst>
                <a:gs pos="0">
                  <a:srgbClr val="FFE2C4">
                    <a:alpha val="17564"/>
                  </a:srgbClr>
                </a:gs>
                <a:gs pos="14286">
                  <a:srgbClr val="FFE2C4">
                    <a:alpha val="16266"/>
                  </a:srgbClr>
                </a:gs>
                <a:gs pos="28571">
                  <a:srgbClr val="FFE2C4">
                    <a:alpha val="12876"/>
                  </a:srgbClr>
                </a:gs>
                <a:gs pos="42857">
                  <a:srgbClr val="FFE2C4">
                    <a:alpha val="8645"/>
                  </a:srgbClr>
                </a:gs>
                <a:gs pos="57143">
                  <a:srgbClr val="FFE2C4">
                    <a:alpha val="4886"/>
                  </a:srgbClr>
                </a:gs>
                <a:gs pos="71429">
                  <a:srgbClr val="FFE2C4">
                    <a:alpha val="2318"/>
                  </a:srgbClr>
                </a:gs>
                <a:gs pos="85714">
                  <a:srgbClr val="FFE2C4">
                    <a:alpha val="923"/>
                  </a:srgbClr>
                </a:gs>
                <a:gs pos="100000">
                  <a:srgbClr val="FFE2C4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5242736">
              <a:off x="409728" y="524715"/>
              <a:ext cx="310890" cy="282282"/>
            </a:xfrm>
            <a:prstGeom prst="ellipse">
              <a:avLst/>
            </a:prstGeom>
            <a:gradFill>
              <a:gsLst>
                <a:gs pos="0">
                  <a:srgbClr val="C80000">
                    <a:alpha val="1321"/>
                  </a:srgbClr>
                </a:gs>
                <a:gs pos="14286">
                  <a:srgbClr val="C80000">
                    <a:alpha val="1215"/>
                  </a:srgbClr>
                </a:gs>
                <a:gs pos="28571">
                  <a:srgbClr val="C80000">
                    <a:alpha val="944"/>
                  </a:srgbClr>
                </a:gs>
                <a:gs pos="42857">
                  <a:srgbClr val="C80000">
                    <a:alpha val="620"/>
                  </a:srgbClr>
                </a:gs>
                <a:gs pos="57143">
                  <a:srgbClr val="C80000">
                    <a:alpha val="344"/>
                  </a:srgbClr>
                </a:gs>
                <a:gs pos="71429">
                  <a:srgbClr val="C80000">
                    <a:alpha val="161"/>
                  </a:srgbClr>
                </a:gs>
                <a:gs pos="85714">
                  <a:srgbClr val="C80000">
                    <a:alpha val="64"/>
                  </a:srgbClr>
                </a:gs>
                <a:gs pos="100000">
                  <a:srgbClr val="C80000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9637225">
              <a:off x="2235961" y="884440"/>
              <a:ext cx="705284" cy="1064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4109296">
              <a:off x="1183265" y="1000169"/>
              <a:ext cx="294232" cy="53048"/>
            </a:xfrm>
            <a:prstGeom prst="ellipse">
              <a:avLst/>
            </a:prstGeom>
            <a:gradFill>
              <a:gsLst>
                <a:gs pos="0">
                  <a:srgbClr val="A89A35">
                    <a:alpha val="32968"/>
                  </a:srgbClr>
                </a:gs>
                <a:gs pos="14286">
                  <a:srgbClr val="A89A35">
                    <a:alpha val="30764"/>
                  </a:srgbClr>
                </a:gs>
                <a:gs pos="28571">
                  <a:srgbClr val="A89A35">
                    <a:alpha val="24833"/>
                  </a:srgbClr>
                </a:gs>
                <a:gs pos="42857">
                  <a:srgbClr val="A89A35">
                    <a:alpha val="17075"/>
                  </a:srgbClr>
                </a:gs>
                <a:gs pos="57143">
                  <a:srgbClr val="A89A35">
                    <a:alpha val="9855"/>
                  </a:srgbClr>
                </a:gs>
                <a:gs pos="71429">
                  <a:srgbClr val="A89A35">
                    <a:alpha val="4740"/>
                  </a:srgbClr>
                </a:gs>
                <a:gs pos="85714">
                  <a:srgbClr val="A89A35">
                    <a:alpha val="1902"/>
                  </a:srgbClr>
                </a:gs>
                <a:gs pos="100000">
                  <a:srgbClr val="A89A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4084804">
              <a:off x="525175" y="1139064"/>
              <a:ext cx="278918" cy="254438"/>
            </a:xfrm>
            <a:prstGeom prst="ellipse">
              <a:avLst/>
            </a:prstGeom>
            <a:gradFill>
              <a:gsLst>
                <a:gs pos="0">
                  <a:srgbClr val="B49384">
                    <a:alpha val="6594"/>
                  </a:srgbClr>
                </a:gs>
                <a:gs pos="14286">
                  <a:srgbClr val="B49384">
                    <a:alpha val="6077"/>
                  </a:srgbClr>
                </a:gs>
                <a:gs pos="28571">
                  <a:srgbClr val="B49384">
                    <a:alpha val="4751"/>
                  </a:srgbClr>
                </a:gs>
                <a:gs pos="42857">
                  <a:srgbClr val="B49384">
                    <a:alpha val="3142"/>
                  </a:srgbClr>
                </a:gs>
                <a:gs pos="57143">
                  <a:srgbClr val="B49384">
                    <a:alpha val="1754"/>
                  </a:srgbClr>
                </a:gs>
                <a:gs pos="71429">
                  <a:srgbClr val="B49384">
                    <a:alpha val="825"/>
                  </a:srgbClr>
                </a:gs>
                <a:gs pos="85714">
                  <a:srgbClr val="B49384">
                    <a:alpha val="327"/>
                  </a:srgbClr>
                </a:gs>
                <a:gs pos="100000">
                  <a:srgbClr val="B49384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7251400">
              <a:off x="-100909" y="347106"/>
              <a:ext cx="469618" cy="183897"/>
            </a:xfrm>
            <a:prstGeom prst="ellipse">
              <a:avLst/>
            </a:prstGeom>
            <a:gradFill>
              <a:gsLst>
                <a:gs pos="0">
                  <a:srgbClr val="D1BCBA">
                    <a:alpha val="18172"/>
                  </a:srgbClr>
                </a:gs>
                <a:gs pos="14286">
                  <a:srgbClr val="D1BCBA">
                    <a:alpha val="16834"/>
                  </a:srgbClr>
                </a:gs>
                <a:gs pos="28571">
                  <a:srgbClr val="D1BCBA">
                    <a:alpha val="13335"/>
                  </a:srgbClr>
                </a:gs>
                <a:gs pos="42857">
                  <a:srgbClr val="D1BCBA">
                    <a:alpha val="8961"/>
                  </a:srgbClr>
                </a:gs>
                <a:gs pos="57143">
                  <a:srgbClr val="D1BCBA">
                    <a:alpha val="5069"/>
                  </a:srgbClr>
                </a:gs>
                <a:gs pos="71429">
                  <a:srgbClr val="D1BCBA">
                    <a:alpha val="2406"/>
                  </a:srgbClr>
                </a:gs>
                <a:gs pos="85714">
                  <a:srgbClr val="D1BCBA">
                    <a:alpha val="958"/>
                  </a:srgbClr>
                </a:gs>
                <a:gs pos="100000">
                  <a:srgbClr val="D1BCBA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-10381226">
              <a:off x="-61566" y="1460889"/>
              <a:ext cx="340259" cy="304990"/>
            </a:xfrm>
            <a:prstGeom prst="ellipse">
              <a:avLst/>
            </a:prstGeom>
            <a:gradFill>
              <a:gsLst>
                <a:gs pos="0">
                  <a:srgbClr val="B7A54D">
                    <a:alpha val="14283"/>
                  </a:srgbClr>
                </a:gs>
                <a:gs pos="14286">
                  <a:srgbClr val="B7A54D">
                    <a:alpha val="13208"/>
                  </a:srgbClr>
                </a:gs>
                <a:gs pos="28571">
                  <a:srgbClr val="B7A54D">
                    <a:alpha val="10415"/>
                  </a:srgbClr>
                </a:gs>
                <a:gs pos="42857">
                  <a:srgbClr val="B7A54D">
                    <a:alpha val="6960"/>
                  </a:srgbClr>
                </a:gs>
                <a:gs pos="57143">
                  <a:srgbClr val="B7A54D">
                    <a:alpha val="3919"/>
                  </a:srgbClr>
                </a:gs>
                <a:gs pos="71429">
                  <a:srgbClr val="B7A54D">
                    <a:alpha val="1854"/>
                  </a:srgbClr>
                </a:gs>
                <a:gs pos="85714">
                  <a:srgbClr val="B7A54D">
                    <a:alpha val="737"/>
                  </a:srgbClr>
                </a:gs>
                <a:gs pos="100000">
                  <a:srgbClr val="B7A54D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4736682">
              <a:off x="-19371" y="1488668"/>
              <a:ext cx="310920" cy="214916"/>
            </a:xfrm>
            <a:prstGeom prst="ellipse">
              <a:avLst/>
            </a:prstGeom>
            <a:gradFill>
              <a:gsLst>
                <a:gs pos="0">
                  <a:srgbClr val="6A0024">
                    <a:alpha val="32968"/>
                  </a:srgbClr>
                </a:gs>
                <a:gs pos="14286">
                  <a:srgbClr val="6A0024">
                    <a:alpha val="30764"/>
                  </a:srgbClr>
                </a:gs>
                <a:gs pos="28571">
                  <a:srgbClr val="6A0024">
                    <a:alpha val="24833"/>
                  </a:srgbClr>
                </a:gs>
                <a:gs pos="42857">
                  <a:srgbClr val="6A0024">
                    <a:alpha val="17075"/>
                  </a:srgbClr>
                </a:gs>
                <a:gs pos="57143">
                  <a:srgbClr val="6A0024">
                    <a:alpha val="9855"/>
                  </a:srgbClr>
                </a:gs>
                <a:gs pos="71429">
                  <a:srgbClr val="6A0024">
                    <a:alpha val="4740"/>
                  </a:srgbClr>
                </a:gs>
                <a:gs pos="85714">
                  <a:srgbClr val="6A0024">
                    <a:alpha val="1902"/>
                  </a:srgbClr>
                </a:gs>
                <a:gs pos="100000">
                  <a:srgbClr val="6A002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-8314869">
              <a:off x="1727742" y="256888"/>
              <a:ext cx="212565" cy="137222"/>
            </a:xfrm>
            <a:prstGeom prst="ellipse">
              <a:avLst/>
            </a:prstGeom>
            <a:gradFill>
              <a:gsLst>
                <a:gs pos="0">
                  <a:srgbClr val="FABB7E">
                    <a:alpha val="18055"/>
                  </a:srgbClr>
                </a:gs>
                <a:gs pos="14286">
                  <a:srgbClr val="FABB7E">
                    <a:alpha val="16725"/>
                  </a:srgbClr>
                </a:gs>
                <a:gs pos="28571">
                  <a:srgbClr val="FABB7E">
                    <a:alpha val="13247"/>
                  </a:srgbClr>
                </a:gs>
                <a:gs pos="42857">
                  <a:srgbClr val="FABB7E">
                    <a:alpha val="8900"/>
                  </a:srgbClr>
                </a:gs>
                <a:gs pos="57143">
                  <a:srgbClr val="FABB7E">
                    <a:alpha val="5034"/>
                  </a:srgbClr>
                </a:gs>
                <a:gs pos="71429">
                  <a:srgbClr val="FABB7E">
                    <a:alpha val="2389"/>
                  </a:srgbClr>
                </a:gs>
                <a:gs pos="85714">
                  <a:srgbClr val="FABB7E">
                    <a:alpha val="951"/>
                  </a:srgbClr>
                </a:gs>
                <a:gs pos="100000">
                  <a:srgbClr val="FABB7E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5279128">
              <a:off x="2126191" y="338082"/>
              <a:ext cx="281859" cy="44066"/>
            </a:xfrm>
            <a:prstGeom prst="ellipse">
              <a:avLst/>
            </a:prstGeom>
            <a:gradFill>
              <a:gsLst>
                <a:gs pos="0">
                  <a:srgbClr val="E3B795">
                    <a:alpha val="5012"/>
                  </a:srgbClr>
                </a:gs>
                <a:gs pos="14286">
                  <a:srgbClr val="E3B795">
                    <a:alpha val="4616"/>
                  </a:srgbClr>
                </a:gs>
                <a:gs pos="28571">
                  <a:srgbClr val="E3B795">
                    <a:alpha val="3603"/>
                  </a:srgbClr>
                </a:gs>
                <a:gs pos="42857">
                  <a:srgbClr val="E3B795">
                    <a:alpha val="2378"/>
                  </a:srgbClr>
                </a:gs>
                <a:gs pos="57143">
                  <a:srgbClr val="E3B795">
                    <a:alpha val="1325"/>
                  </a:srgbClr>
                </a:gs>
                <a:gs pos="71429">
                  <a:srgbClr val="E3B795">
                    <a:alpha val="622"/>
                  </a:srgbClr>
                </a:gs>
                <a:gs pos="85714">
                  <a:srgbClr val="E3B795">
                    <a:alpha val="247"/>
                  </a:srgbClr>
                </a:gs>
                <a:gs pos="100000">
                  <a:srgbClr val="E3B795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7377961">
              <a:off x="173458" y="157216"/>
              <a:ext cx="285627" cy="250473"/>
            </a:xfrm>
            <a:prstGeom prst="ellipse">
              <a:avLst/>
            </a:prstGeom>
            <a:gradFill>
              <a:gsLst>
                <a:gs pos="0">
                  <a:srgbClr val="C3926D">
                    <a:alpha val="20271"/>
                  </a:srgbClr>
                </a:gs>
                <a:gs pos="14286">
                  <a:srgbClr val="C3926D">
                    <a:alpha val="18796"/>
                  </a:srgbClr>
                </a:gs>
                <a:gs pos="28571">
                  <a:srgbClr val="C3926D">
                    <a:alpha val="14927"/>
                  </a:srgbClr>
                </a:gs>
                <a:gs pos="42857">
                  <a:srgbClr val="C3926D">
                    <a:alpha val="10061"/>
                  </a:srgbClr>
                </a:gs>
                <a:gs pos="57143">
                  <a:srgbClr val="C3926D">
                    <a:alpha val="5706"/>
                  </a:srgbClr>
                </a:gs>
                <a:gs pos="71429">
                  <a:srgbClr val="C3926D">
                    <a:alpha val="2713"/>
                  </a:srgbClr>
                </a:gs>
                <a:gs pos="85714">
                  <a:srgbClr val="C3926D">
                    <a:alpha val="1082"/>
                  </a:srgbClr>
                </a:gs>
                <a:gs pos="100000">
                  <a:srgbClr val="C3926D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9563526">
              <a:off x="2727228" y="564955"/>
              <a:ext cx="323036" cy="195782"/>
            </a:xfrm>
            <a:prstGeom prst="ellipse">
              <a:avLst/>
            </a:prstGeom>
            <a:gradFill>
              <a:gsLst>
                <a:gs pos="0">
                  <a:srgbClr val="B99A96">
                    <a:alpha val="13246"/>
                  </a:srgbClr>
                </a:gs>
                <a:gs pos="14286">
                  <a:srgbClr val="B99A96">
                    <a:alpha val="12243"/>
                  </a:srgbClr>
                </a:gs>
                <a:gs pos="28571">
                  <a:srgbClr val="B99A96">
                    <a:alpha val="9643"/>
                  </a:srgbClr>
                </a:gs>
                <a:gs pos="42857">
                  <a:srgbClr val="B99A96">
                    <a:alpha val="6435"/>
                  </a:srgbClr>
                </a:gs>
                <a:gs pos="57143">
                  <a:srgbClr val="B99A96">
                    <a:alpha val="3618"/>
                  </a:srgbClr>
                </a:gs>
                <a:gs pos="71429">
                  <a:srgbClr val="B99A96">
                    <a:alpha val="1710"/>
                  </a:srgbClr>
                </a:gs>
                <a:gs pos="85714">
                  <a:srgbClr val="B99A96">
                    <a:alpha val="680"/>
                  </a:srgbClr>
                </a:gs>
                <a:gs pos="100000">
                  <a:srgbClr val="B99A96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2883473">
              <a:off x="2291186" y="1388850"/>
              <a:ext cx="325471" cy="260536"/>
            </a:xfrm>
            <a:prstGeom prst="ellipse">
              <a:avLst/>
            </a:prstGeom>
            <a:gradFill>
              <a:gsLst>
                <a:gs pos="0">
                  <a:srgbClr val="BC6500">
                    <a:alpha val="12640"/>
                  </a:srgbClr>
                </a:gs>
                <a:gs pos="14286">
                  <a:srgbClr val="BC6500">
                    <a:alpha val="11680"/>
                  </a:srgbClr>
                </a:gs>
                <a:gs pos="28571">
                  <a:srgbClr val="BC6500">
                    <a:alpha val="9193"/>
                  </a:srgbClr>
                </a:gs>
                <a:gs pos="42857">
                  <a:srgbClr val="BC6500">
                    <a:alpha val="6129"/>
                  </a:srgbClr>
                </a:gs>
                <a:gs pos="57143">
                  <a:srgbClr val="BC6500">
                    <a:alpha val="3444"/>
                  </a:srgbClr>
                </a:gs>
                <a:gs pos="71429">
                  <a:srgbClr val="BC6500">
                    <a:alpha val="1627"/>
                  </a:srgbClr>
                </a:gs>
                <a:gs pos="85714">
                  <a:srgbClr val="BC6500">
                    <a:alpha val="647"/>
                  </a:srgbClr>
                </a:gs>
                <a:gs pos="100000">
                  <a:srgbClr val="BC6500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5305452">
              <a:off x="1333185" y="279800"/>
              <a:ext cx="755654" cy="45366"/>
            </a:xfrm>
            <a:prstGeom prst="ellipse">
              <a:avLst/>
            </a:prstGeom>
            <a:gradFill>
              <a:gsLst>
                <a:gs pos="0">
                  <a:srgbClr val="290000">
                    <a:alpha val="32968"/>
                  </a:srgbClr>
                </a:gs>
                <a:gs pos="14286">
                  <a:srgbClr val="290000">
                    <a:alpha val="30764"/>
                  </a:srgbClr>
                </a:gs>
                <a:gs pos="28571">
                  <a:srgbClr val="290000">
                    <a:alpha val="24833"/>
                  </a:srgbClr>
                </a:gs>
                <a:gs pos="42857">
                  <a:srgbClr val="290000">
                    <a:alpha val="17075"/>
                  </a:srgbClr>
                </a:gs>
                <a:gs pos="57143">
                  <a:srgbClr val="290000">
                    <a:alpha val="9855"/>
                  </a:srgbClr>
                </a:gs>
                <a:gs pos="71429">
                  <a:srgbClr val="290000">
                    <a:alpha val="4740"/>
                  </a:srgbClr>
                </a:gs>
                <a:gs pos="85714">
                  <a:srgbClr val="290000">
                    <a:alpha val="1902"/>
                  </a:srgbClr>
                </a:gs>
                <a:gs pos="100000">
                  <a:srgbClr val="2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5461911">
              <a:off x="-283323" y="198581"/>
              <a:ext cx="566646" cy="125100"/>
            </a:xfrm>
            <a:prstGeom prst="ellipse">
              <a:avLst/>
            </a:prstGeom>
            <a:gradFill>
              <a:gsLst>
                <a:gs pos="0">
                  <a:srgbClr val="B9ABA7">
                    <a:alpha val="31684"/>
                  </a:srgbClr>
                </a:gs>
                <a:gs pos="14286">
                  <a:srgbClr val="B9ABA7">
                    <a:alpha val="29546"/>
                  </a:srgbClr>
                </a:gs>
                <a:gs pos="28571">
                  <a:srgbClr val="B9ABA7">
                    <a:alpha val="23808"/>
                  </a:srgbClr>
                </a:gs>
                <a:gs pos="42857">
                  <a:srgbClr val="B9ABA7">
                    <a:alpha val="16336"/>
                  </a:srgbClr>
                </a:gs>
                <a:gs pos="57143">
                  <a:srgbClr val="B9ABA7">
                    <a:alpha val="9410"/>
                  </a:srgbClr>
                </a:gs>
                <a:gs pos="71429">
                  <a:srgbClr val="B9ABA7">
                    <a:alpha val="4521"/>
                  </a:srgbClr>
                </a:gs>
                <a:gs pos="85714">
                  <a:srgbClr val="B9ABA7">
                    <a:alpha val="1813"/>
                  </a:srgbClr>
                </a:gs>
                <a:gs pos="100000">
                  <a:srgbClr val="B9ABA7">
                    <a:alpha val="6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-8850484">
              <a:off x="1391671" y="1701997"/>
              <a:ext cx="248522" cy="119915"/>
            </a:xfrm>
            <a:prstGeom prst="ellipse">
              <a:avLst/>
            </a:prstGeom>
            <a:gradFill>
              <a:gsLst>
                <a:gs pos="0">
                  <a:srgbClr val="FFAC20">
                    <a:alpha val="32968"/>
                  </a:srgbClr>
                </a:gs>
                <a:gs pos="14286">
                  <a:srgbClr val="FFAC20">
                    <a:alpha val="30764"/>
                  </a:srgbClr>
                </a:gs>
                <a:gs pos="28571">
                  <a:srgbClr val="FFAC20">
                    <a:alpha val="24833"/>
                  </a:srgbClr>
                </a:gs>
                <a:gs pos="42857">
                  <a:srgbClr val="FFAC20">
                    <a:alpha val="17075"/>
                  </a:srgbClr>
                </a:gs>
                <a:gs pos="57143">
                  <a:srgbClr val="FFAC20">
                    <a:alpha val="9855"/>
                  </a:srgbClr>
                </a:gs>
                <a:gs pos="71429">
                  <a:srgbClr val="FFAC20">
                    <a:alpha val="4740"/>
                  </a:srgbClr>
                </a:gs>
                <a:gs pos="85714">
                  <a:srgbClr val="FFAC20">
                    <a:alpha val="1902"/>
                  </a:srgbClr>
                </a:gs>
                <a:gs pos="100000">
                  <a:srgbClr val="FFAC2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-9326864">
              <a:off x="1045925" y="26234"/>
              <a:ext cx="252836" cy="240521"/>
            </a:xfrm>
            <a:prstGeom prst="ellipse">
              <a:avLst/>
            </a:prstGeom>
            <a:gradFill>
              <a:gsLst>
                <a:gs pos="0">
                  <a:srgbClr val="330025">
                    <a:alpha val="8151"/>
                  </a:srgbClr>
                </a:gs>
                <a:gs pos="14286">
                  <a:srgbClr val="330025">
                    <a:alpha val="7517"/>
                  </a:srgbClr>
                </a:gs>
                <a:gs pos="28571">
                  <a:srgbClr val="330025">
                    <a:alpha val="5887"/>
                  </a:srgbClr>
                </a:gs>
                <a:gs pos="42857">
                  <a:srgbClr val="330025">
                    <a:alpha val="3902"/>
                  </a:srgbClr>
                </a:gs>
                <a:gs pos="57143">
                  <a:srgbClr val="330025">
                    <a:alpha val="2181"/>
                  </a:srgbClr>
                </a:gs>
                <a:gs pos="71429">
                  <a:srgbClr val="330025">
                    <a:alpha val="1027"/>
                  </a:srgbClr>
                </a:gs>
                <a:gs pos="85714">
                  <a:srgbClr val="330025">
                    <a:alpha val="407"/>
                  </a:srgbClr>
                </a:gs>
                <a:gs pos="100000">
                  <a:srgbClr val="330025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5006739">
              <a:off x="1579954" y="141207"/>
              <a:ext cx="539192" cy="1455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3585380">
              <a:off x="1029179" y="1105215"/>
              <a:ext cx="165130" cy="92637"/>
            </a:xfrm>
            <a:prstGeom prst="ellipse">
              <a:avLst/>
            </a:prstGeom>
            <a:gradFill>
              <a:gsLst>
                <a:gs pos="0">
                  <a:srgbClr val="3C0005">
                    <a:alpha val="32968"/>
                  </a:srgbClr>
                </a:gs>
                <a:gs pos="14286">
                  <a:srgbClr val="3C0005">
                    <a:alpha val="30764"/>
                  </a:srgbClr>
                </a:gs>
                <a:gs pos="28571">
                  <a:srgbClr val="3C0005">
                    <a:alpha val="24833"/>
                  </a:srgbClr>
                </a:gs>
                <a:gs pos="42857">
                  <a:srgbClr val="3C0005">
                    <a:alpha val="17075"/>
                  </a:srgbClr>
                </a:gs>
                <a:gs pos="57143">
                  <a:srgbClr val="3C0005">
                    <a:alpha val="9855"/>
                  </a:srgbClr>
                </a:gs>
                <a:gs pos="71429">
                  <a:srgbClr val="3C0005">
                    <a:alpha val="4740"/>
                  </a:srgbClr>
                </a:gs>
                <a:gs pos="85714">
                  <a:srgbClr val="3C0005">
                    <a:alpha val="1902"/>
                  </a:srgbClr>
                </a:gs>
                <a:gs pos="100000">
                  <a:srgbClr val="3C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-9893317">
              <a:off x="1763681" y="2102"/>
              <a:ext cx="641243" cy="57132"/>
            </a:xfrm>
            <a:prstGeom prst="ellipse">
              <a:avLst/>
            </a:prstGeom>
            <a:gradFill>
              <a:gsLst>
                <a:gs pos="0">
                  <a:srgbClr val="000000">
                    <a:alpha val="15660"/>
                  </a:srgbClr>
                </a:gs>
                <a:gs pos="14286">
                  <a:srgbClr val="000000">
                    <a:alpha val="14490"/>
                  </a:srgbClr>
                </a:gs>
                <a:gs pos="28571">
                  <a:srgbClr val="000000">
                    <a:alpha val="11445"/>
                  </a:srgbClr>
                </a:gs>
                <a:gs pos="42857">
                  <a:srgbClr val="000000">
                    <a:alpha val="7663"/>
                  </a:srgbClr>
                </a:gs>
                <a:gs pos="57143">
                  <a:srgbClr val="000000">
                    <a:alpha val="4321"/>
                  </a:srgbClr>
                </a:gs>
                <a:gs pos="71429">
                  <a:srgbClr val="000000">
                    <a:alpha val="2047"/>
                  </a:srgbClr>
                </a:gs>
                <a:gs pos="85714">
                  <a:srgbClr val="000000">
                    <a:alpha val="814"/>
                  </a:srgbClr>
                </a:gs>
                <a:gs pos="100000">
                  <a:srgbClr val="000000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5108921">
              <a:off x="3294017" y="1564556"/>
              <a:ext cx="282152" cy="271533"/>
            </a:xfrm>
            <a:prstGeom prst="ellipse">
              <a:avLst/>
            </a:prstGeom>
            <a:gradFill>
              <a:gsLst>
                <a:gs pos="0">
                  <a:srgbClr val="86004F">
                    <a:alpha val="9279"/>
                  </a:srgbClr>
                </a:gs>
                <a:gs pos="14286">
                  <a:srgbClr val="86004F">
                    <a:alpha val="8561"/>
                  </a:srgbClr>
                </a:gs>
                <a:gs pos="28571">
                  <a:srgbClr val="86004F">
                    <a:alpha val="6713"/>
                  </a:srgbClr>
                </a:gs>
                <a:gs pos="42857">
                  <a:srgbClr val="86004F">
                    <a:alpha val="4456"/>
                  </a:srgbClr>
                </a:gs>
                <a:gs pos="57143">
                  <a:srgbClr val="86004F">
                    <a:alpha val="2494"/>
                  </a:srgbClr>
                </a:gs>
                <a:gs pos="71429">
                  <a:srgbClr val="86004F">
                    <a:alpha val="1175"/>
                  </a:srgbClr>
                </a:gs>
                <a:gs pos="85714">
                  <a:srgbClr val="86004F">
                    <a:alpha val="466"/>
                  </a:srgbClr>
                </a:gs>
                <a:gs pos="100000">
                  <a:srgbClr val="86004F">
                    <a:alpha val="1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3686192">
              <a:off x="-16356" y="1890027"/>
              <a:ext cx="179562" cy="133715"/>
            </a:xfrm>
            <a:prstGeom prst="ellipse">
              <a:avLst/>
            </a:prstGeom>
            <a:gradFill>
              <a:gsLst>
                <a:gs pos="0">
                  <a:srgbClr val="00000F">
                    <a:alpha val="32968"/>
                  </a:srgbClr>
                </a:gs>
                <a:gs pos="14286">
                  <a:srgbClr val="00000F">
                    <a:alpha val="30764"/>
                  </a:srgbClr>
                </a:gs>
                <a:gs pos="28571">
                  <a:srgbClr val="00000F">
                    <a:alpha val="24833"/>
                  </a:srgbClr>
                </a:gs>
                <a:gs pos="42857">
                  <a:srgbClr val="00000F">
                    <a:alpha val="17075"/>
                  </a:srgbClr>
                </a:gs>
                <a:gs pos="57143">
                  <a:srgbClr val="00000F">
                    <a:alpha val="9855"/>
                  </a:srgbClr>
                </a:gs>
                <a:gs pos="71429">
                  <a:srgbClr val="00000F">
                    <a:alpha val="4740"/>
                  </a:srgbClr>
                </a:gs>
                <a:gs pos="85714">
                  <a:srgbClr val="00000F">
                    <a:alpha val="1902"/>
                  </a:srgbClr>
                </a:gs>
                <a:gs pos="100000">
                  <a:srgbClr val="0000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6716660">
              <a:off x="2917422" y="190820"/>
              <a:ext cx="239829" cy="208960"/>
            </a:xfrm>
            <a:prstGeom prst="ellipse">
              <a:avLst/>
            </a:prstGeom>
            <a:gradFill>
              <a:gsLst>
                <a:gs pos="0">
                  <a:srgbClr val="DB5F00">
                    <a:alpha val="31116"/>
                  </a:srgbClr>
                </a:gs>
                <a:gs pos="14286">
                  <a:srgbClr val="DB5F00">
                    <a:alpha val="29008"/>
                  </a:srgbClr>
                </a:gs>
                <a:gs pos="28571">
                  <a:srgbClr val="DB5F00">
                    <a:alpha val="23357"/>
                  </a:srgbClr>
                </a:gs>
                <a:gs pos="42857">
                  <a:srgbClr val="DB5F00">
                    <a:alpha val="16011"/>
                  </a:srgbClr>
                </a:gs>
                <a:gs pos="57143">
                  <a:srgbClr val="DB5F00">
                    <a:alpha val="9216"/>
                  </a:srgbClr>
                </a:gs>
                <a:gs pos="71429">
                  <a:srgbClr val="DB5F00">
                    <a:alpha val="4425"/>
                  </a:srgbClr>
                </a:gs>
                <a:gs pos="85714">
                  <a:srgbClr val="DB5F00">
                    <a:alpha val="1774"/>
                  </a:srgbClr>
                </a:gs>
                <a:gs pos="100000">
                  <a:srgbClr val="DB5F00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5858722">
              <a:off x="1415126" y="517457"/>
              <a:ext cx="649987" cy="119630"/>
            </a:xfrm>
            <a:prstGeom prst="ellipse">
              <a:avLst/>
            </a:prstGeom>
            <a:gradFill>
              <a:gsLst>
                <a:gs pos="0">
                  <a:srgbClr val="3A1400">
                    <a:alpha val="32968"/>
                  </a:srgbClr>
                </a:gs>
                <a:gs pos="14286">
                  <a:srgbClr val="3A1400">
                    <a:alpha val="30764"/>
                  </a:srgbClr>
                </a:gs>
                <a:gs pos="28571">
                  <a:srgbClr val="3A1400">
                    <a:alpha val="24833"/>
                  </a:srgbClr>
                </a:gs>
                <a:gs pos="42857">
                  <a:srgbClr val="3A1400">
                    <a:alpha val="17075"/>
                  </a:srgbClr>
                </a:gs>
                <a:gs pos="57143">
                  <a:srgbClr val="3A1400">
                    <a:alpha val="9855"/>
                  </a:srgbClr>
                </a:gs>
                <a:gs pos="71429">
                  <a:srgbClr val="3A1400">
                    <a:alpha val="4740"/>
                  </a:srgbClr>
                </a:gs>
                <a:gs pos="85714">
                  <a:srgbClr val="3A1400">
                    <a:alpha val="1902"/>
                  </a:srgbClr>
                </a:gs>
                <a:gs pos="100000">
                  <a:srgbClr val="3A1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5394458">
              <a:off x="1458447" y="250329"/>
              <a:ext cx="313300" cy="23817"/>
            </a:xfrm>
            <a:prstGeom prst="ellipse">
              <a:avLst/>
            </a:prstGeom>
            <a:gradFill>
              <a:gsLst>
                <a:gs pos="0">
                  <a:srgbClr val="FFCDA7">
                    <a:alpha val="13330"/>
                  </a:srgbClr>
                </a:gs>
                <a:gs pos="14286">
                  <a:srgbClr val="FFCDA7">
                    <a:alpha val="12321"/>
                  </a:srgbClr>
                </a:gs>
                <a:gs pos="28571">
                  <a:srgbClr val="FFCDA7">
                    <a:alpha val="9706"/>
                  </a:srgbClr>
                </a:gs>
                <a:gs pos="42857">
                  <a:srgbClr val="FFCDA7">
                    <a:alpha val="6477"/>
                  </a:srgbClr>
                </a:gs>
                <a:gs pos="57143">
                  <a:srgbClr val="FFCDA7">
                    <a:alpha val="3643"/>
                  </a:srgbClr>
                </a:gs>
                <a:gs pos="71429">
                  <a:srgbClr val="FFCDA7">
                    <a:alpha val="1722"/>
                  </a:srgbClr>
                </a:gs>
                <a:gs pos="85714">
                  <a:srgbClr val="FFCDA7">
                    <a:alpha val="684"/>
                  </a:srgbClr>
                </a:gs>
                <a:gs pos="100000">
                  <a:srgbClr val="FFCDA7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5674700">
              <a:off x="1714162" y="1147628"/>
              <a:ext cx="241790" cy="160118"/>
            </a:xfrm>
            <a:prstGeom prst="ellipse">
              <a:avLst/>
            </a:prstGeom>
            <a:gradFill>
              <a:gsLst>
                <a:gs pos="0">
                  <a:srgbClr val="F9D5B9">
                    <a:alpha val="28594"/>
                  </a:srgbClr>
                </a:gs>
                <a:gs pos="14286">
                  <a:srgbClr val="F9D5B9">
                    <a:alpha val="26622"/>
                  </a:srgbClr>
                </a:gs>
                <a:gs pos="28571">
                  <a:srgbClr val="F9D5B9">
                    <a:alpha val="21365"/>
                  </a:srgbClr>
                </a:gs>
                <a:gs pos="42857">
                  <a:srgbClr val="F9D5B9">
                    <a:alpha val="14585"/>
                  </a:srgbClr>
                </a:gs>
                <a:gs pos="57143">
                  <a:srgbClr val="F9D5B9">
                    <a:alpha val="8365"/>
                  </a:srgbClr>
                </a:gs>
                <a:gs pos="71429">
                  <a:srgbClr val="F9D5B9">
                    <a:alpha val="4007"/>
                  </a:srgbClr>
                </a:gs>
                <a:gs pos="85714">
                  <a:srgbClr val="F9D5B9">
                    <a:alpha val="1604"/>
                  </a:srgbClr>
                </a:gs>
                <a:gs pos="100000">
                  <a:srgbClr val="F9D5B9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7249001">
              <a:off x="2687945" y="1164215"/>
              <a:ext cx="303137" cy="117127"/>
            </a:xfrm>
            <a:prstGeom prst="ellipse">
              <a:avLst/>
            </a:prstGeom>
            <a:gradFill>
              <a:gsLst>
                <a:gs pos="0">
                  <a:srgbClr val="DFCABA">
                    <a:alpha val="19579"/>
                  </a:srgbClr>
                </a:gs>
                <a:gs pos="14286">
                  <a:srgbClr val="DFCABA">
                    <a:alpha val="18149"/>
                  </a:srgbClr>
                </a:gs>
                <a:gs pos="28571">
                  <a:srgbClr val="DFCABA">
                    <a:alpha val="14401"/>
                  </a:srgbClr>
                </a:gs>
                <a:gs pos="42857">
                  <a:srgbClr val="DFCABA">
                    <a:alpha val="9696"/>
                  </a:srgbClr>
                </a:gs>
                <a:gs pos="57143">
                  <a:srgbClr val="DFCABA">
                    <a:alpha val="5495"/>
                  </a:srgbClr>
                </a:gs>
                <a:gs pos="71429">
                  <a:srgbClr val="DFCABA">
                    <a:alpha val="2611"/>
                  </a:srgbClr>
                </a:gs>
                <a:gs pos="85714">
                  <a:srgbClr val="DFCABA">
                    <a:alpha val="1041"/>
                  </a:srgbClr>
                </a:gs>
                <a:gs pos="100000">
                  <a:srgbClr val="DFCABA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8571908">
              <a:off x="2597256" y="1327243"/>
              <a:ext cx="346225" cy="53488"/>
            </a:xfrm>
            <a:prstGeom prst="ellipse">
              <a:avLst/>
            </a:prstGeom>
            <a:gradFill>
              <a:gsLst>
                <a:gs pos="0">
                  <a:srgbClr val="855300">
                    <a:alpha val="16145"/>
                  </a:srgbClr>
                </a:gs>
                <a:gs pos="14286">
                  <a:srgbClr val="855300">
                    <a:alpha val="14942"/>
                  </a:srgbClr>
                </a:gs>
                <a:gs pos="28571">
                  <a:srgbClr val="855300">
                    <a:alpha val="11808"/>
                  </a:srgbClr>
                </a:gs>
                <a:gs pos="42857">
                  <a:srgbClr val="855300">
                    <a:alpha val="7912"/>
                  </a:srgbClr>
                </a:gs>
                <a:gs pos="57143">
                  <a:srgbClr val="855300">
                    <a:alpha val="4464"/>
                  </a:srgbClr>
                </a:gs>
                <a:gs pos="71429">
                  <a:srgbClr val="855300">
                    <a:alpha val="2115"/>
                  </a:srgbClr>
                </a:gs>
                <a:gs pos="85714">
                  <a:srgbClr val="855300">
                    <a:alpha val="842"/>
                  </a:srgbClr>
                </a:gs>
                <a:gs pos="100000">
                  <a:srgbClr val="855300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3042861">
              <a:off x="843044" y="206508"/>
              <a:ext cx="221711" cy="55445"/>
            </a:xfrm>
            <a:prstGeom prst="ellipse">
              <a:avLst/>
            </a:prstGeom>
            <a:gradFill>
              <a:gsLst>
                <a:gs pos="0">
                  <a:srgbClr val="77492E">
                    <a:alpha val="32553"/>
                  </a:srgbClr>
                </a:gs>
                <a:gs pos="14286">
                  <a:srgbClr val="77492E">
                    <a:alpha val="30370"/>
                  </a:srgbClr>
                </a:gs>
                <a:gs pos="28571">
                  <a:srgbClr val="77492E">
                    <a:alpha val="24501"/>
                  </a:srgbClr>
                </a:gs>
                <a:gs pos="42857">
                  <a:srgbClr val="77492E">
                    <a:alpha val="16835"/>
                  </a:srgbClr>
                </a:gs>
                <a:gs pos="57143">
                  <a:srgbClr val="77492E">
                    <a:alpha val="9710"/>
                  </a:srgbClr>
                </a:gs>
                <a:gs pos="71429">
                  <a:srgbClr val="77492E">
                    <a:alpha val="4669"/>
                  </a:srgbClr>
                </a:gs>
                <a:gs pos="85714">
                  <a:srgbClr val="77492E">
                    <a:alpha val="1873"/>
                  </a:srgbClr>
                </a:gs>
                <a:gs pos="100000">
                  <a:srgbClr val="77492E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9588473">
              <a:off x="1578392" y="1989425"/>
              <a:ext cx="408223" cy="165580"/>
            </a:xfrm>
            <a:prstGeom prst="ellipse">
              <a:avLst/>
            </a:prstGeom>
            <a:gradFill>
              <a:gsLst>
                <a:gs pos="0">
                  <a:srgbClr val="000064">
                    <a:alpha val="12803"/>
                  </a:srgbClr>
                </a:gs>
                <a:gs pos="14286">
                  <a:srgbClr val="000064">
                    <a:alpha val="11831"/>
                  </a:srgbClr>
                </a:gs>
                <a:gs pos="28571">
                  <a:srgbClr val="000064">
                    <a:alpha val="9314"/>
                  </a:srgbClr>
                </a:gs>
                <a:gs pos="42857">
                  <a:srgbClr val="000064">
                    <a:alpha val="6211"/>
                  </a:srgbClr>
                </a:gs>
                <a:gs pos="57143">
                  <a:srgbClr val="000064">
                    <a:alpha val="3491"/>
                  </a:srgbClr>
                </a:gs>
                <a:gs pos="71429">
                  <a:srgbClr val="000064">
                    <a:alpha val="1650"/>
                  </a:srgbClr>
                </a:gs>
                <a:gs pos="85714">
                  <a:srgbClr val="000064">
                    <a:alpha val="656"/>
                  </a:srgbClr>
                </a:gs>
                <a:gs pos="100000">
                  <a:srgbClr val="000064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6078404">
              <a:off x="1039023" y="134352"/>
              <a:ext cx="405341" cy="44974"/>
            </a:xfrm>
            <a:prstGeom prst="ellipse">
              <a:avLst/>
            </a:prstGeom>
            <a:gradFill>
              <a:gsLst>
                <a:gs pos="0">
                  <a:srgbClr val="3F1400">
                    <a:alpha val="32968"/>
                  </a:srgbClr>
                </a:gs>
                <a:gs pos="14286">
                  <a:srgbClr val="3F1400">
                    <a:alpha val="30764"/>
                  </a:srgbClr>
                </a:gs>
                <a:gs pos="28571">
                  <a:srgbClr val="3F1400">
                    <a:alpha val="24833"/>
                  </a:srgbClr>
                </a:gs>
                <a:gs pos="42857">
                  <a:srgbClr val="3F1400">
                    <a:alpha val="17075"/>
                  </a:srgbClr>
                </a:gs>
                <a:gs pos="57143">
                  <a:srgbClr val="3F1400">
                    <a:alpha val="9855"/>
                  </a:srgbClr>
                </a:gs>
                <a:gs pos="71429">
                  <a:srgbClr val="3F1400">
                    <a:alpha val="4740"/>
                  </a:srgbClr>
                </a:gs>
                <a:gs pos="85714">
                  <a:srgbClr val="3F1400">
                    <a:alpha val="1902"/>
                  </a:srgbClr>
                </a:gs>
                <a:gs pos="100000">
                  <a:srgbClr val="3F1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9066611">
              <a:off x="2398856" y="1300025"/>
              <a:ext cx="449426" cy="73893"/>
            </a:xfrm>
            <a:prstGeom prst="ellipse">
              <a:avLst/>
            </a:prstGeom>
            <a:gradFill>
              <a:gsLst>
                <a:gs pos="0">
                  <a:srgbClr val="F7A558">
                    <a:alpha val="18099"/>
                  </a:srgbClr>
                </a:gs>
                <a:gs pos="14286">
                  <a:srgbClr val="F7A558">
                    <a:alpha val="16766"/>
                  </a:srgbClr>
                </a:gs>
                <a:gs pos="28571">
                  <a:srgbClr val="F7A558">
                    <a:alpha val="13280"/>
                  </a:srgbClr>
                </a:gs>
                <a:gs pos="42857">
                  <a:srgbClr val="F7A558">
                    <a:alpha val="8923"/>
                  </a:srgbClr>
                </a:gs>
                <a:gs pos="57143">
                  <a:srgbClr val="F7A558">
                    <a:alpha val="5047"/>
                  </a:srgbClr>
                </a:gs>
                <a:gs pos="71429">
                  <a:srgbClr val="F7A558">
                    <a:alpha val="2395"/>
                  </a:srgbClr>
                </a:gs>
                <a:gs pos="85714">
                  <a:srgbClr val="F7A558">
                    <a:alpha val="954"/>
                  </a:srgbClr>
                </a:gs>
                <a:gs pos="100000">
                  <a:srgbClr val="F7A558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10171761">
              <a:off x="469183" y="1351272"/>
              <a:ext cx="644003" cy="1362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5739083">
              <a:off x="957129" y="1329452"/>
              <a:ext cx="267862" cy="230428"/>
            </a:xfrm>
            <a:prstGeom prst="ellipse">
              <a:avLst/>
            </a:prstGeom>
            <a:gradFill>
              <a:gsLst>
                <a:gs pos="0">
                  <a:srgbClr val="FFD90D">
                    <a:alpha val="5178"/>
                  </a:srgbClr>
                </a:gs>
                <a:gs pos="14286">
                  <a:srgbClr val="FFD90D">
                    <a:alpha val="4770"/>
                  </a:srgbClr>
                </a:gs>
                <a:gs pos="28571">
                  <a:srgbClr val="FFD90D">
                    <a:alpha val="3724"/>
                  </a:srgbClr>
                </a:gs>
                <a:gs pos="42857">
                  <a:srgbClr val="FFD90D">
                    <a:alpha val="2458"/>
                  </a:srgbClr>
                </a:gs>
                <a:gs pos="57143">
                  <a:srgbClr val="FFD90D">
                    <a:alpha val="1370"/>
                  </a:srgbClr>
                </a:gs>
                <a:gs pos="71429">
                  <a:srgbClr val="FFD90D">
                    <a:alpha val="644"/>
                  </a:srgbClr>
                </a:gs>
                <a:gs pos="85714">
                  <a:srgbClr val="FFD90D">
                    <a:alpha val="255"/>
                  </a:srgbClr>
                </a:gs>
                <a:gs pos="100000">
                  <a:srgbClr val="FFD90D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8044134">
              <a:off x="2949167" y="107818"/>
              <a:ext cx="395774" cy="94731"/>
            </a:xfrm>
            <a:prstGeom prst="ellipse">
              <a:avLst/>
            </a:prstGeom>
            <a:gradFill>
              <a:gsLst>
                <a:gs pos="0">
                  <a:srgbClr val="544800">
                    <a:alpha val="18029"/>
                  </a:srgbClr>
                </a:gs>
                <a:gs pos="14286">
                  <a:srgbClr val="544800">
                    <a:alpha val="16701"/>
                  </a:srgbClr>
                </a:gs>
                <a:gs pos="28571">
                  <a:srgbClr val="544800">
                    <a:alpha val="13227"/>
                  </a:srgbClr>
                </a:gs>
                <a:gs pos="42857">
                  <a:srgbClr val="544800">
                    <a:alpha val="8886"/>
                  </a:srgbClr>
                </a:gs>
                <a:gs pos="57143">
                  <a:srgbClr val="544800">
                    <a:alpha val="5026"/>
                  </a:srgbClr>
                </a:gs>
                <a:gs pos="71429">
                  <a:srgbClr val="544800">
                    <a:alpha val="2385"/>
                  </a:srgbClr>
                </a:gs>
                <a:gs pos="85714">
                  <a:srgbClr val="544800">
                    <a:alpha val="950"/>
                  </a:srgbClr>
                </a:gs>
                <a:gs pos="100000">
                  <a:srgbClr val="544800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4687281">
              <a:off x="3160893" y="2351574"/>
              <a:ext cx="320222" cy="100114"/>
            </a:xfrm>
            <a:prstGeom prst="ellipse">
              <a:avLst/>
            </a:prstGeom>
            <a:gradFill>
              <a:gsLst>
                <a:gs pos="0">
                  <a:srgbClr val="81663B">
                    <a:alpha val="4010"/>
                  </a:srgbClr>
                </a:gs>
                <a:gs pos="14286">
                  <a:srgbClr val="81663B">
                    <a:alpha val="3692"/>
                  </a:srgbClr>
                </a:gs>
                <a:gs pos="28571">
                  <a:srgbClr val="81663B">
                    <a:alpha val="2879"/>
                  </a:srgbClr>
                </a:gs>
                <a:gs pos="42857">
                  <a:srgbClr val="81663B">
                    <a:alpha val="1898"/>
                  </a:srgbClr>
                </a:gs>
                <a:gs pos="57143">
                  <a:srgbClr val="81663B">
                    <a:alpha val="1056"/>
                  </a:srgbClr>
                </a:gs>
                <a:gs pos="71429">
                  <a:srgbClr val="81663B">
                    <a:alpha val="496"/>
                  </a:srgbClr>
                </a:gs>
                <a:gs pos="85714">
                  <a:srgbClr val="81663B">
                    <a:alpha val="196"/>
                  </a:srgbClr>
                </a:gs>
                <a:gs pos="100000">
                  <a:srgbClr val="81663B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-9046059">
              <a:off x="2054364" y="267317"/>
              <a:ext cx="271878" cy="252820"/>
            </a:xfrm>
            <a:prstGeom prst="ellipse">
              <a:avLst/>
            </a:prstGeom>
            <a:gradFill>
              <a:gsLst>
                <a:gs pos="0">
                  <a:srgbClr val="3A0000">
                    <a:alpha val="19479"/>
                  </a:srgbClr>
                </a:gs>
                <a:gs pos="14286">
                  <a:srgbClr val="3A0000">
                    <a:alpha val="18056"/>
                  </a:srgbClr>
                </a:gs>
                <a:gs pos="28571">
                  <a:srgbClr val="3A0000">
                    <a:alpha val="14325"/>
                  </a:srgbClr>
                </a:gs>
                <a:gs pos="42857">
                  <a:srgbClr val="3A0000">
                    <a:alpha val="9644"/>
                  </a:srgbClr>
                </a:gs>
                <a:gs pos="57143">
                  <a:srgbClr val="3A0000">
                    <a:alpha val="5464"/>
                  </a:srgbClr>
                </a:gs>
                <a:gs pos="71429">
                  <a:srgbClr val="3A0000">
                    <a:alpha val="2596"/>
                  </a:srgbClr>
                </a:gs>
                <a:gs pos="85714">
                  <a:srgbClr val="3A0000">
                    <a:alpha val="1035"/>
                  </a:srgbClr>
                </a:gs>
                <a:gs pos="100000">
                  <a:srgbClr val="3A0000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-10597323">
              <a:off x="466695" y="1100980"/>
              <a:ext cx="256803" cy="253474"/>
            </a:xfrm>
            <a:prstGeom prst="ellipse">
              <a:avLst/>
            </a:prstGeom>
            <a:gradFill>
              <a:gsLst>
                <a:gs pos="0">
                  <a:srgbClr val="B37B63">
                    <a:alpha val="5857"/>
                  </a:srgbClr>
                </a:gs>
                <a:gs pos="14286">
                  <a:srgbClr val="B37B63">
                    <a:alpha val="5396"/>
                  </a:srgbClr>
                </a:gs>
                <a:gs pos="28571">
                  <a:srgbClr val="B37B63">
                    <a:alpha val="4216"/>
                  </a:srgbClr>
                </a:gs>
                <a:gs pos="42857">
                  <a:srgbClr val="B37B63">
                    <a:alpha val="2786"/>
                  </a:srgbClr>
                </a:gs>
                <a:gs pos="57143">
                  <a:srgbClr val="B37B63">
                    <a:alpha val="1553"/>
                  </a:srgbClr>
                </a:gs>
                <a:gs pos="71429">
                  <a:srgbClr val="B37B63">
                    <a:alpha val="730"/>
                  </a:srgbClr>
                </a:gs>
                <a:gs pos="85714">
                  <a:srgbClr val="B37B63">
                    <a:alpha val="289"/>
                  </a:srgbClr>
                </a:gs>
                <a:gs pos="100000">
                  <a:srgbClr val="B37B63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9665306">
              <a:off x="241384" y="2114015"/>
              <a:ext cx="720561" cy="28678"/>
            </a:xfrm>
            <a:prstGeom prst="ellipse">
              <a:avLst/>
            </a:prstGeom>
            <a:gradFill>
              <a:gsLst>
                <a:gs pos="0">
                  <a:srgbClr val="FFECD9">
                    <a:alpha val="23307"/>
                  </a:srgbClr>
                </a:gs>
                <a:gs pos="14286">
                  <a:srgbClr val="FFECD9">
                    <a:alpha val="21643"/>
                  </a:srgbClr>
                </a:gs>
                <a:gs pos="28571">
                  <a:srgbClr val="FFECD9">
                    <a:alpha val="17252"/>
                  </a:srgbClr>
                </a:gs>
                <a:gs pos="42857">
                  <a:srgbClr val="FFECD9">
                    <a:alpha val="11681"/>
                  </a:srgbClr>
                </a:gs>
                <a:gs pos="57143">
                  <a:srgbClr val="FFECD9">
                    <a:alpha val="6651"/>
                  </a:srgbClr>
                </a:gs>
                <a:gs pos="71429">
                  <a:srgbClr val="FFECD9">
                    <a:alpha val="3170"/>
                  </a:srgbClr>
                </a:gs>
                <a:gs pos="85714">
                  <a:srgbClr val="FFECD9">
                    <a:alpha val="1266"/>
                  </a:srgbClr>
                </a:gs>
                <a:gs pos="100000">
                  <a:srgbClr val="FFECD9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-10443805">
              <a:off x="-37135" y="1270135"/>
              <a:ext cx="299733" cy="288416"/>
            </a:xfrm>
            <a:prstGeom prst="ellipse">
              <a:avLst/>
            </a:prstGeom>
            <a:gradFill>
              <a:gsLst>
                <a:gs pos="0">
                  <a:srgbClr val="DAAD47">
                    <a:alpha val="11615"/>
                  </a:srgbClr>
                </a:gs>
                <a:gs pos="14286">
                  <a:srgbClr val="DAAD47">
                    <a:alpha val="10728"/>
                  </a:srgbClr>
                </a:gs>
                <a:gs pos="28571">
                  <a:srgbClr val="DAAD47">
                    <a:alpha val="8434"/>
                  </a:srgbClr>
                </a:gs>
                <a:gs pos="42857">
                  <a:srgbClr val="DAAD47">
                    <a:alpha val="5616"/>
                  </a:srgbClr>
                </a:gs>
                <a:gs pos="57143">
                  <a:srgbClr val="DAAD47">
                    <a:alpha val="3152"/>
                  </a:srgbClr>
                </a:gs>
                <a:gs pos="71429">
                  <a:srgbClr val="DAAD47">
                    <a:alpha val="1488"/>
                  </a:srgbClr>
                </a:gs>
                <a:gs pos="85714">
                  <a:srgbClr val="DAAD47">
                    <a:alpha val="591"/>
                  </a:srgbClr>
                </a:gs>
                <a:gs pos="100000">
                  <a:srgbClr val="DAAD47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Splat 1181"/>
            <p:cNvSpPr>
              <a:spLocks noGrp="1"/>
            </p:cNvSpPr>
            <p:nvPr/>
          </p:nvSpPr>
          <p:spPr>
            <a:xfrm rot="3243491">
              <a:off x="1067024" y="925875"/>
              <a:ext cx="362167" cy="154083"/>
            </a:xfrm>
            <a:prstGeom prst="ellipse">
              <a:avLst/>
            </a:prstGeom>
            <a:gradFill>
              <a:gsLst>
                <a:gs pos="0">
                  <a:srgbClr val="008500">
                    <a:alpha val="9900"/>
                  </a:srgbClr>
                </a:gs>
                <a:gs pos="14286">
                  <a:srgbClr val="008500">
                    <a:alpha val="9137"/>
                  </a:srgbClr>
                </a:gs>
                <a:gs pos="28571">
                  <a:srgbClr val="008500">
                    <a:alpha val="7170"/>
                  </a:srgbClr>
                </a:gs>
                <a:gs pos="42857">
                  <a:srgbClr val="008500">
                    <a:alpha val="4763"/>
                  </a:srgbClr>
                </a:gs>
                <a:gs pos="57143">
                  <a:srgbClr val="008500">
                    <a:alpha val="2668"/>
                  </a:srgbClr>
                </a:gs>
                <a:gs pos="71429">
                  <a:srgbClr val="008500">
                    <a:alpha val="1258"/>
                  </a:srgbClr>
                </a:gs>
                <a:gs pos="85714">
                  <a:srgbClr val="008500">
                    <a:alpha val="499"/>
                  </a:srgbClr>
                </a:gs>
                <a:gs pos="100000">
                  <a:srgbClr val="008500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Splat 1182"/>
            <p:cNvSpPr>
              <a:spLocks noGrp="1"/>
            </p:cNvSpPr>
            <p:nvPr/>
          </p:nvSpPr>
          <p:spPr>
            <a:xfrm rot="9350606">
              <a:off x="2435898" y="1805836"/>
              <a:ext cx="296806" cy="194434"/>
            </a:xfrm>
            <a:prstGeom prst="ellipse">
              <a:avLst/>
            </a:prstGeom>
            <a:gradFill>
              <a:gsLst>
                <a:gs pos="0">
                  <a:srgbClr val="634A00">
                    <a:alpha val="15327"/>
                  </a:srgbClr>
                </a:gs>
                <a:gs pos="14286">
                  <a:srgbClr val="634A00">
                    <a:alpha val="14180"/>
                  </a:srgbClr>
                </a:gs>
                <a:gs pos="28571">
                  <a:srgbClr val="634A00">
                    <a:alpha val="11195"/>
                  </a:srgbClr>
                </a:gs>
                <a:gs pos="42857">
                  <a:srgbClr val="634A00">
                    <a:alpha val="7492"/>
                  </a:srgbClr>
                </a:gs>
                <a:gs pos="57143">
                  <a:srgbClr val="634A00">
                    <a:alpha val="4224"/>
                  </a:srgbClr>
                </a:gs>
                <a:gs pos="71429">
                  <a:srgbClr val="634A00">
                    <a:alpha val="2000"/>
                  </a:srgbClr>
                </a:gs>
                <a:gs pos="85714">
                  <a:srgbClr val="634A00">
                    <a:alpha val="796"/>
                  </a:srgbClr>
                </a:gs>
                <a:gs pos="100000">
                  <a:srgbClr val="634A00">
                    <a:alpha val="2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Splat 1183"/>
            <p:cNvSpPr>
              <a:spLocks noGrp="1"/>
            </p:cNvSpPr>
            <p:nvPr/>
          </p:nvSpPr>
          <p:spPr>
            <a:xfrm rot="6114807">
              <a:off x="1320157" y="546508"/>
              <a:ext cx="510798" cy="100311"/>
            </a:xfrm>
            <a:prstGeom prst="ellipse">
              <a:avLst/>
            </a:prstGeom>
            <a:gradFill>
              <a:gsLst>
                <a:gs pos="0">
                  <a:srgbClr val="000000">
                    <a:alpha val="14378"/>
                  </a:srgbClr>
                </a:gs>
                <a:gs pos="14286">
                  <a:srgbClr val="000000">
                    <a:alpha val="13296"/>
                  </a:srgbClr>
                </a:gs>
                <a:gs pos="28571">
                  <a:srgbClr val="000000">
                    <a:alpha val="10486"/>
                  </a:srgbClr>
                </a:gs>
                <a:gs pos="42857">
                  <a:srgbClr val="000000">
                    <a:alpha val="7008"/>
                  </a:srgbClr>
                </a:gs>
                <a:gs pos="57143">
                  <a:srgbClr val="000000">
                    <a:alpha val="3946"/>
                  </a:srgbClr>
                </a:gs>
                <a:gs pos="71429">
                  <a:srgbClr val="000000">
                    <a:alpha val="1867"/>
                  </a:srgbClr>
                </a:gs>
                <a:gs pos="85714">
                  <a:srgbClr val="000000">
                    <a:alpha val="742"/>
                  </a:srgbClr>
                </a:gs>
                <a:gs pos="100000">
                  <a:srgbClr val="000000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Splat 1184"/>
            <p:cNvSpPr>
              <a:spLocks noGrp="1"/>
            </p:cNvSpPr>
            <p:nvPr/>
          </p:nvSpPr>
          <p:spPr>
            <a:xfrm rot="-8138093">
              <a:off x="537268" y="695296"/>
              <a:ext cx="490589" cy="34498"/>
            </a:xfrm>
            <a:prstGeom prst="ellipse">
              <a:avLst/>
            </a:prstGeom>
            <a:gradFill>
              <a:gsLst>
                <a:gs pos="0">
                  <a:srgbClr val="310000">
                    <a:alpha val="32968"/>
                  </a:srgbClr>
                </a:gs>
                <a:gs pos="14286">
                  <a:srgbClr val="310000">
                    <a:alpha val="30764"/>
                  </a:srgbClr>
                </a:gs>
                <a:gs pos="28571">
                  <a:srgbClr val="310000">
                    <a:alpha val="24833"/>
                  </a:srgbClr>
                </a:gs>
                <a:gs pos="42857">
                  <a:srgbClr val="310000">
                    <a:alpha val="17075"/>
                  </a:srgbClr>
                </a:gs>
                <a:gs pos="57143">
                  <a:srgbClr val="310000">
                    <a:alpha val="9855"/>
                  </a:srgbClr>
                </a:gs>
                <a:gs pos="71429">
                  <a:srgbClr val="310000">
                    <a:alpha val="4740"/>
                  </a:srgbClr>
                </a:gs>
                <a:gs pos="85714">
                  <a:srgbClr val="310000">
                    <a:alpha val="1902"/>
                  </a:srgbClr>
                </a:gs>
                <a:gs pos="100000">
                  <a:srgbClr val="3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Splat 1185"/>
            <p:cNvSpPr>
              <a:spLocks noGrp="1"/>
            </p:cNvSpPr>
            <p:nvPr/>
          </p:nvSpPr>
          <p:spPr>
            <a:xfrm rot="-8661537">
              <a:off x="303001" y="1466808"/>
              <a:ext cx="260345" cy="55922"/>
            </a:xfrm>
            <a:prstGeom prst="ellipse">
              <a:avLst/>
            </a:prstGeom>
            <a:gradFill>
              <a:gsLst>
                <a:gs pos="0">
                  <a:srgbClr val="F0CEB0">
                    <a:alpha val="9546"/>
                  </a:srgbClr>
                </a:gs>
                <a:gs pos="14286">
                  <a:srgbClr val="F0CEB0">
                    <a:alpha val="8809"/>
                  </a:srgbClr>
                </a:gs>
                <a:gs pos="28571">
                  <a:srgbClr val="F0CEB0">
                    <a:alpha val="6910"/>
                  </a:srgbClr>
                </a:gs>
                <a:gs pos="42857">
                  <a:srgbClr val="F0CEB0">
                    <a:alpha val="4588"/>
                  </a:srgbClr>
                </a:gs>
                <a:gs pos="57143">
                  <a:srgbClr val="F0CEB0">
                    <a:alpha val="2569"/>
                  </a:srgbClr>
                </a:gs>
                <a:gs pos="71429">
                  <a:srgbClr val="F0CEB0">
                    <a:alpha val="1211"/>
                  </a:srgbClr>
                </a:gs>
                <a:gs pos="85714">
                  <a:srgbClr val="F0CEB0">
                    <a:alpha val="481"/>
                  </a:srgbClr>
                </a:gs>
                <a:gs pos="100000">
                  <a:srgbClr val="F0CEB0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Splat 1186"/>
            <p:cNvSpPr>
              <a:spLocks noGrp="1"/>
            </p:cNvSpPr>
            <p:nvPr/>
          </p:nvSpPr>
          <p:spPr>
            <a:xfrm rot="-10091974">
              <a:off x="2749865" y="2339872"/>
              <a:ext cx="460126" cy="156367"/>
            </a:xfrm>
            <a:prstGeom prst="ellipse">
              <a:avLst/>
            </a:prstGeom>
            <a:gradFill>
              <a:gsLst>
                <a:gs pos="0">
                  <a:srgbClr val="A38E86">
                    <a:alpha val="28104"/>
                  </a:srgbClr>
                </a:gs>
                <a:gs pos="14286">
                  <a:srgbClr val="A38E86">
                    <a:alpha val="26159"/>
                  </a:srgbClr>
                </a:gs>
                <a:gs pos="28571">
                  <a:srgbClr val="A38E86">
                    <a:alpha val="20980"/>
                  </a:srgbClr>
                </a:gs>
                <a:gs pos="42857">
                  <a:srgbClr val="A38E86">
                    <a:alpha val="14311"/>
                  </a:srgbClr>
                </a:gs>
                <a:gs pos="57143">
                  <a:srgbClr val="A38E86">
                    <a:alpha val="8202"/>
                  </a:srgbClr>
                </a:gs>
                <a:gs pos="71429">
                  <a:srgbClr val="A38E86">
                    <a:alpha val="3927"/>
                  </a:srgbClr>
                </a:gs>
                <a:gs pos="85714">
                  <a:srgbClr val="A38E86">
                    <a:alpha val="1572"/>
                  </a:srgbClr>
                </a:gs>
                <a:gs pos="100000">
                  <a:srgbClr val="A38E86">
                    <a:alpha val="5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Splat 1187"/>
            <p:cNvSpPr>
              <a:spLocks noGrp="1"/>
            </p:cNvSpPr>
            <p:nvPr/>
          </p:nvSpPr>
          <p:spPr>
            <a:xfrm rot="9179726">
              <a:off x="2932720" y="2343898"/>
              <a:ext cx="496438" cy="129220"/>
            </a:xfrm>
            <a:prstGeom prst="ellipse">
              <a:avLst/>
            </a:prstGeom>
            <a:gradFill>
              <a:gsLst>
                <a:gs pos="0">
                  <a:srgbClr val="382800">
                    <a:alpha val="29753"/>
                  </a:srgbClr>
                </a:gs>
                <a:gs pos="14286">
                  <a:srgbClr val="382800">
                    <a:alpha val="27717"/>
                  </a:srgbClr>
                </a:gs>
                <a:gs pos="28571">
                  <a:srgbClr val="382800">
                    <a:alpha val="22277"/>
                  </a:srgbClr>
                </a:gs>
                <a:gs pos="42857">
                  <a:srgbClr val="382800">
                    <a:alpha val="15237"/>
                  </a:srgbClr>
                </a:gs>
                <a:gs pos="57143">
                  <a:srgbClr val="382800">
                    <a:alpha val="8753"/>
                  </a:srgbClr>
                </a:gs>
                <a:gs pos="71429">
                  <a:srgbClr val="382800">
                    <a:alpha val="4197"/>
                  </a:srgbClr>
                </a:gs>
                <a:gs pos="85714">
                  <a:srgbClr val="382800">
                    <a:alpha val="1681"/>
                  </a:srgbClr>
                </a:gs>
                <a:gs pos="100000">
                  <a:srgbClr val="382800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Splat 1188"/>
            <p:cNvSpPr>
              <a:spLocks noGrp="1"/>
            </p:cNvSpPr>
            <p:nvPr/>
          </p:nvSpPr>
          <p:spPr>
            <a:xfrm rot="4092339">
              <a:off x="991197" y="996613"/>
              <a:ext cx="266766" cy="45561"/>
            </a:xfrm>
            <a:prstGeom prst="ellipse">
              <a:avLst/>
            </a:prstGeom>
            <a:gradFill>
              <a:gsLst>
                <a:gs pos="0">
                  <a:srgbClr val="D22B00">
                    <a:alpha val="2892"/>
                  </a:srgbClr>
                </a:gs>
                <a:gs pos="14286">
                  <a:srgbClr val="D22B00">
                    <a:alpha val="2661"/>
                  </a:srgbClr>
                </a:gs>
                <a:gs pos="28571">
                  <a:srgbClr val="D22B00">
                    <a:alpha val="2073"/>
                  </a:srgbClr>
                </a:gs>
                <a:gs pos="42857">
                  <a:srgbClr val="D22B00">
                    <a:alpha val="1364"/>
                  </a:srgbClr>
                </a:gs>
                <a:gs pos="57143">
                  <a:srgbClr val="D22B00">
                    <a:alpha val="758"/>
                  </a:srgbClr>
                </a:gs>
                <a:gs pos="71429">
                  <a:srgbClr val="D22B00">
                    <a:alpha val="356"/>
                  </a:srgbClr>
                </a:gs>
                <a:gs pos="85714">
                  <a:srgbClr val="D22B00">
                    <a:alpha val="141"/>
                  </a:srgbClr>
                </a:gs>
                <a:gs pos="100000">
                  <a:srgbClr val="D22B00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Splat 1189"/>
            <p:cNvSpPr>
              <a:spLocks noGrp="1"/>
            </p:cNvSpPr>
            <p:nvPr/>
          </p:nvSpPr>
          <p:spPr>
            <a:xfrm rot="5424816">
              <a:off x="2365807" y="-41627"/>
              <a:ext cx="356297" cy="326915"/>
            </a:xfrm>
            <a:prstGeom prst="ellipse">
              <a:avLst/>
            </a:prstGeom>
            <a:gradFill>
              <a:gsLst>
                <a:gs pos="0">
                  <a:srgbClr val="AE8900">
                    <a:alpha val="27420"/>
                  </a:srgbClr>
                </a:gs>
                <a:gs pos="14286">
                  <a:srgbClr val="AE8900">
                    <a:alpha val="25514"/>
                  </a:srgbClr>
                </a:gs>
                <a:gs pos="28571">
                  <a:srgbClr val="AE8900">
                    <a:alpha val="20444"/>
                  </a:srgbClr>
                </a:gs>
                <a:gs pos="42857">
                  <a:srgbClr val="AE8900">
                    <a:alpha val="13931"/>
                  </a:srgbClr>
                </a:gs>
                <a:gs pos="57143">
                  <a:srgbClr val="AE8900">
                    <a:alpha val="7976"/>
                  </a:srgbClr>
                </a:gs>
                <a:gs pos="71429">
                  <a:srgbClr val="AE8900">
                    <a:alpha val="3816"/>
                  </a:srgbClr>
                </a:gs>
                <a:gs pos="85714">
                  <a:srgbClr val="AE8900">
                    <a:alpha val="1527"/>
                  </a:srgbClr>
                </a:gs>
                <a:gs pos="100000">
                  <a:srgbClr val="AE8900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Splat 1190"/>
            <p:cNvSpPr>
              <a:spLocks noGrp="1"/>
            </p:cNvSpPr>
            <p:nvPr/>
          </p:nvSpPr>
          <p:spPr>
            <a:xfrm rot="7043042">
              <a:off x="2233829" y="372780"/>
              <a:ext cx="734342" cy="35372"/>
            </a:xfrm>
            <a:prstGeom prst="ellipse">
              <a:avLst/>
            </a:prstGeom>
            <a:gradFill>
              <a:gsLst>
                <a:gs pos="0">
                  <a:srgbClr val="E3C2B1">
                    <a:alpha val="28819"/>
                  </a:srgbClr>
                </a:gs>
                <a:gs pos="14286">
                  <a:srgbClr val="E3C2B1">
                    <a:alpha val="26834"/>
                  </a:srgbClr>
                </a:gs>
                <a:gs pos="28571">
                  <a:srgbClr val="E3C2B1">
                    <a:alpha val="21541"/>
                  </a:srgbClr>
                </a:gs>
                <a:gs pos="42857">
                  <a:srgbClr val="E3C2B1">
                    <a:alpha val="14711"/>
                  </a:srgbClr>
                </a:gs>
                <a:gs pos="57143">
                  <a:srgbClr val="E3C2B1">
                    <a:alpha val="8440"/>
                  </a:srgbClr>
                </a:gs>
                <a:gs pos="71429">
                  <a:srgbClr val="E3C2B1">
                    <a:alpha val="4043"/>
                  </a:srgbClr>
                </a:gs>
                <a:gs pos="85714">
                  <a:srgbClr val="E3C2B1">
                    <a:alpha val="1619"/>
                  </a:srgbClr>
                </a:gs>
                <a:gs pos="100000">
                  <a:srgbClr val="E3C2B1">
                    <a:alpha val="5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Splat 1191"/>
            <p:cNvSpPr>
              <a:spLocks noGrp="1"/>
            </p:cNvSpPr>
            <p:nvPr/>
          </p:nvSpPr>
          <p:spPr>
            <a:xfrm rot="5705105">
              <a:off x="977167" y="191263"/>
              <a:ext cx="327927" cy="31054"/>
            </a:xfrm>
            <a:prstGeom prst="ellipse">
              <a:avLst/>
            </a:prstGeom>
            <a:gradFill>
              <a:gsLst>
                <a:gs pos="0">
                  <a:srgbClr val="C2936B">
                    <a:alpha val="29550"/>
                  </a:srgbClr>
                </a:gs>
                <a:gs pos="14286">
                  <a:srgbClr val="C2936B">
                    <a:alpha val="27526"/>
                  </a:srgbClr>
                </a:gs>
                <a:gs pos="28571">
                  <a:srgbClr val="C2936B">
                    <a:alpha val="22117"/>
                  </a:srgbClr>
                </a:gs>
                <a:gs pos="42857">
                  <a:srgbClr val="C2936B">
                    <a:alpha val="15122"/>
                  </a:srgbClr>
                </a:gs>
                <a:gs pos="57143">
                  <a:srgbClr val="C2936B">
                    <a:alpha val="8685"/>
                  </a:srgbClr>
                </a:gs>
                <a:gs pos="71429">
                  <a:srgbClr val="C2936B">
                    <a:alpha val="4163"/>
                  </a:srgbClr>
                </a:gs>
                <a:gs pos="85714">
                  <a:srgbClr val="C2936B">
                    <a:alpha val="1668"/>
                  </a:srgbClr>
                </a:gs>
                <a:gs pos="100000">
                  <a:srgbClr val="C2936B">
                    <a:alpha val="5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Splat 1192"/>
            <p:cNvSpPr>
              <a:spLocks noGrp="1"/>
            </p:cNvSpPr>
            <p:nvPr/>
          </p:nvSpPr>
          <p:spPr>
            <a:xfrm rot="7504588">
              <a:off x="380195" y="850629"/>
              <a:ext cx="370463" cy="56662"/>
            </a:xfrm>
            <a:prstGeom prst="ellipse">
              <a:avLst/>
            </a:prstGeom>
            <a:gradFill>
              <a:gsLst>
                <a:gs pos="0">
                  <a:srgbClr val="BD6322">
                    <a:alpha val="12141"/>
                  </a:srgbClr>
                </a:gs>
                <a:gs pos="14286">
                  <a:srgbClr val="BD6322">
                    <a:alpha val="11216"/>
                  </a:srgbClr>
                </a:gs>
                <a:gs pos="28571">
                  <a:srgbClr val="BD6322">
                    <a:alpha val="8823"/>
                  </a:srgbClr>
                </a:gs>
                <a:gs pos="42857">
                  <a:srgbClr val="BD6322">
                    <a:alpha val="5879"/>
                  </a:srgbClr>
                </a:gs>
                <a:gs pos="57143">
                  <a:srgbClr val="BD6322">
                    <a:alpha val="3302"/>
                  </a:srgbClr>
                </a:gs>
                <a:gs pos="71429">
                  <a:srgbClr val="BD6322">
                    <a:alpha val="1559"/>
                  </a:srgbClr>
                </a:gs>
                <a:gs pos="85714">
                  <a:srgbClr val="BD6322">
                    <a:alpha val="619"/>
                  </a:srgbClr>
                </a:gs>
                <a:gs pos="100000">
                  <a:srgbClr val="BD6322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Splat 1193"/>
            <p:cNvSpPr>
              <a:spLocks noGrp="1"/>
            </p:cNvSpPr>
            <p:nvPr/>
          </p:nvSpPr>
          <p:spPr>
            <a:xfrm rot="9382151">
              <a:off x="835198" y="638293"/>
              <a:ext cx="440348" cy="65036"/>
            </a:xfrm>
            <a:prstGeom prst="ellipse">
              <a:avLst/>
            </a:prstGeom>
            <a:gradFill>
              <a:gsLst>
                <a:gs pos="0">
                  <a:srgbClr val="D2AD8A">
                    <a:alpha val="32968"/>
                  </a:srgbClr>
                </a:gs>
                <a:gs pos="14286">
                  <a:srgbClr val="D2AD8A">
                    <a:alpha val="30764"/>
                  </a:srgbClr>
                </a:gs>
                <a:gs pos="28571">
                  <a:srgbClr val="D2AD8A">
                    <a:alpha val="24833"/>
                  </a:srgbClr>
                </a:gs>
                <a:gs pos="42857">
                  <a:srgbClr val="D2AD8A">
                    <a:alpha val="17075"/>
                  </a:srgbClr>
                </a:gs>
                <a:gs pos="57143">
                  <a:srgbClr val="D2AD8A">
                    <a:alpha val="9855"/>
                  </a:srgbClr>
                </a:gs>
                <a:gs pos="71429">
                  <a:srgbClr val="D2AD8A">
                    <a:alpha val="4740"/>
                  </a:srgbClr>
                </a:gs>
                <a:gs pos="85714">
                  <a:srgbClr val="D2AD8A">
                    <a:alpha val="1902"/>
                  </a:srgbClr>
                </a:gs>
                <a:gs pos="100000">
                  <a:srgbClr val="D2AD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Splat 1194"/>
            <p:cNvSpPr>
              <a:spLocks noGrp="1"/>
            </p:cNvSpPr>
            <p:nvPr/>
          </p:nvSpPr>
          <p:spPr>
            <a:xfrm rot="5904840">
              <a:off x="3413897" y="1667833"/>
              <a:ext cx="341542" cy="159160"/>
            </a:xfrm>
            <a:prstGeom prst="ellipse">
              <a:avLst/>
            </a:prstGeom>
            <a:gradFill>
              <a:gsLst>
                <a:gs pos="0">
                  <a:srgbClr val="DBB4AB">
                    <a:alpha val="24304"/>
                  </a:srgbClr>
                </a:gs>
                <a:gs pos="14286">
                  <a:srgbClr val="DBB4AB">
                    <a:alpha val="22580"/>
                  </a:srgbClr>
                </a:gs>
                <a:gs pos="28571">
                  <a:srgbClr val="DBB4AB">
                    <a:alpha val="18021"/>
                  </a:srgbClr>
                </a:gs>
                <a:gs pos="42857">
                  <a:srgbClr val="DBB4AB">
                    <a:alpha val="12220"/>
                  </a:srgbClr>
                </a:gs>
                <a:gs pos="57143">
                  <a:srgbClr val="DBB4AB">
                    <a:alpha val="6967"/>
                  </a:srgbClr>
                </a:gs>
                <a:gs pos="71429">
                  <a:srgbClr val="DBB4AB">
                    <a:alpha val="3324"/>
                  </a:srgbClr>
                </a:gs>
                <a:gs pos="85714">
                  <a:srgbClr val="DBB4AB">
                    <a:alpha val="1328"/>
                  </a:srgbClr>
                </a:gs>
                <a:gs pos="100000">
                  <a:srgbClr val="DBB4AB">
                    <a:alpha val="4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Splat 1195"/>
            <p:cNvSpPr>
              <a:spLocks noGrp="1"/>
            </p:cNvSpPr>
            <p:nvPr/>
          </p:nvSpPr>
          <p:spPr>
            <a:xfrm rot="9244006">
              <a:off x="1027571" y="2005634"/>
              <a:ext cx="540941" cy="27685"/>
            </a:xfrm>
            <a:prstGeom prst="ellipse">
              <a:avLst/>
            </a:prstGeom>
            <a:gradFill>
              <a:gsLst>
                <a:gs pos="0">
                  <a:srgbClr val="E5D2C1">
                    <a:alpha val="32968"/>
                  </a:srgbClr>
                </a:gs>
                <a:gs pos="14286">
                  <a:srgbClr val="E5D2C1">
                    <a:alpha val="30764"/>
                  </a:srgbClr>
                </a:gs>
                <a:gs pos="28571">
                  <a:srgbClr val="E5D2C1">
                    <a:alpha val="24833"/>
                  </a:srgbClr>
                </a:gs>
                <a:gs pos="42857">
                  <a:srgbClr val="E5D2C1">
                    <a:alpha val="17075"/>
                  </a:srgbClr>
                </a:gs>
                <a:gs pos="57143">
                  <a:srgbClr val="E5D2C1">
                    <a:alpha val="9855"/>
                  </a:srgbClr>
                </a:gs>
                <a:gs pos="71429">
                  <a:srgbClr val="E5D2C1">
                    <a:alpha val="4740"/>
                  </a:srgbClr>
                </a:gs>
                <a:gs pos="85714">
                  <a:srgbClr val="E5D2C1">
                    <a:alpha val="1902"/>
                  </a:srgbClr>
                </a:gs>
                <a:gs pos="100000">
                  <a:srgbClr val="E5D2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Splat 1196"/>
            <p:cNvSpPr>
              <a:spLocks noGrp="1"/>
            </p:cNvSpPr>
            <p:nvPr/>
          </p:nvSpPr>
          <p:spPr>
            <a:xfrm rot="7041815">
              <a:off x="1533212" y="1521683"/>
              <a:ext cx="305597" cy="186982"/>
            </a:xfrm>
            <a:prstGeom prst="ellipse">
              <a:avLst/>
            </a:prstGeom>
            <a:gradFill>
              <a:gsLst>
                <a:gs pos="0">
                  <a:srgbClr val="985E00">
                    <a:alpha val="32523"/>
                  </a:srgbClr>
                </a:gs>
                <a:gs pos="14286">
                  <a:srgbClr val="985E00">
                    <a:alpha val="30342"/>
                  </a:srgbClr>
                </a:gs>
                <a:gs pos="28571">
                  <a:srgbClr val="985E00">
                    <a:alpha val="24477"/>
                  </a:srgbClr>
                </a:gs>
                <a:gs pos="42857">
                  <a:srgbClr val="985E00">
                    <a:alpha val="16818"/>
                  </a:srgbClr>
                </a:gs>
                <a:gs pos="57143">
                  <a:srgbClr val="985E00">
                    <a:alpha val="9700"/>
                  </a:srgbClr>
                </a:gs>
                <a:gs pos="71429">
                  <a:srgbClr val="985E00">
                    <a:alpha val="4664"/>
                  </a:srgbClr>
                </a:gs>
                <a:gs pos="85714">
                  <a:srgbClr val="985E00">
                    <a:alpha val="1871"/>
                  </a:srgbClr>
                </a:gs>
                <a:gs pos="100000">
                  <a:srgbClr val="985E00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Splat 1197"/>
            <p:cNvSpPr>
              <a:spLocks noGrp="1"/>
            </p:cNvSpPr>
            <p:nvPr/>
          </p:nvSpPr>
          <p:spPr>
            <a:xfrm rot="2850298">
              <a:off x="1621841" y="1912341"/>
              <a:ext cx="433860" cy="206834"/>
            </a:xfrm>
            <a:prstGeom prst="ellipse">
              <a:avLst/>
            </a:prstGeom>
            <a:gradFill>
              <a:gsLst>
                <a:gs pos="0">
                  <a:srgbClr val="CCB5B0">
                    <a:alpha val="32968"/>
                  </a:srgbClr>
                </a:gs>
                <a:gs pos="14286">
                  <a:srgbClr val="CCB5B0">
                    <a:alpha val="30764"/>
                  </a:srgbClr>
                </a:gs>
                <a:gs pos="28571">
                  <a:srgbClr val="CCB5B0">
                    <a:alpha val="24833"/>
                  </a:srgbClr>
                </a:gs>
                <a:gs pos="42857">
                  <a:srgbClr val="CCB5B0">
                    <a:alpha val="17075"/>
                  </a:srgbClr>
                </a:gs>
                <a:gs pos="57143">
                  <a:srgbClr val="CCB5B0">
                    <a:alpha val="9855"/>
                  </a:srgbClr>
                </a:gs>
                <a:gs pos="71429">
                  <a:srgbClr val="CCB5B0">
                    <a:alpha val="4740"/>
                  </a:srgbClr>
                </a:gs>
                <a:gs pos="85714">
                  <a:srgbClr val="CCB5B0">
                    <a:alpha val="1902"/>
                  </a:srgbClr>
                </a:gs>
                <a:gs pos="100000">
                  <a:srgbClr val="CCB5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Splat 1198"/>
            <p:cNvSpPr>
              <a:spLocks noGrp="1"/>
            </p:cNvSpPr>
            <p:nvPr/>
          </p:nvSpPr>
          <p:spPr>
            <a:xfrm rot="-10623403">
              <a:off x="38557" y="1551883"/>
              <a:ext cx="330096" cy="225926"/>
            </a:xfrm>
            <a:prstGeom prst="ellipse">
              <a:avLst/>
            </a:prstGeom>
            <a:gradFill>
              <a:gsLst>
                <a:gs pos="0">
                  <a:srgbClr val="B29B87">
                    <a:alpha val="13375"/>
                  </a:srgbClr>
                </a:gs>
                <a:gs pos="14286">
                  <a:srgbClr val="B29B87">
                    <a:alpha val="12363"/>
                  </a:srgbClr>
                </a:gs>
                <a:gs pos="28571">
                  <a:srgbClr val="B29B87">
                    <a:alpha val="9739"/>
                  </a:srgbClr>
                </a:gs>
                <a:gs pos="42857">
                  <a:srgbClr val="B29B87">
                    <a:alpha val="6500"/>
                  </a:srgbClr>
                </a:gs>
                <a:gs pos="57143">
                  <a:srgbClr val="B29B87">
                    <a:alpha val="3656"/>
                  </a:srgbClr>
                </a:gs>
                <a:gs pos="71429">
                  <a:srgbClr val="B29B87">
                    <a:alpha val="1728"/>
                  </a:srgbClr>
                </a:gs>
                <a:gs pos="85714">
                  <a:srgbClr val="B29B87">
                    <a:alpha val="687"/>
                  </a:srgbClr>
                </a:gs>
                <a:gs pos="100000">
                  <a:srgbClr val="B29B87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Splat 1199"/>
            <p:cNvSpPr>
              <a:spLocks noGrp="1"/>
            </p:cNvSpPr>
            <p:nvPr/>
          </p:nvSpPr>
          <p:spPr>
            <a:xfrm rot="-9189057">
              <a:off x="599920" y="326922"/>
              <a:ext cx="268763" cy="43389"/>
            </a:xfrm>
            <a:prstGeom prst="ellipse">
              <a:avLst/>
            </a:prstGeom>
            <a:gradFill>
              <a:gsLst>
                <a:gs pos="0">
                  <a:srgbClr val="FFD6B7">
                    <a:alpha val="18471"/>
                  </a:srgbClr>
                </a:gs>
                <a:gs pos="14286">
                  <a:srgbClr val="FFD6B7">
                    <a:alpha val="17114"/>
                  </a:srgbClr>
                </a:gs>
                <a:gs pos="28571">
                  <a:srgbClr val="FFD6B7">
                    <a:alpha val="13562"/>
                  </a:srgbClr>
                </a:gs>
                <a:gs pos="42857">
                  <a:srgbClr val="FFD6B7">
                    <a:alpha val="9117"/>
                  </a:srgbClr>
                </a:gs>
                <a:gs pos="57143">
                  <a:srgbClr val="FFD6B7">
                    <a:alpha val="5159"/>
                  </a:srgbClr>
                </a:gs>
                <a:gs pos="71429">
                  <a:srgbClr val="FFD6B7">
                    <a:alpha val="2449"/>
                  </a:srgbClr>
                </a:gs>
                <a:gs pos="85714">
                  <a:srgbClr val="FFD6B7">
                    <a:alpha val="976"/>
                  </a:srgbClr>
                </a:gs>
                <a:gs pos="100000">
                  <a:srgbClr val="FFD6B7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Splat 1200"/>
            <p:cNvSpPr>
              <a:spLocks noGrp="1"/>
            </p:cNvSpPr>
            <p:nvPr/>
          </p:nvSpPr>
          <p:spPr>
            <a:xfrm rot="-8616707">
              <a:off x="863946" y="1069680"/>
              <a:ext cx="578926" cy="69148"/>
            </a:xfrm>
            <a:prstGeom prst="ellipse">
              <a:avLst/>
            </a:prstGeom>
            <a:gradFill>
              <a:gsLst>
                <a:gs pos="0">
                  <a:srgbClr val="EABB93">
                    <a:alpha val="22835"/>
                  </a:srgbClr>
                </a:gs>
                <a:gs pos="14286">
                  <a:srgbClr val="EABB93">
                    <a:alpha val="21200"/>
                  </a:srgbClr>
                </a:gs>
                <a:gs pos="28571">
                  <a:srgbClr val="EABB93">
                    <a:alpha val="16889"/>
                  </a:srgbClr>
                </a:gs>
                <a:gs pos="42857">
                  <a:srgbClr val="EABB93">
                    <a:alpha val="11427"/>
                  </a:srgbClr>
                </a:gs>
                <a:gs pos="57143">
                  <a:srgbClr val="EABB93">
                    <a:alpha val="6503"/>
                  </a:srgbClr>
                </a:gs>
                <a:gs pos="71429">
                  <a:srgbClr val="EABB93">
                    <a:alpha val="3098"/>
                  </a:srgbClr>
                </a:gs>
                <a:gs pos="85714">
                  <a:srgbClr val="EABB93">
                    <a:alpha val="1237"/>
                  </a:srgbClr>
                </a:gs>
                <a:gs pos="100000">
                  <a:srgbClr val="EABB93">
                    <a:alpha val="4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Splat 1201"/>
            <p:cNvSpPr>
              <a:spLocks noGrp="1"/>
            </p:cNvSpPr>
            <p:nvPr/>
          </p:nvSpPr>
          <p:spPr>
            <a:xfrm rot="-9058144">
              <a:off x="952390" y="-71189"/>
              <a:ext cx="302762" cy="262315"/>
            </a:xfrm>
            <a:prstGeom prst="ellipse">
              <a:avLst/>
            </a:prstGeom>
            <a:gradFill>
              <a:gsLst>
                <a:gs pos="0">
                  <a:srgbClr val="00001C">
                    <a:alpha val="3244"/>
                  </a:srgbClr>
                </a:gs>
                <a:gs pos="14286">
                  <a:srgbClr val="00001C">
                    <a:alpha val="2985"/>
                  </a:srgbClr>
                </a:gs>
                <a:gs pos="28571">
                  <a:srgbClr val="00001C">
                    <a:alpha val="2326"/>
                  </a:srgbClr>
                </a:gs>
                <a:gs pos="42857">
                  <a:srgbClr val="00001C">
                    <a:alpha val="1532"/>
                  </a:srgbClr>
                </a:gs>
                <a:gs pos="57143">
                  <a:srgbClr val="00001C">
                    <a:alpha val="852"/>
                  </a:srgbClr>
                </a:gs>
                <a:gs pos="71429">
                  <a:srgbClr val="00001C">
                    <a:alpha val="400"/>
                  </a:srgbClr>
                </a:gs>
                <a:gs pos="85714">
                  <a:srgbClr val="00001C">
                    <a:alpha val="158"/>
                  </a:srgbClr>
                </a:gs>
                <a:gs pos="100000">
                  <a:srgbClr val="00001C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Splat 1202"/>
            <p:cNvSpPr>
              <a:spLocks noGrp="1"/>
            </p:cNvSpPr>
            <p:nvPr/>
          </p:nvSpPr>
          <p:spPr>
            <a:xfrm rot="4788001">
              <a:off x="2044577" y="637006"/>
              <a:ext cx="223345" cy="41543"/>
            </a:xfrm>
            <a:prstGeom prst="ellipse">
              <a:avLst/>
            </a:prstGeom>
            <a:gradFill>
              <a:gsLst>
                <a:gs pos="0">
                  <a:srgbClr val="C99D73">
                    <a:alpha val="32968"/>
                  </a:srgbClr>
                </a:gs>
                <a:gs pos="14286">
                  <a:srgbClr val="C99D73">
                    <a:alpha val="30764"/>
                  </a:srgbClr>
                </a:gs>
                <a:gs pos="28571">
                  <a:srgbClr val="C99D73">
                    <a:alpha val="24833"/>
                  </a:srgbClr>
                </a:gs>
                <a:gs pos="42857">
                  <a:srgbClr val="C99D73">
                    <a:alpha val="17075"/>
                  </a:srgbClr>
                </a:gs>
                <a:gs pos="57143">
                  <a:srgbClr val="C99D73">
                    <a:alpha val="9855"/>
                  </a:srgbClr>
                </a:gs>
                <a:gs pos="71429">
                  <a:srgbClr val="C99D73">
                    <a:alpha val="4740"/>
                  </a:srgbClr>
                </a:gs>
                <a:gs pos="85714">
                  <a:srgbClr val="C99D73">
                    <a:alpha val="1902"/>
                  </a:srgbClr>
                </a:gs>
                <a:gs pos="100000">
                  <a:srgbClr val="C99D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Splat 1203"/>
            <p:cNvSpPr>
              <a:spLocks noGrp="1"/>
            </p:cNvSpPr>
            <p:nvPr/>
          </p:nvSpPr>
          <p:spPr>
            <a:xfrm rot="10779351">
              <a:off x="2679583" y="1910187"/>
              <a:ext cx="384428" cy="65926"/>
            </a:xfrm>
            <a:prstGeom prst="ellipse">
              <a:avLst/>
            </a:prstGeom>
            <a:gradFill>
              <a:gsLst>
                <a:gs pos="0">
                  <a:srgbClr val="866668">
                    <a:alpha val="28567"/>
                  </a:srgbClr>
                </a:gs>
                <a:gs pos="14286">
                  <a:srgbClr val="866668">
                    <a:alpha val="26597"/>
                  </a:srgbClr>
                </a:gs>
                <a:gs pos="28571">
                  <a:srgbClr val="866668">
                    <a:alpha val="21343"/>
                  </a:srgbClr>
                </a:gs>
                <a:gs pos="42857">
                  <a:srgbClr val="866668">
                    <a:alpha val="14570"/>
                  </a:srgbClr>
                </a:gs>
                <a:gs pos="57143">
                  <a:srgbClr val="866668">
                    <a:alpha val="8356"/>
                  </a:srgbClr>
                </a:gs>
                <a:gs pos="71429">
                  <a:srgbClr val="866668">
                    <a:alpha val="4002"/>
                  </a:srgbClr>
                </a:gs>
                <a:gs pos="85714">
                  <a:srgbClr val="866668">
                    <a:alpha val="1602"/>
                  </a:srgbClr>
                </a:gs>
                <a:gs pos="100000">
                  <a:srgbClr val="866668">
                    <a:alpha val="5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Splat 1204"/>
            <p:cNvSpPr>
              <a:spLocks noGrp="1"/>
            </p:cNvSpPr>
            <p:nvPr/>
          </p:nvSpPr>
          <p:spPr>
            <a:xfrm rot="8750193">
              <a:off x="2198578" y="923876"/>
              <a:ext cx="568430" cy="55460"/>
            </a:xfrm>
            <a:prstGeom prst="ellipse">
              <a:avLst/>
            </a:prstGeom>
            <a:gradFill>
              <a:gsLst>
                <a:gs pos="0">
                  <a:srgbClr val="FFBF91">
                    <a:alpha val="32968"/>
                  </a:srgbClr>
                </a:gs>
                <a:gs pos="14286">
                  <a:srgbClr val="FFBF91">
                    <a:alpha val="30764"/>
                  </a:srgbClr>
                </a:gs>
                <a:gs pos="28571">
                  <a:srgbClr val="FFBF91">
                    <a:alpha val="24833"/>
                  </a:srgbClr>
                </a:gs>
                <a:gs pos="42857">
                  <a:srgbClr val="FFBF91">
                    <a:alpha val="17075"/>
                  </a:srgbClr>
                </a:gs>
                <a:gs pos="57143">
                  <a:srgbClr val="FFBF91">
                    <a:alpha val="9855"/>
                  </a:srgbClr>
                </a:gs>
                <a:gs pos="71429">
                  <a:srgbClr val="FFBF91">
                    <a:alpha val="4740"/>
                  </a:srgbClr>
                </a:gs>
                <a:gs pos="85714">
                  <a:srgbClr val="FFBF91">
                    <a:alpha val="1902"/>
                  </a:srgbClr>
                </a:gs>
                <a:gs pos="100000">
                  <a:srgbClr val="FFBF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Splat 1205"/>
            <p:cNvSpPr>
              <a:spLocks noGrp="1"/>
            </p:cNvSpPr>
            <p:nvPr/>
          </p:nvSpPr>
          <p:spPr>
            <a:xfrm rot="4186562">
              <a:off x="2057632" y="13005"/>
              <a:ext cx="305552" cy="59587"/>
            </a:xfrm>
            <a:prstGeom prst="ellipse">
              <a:avLst/>
            </a:prstGeom>
            <a:gradFill>
              <a:gsLst>
                <a:gs pos="0">
                  <a:srgbClr val="D19B6B">
                    <a:alpha val="32968"/>
                  </a:srgbClr>
                </a:gs>
                <a:gs pos="14286">
                  <a:srgbClr val="D19B6B">
                    <a:alpha val="30764"/>
                  </a:srgbClr>
                </a:gs>
                <a:gs pos="28571">
                  <a:srgbClr val="D19B6B">
                    <a:alpha val="24833"/>
                  </a:srgbClr>
                </a:gs>
                <a:gs pos="42857">
                  <a:srgbClr val="D19B6B">
                    <a:alpha val="17075"/>
                  </a:srgbClr>
                </a:gs>
                <a:gs pos="57143">
                  <a:srgbClr val="D19B6B">
                    <a:alpha val="9855"/>
                  </a:srgbClr>
                </a:gs>
                <a:gs pos="71429">
                  <a:srgbClr val="D19B6B">
                    <a:alpha val="4740"/>
                  </a:srgbClr>
                </a:gs>
                <a:gs pos="85714">
                  <a:srgbClr val="D19B6B">
                    <a:alpha val="1902"/>
                  </a:srgbClr>
                </a:gs>
                <a:gs pos="100000">
                  <a:srgbClr val="D19B6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Splat 1206"/>
            <p:cNvSpPr>
              <a:spLocks noGrp="1"/>
            </p:cNvSpPr>
            <p:nvPr/>
          </p:nvSpPr>
          <p:spPr>
            <a:xfrm rot="6498606">
              <a:off x="101089" y="457704"/>
              <a:ext cx="276457" cy="80123"/>
            </a:xfrm>
            <a:prstGeom prst="ellipse">
              <a:avLst/>
            </a:prstGeom>
            <a:gradFill>
              <a:gsLst>
                <a:gs pos="0">
                  <a:srgbClr val="D4C6C1">
                    <a:alpha val="6105"/>
                  </a:srgbClr>
                </a:gs>
                <a:gs pos="14286">
                  <a:srgbClr val="D4C6C1">
                    <a:alpha val="5625"/>
                  </a:srgbClr>
                </a:gs>
                <a:gs pos="28571">
                  <a:srgbClr val="D4C6C1">
                    <a:alpha val="4396"/>
                  </a:srgbClr>
                </a:gs>
                <a:gs pos="42857">
                  <a:srgbClr val="D4C6C1">
                    <a:alpha val="2906"/>
                  </a:srgbClr>
                </a:gs>
                <a:gs pos="57143">
                  <a:srgbClr val="D4C6C1">
                    <a:alpha val="1621"/>
                  </a:srgbClr>
                </a:gs>
                <a:gs pos="71429">
                  <a:srgbClr val="D4C6C1">
                    <a:alpha val="762"/>
                  </a:srgbClr>
                </a:gs>
                <a:gs pos="85714">
                  <a:srgbClr val="D4C6C1">
                    <a:alpha val="302"/>
                  </a:srgbClr>
                </a:gs>
                <a:gs pos="100000">
                  <a:srgbClr val="D4C6C1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Splat 1207"/>
            <p:cNvSpPr>
              <a:spLocks noGrp="1"/>
            </p:cNvSpPr>
            <p:nvPr/>
          </p:nvSpPr>
          <p:spPr>
            <a:xfrm rot="-9877707">
              <a:off x="1330869" y="1449116"/>
              <a:ext cx="368375" cy="52735"/>
            </a:xfrm>
            <a:prstGeom prst="ellipse">
              <a:avLst/>
            </a:prstGeom>
            <a:gradFill>
              <a:gsLst>
                <a:gs pos="0">
                  <a:srgbClr val="703200">
                    <a:alpha val="26152"/>
                  </a:srgbClr>
                </a:gs>
                <a:gs pos="14286">
                  <a:srgbClr val="703200">
                    <a:alpha val="24318"/>
                  </a:srgbClr>
                </a:gs>
                <a:gs pos="28571">
                  <a:srgbClr val="703200">
                    <a:alpha val="19454"/>
                  </a:srgbClr>
                </a:gs>
                <a:gs pos="42857">
                  <a:srgbClr val="703200">
                    <a:alpha val="13230"/>
                  </a:srgbClr>
                </a:gs>
                <a:gs pos="57143">
                  <a:srgbClr val="703200">
                    <a:alpha val="7562"/>
                  </a:srgbClr>
                </a:gs>
                <a:gs pos="71429">
                  <a:srgbClr val="703200">
                    <a:alpha val="3614"/>
                  </a:srgbClr>
                </a:gs>
                <a:gs pos="85714">
                  <a:srgbClr val="703200">
                    <a:alpha val="1445"/>
                  </a:srgbClr>
                </a:gs>
                <a:gs pos="100000">
                  <a:srgbClr val="703200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Splat 1208"/>
            <p:cNvSpPr>
              <a:spLocks noGrp="1"/>
            </p:cNvSpPr>
            <p:nvPr/>
          </p:nvSpPr>
          <p:spPr>
            <a:xfrm rot="8860684">
              <a:off x="3398841" y="1690936"/>
              <a:ext cx="274728" cy="191622"/>
            </a:xfrm>
            <a:prstGeom prst="ellipse">
              <a:avLst/>
            </a:prstGeom>
            <a:gradFill>
              <a:gsLst>
                <a:gs pos="0">
                  <a:srgbClr val="690037">
                    <a:alpha val="16075"/>
                  </a:srgbClr>
                </a:gs>
                <a:gs pos="14286">
                  <a:srgbClr val="690037">
                    <a:alpha val="14877"/>
                  </a:srgbClr>
                </a:gs>
                <a:gs pos="28571">
                  <a:srgbClr val="690037">
                    <a:alpha val="11756"/>
                  </a:srgbClr>
                </a:gs>
                <a:gs pos="42857">
                  <a:srgbClr val="690037">
                    <a:alpha val="7876"/>
                  </a:srgbClr>
                </a:gs>
                <a:gs pos="57143">
                  <a:srgbClr val="690037">
                    <a:alpha val="4444"/>
                  </a:srgbClr>
                </a:gs>
                <a:gs pos="71429">
                  <a:srgbClr val="690037">
                    <a:alpha val="2105"/>
                  </a:srgbClr>
                </a:gs>
                <a:gs pos="85714">
                  <a:srgbClr val="690037">
                    <a:alpha val="838"/>
                  </a:srgbClr>
                </a:gs>
                <a:gs pos="100000">
                  <a:srgbClr val="690037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Splat 1209"/>
            <p:cNvSpPr>
              <a:spLocks noGrp="1"/>
            </p:cNvSpPr>
            <p:nvPr/>
          </p:nvSpPr>
          <p:spPr>
            <a:xfrm rot="8854866">
              <a:off x="1315987" y="1527600"/>
              <a:ext cx="327092" cy="72445"/>
            </a:xfrm>
            <a:prstGeom prst="ellipse">
              <a:avLst/>
            </a:prstGeom>
            <a:gradFill>
              <a:gsLst>
                <a:gs pos="0">
                  <a:srgbClr val="4C0001">
                    <a:alpha val="28995"/>
                  </a:srgbClr>
                </a:gs>
                <a:gs pos="14286">
                  <a:srgbClr val="4C0001">
                    <a:alpha val="27001"/>
                  </a:srgbClr>
                </a:gs>
                <a:gs pos="28571">
                  <a:srgbClr val="4C0001">
                    <a:alpha val="21680"/>
                  </a:srgbClr>
                </a:gs>
                <a:gs pos="42857">
                  <a:srgbClr val="4C0001">
                    <a:alpha val="14810"/>
                  </a:srgbClr>
                </a:gs>
                <a:gs pos="57143">
                  <a:srgbClr val="4C0001">
                    <a:alpha val="8499"/>
                  </a:srgbClr>
                </a:gs>
                <a:gs pos="71429">
                  <a:srgbClr val="4C0001">
                    <a:alpha val="4072"/>
                  </a:srgbClr>
                </a:gs>
                <a:gs pos="85714">
                  <a:srgbClr val="4C0001">
                    <a:alpha val="1631"/>
                  </a:srgbClr>
                </a:gs>
                <a:gs pos="100000">
                  <a:srgbClr val="4C0001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Splat 1210"/>
            <p:cNvSpPr>
              <a:spLocks noGrp="1"/>
            </p:cNvSpPr>
            <p:nvPr/>
          </p:nvSpPr>
          <p:spPr>
            <a:xfrm rot="-8791071">
              <a:off x="1579718" y="1880926"/>
              <a:ext cx="332878" cy="62450"/>
            </a:xfrm>
            <a:prstGeom prst="ellipse">
              <a:avLst/>
            </a:prstGeom>
            <a:gradFill>
              <a:gsLst>
                <a:gs pos="0">
                  <a:srgbClr val="E1A159">
                    <a:alpha val="32968"/>
                  </a:srgbClr>
                </a:gs>
                <a:gs pos="14286">
                  <a:srgbClr val="E1A159">
                    <a:alpha val="30764"/>
                  </a:srgbClr>
                </a:gs>
                <a:gs pos="28571">
                  <a:srgbClr val="E1A159">
                    <a:alpha val="24833"/>
                  </a:srgbClr>
                </a:gs>
                <a:gs pos="42857">
                  <a:srgbClr val="E1A159">
                    <a:alpha val="17075"/>
                  </a:srgbClr>
                </a:gs>
                <a:gs pos="57143">
                  <a:srgbClr val="E1A159">
                    <a:alpha val="9855"/>
                  </a:srgbClr>
                </a:gs>
                <a:gs pos="71429">
                  <a:srgbClr val="E1A159">
                    <a:alpha val="4740"/>
                  </a:srgbClr>
                </a:gs>
                <a:gs pos="85714">
                  <a:srgbClr val="E1A159">
                    <a:alpha val="1902"/>
                  </a:srgbClr>
                </a:gs>
                <a:gs pos="100000">
                  <a:srgbClr val="E1A1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Splat 1211"/>
            <p:cNvSpPr>
              <a:spLocks noGrp="1"/>
            </p:cNvSpPr>
            <p:nvPr/>
          </p:nvSpPr>
          <p:spPr>
            <a:xfrm rot="7480592">
              <a:off x="676547" y="1942390"/>
              <a:ext cx="344300" cy="183572"/>
            </a:xfrm>
            <a:prstGeom prst="ellipse">
              <a:avLst/>
            </a:prstGeom>
            <a:gradFill>
              <a:gsLst>
                <a:gs pos="0">
                  <a:srgbClr val="FFEADB">
                    <a:alpha val="3066"/>
                  </a:srgbClr>
                </a:gs>
                <a:gs pos="14286">
                  <a:srgbClr val="FFEADB">
                    <a:alpha val="2821"/>
                  </a:srgbClr>
                </a:gs>
                <a:gs pos="28571">
                  <a:srgbClr val="FFEADB">
                    <a:alpha val="2197"/>
                  </a:srgbClr>
                </a:gs>
                <a:gs pos="42857">
                  <a:srgbClr val="FFEADB">
                    <a:alpha val="1447"/>
                  </a:srgbClr>
                </a:gs>
                <a:gs pos="57143">
                  <a:srgbClr val="FFEADB">
                    <a:alpha val="804"/>
                  </a:srgbClr>
                </a:gs>
                <a:gs pos="71429">
                  <a:srgbClr val="FFEADB">
                    <a:alpha val="377"/>
                  </a:srgbClr>
                </a:gs>
                <a:gs pos="85714">
                  <a:srgbClr val="FFEADB">
                    <a:alpha val="149"/>
                  </a:srgbClr>
                </a:gs>
                <a:gs pos="100000">
                  <a:srgbClr val="FFEADB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Splat 1212"/>
            <p:cNvSpPr>
              <a:spLocks noGrp="1"/>
            </p:cNvSpPr>
            <p:nvPr/>
          </p:nvSpPr>
          <p:spPr>
            <a:xfrm rot="6517613">
              <a:off x="10429" y="1321655"/>
              <a:ext cx="215272" cy="212141"/>
            </a:xfrm>
            <a:prstGeom prst="ellipse">
              <a:avLst/>
            </a:prstGeom>
            <a:gradFill>
              <a:gsLst>
                <a:gs pos="0">
                  <a:srgbClr val="5A0033">
                    <a:alpha val="27150"/>
                  </a:srgbClr>
                </a:gs>
                <a:gs pos="14286">
                  <a:srgbClr val="5A0033">
                    <a:alpha val="25259"/>
                  </a:srgbClr>
                </a:gs>
                <a:gs pos="28571">
                  <a:srgbClr val="5A0033">
                    <a:alpha val="20233"/>
                  </a:srgbClr>
                </a:gs>
                <a:gs pos="42857">
                  <a:srgbClr val="5A0033">
                    <a:alpha val="13781"/>
                  </a:srgbClr>
                </a:gs>
                <a:gs pos="57143">
                  <a:srgbClr val="5A0033">
                    <a:alpha val="7888"/>
                  </a:srgbClr>
                </a:gs>
                <a:gs pos="71429">
                  <a:srgbClr val="5A0033">
                    <a:alpha val="3773"/>
                  </a:srgbClr>
                </a:gs>
                <a:gs pos="85714">
                  <a:srgbClr val="5A0033">
                    <a:alpha val="1509"/>
                  </a:srgbClr>
                </a:gs>
                <a:gs pos="100000">
                  <a:srgbClr val="5A0033">
                    <a:alpha val="5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Splat 1213"/>
            <p:cNvSpPr>
              <a:spLocks noGrp="1"/>
            </p:cNvSpPr>
            <p:nvPr/>
          </p:nvSpPr>
          <p:spPr>
            <a:xfrm rot="8016985">
              <a:off x="1233692" y="-697"/>
              <a:ext cx="241559" cy="590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Splat 1214"/>
            <p:cNvSpPr>
              <a:spLocks noGrp="1"/>
            </p:cNvSpPr>
            <p:nvPr/>
          </p:nvSpPr>
          <p:spPr>
            <a:xfrm rot="9811114">
              <a:off x="1135577" y="330747"/>
              <a:ext cx="585849" cy="78787"/>
            </a:xfrm>
            <a:prstGeom prst="ellipse">
              <a:avLst/>
            </a:prstGeom>
            <a:gradFill>
              <a:gsLst>
                <a:gs pos="0">
                  <a:srgbClr val="FFBA62">
                    <a:alpha val="9483"/>
                  </a:srgbClr>
                </a:gs>
                <a:gs pos="14286">
                  <a:srgbClr val="FFBA62">
                    <a:alpha val="8750"/>
                  </a:srgbClr>
                </a:gs>
                <a:gs pos="28571">
                  <a:srgbClr val="FFBA62">
                    <a:alpha val="6863"/>
                  </a:srgbClr>
                </a:gs>
                <a:gs pos="42857">
                  <a:srgbClr val="FFBA62">
                    <a:alpha val="4557"/>
                  </a:srgbClr>
                </a:gs>
                <a:gs pos="57143">
                  <a:srgbClr val="FFBA62">
                    <a:alpha val="2551"/>
                  </a:srgbClr>
                </a:gs>
                <a:gs pos="71429">
                  <a:srgbClr val="FFBA62">
                    <a:alpha val="1202"/>
                  </a:srgbClr>
                </a:gs>
                <a:gs pos="85714">
                  <a:srgbClr val="FFBA62">
                    <a:alpha val="477"/>
                  </a:srgbClr>
                </a:gs>
                <a:gs pos="100000">
                  <a:srgbClr val="FFBA62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Splat 1215"/>
            <p:cNvSpPr>
              <a:spLocks noGrp="1"/>
            </p:cNvSpPr>
            <p:nvPr/>
          </p:nvSpPr>
          <p:spPr>
            <a:xfrm rot="5705223">
              <a:off x="1809885" y="455268"/>
              <a:ext cx="786232" cy="40202"/>
            </a:xfrm>
            <a:prstGeom prst="ellipse">
              <a:avLst/>
            </a:prstGeom>
            <a:gradFill>
              <a:gsLst>
                <a:gs pos="0">
                  <a:srgbClr val="F7BD85">
                    <a:alpha val="11245"/>
                  </a:srgbClr>
                </a:gs>
                <a:gs pos="14286">
                  <a:srgbClr val="F7BD85">
                    <a:alpha val="10384"/>
                  </a:srgbClr>
                </a:gs>
                <a:gs pos="28571">
                  <a:srgbClr val="F7BD85">
                    <a:alpha val="8161"/>
                  </a:srgbClr>
                </a:gs>
                <a:gs pos="42857">
                  <a:srgbClr val="F7BD85">
                    <a:alpha val="5431"/>
                  </a:srgbClr>
                </a:gs>
                <a:gs pos="57143">
                  <a:srgbClr val="F7BD85">
                    <a:alpha val="3047"/>
                  </a:srgbClr>
                </a:gs>
                <a:gs pos="71429">
                  <a:srgbClr val="F7BD85">
                    <a:alpha val="1438"/>
                  </a:srgbClr>
                </a:gs>
                <a:gs pos="85714">
                  <a:srgbClr val="F7BD85">
                    <a:alpha val="571"/>
                  </a:srgbClr>
                </a:gs>
                <a:gs pos="100000">
                  <a:srgbClr val="F7BD85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Splat 1216"/>
            <p:cNvSpPr>
              <a:spLocks noGrp="1"/>
            </p:cNvSpPr>
            <p:nvPr/>
          </p:nvSpPr>
          <p:spPr>
            <a:xfrm rot="2845586">
              <a:off x="2800962" y="1709608"/>
              <a:ext cx="370811" cy="308588"/>
            </a:xfrm>
            <a:prstGeom prst="ellipse">
              <a:avLst/>
            </a:prstGeom>
            <a:gradFill>
              <a:gsLst>
                <a:gs pos="0">
                  <a:srgbClr val="987F86">
                    <a:alpha val="15977"/>
                  </a:srgbClr>
                </a:gs>
                <a:gs pos="14286">
                  <a:srgbClr val="987F86">
                    <a:alpha val="14786"/>
                  </a:srgbClr>
                </a:gs>
                <a:gs pos="28571">
                  <a:srgbClr val="987F86">
                    <a:alpha val="11683"/>
                  </a:srgbClr>
                </a:gs>
                <a:gs pos="42857">
                  <a:srgbClr val="987F86">
                    <a:alpha val="7826"/>
                  </a:srgbClr>
                </a:gs>
                <a:gs pos="57143">
                  <a:srgbClr val="987F86">
                    <a:alpha val="4415"/>
                  </a:srgbClr>
                </a:gs>
                <a:gs pos="71429">
                  <a:srgbClr val="987F86">
                    <a:alpha val="2091"/>
                  </a:srgbClr>
                </a:gs>
                <a:gs pos="85714">
                  <a:srgbClr val="987F86">
                    <a:alpha val="832"/>
                  </a:srgbClr>
                </a:gs>
                <a:gs pos="100000">
                  <a:srgbClr val="987F86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Splat 1217"/>
            <p:cNvSpPr>
              <a:spLocks noGrp="1"/>
            </p:cNvSpPr>
            <p:nvPr/>
          </p:nvSpPr>
          <p:spPr>
            <a:xfrm rot="4549822">
              <a:off x="1455555" y="570172"/>
              <a:ext cx="356617" cy="136523"/>
            </a:xfrm>
            <a:prstGeom prst="ellipse">
              <a:avLst/>
            </a:prstGeom>
            <a:gradFill>
              <a:gsLst>
                <a:gs pos="0">
                  <a:srgbClr val="D7BFAD">
                    <a:alpha val="13211"/>
                  </a:srgbClr>
                </a:gs>
                <a:gs pos="14286">
                  <a:srgbClr val="D7BFAD">
                    <a:alpha val="12210"/>
                  </a:srgbClr>
                </a:gs>
                <a:gs pos="28571">
                  <a:srgbClr val="D7BFAD">
                    <a:alpha val="9617"/>
                  </a:srgbClr>
                </a:gs>
                <a:gs pos="42857">
                  <a:srgbClr val="D7BFAD">
                    <a:alpha val="6417"/>
                  </a:srgbClr>
                </a:gs>
                <a:gs pos="57143">
                  <a:srgbClr val="D7BFAD">
                    <a:alpha val="3608"/>
                  </a:srgbClr>
                </a:gs>
                <a:gs pos="71429">
                  <a:srgbClr val="D7BFAD">
                    <a:alpha val="1705"/>
                  </a:srgbClr>
                </a:gs>
                <a:gs pos="85714">
                  <a:srgbClr val="D7BFAD">
                    <a:alpha val="678"/>
                  </a:srgbClr>
                </a:gs>
                <a:gs pos="100000">
                  <a:srgbClr val="D7BFAD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Splat 1218"/>
            <p:cNvSpPr>
              <a:spLocks noGrp="1"/>
            </p:cNvSpPr>
            <p:nvPr/>
          </p:nvSpPr>
          <p:spPr>
            <a:xfrm rot="4505930">
              <a:off x="2884143" y="2214703"/>
              <a:ext cx="270257" cy="242563"/>
            </a:xfrm>
            <a:prstGeom prst="ellipse">
              <a:avLst/>
            </a:prstGeom>
            <a:gradFill>
              <a:gsLst>
                <a:gs pos="0">
                  <a:srgbClr val="B1988B">
                    <a:alpha val="9589"/>
                  </a:srgbClr>
                </a:gs>
                <a:gs pos="14286">
                  <a:srgbClr val="B1988B">
                    <a:alpha val="8848"/>
                  </a:srgbClr>
                </a:gs>
                <a:gs pos="28571">
                  <a:srgbClr val="B1988B">
                    <a:alpha val="6941"/>
                  </a:srgbClr>
                </a:gs>
                <a:gs pos="42857">
                  <a:srgbClr val="B1988B">
                    <a:alpha val="4609"/>
                  </a:srgbClr>
                </a:gs>
                <a:gs pos="57143">
                  <a:srgbClr val="B1988B">
                    <a:alpha val="2581"/>
                  </a:srgbClr>
                </a:gs>
                <a:gs pos="71429">
                  <a:srgbClr val="B1988B">
                    <a:alpha val="1216"/>
                  </a:srgbClr>
                </a:gs>
                <a:gs pos="85714">
                  <a:srgbClr val="B1988B">
                    <a:alpha val="483"/>
                  </a:srgbClr>
                </a:gs>
                <a:gs pos="100000">
                  <a:srgbClr val="B1988B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Splat 1219"/>
            <p:cNvSpPr>
              <a:spLocks noGrp="1"/>
            </p:cNvSpPr>
            <p:nvPr/>
          </p:nvSpPr>
          <p:spPr>
            <a:xfrm rot="-8929313">
              <a:off x="301271" y="469559"/>
              <a:ext cx="337418" cy="221975"/>
            </a:xfrm>
            <a:prstGeom prst="ellipse">
              <a:avLst/>
            </a:prstGeom>
            <a:gradFill>
              <a:gsLst>
                <a:gs pos="0">
                  <a:srgbClr val="660C00">
                    <a:alpha val="17881"/>
                  </a:srgbClr>
                </a:gs>
                <a:gs pos="14286">
                  <a:srgbClr val="660C00">
                    <a:alpha val="16562"/>
                  </a:srgbClr>
                </a:gs>
                <a:gs pos="28571">
                  <a:srgbClr val="660C00">
                    <a:alpha val="13115"/>
                  </a:srgbClr>
                </a:gs>
                <a:gs pos="42857">
                  <a:srgbClr val="660C00">
                    <a:alpha val="8809"/>
                  </a:srgbClr>
                </a:gs>
                <a:gs pos="57143">
                  <a:srgbClr val="660C00">
                    <a:alpha val="4981"/>
                  </a:srgbClr>
                </a:gs>
                <a:gs pos="71429">
                  <a:srgbClr val="660C00">
                    <a:alpha val="2363"/>
                  </a:srgbClr>
                </a:gs>
                <a:gs pos="85714">
                  <a:srgbClr val="660C00">
                    <a:alpha val="941"/>
                  </a:srgbClr>
                </a:gs>
                <a:gs pos="100000">
                  <a:srgbClr val="660C00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Splat 1220"/>
            <p:cNvSpPr>
              <a:spLocks noGrp="1"/>
            </p:cNvSpPr>
            <p:nvPr/>
          </p:nvSpPr>
          <p:spPr>
            <a:xfrm rot="-8889669">
              <a:off x="93540" y="265593"/>
              <a:ext cx="464054" cy="185720"/>
            </a:xfrm>
            <a:prstGeom prst="ellipse">
              <a:avLst/>
            </a:prstGeom>
            <a:gradFill>
              <a:gsLst>
                <a:gs pos="0">
                  <a:srgbClr val="560013">
                    <a:alpha val="32968"/>
                  </a:srgbClr>
                </a:gs>
                <a:gs pos="14286">
                  <a:srgbClr val="560013">
                    <a:alpha val="30764"/>
                  </a:srgbClr>
                </a:gs>
                <a:gs pos="28571">
                  <a:srgbClr val="560013">
                    <a:alpha val="24833"/>
                  </a:srgbClr>
                </a:gs>
                <a:gs pos="42857">
                  <a:srgbClr val="560013">
                    <a:alpha val="17075"/>
                  </a:srgbClr>
                </a:gs>
                <a:gs pos="57143">
                  <a:srgbClr val="560013">
                    <a:alpha val="9855"/>
                  </a:srgbClr>
                </a:gs>
                <a:gs pos="71429">
                  <a:srgbClr val="560013">
                    <a:alpha val="4740"/>
                  </a:srgbClr>
                </a:gs>
                <a:gs pos="85714">
                  <a:srgbClr val="560013">
                    <a:alpha val="1902"/>
                  </a:srgbClr>
                </a:gs>
                <a:gs pos="100000">
                  <a:srgbClr val="5600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Splat 1221"/>
            <p:cNvSpPr>
              <a:spLocks noGrp="1"/>
            </p:cNvSpPr>
            <p:nvPr/>
          </p:nvSpPr>
          <p:spPr>
            <a:xfrm rot="6208507">
              <a:off x="2240055" y="1824636"/>
              <a:ext cx="334814" cy="123977"/>
            </a:xfrm>
            <a:prstGeom prst="ellipse">
              <a:avLst/>
            </a:prstGeom>
            <a:gradFill>
              <a:gsLst>
                <a:gs pos="0">
                  <a:srgbClr val="FFAD45">
                    <a:alpha val="22240"/>
                  </a:srgbClr>
                </a:gs>
                <a:gs pos="14286">
                  <a:srgbClr val="FFAD45">
                    <a:alpha val="20642"/>
                  </a:srgbClr>
                </a:gs>
                <a:gs pos="28571">
                  <a:srgbClr val="FFAD45">
                    <a:alpha val="16432"/>
                  </a:srgbClr>
                </a:gs>
                <a:gs pos="42857">
                  <a:srgbClr val="FFAD45">
                    <a:alpha val="11108"/>
                  </a:srgbClr>
                </a:gs>
                <a:gs pos="57143">
                  <a:srgbClr val="FFAD45">
                    <a:alpha val="6316"/>
                  </a:srgbClr>
                </a:gs>
                <a:gs pos="71429">
                  <a:srgbClr val="FFAD45">
                    <a:alpha val="3008"/>
                  </a:srgbClr>
                </a:gs>
                <a:gs pos="85714">
                  <a:srgbClr val="FFAD45">
                    <a:alpha val="1200"/>
                  </a:srgbClr>
                </a:gs>
                <a:gs pos="100000">
                  <a:srgbClr val="FFAD45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Splat 1222"/>
            <p:cNvSpPr>
              <a:spLocks noGrp="1"/>
            </p:cNvSpPr>
            <p:nvPr/>
          </p:nvSpPr>
          <p:spPr>
            <a:xfrm rot="6931603">
              <a:off x="1177228" y="92962"/>
              <a:ext cx="357746" cy="40099"/>
            </a:xfrm>
            <a:prstGeom prst="ellipse">
              <a:avLst/>
            </a:prstGeom>
            <a:gradFill>
              <a:gsLst>
                <a:gs pos="0">
                  <a:srgbClr val="DCAA7A">
                    <a:alpha val="30641"/>
                  </a:srgbClr>
                </a:gs>
                <a:gs pos="14286">
                  <a:srgbClr val="DCAA7A">
                    <a:alpha val="28558"/>
                  </a:srgbClr>
                </a:gs>
                <a:gs pos="28571">
                  <a:srgbClr val="DCAA7A">
                    <a:alpha val="22980"/>
                  </a:srgbClr>
                </a:gs>
                <a:gs pos="42857">
                  <a:srgbClr val="DCAA7A">
                    <a:alpha val="15740"/>
                  </a:srgbClr>
                </a:gs>
                <a:gs pos="57143">
                  <a:srgbClr val="DCAA7A">
                    <a:alpha val="9053"/>
                  </a:srgbClr>
                </a:gs>
                <a:gs pos="71429">
                  <a:srgbClr val="DCAA7A">
                    <a:alpha val="4345"/>
                  </a:srgbClr>
                </a:gs>
                <a:gs pos="85714">
                  <a:srgbClr val="DCAA7A">
                    <a:alpha val="1741"/>
                  </a:srgbClr>
                </a:gs>
                <a:gs pos="100000">
                  <a:srgbClr val="DCAA7A">
                    <a:alpha val="5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Splat 1223"/>
            <p:cNvSpPr>
              <a:spLocks noGrp="1"/>
            </p:cNvSpPr>
            <p:nvPr/>
          </p:nvSpPr>
          <p:spPr>
            <a:xfrm rot="10672010">
              <a:off x="936409" y="574687"/>
              <a:ext cx="291307" cy="22800"/>
            </a:xfrm>
            <a:prstGeom prst="ellipse">
              <a:avLst/>
            </a:prstGeom>
            <a:gradFill>
              <a:gsLst>
                <a:gs pos="0">
                  <a:srgbClr val="905700">
                    <a:alpha val="23037"/>
                  </a:srgbClr>
                </a:gs>
                <a:gs pos="14286">
                  <a:srgbClr val="905700">
                    <a:alpha val="21390"/>
                  </a:srgbClr>
                </a:gs>
                <a:gs pos="28571">
                  <a:srgbClr val="905700">
                    <a:alpha val="17044"/>
                  </a:srgbClr>
                </a:gs>
                <a:gs pos="42857">
                  <a:srgbClr val="905700">
                    <a:alpha val="11535"/>
                  </a:srgbClr>
                </a:gs>
                <a:gs pos="57143">
                  <a:srgbClr val="905700">
                    <a:alpha val="6566"/>
                  </a:srgbClr>
                </a:gs>
                <a:gs pos="71429">
                  <a:srgbClr val="905700">
                    <a:alpha val="3129"/>
                  </a:srgbClr>
                </a:gs>
                <a:gs pos="85714">
                  <a:srgbClr val="905700">
                    <a:alpha val="1249"/>
                  </a:srgbClr>
                </a:gs>
                <a:gs pos="100000">
                  <a:srgbClr val="905700">
                    <a:alpha val="4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Splat 1224"/>
            <p:cNvSpPr>
              <a:spLocks noGrp="1"/>
            </p:cNvSpPr>
            <p:nvPr/>
          </p:nvSpPr>
          <p:spPr>
            <a:xfrm rot="6328720">
              <a:off x="1292129" y="1779035"/>
              <a:ext cx="206014" cy="75132"/>
            </a:xfrm>
            <a:prstGeom prst="ellipse">
              <a:avLst/>
            </a:prstGeom>
            <a:gradFill>
              <a:gsLst>
                <a:gs pos="0">
                  <a:srgbClr val="4A0000">
                    <a:alpha val="32968"/>
                  </a:srgbClr>
                </a:gs>
                <a:gs pos="14286">
                  <a:srgbClr val="4A0000">
                    <a:alpha val="30764"/>
                  </a:srgbClr>
                </a:gs>
                <a:gs pos="28571">
                  <a:srgbClr val="4A0000">
                    <a:alpha val="24833"/>
                  </a:srgbClr>
                </a:gs>
                <a:gs pos="42857">
                  <a:srgbClr val="4A0000">
                    <a:alpha val="17075"/>
                  </a:srgbClr>
                </a:gs>
                <a:gs pos="57143">
                  <a:srgbClr val="4A0000">
                    <a:alpha val="9855"/>
                  </a:srgbClr>
                </a:gs>
                <a:gs pos="71429">
                  <a:srgbClr val="4A0000">
                    <a:alpha val="4740"/>
                  </a:srgbClr>
                </a:gs>
                <a:gs pos="85714">
                  <a:srgbClr val="4A0000">
                    <a:alpha val="1902"/>
                  </a:srgbClr>
                </a:gs>
                <a:gs pos="100000">
                  <a:srgbClr val="4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Splat 1225"/>
            <p:cNvSpPr>
              <a:spLocks noGrp="1"/>
            </p:cNvSpPr>
            <p:nvPr/>
          </p:nvSpPr>
          <p:spPr>
            <a:xfrm rot="7934629">
              <a:off x="951765" y="280355"/>
              <a:ext cx="376360" cy="102468"/>
            </a:xfrm>
            <a:prstGeom prst="ellipse">
              <a:avLst/>
            </a:prstGeom>
            <a:gradFill>
              <a:gsLst>
                <a:gs pos="0">
                  <a:srgbClr val="FFCF9D">
                    <a:alpha val="8144"/>
                  </a:srgbClr>
                </a:gs>
                <a:gs pos="14286">
                  <a:srgbClr val="FFCF9D">
                    <a:alpha val="7511"/>
                  </a:srgbClr>
                </a:gs>
                <a:gs pos="28571">
                  <a:srgbClr val="FFCF9D">
                    <a:alpha val="5882"/>
                  </a:srgbClr>
                </a:gs>
                <a:gs pos="42857">
                  <a:srgbClr val="FFCF9D">
                    <a:alpha val="3898"/>
                  </a:srgbClr>
                </a:gs>
                <a:gs pos="57143">
                  <a:srgbClr val="FFCF9D">
                    <a:alpha val="2179"/>
                  </a:srgbClr>
                </a:gs>
                <a:gs pos="71429">
                  <a:srgbClr val="FFCF9D">
                    <a:alpha val="1026"/>
                  </a:srgbClr>
                </a:gs>
                <a:gs pos="85714">
                  <a:srgbClr val="FFCF9D">
                    <a:alpha val="407"/>
                  </a:srgbClr>
                </a:gs>
                <a:gs pos="100000">
                  <a:srgbClr val="FFCF9D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Splat 1226"/>
            <p:cNvSpPr>
              <a:spLocks noGrp="1"/>
            </p:cNvSpPr>
            <p:nvPr/>
          </p:nvSpPr>
          <p:spPr>
            <a:xfrm rot="-8286580">
              <a:off x="1199292" y="169684"/>
              <a:ext cx="522614" cy="126648"/>
            </a:xfrm>
            <a:prstGeom prst="ellipse">
              <a:avLst/>
            </a:prstGeom>
            <a:gradFill>
              <a:gsLst>
                <a:gs pos="0">
                  <a:srgbClr val="47230C">
                    <a:alpha val="32968"/>
                  </a:srgbClr>
                </a:gs>
                <a:gs pos="14286">
                  <a:srgbClr val="47230C">
                    <a:alpha val="30764"/>
                  </a:srgbClr>
                </a:gs>
                <a:gs pos="28571">
                  <a:srgbClr val="47230C">
                    <a:alpha val="24833"/>
                  </a:srgbClr>
                </a:gs>
                <a:gs pos="42857">
                  <a:srgbClr val="47230C">
                    <a:alpha val="17075"/>
                  </a:srgbClr>
                </a:gs>
                <a:gs pos="57143">
                  <a:srgbClr val="47230C">
                    <a:alpha val="9855"/>
                  </a:srgbClr>
                </a:gs>
                <a:gs pos="71429">
                  <a:srgbClr val="47230C">
                    <a:alpha val="4740"/>
                  </a:srgbClr>
                </a:gs>
                <a:gs pos="85714">
                  <a:srgbClr val="47230C">
                    <a:alpha val="1902"/>
                  </a:srgbClr>
                </a:gs>
                <a:gs pos="100000">
                  <a:srgbClr val="4723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Splat 1227"/>
            <p:cNvSpPr>
              <a:spLocks noGrp="1"/>
            </p:cNvSpPr>
            <p:nvPr/>
          </p:nvSpPr>
          <p:spPr>
            <a:xfrm rot="9968905">
              <a:off x="930234" y="1963943"/>
              <a:ext cx="236207" cy="48422"/>
            </a:xfrm>
            <a:prstGeom prst="ellipse">
              <a:avLst/>
            </a:prstGeom>
            <a:gradFill>
              <a:gsLst>
                <a:gs pos="0">
                  <a:srgbClr val="D9C200">
                    <a:alpha val="1717"/>
                  </a:srgbClr>
                </a:gs>
                <a:gs pos="14286">
                  <a:srgbClr val="D9C200">
                    <a:alpha val="1579"/>
                  </a:srgbClr>
                </a:gs>
                <a:gs pos="28571">
                  <a:srgbClr val="D9C200">
                    <a:alpha val="1228"/>
                  </a:srgbClr>
                </a:gs>
                <a:gs pos="42857">
                  <a:srgbClr val="D9C200">
                    <a:alpha val="807"/>
                  </a:srgbClr>
                </a:gs>
                <a:gs pos="57143">
                  <a:srgbClr val="D9C200">
                    <a:alpha val="448"/>
                  </a:srgbClr>
                </a:gs>
                <a:gs pos="71429">
                  <a:srgbClr val="D9C200">
                    <a:alpha val="210"/>
                  </a:srgbClr>
                </a:gs>
                <a:gs pos="85714">
                  <a:srgbClr val="D9C200">
                    <a:alpha val="83"/>
                  </a:srgbClr>
                </a:gs>
                <a:gs pos="100000">
                  <a:srgbClr val="D9C200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Splat 1228"/>
            <p:cNvSpPr>
              <a:spLocks noGrp="1"/>
            </p:cNvSpPr>
            <p:nvPr/>
          </p:nvSpPr>
          <p:spPr>
            <a:xfrm rot="-8156906">
              <a:off x="322541" y="1239805"/>
              <a:ext cx="341825" cy="70957"/>
            </a:xfrm>
            <a:prstGeom prst="ellipse">
              <a:avLst/>
            </a:prstGeom>
            <a:gradFill>
              <a:gsLst>
                <a:gs pos="0">
                  <a:srgbClr val="FFBD00">
                    <a:alpha val="9583"/>
                  </a:srgbClr>
                </a:gs>
                <a:gs pos="14286">
                  <a:srgbClr val="FFBD00">
                    <a:alpha val="8844"/>
                  </a:srgbClr>
                </a:gs>
                <a:gs pos="28571">
                  <a:srgbClr val="FFBD00">
                    <a:alpha val="6937"/>
                  </a:srgbClr>
                </a:gs>
                <a:gs pos="42857">
                  <a:srgbClr val="FFBD00">
                    <a:alpha val="4606"/>
                  </a:srgbClr>
                </a:gs>
                <a:gs pos="57143">
                  <a:srgbClr val="FFBD00">
                    <a:alpha val="2579"/>
                  </a:srgbClr>
                </a:gs>
                <a:gs pos="71429">
                  <a:srgbClr val="FFBD00">
                    <a:alpha val="1216"/>
                  </a:srgbClr>
                </a:gs>
                <a:gs pos="85714">
                  <a:srgbClr val="FFBD00">
                    <a:alpha val="482"/>
                  </a:srgbClr>
                </a:gs>
                <a:gs pos="100000">
                  <a:srgbClr val="FFBD00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Splat 1229"/>
            <p:cNvSpPr>
              <a:spLocks noGrp="1"/>
            </p:cNvSpPr>
            <p:nvPr/>
          </p:nvSpPr>
          <p:spPr>
            <a:xfrm rot="-10769647">
              <a:off x="3284462" y="923425"/>
              <a:ext cx="282702" cy="270361"/>
            </a:xfrm>
            <a:prstGeom prst="ellipse">
              <a:avLst/>
            </a:prstGeom>
            <a:gradFill>
              <a:gsLst>
                <a:gs pos="0">
                  <a:srgbClr val="7A4C6E">
                    <a:alpha val="7069"/>
                  </a:srgbClr>
                </a:gs>
                <a:gs pos="14286">
                  <a:srgbClr val="7A4C6E">
                    <a:alpha val="6516"/>
                  </a:srgbClr>
                </a:gs>
                <a:gs pos="28571">
                  <a:srgbClr val="7A4C6E">
                    <a:alpha val="5097"/>
                  </a:srgbClr>
                </a:gs>
                <a:gs pos="42857">
                  <a:srgbClr val="7A4C6E">
                    <a:alpha val="3373"/>
                  </a:srgbClr>
                </a:gs>
                <a:gs pos="57143">
                  <a:srgbClr val="7A4C6E">
                    <a:alpha val="1883"/>
                  </a:srgbClr>
                </a:gs>
                <a:gs pos="71429">
                  <a:srgbClr val="7A4C6E">
                    <a:alpha val="886"/>
                  </a:srgbClr>
                </a:gs>
                <a:gs pos="85714">
                  <a:srgbClr val="7A4C6E">
                    <a:alpha val="351"/>
                  </a:srgbClr>
                </a:gs>
                <a:gs pos="100000">
                  <a:srgbClr val="7A4C6E">
                    <a:alpha val="1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Splat 1230"/>
            <p:cNvSpPr>
              <a:spLocks noGrp="1"/>
            </p:cNvSpPr>
            <p:nvPr/>
          </p:nvSpPr>
          <p:spPr>
            <a:xfrm rot="3355762">
              <a:off x="2345673" y="269233"/>
              <a:ext cx="146166" cy="87651"/>
            </a:xfrm>
            <a:prstGeom prst="ellipse">
              <a:avLst/>
            </a:prstGeom>
            <a:gradFill>
              <a:gsLst>
                <a:gs pos="0">
                  <a:srgbClr val="FFC486">
                    <a:alpha val="29821"/>
                  </a:srgbClr>
                </a:gs>
                <a:gs pos="14286">
                  <a:srgbClr val="FFC486">
                    <a:alpha val="27782"/>
                  </a:srgbClr>
                </a:gs>
                <a:gs pos="28571">
                  <a:srgbClr val="FFC486">
                    <a:alpha val="22331"/>
                  </a:srgbClr>
                </a:gs>
                <a:gs pos="42857">
                  <a:srgbClr val="FFC486">
                    <a:alpha val="15275"/>
                  </a:srgbClr>
                </a:gs>
                <a:gs pos="57143">
                  <a:srgbClr val="FFC486">
                    <a:alpha val="8776"/>
                  </a:srgbClr>
                </a:gs>
                <a:gs pos="71429">
                  <a:srgbClr val="FFC486">
                    <a:alpha val="4208"/>
                  </a:srgbClr>
                </a:gs>
                <a:gs pos="85714">
                  <a:srgbClr val="FFC486">
                    <a:alpha val="1686"/>
                  </a:srgbClr>
                </a:gs>
                <a:gs pos="100000">
                  <a:srgbClr val="FFC486">
                    <a:alpha val="5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Splat 1231"/>
            <p:cNvSpPr>
              <a:spLocks noGrp="1"/>
            </p:cNvSpPr>
            <p:nvPr/>
          </p:nvSpPr>
          <p:spPr>
            <a:xfrm rot="10105262">
              <a:off x="1611103" y="637077"/>
              <a:ext cx="217879" cy="202870"/>
            </a:xfrm>
            <a:prstGeom prst="ellipse">
              <a:avLst/>
            </a:prstGeom>
            <a:gradFill>
              <a:gsLst>
                <a:gs pos="0">
                  <a:srgbClr val="9A5800">
                    <a:alpha val="20389"/>
                  </a:srgbClr>
                </a:gs>
                <a:gs pos="14286">
                  <a:srgbClr val="9A5800">
                    <a:alpha val="18907"/>
                  </a:srgbClr>
                </a:gs>
                <a:gs pos="28571">
                  <a:srgbClr val="9A5800">
                    <a:alpha val="15017"/>
                  </a:srgbClr>
                </a:gs>
                <a:gs pos="42857">
                  <a:srgbClr val="9A5800">
                    <a:alpha val="10123"/>
                  </a:srgbClr>
                </a:gs>
                <a:gs pos="57143">
                  <a:srgbClr val="9A5800">
                    <a:alpha val="5743"/>
                  </a:srgbClr>
                </a:gs>
                <a:gs pos="71429">
                  <a:srgbClr val="9A5800">
                    <a:alpha val="2730"/>
                  </a:srgbClr>
                </a:gs>
                <a:gs pos="85714">
                  <a:srgbClr val="9A5800">
                    <a:alpha val="1089"/>
                  </a:srgbClr>
                </a:gs>
                <a:gs pos="100000">
                  <a:srgbClr val="9A5800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Splat 1232"/>
            <p:cNvSpPr>
              <a:spLocks noGrp="1"/>
            </p:cNvSpPr>
            <p:nvPr/>
          </p:nvSpPr>
          <p:spPr>
            <a:xfrm rot="4901673">
              <a:off x="1832515" y="1492303"/>
              <a:ext cx="653562" cy="95213"/>
            </a:xfrm>
            <a:prstGeom prst="ellipse">
              <a:avLst/>
            </a:prstGeom>
            <a:gradFill>
              <a:gsLst>
                <a:gs pos="0">
                  <a:srgbClr val="AD761A">
                    <a:alpha val="32968"/>
                  </a:srgbClr>
                </a:gs>
                <a:gs pos="14286">
                  <a:srgbClr val="AD761A">
                    <a:alpha val="30764"/>
                  </a:srgbClr>
                </a:gs>
                <a:gs pos="28571">
                  <a:srgbClr val="AD761A">
                    <a:alpha val="24833"/>
                  </a:srgbClr>
                </a:gs>
                <a:gs pos="42857">
                  <a:srgbClr val="AD761A">
                    <a:alpha val="17075"/>
                  </a:srgbClr>
                </a:gs>
                <a:gs pos="57143">
                  <a:srgbClr val="AD761A">
                    <a:alpha val="9855"/>
                  </a:srgbClr>
                </a:gs>
                <a:gs pos="71429">
                  <a:srgbClr val="AD761A">
                    <a:alpha val="4740"/>
                  </a:srgbClr>
                </a:gs>
                <a:gs pos="85714">
                  <a:srgbClr val="AD761A">
                    <a:alpha val="1902"/>
                  </a:srgbClr>
                </a:gs>
                <a:gs pos="100000">
                  <a:srgbClr val="AD76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Splat 1233"/>
            <p:cNvSpPr>
              <a:spLocks noGrp="1"/>
            </p:cNvSpPr>
            <p:nvPr/>
          </p:nvSpPr>
          <p:spPr>
            <a:xfrm rot="9086666">
              <a:off x="2921185" y="1523650"/>
              <a:ext cx="438752" cy="270337"/>
            </a:xfrm>
            <a:prstGeom prst="ellipse">
              <a:avLst/>
            </a:prstGeom>
            <a:gradFill>
              <a:gsLst>
                <a:gs pos="0">
                  <a:srgbClr val="EEE0FB">
                    <a:alpha val="18919"/>
                  </a:srgbClr>
                </a:gs>
                <a:gs pos="14286">
                  <a:srgbClr val="EEE0FB">
                    <a:alpha val="17532"/>
                  </a:srgbClr>
                </a:gs>
                <a:gs pos="28571">
                  <a:srgbClr val="EEE0FB">
                    <a:alpha val="13900"/>
                  </a:srgbClr>
                </a:gs>
                <a:gs pos="42857">
                  <a:srgbClr val="EEE0FB">
                    <a:alpha val="9350"/>
                  </a:srgbClr>
                </a:gs>
                <a:gs pos="57143">
                  <a:srgbClr val="EEE0FB">
                    <a:alpha val="5294"/>
                  </a:srgbClr>
                </a:gs>
                <a:gs pos="71429">
                  <a:srgbClr val="EEE0FB">
                    <a:alpha val="2514"/>
                  </a:srgbClr>
                </a:gs>
                <a:gs pos="85714">
                  <a:srgbClr val="EEE0FB">
                    <a:alpha val="1002"/>
                  </a:srgbClr>
                </a:gs>
                <a:gs pos="100000">
                  <a:srgbClr val="EEE0FB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Splat 1234"/>
            <p:cNvSpPr>
              <a:spLocks noGrp="1"/>
            </p:cNvSpPr>
            <p:nvPr/>
          </p:nvSpPr>
          <p:spPr>
            <a:xfrm rot="3544086">
              <a:off x="1029334" y="1299484"/>
              <a:ext cx="281249" cy="53675"/>
            </a:xfrm>
            <a:prstGeom prst="ellipse">
              <a:avLst/>
            </a:prstGeom>
            <a:gradFill>
              <a:gsLst>
                <a:gs pos="0">
                  <a:srgbClr val="D7B082">
                    <a:alpha val="32968"/>
                  </a:srgbClr>
                </a:gs>
                <a:gs pos="14286">
                  <a:srgbClr val="D7B082">
                    <a:alpha val="30764"/>
                  </a:srgbClr>
                </a:gs>
                <a:gs pos="28571">
                  <a:srgbClr val="D7B082">
                    <a:alpha val="24833"/>
                  </a:srgbClr>
                </a:gs>
                <a:gs pos="42857">
                  <a:srgbClr val="D7B082">
                    <a:alpha val="17075"/>
                  </a:srgbClr>
                </a:gs>
                <a:gs pos="57143">
                  <a:srgbClr val="D7B082">
                    <a:alpha val="9855"/>
                  </a:srgbClr>
                </a:gs>
                <a:gs pos="71429">
                  <a:srgbClr val="D7B082">
                    <a:alpha val="4740"/>
                  </a:srgbClr>
                </a:gs>
                <a:gs pos="85714">
                  <a:srgbClr val="D7B082">
                    <a:alpha val="1902"/>
                  </a:srgbClr>
                </a:gs>
                <a:gs pos="100000">
                  <a:srgbClr val="D7B0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Splat 1235"/>
            <p:cNvSpPr>
              <a:spLocks noGrp="1"/>
            </p:cNvSpPr>
            <p:nvPr/>
          </p:nvSpPr>
          <p:spPr>
            <a:xfrm rot="10308125">
              <a:off x="539057" y="-61191"/>
              <a:ext cx="511833" cy="272619"/>
            </a:xfrm>
            <a:prstGeom prst="ellipse">
              <a:avLst/>
            </a:prstGeom>
            <a:gradFill>
              <a:gsLst>
                <a:gs pos="0">
                  <a:srgbClr val="F5D0B7">
                    <a:alpha val="32968"/>
                  </a:srgbClr>
                </a:gs>
                <a:gs pos="14286">
                  <a:srgbClr val="F5D0B7">
                    <a:alpha val="30764"/>
                  </a:srgbClr>
                </a:gs>
                <a:gs pos="28571">
                  <a:srgbClr val="F5D0B7">
                    <a:alpha val="24833"/>
                  </a:srgbClr>
                </a:gs>
                <a:gs pos="42857">
                  <a:srgbClr val="F5D0B7">
                    <a:alpha val="17075"/>
                  </a:srgbClr>
                </a:gs>
                <a:gs pos="57143">
                  <a:srgbClr val="F5D0B7">
                    <a:alpha val="9855"/>
                  </a:srgbClr>
                </a:gs>
                <a:gs pos="71429">
                  <a:srgbClr val="F5D0B7">
                    <a:alpha val="4740"/>
                  </a:srgbClr>
                </a:gs>
                <a:gs pos="85714">
                  <a:srgbClr val="F5D0B7">
                    <a:alpha val="1902"/>
                  </a:srgbClr>
                </a:gs>
                <a:gs pos="100000">
                  <a:srgbClr val="F5D0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Splat 1236"/>
            <p:cNvSpPr>
              <a:spLocks noGrp="1"/>
            </p:cNvSpPr>
            <p:nvPr/>
          </p:nvSpPr>
          <p:spPr>
            <a:xfrm rot="-9967802">
              <a:off x="519917" y="537054"/>
              <a:ext cx="357566" cy="88294"/>
            </a:xfrm>
            <a:prstGeom prst="ellipse">
              <a:avLst/>
            </a:prstGeom>
            <a:gradFill>
              <a:gsLst>
                <a:gs pos="0">
                  <a:srgbClr val="FFD4AD">
                    <a:alpha val="19531"/>
                  </a:srgbClr>
                </a:gs>
                <a:gs pos="14286">
                  <a:srgbClr val="FFD4AD">
                    <a:alpha val="18104"/>
                  </a:srgbClr>
                </a:gs>
                <a:gs pos="28571">
                  <a:srgbClr val="FFD4AD">
                    <a:alpha val="14365"/>
                  </a:srgbClr>
                </a:gs>
                <a:gs pos="42857">
                  <a:srgbClr val="FFD4AD">
                    <a:alpha val="9671"/>
                  </a:srgbClr>
                </a:gs>
                <a:gs pos="57143">
                  <a:srgbClr val="FFD4AD">
                    <a:alpha val="5480"/>
                  </a:srgbClr>
                </a:gs>
                <a:gs pos="71429">
                  <a:srgbClr val="FFD4AD">
                    <a:alpha val="2604"/>
                  </a:srgbClr>
                </a:gs>
                <a:gs pos="85714">
                  <a:srgbClr val="FFD4AD">
                    <a:alpha val="1038"/>
                  </a:srgbClr>
                </a:gs>
                <a:gs pos="100000">
                  <a:srgbClr val="FFD4AD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Splat 1237"/>
            <p:cNvSpPr>
              <a:spLocks noGrp="1"/>
            </p:cNvSpPr>
            <p:nvPr/>
          </p:nvSpPr>
          <p:spPr>
            <a:xfrm rot="-9441023">
              <a:off x="2558243" y="69037"/>
              <a:ext cx="200144" cy="195062"/>
            </a:xfrm>
            <a:prstGeom prst="ellipse">
              <a:avLst/>
            </a:prstGeom>
            <a:gradFill>
              <a:gsLst>
                <a:gs pos="0">
                  <a:srgbClr val="570000">
                    <a:alpha val="26264"/>
                  </a:srgbClr>
                </a:gs>
                <a:gs pos="14286">
                  <a:srgbClr val="570000">
                    <a:alpha val="24424"/>
                  </a:srgbClr>
                </a:gs>
                <a:gs pos="28571">
                  <a:srgbClr val="570000">
                    <a:alpha val="19542"/>
                  </a:srgbClr>
                </a:gs>
                <a:gs pos="42857">
                  <a:srgbClr val="570000">
                    <a:alpha val="13291"/>
                  </a:srgbClr>
                </a:gs>
                <a:gs pos="57143">
                  <a:srgbClr val="570000">
                    <a:alpha val="7598"/>
                  </a:srgbClr>
                </a:gs>
                <a:gs pos="71429">
                  <a:srgbClr val="570000">
                    <a:alpha val="3632"/>
                  </a:srgbClr>
                </a:gs>
                <a:gs pos="85714">
                  <a:srgbClr val="570000">
                    <a:alpha val="1452"/>
                  </a:srgbClr>
                </a:gs>
                <a:gs pos="100000">
                  <a:srgbClr val="570000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Splat 1238"/>
            <p:cNvSpPr>
              <a:spLocks noGrp="1"/>
            </p:cNvSpPr>
            <p:nvPr/>
          </p:nvSpPr>
          <p:spPr>
            <a:xfrm rot="2749611">
              <a:off x="2481746" y="2258377"/>
              <a:ext cx="623445" cy="130487"/>
            </a:xfrm>
            <a:prstGeom prst="ellipse">
              <a:avLst/>
            </a:prstGeom>
            <a:gradFill>
              <a:gsLst>
                <a:gs pos="0">
                  <a:srgbClr val="D0B39E">
                    <a:alpha val="31171"/>
                  </a:srgbClr>
                </a:gs>
                <a:gs pos="14286">
                  <a:srgbClr val="D0B39E">
                    <a:alpha val="29060"/>
                  </a:srgbClr>
                </a:gs>
                <a:gs pos="28571">
                  <a:srgbClr val="D0B39E">
                    <a:alpha val="23401"/>
                  </a:srgbClr>
                </a:gs>
                <a:gs pos="42857">
                  <a:srgbClr val="D0B39E">
                    <a:alpha val="16042"/>
                  </a:srgbClr>
                </a:gs>
                <a:gs pos="57143">
                  <a:srgbClr val="D0B39E">
                    <a:alpha val="9234"/>
                  </a:srgbClr>
                </a:gs>
                <a:gs pos="71429">
                  <a:srgbClr val="D0B39E">
                    <a:alpha val="4434"/>
                  </a:srgbClr>
                </a:gs>
                <a:gs pos="85714">
                  <a:srgbClr val="D0B39E">
                    <a:alpha val="1777"/>
                  </a:srgbClr>
                </a:gs>
                <a:gs pos="100000">
                  <a:srgbClr val="D0B39E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Splat 1239"/>
            <p:cNvSpPr>
              <a:spLocks noGrp="1"/>
            </p:cNvSpPr>
            <p:nvPr/>
          </p:nvSpPr>
          <p:spPr>
            <a:xfrm rot="-10370497">
              <a:off x="2616083" y="857035"/>
              <a:ext cx="290346" cy="42066"/>
            </a:xfrm>
            <a:prstGeom prst="ellipse">
              <a:avLst/>
            </a:prstGeom>
            <a:gradFill>
              <a:gsLst>
                <a:gs pos="0">
                  <a:srgbClr val="FFC490">
                    <a:alpha val="32968"/>
                  </a:srgbClr>
                </a:gs>
                <a:gs pos="14286">
                  <a:srgbClr val="FFC490">
                    <a:alpha val="30764"/>
                  </a:srgbClr>
                </a:gs>
                <a:gs pos="28571">
                  <a:srgbClr val="FFC490">
                    <a:alpha val="24833"/>
                  </a:srgbClr>
                </a:gs>
                <a:gs pos="42857">
                  <a:srgbClr val="FFC490">
                    <a:alpha val="17075"/>
                  </a:srgbClr>
                </a:gs>
                <a:gs pos="57143">
                  <a:srgbClr val="FFC490">
                    <a:alpha val="9855"/>
                  </a:srgbClr>
                </a:gs>
                <a:gs pos="71429">
                  <a:srgbClr val="FFC490">
                    <a:alpha val="4740"/>
                  </a:srgbClr>
                </a:gs>
                <a:gs pos="85714">
                  <a:srgbClr val="FFC490">
                    <a:alpha val="1902"/>
                  </a:srgbClr>
                </a:gs>
                <a:gs pos="100000">
                  <a:srgbClr val="FFC49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Splat 1240"/>
            <p:cNvSpPr>
              <a:spLocks noGrp="1"/>
            </p:cNvSpPr>
            <p:nvPr/>
          </p:nvSpPr>
          <p:spPr>
            <a:xfrm rot="10644061">
              <a:off x="2982837" y="1135550"/>
              <a:ext cx="276715" cy="276669"/>
            </a:xfrm>
            <a:prstGeom prst="ellipse">
              <a:avLst/>
            </a:prstGeom>
            <a:gradFill>
              <a:gsLst>
                <a:gs pos="0">
                  <a:srgbClr val="88927E">
                    <a:alpha val="1277"/>
                  </a:srgbClr>
                </a:gs>
                <a:gs pos="14286">
                  <a:srgbClr val="88927E">
                    <a:alpha val="1174"/>
                  </a:srgbClr>
                </a:gs>
                <a:gs pos="28571">
                  <a:srgbClr val="88927E">
                    <a:alpha val="913"/>
                  </a:srgbClr>
                </a:gs>
                <a:gs pos="42857">
                  <a:srgbClr val="88927E">
                    <a:alpha val="600"/>
                  </a:srgbClr>
                </a:gs>
                <a:gs pos="57143">
                  <a:srgbClr val="88927E">
                    <a:alpha val="333"/>
                  </a:srgbClr>
                </a:gs>
                <a:gs pos="71429">
                  <a:srgbClr val="88927E">
                    <a:alpha val="156"/>
                  </a:srgbClr>
                </a:gs>
                <a:gs pos="85714">
                  <a:srgbClr val="88927E">
                    <a:alpha val="62"/>
                  </a:srgbClr>
                </a:gs>
                <a:gs pos="100000">
                  <a:srgbClr val="88927E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Splat 1241"/>
            <p:cNvSpPr>
              <a:spLocks noGrp="1"/>
            </p:cNvSpPr>
            <p:nvPr/>
          </p:nvSpPr>
          <p:spPr>
            <a:xfrm rot="3263178">
              <a:off x="2193929" y="195184"/>
              <a:ext cx="552534" cy="139278"/>
            </a:xfrm>
            <a:prstGeom prst="ellipse">
              <a:avLst/>
            </a:prstGeom>
            <a:gradFill>
              <a:gsLst>
                <a:gs pos="0">
                  <a:srgbClr val="C29967">
                    <a:alpha val="32968"/>
                  </a:srgbClr>
                </a:gs>
                <a:gs pos="14286">
                  <a:srgbClr val="C29967">
                    <a:alpha val="30764"/>
                  </a:srgbClr>
                </a:gs>
                <a:gs pos="28571">
                  <a:srgbClr val="C29967">
                    <a:alpha val="24833"/>
                  </a:srgbClr>
                </a:gs>
                <a:gs pos="42857">
                  <a:srgbClr val="C29967">
                    <a:alpha val="17075"/>
                  </a:srgbClr>
                </a:gs>
                <a:gs pos="57143">
                  <a:srgbClr val="C29967">
                    <a:alpha val="9855"/>
                  </a:srgbClr>
                </a:gs>
                <a:gs pos="71429">
                  <a:srgbClr val="C29967">
                    <a:alpha val="4740"/>
                  </a:srgbClr>
                </a:gs>
                <a:gs pos="85714">
                  <a:srgbClr val="C29967">
                    <a:alpha val="1902"/>
                  </a:srgbClr>
                </a:gs>
                <a:gs pos="100000">
                  <a:srgbClr val="C299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Splat 1242"/>
            <p:cNvSpPr>
              <a:spLocks noGrp="1"/>
            </p:cNvSpPr>
            <p:nvPr/>
          </p:nvSpPr>
          <p:spPr>
            <a:xfrm rot="4930455">
              <a:off x="-129584" y="-35563"/>
              <a:ext cx="357848" cy="305335"/>
            </a:xfrm>
            <a:prstGeom prst="ellipse">
              <a:avLst/>
            </a:prstGeom>
            <a:gradFill>
              <a:gsLst>
                <a:gs pos="0">
                  <a:srgbClr val="009E84">
                    <a:alpha val="6977"/>
                  </a:srgbClr>
                </a:gs>
                <a:gs pos="14286">
                  <a:srgbClr val="009E84">
                    <a:alpha val="6431"/>
                  </a:srgbClr>
                </a:gs>
                <a:gs pos="28571">
                  <a:srgbClr val="009E84">
                    <a:alpha val="5031"/>
                  </a:srgbClr>
                </a:gs>
                <a:gs pos="42857">
                  <a:srgbClr val="009E84">
                    <a:alpha val="3329"/>
                  </a:srgbClr>
                </a:gs>
                <a:gs pos="57143">
                  <a:srgbClr val="009E84">
                    <a:alpha val="1858"/>
                  </a:srgbClr>
                </a:gs>
                <a:gs pos="71429">
                  <a:srgbClr val="009E84">
                    <a:alpha val="874"/>
                  </a:srgbClr>
                </a:gs>
                <a:gs pos="85714">
                  <a:srgbClr val="009E84">
                    <a:alpha val="347"/>
                  </a:srgbClr>
                </a:gs>
                <a:gs pos="100000">
                  <a:srgbClr val="009E84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Splat 1243"/>
            <p:cNvSpPr>
              <a:spLocks noGrp="1"/>
            </p:cNvSpPr>
            <p:nvPr/>
          </p:nvSpPr>
          <p:spPr>
            <a:xfrm rot="-10667662">
              <a:off x="1198577" y="2051750"/>
              <a:ext cx="627778" cy="76819"/>
            </a:xfrm>
            <a:prstGeom prst="ellipse">
              <a:avLst/>
            </a:prstGeom>
            <a:gradFill>
              <a:gsLst>
                <a:gs pos="0">
                  <a:srgbClr val="610F00">
                    <a:alpha val="31875"/>
                  </a:srgbClr>
                </a:gs>
                <a:gs pos="14286">
                  <a:srgbClr val="610F00">
                    <a:alpha val="29727"/>
                  </a:srgbClr>
                </a:gs>
                <a:gs pos="28571">
                  <a:srgbClr val="610F00">
                    <a:alpha val="23960"/>
                  </a:srgbClr>
                </a:gs>
                <a:gs pos="42857">
                  <a:srgbClr val="610F00">
                    <a:alpha val="16445"/>
                  </a:srgbClr>
                </a:gs>
                <a:gs pos="57143">
                  <a:srgbClr val="610F00">
                    <a:alpha val="9476"/>
                  </a:srgbClr>
                </a:gs>
                <a:gs pos="71429">
                  <a:srgbClr val="610F00">
                    <a:alpha val="4553"/>
                  </a:srgbClr>
                </a:gs>
                <a:gs pos="85714">
                  <a:srgbClr val="610F00">
                    <a:alpha val="1826"/>
                  </a:srgbClr>
                </a:gs>
                <a:gs pos="100000">
                  <a:srgbClr val="610F00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Splat 1244"/>
            <p:cNvSpPr>
              <a:spLocks noGrp="1"/>
            </p:cNvSpPr>
            <p:nvPr/>
          </p:nvSpPr>
          <p:spPr>
            <a:xfrm rot="9668124">
              <a:off x="394964" y="1275698"/>
              <a:ext cx="198178" cy="68979"/>
            </a:xfrm>
            <a:prstGeom prst="ellipse">
              <a:avLst/>
            </a:prstGeom>
            <a:gradFill>
              <a:gsLst>
                <a:gs pos="0">
                  <a:srgbClr val="743800">
                    <a:alpha val="32968"/>
                  </a:srgbClr>
                </a:gs>
                <a:gs pos="14286">
                  <a:srgbClr val="743800">
                    <a:alpha val="30764"/>
                  </a:srgbClr>
                </a:gs>
                <a:gs pos="28571">
                  <a:srgbClr val="743800">
                    <a:alpha val="24833"/>
                  </a:srgbClr>
                </a:gs>
                <a:gs pos="42857">
                  <a:srgbClr val="743800">
                    <a:alpha val="17075"/>
                  </a:srgbClr>
                </a:gs>
                <a:gs pos="57143">
                  <a:srgbClr val="743800">
                    <a:alpha val="9855"/>
                  </a:srgbClr>
                </a:gs>
                <a:gs pos="71429">
                  <a:srgbClr val="743800">
                    <a:alpha val="4740"/>
                  </a:srgbClr>
                </a:gs>
                <a:gs pos="85714">
                  <a:srgbClr val="743800">
                    <a:alpha val="1902"/>
                  </a:srgbClr>
                </a:gs>
                <a:gs pos="100000">
                  <a:srgbClr val="743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Splat 1245"/>
            <p:cNvSpPr>
              <a:spLocks noGrp="1"/>
            </p:cNvSpPr>
            <p:nvPr/>
          </p:nvSpPr>
          <p:spPr>
            <a:xfrm rot="-9455479">
              <a:off x="829374" y="1340475"/>
              <a:ext cx="334491" cy="345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Splat 1246"/>
            <p:cNvSpPr>
              <a:spLocks noGrp="1"/>
            </p:cNvSpPr>
            <p:nvPr/>
          </p:nvSpPr>
          <p:spPr>
            <a:xfrm rot="6296912">
              <a:off x="2139310" y="1574266"/>
              <a:ext cx="469939" cy="110630"/>
            </a:xfrm>
            <a:prstGeom prst="ellipse">
              <a:avLst/>
            </a:prstGeom>
            <a:gradFill>
              <a:gsLst>
                <a:gs pos="0">
                  <a:srgbClr val="000000">
                    <a:alpha val="22949"/>
                  </a:srgbClr>
                </a:gs>
                <a:gs pos="14286">
                  <a:srgbClr val="000000">
                    <a:alpha val="21307"/>
                  </a:srgbClr>
                </a:gs>
                <a:gs pos="28571">
                  <a:srgbClr val="000000">
                    <a:alpha val="16977"/>
                  </a:srgbClr>
                </a:gs>
                <a:gs pos="42857">
                  <a:srgbClr val="000000">
                    <a:alpha val="11488"/>
                  </a:srgbClr>
                </a:gs>
                <a:gs pos="57143">
                  <a:srgbClr val="000000">
                    <a:alpha val="6538"/>
                  </a:srgbClr>
                </a:gs>
                <a:gs pos="71429">
                  <a:srgbClr val="000000">
                    <a:alpha val="3116"/>
                  </a:srgbClr>
                </a:gs>
                <a:gs pos="85714">
                  <a:srgbClr val="000000">
                    <a:alpha val="1244"/>
                  </a:srgbClr>
                </a:gs>
                <a:gs pos="100000">
                  <a:srgbClr val="000000">
                    <a:alpha val="4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Splat 1247"/>
            <p:cNvSpPr>
              <a:spLocks noGrp="1"/>
            </p:cNvSpPr>
            <p:nvPr/>
          </p:nvSpPr>
          <p:spPr>
            <a:xfrm rot="4492952">
              <a:off x="1524053" y="24256"/>
              <a:ext cx="638012" cy="78868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Splat 1248"/>
            <p:cNvSpPr>
              <a:spLocks noGrp="1"/>
            </p:cNvSpPr>
            <p:nvPr/>
          </p:nvSpPr>
          <p:spPr>
            <a:xfrm rot="-9744656">
              <a:off x="318587" y="1459664"/>
              <a:ext cx="284672" cy="241132"/>
            </a:xfrm>
            <a:prstGeom prst="ellipse">
              <a:avLst/>
            </a:prstGeom>
            <a:gradFill>
              <a:gsLst>
                <a:gs pos="0">
                  <a:srgbClr val="796B8B">
                    <a:alpha val="8452"/>
                  </a:srgbClr>
                </a:gs>
                <a:gs pos="14286">
                  <a:srgbClr val="796B8B">
                    <a:alpha val="7796"/>
                  </a:srgbClr>
                </a:gs>
                <a:gs pos="28571">
                  <a:srgbClr val="796B8B">
                    <a:alpha val="6108"/>
                  </a:srgbClr>
                </a:gs>
                <a:gs pos="42857">
                  <a:srgbClr val="796B8B">
                    <a:alpha val="4050"/>
                  </a:srgbClr>
                </a:gs>
                <a:gs pos="57143">
                  <a:srgbClr val="796B8B">
                    <a:alpha val="2265"/>
                  </a:srgbClr>
                </a:gs>
                <a:gs pos="71429">
                  <a:srgbClr val="796B8B">
                    <a:alpha val="1066"/>
                  </a:srgbClr>
                </a:gs>
                <a:gs pos="85714">
                  <a:srgbClr val="796B8B">
                    <a:alpha val="423"/>
                  </a:srgbClr>
                </a:gs>
                <a:gs pos="100000">
                  <a:srgbClr val="796B8B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Splat 1249"/>
            <p:cNvSpPr>
              <a:spLocks noGrp="1"/>
            </p:cNvSpPr>
            <p:nvPr/>
          </p:nvSpPr>
          <p:spPr>
            <a:xfrm rot="-9878599">
              <a:off x="1080068" y="1483168"/>
              <a:ext cx="493055" cy="28511"/>
            </a:xfrm>
            <a:prstGeom prst="ellipse">
              <a:avLst/>
            </a:prstGeom>
            <a:gradFill>
              <a:gsLst>
                <a:gs pos="0">
                  <a:srgbClr val="602A02">
                    <a:alpha val="32968"/>
                  </a:srgbClr>
                </a:gs>
                <a:gs pos="14286">
                  <a:srgbClr val="602A02">
                    <a:alpha val="30764"/>
                  </a:srgbClr>
                </a:gs>
                <a:gs pos="28571">
                  <a:srgbClr val="602A02">
                    <a:alpha val="24833"/>
                  </a:srgbClr>
                </a:gs>
                <a:gs pos="42857">
                  <a:srgbClr val="602A02">
                    <a:alpha val="17075"/>
                  </a:srgbClr>
                </a:gs>
                <a:gs pos="57143">
                  <a:srgbClr val="602A02">
                    <a:alpha val="9855"/>
                  </a:srgbClr>
                </a:gs>
                <a:gs pos="71429">
                  <a:srgbClr val="602A02">
                    <a:alpha val="4740"/>
                  </a:srgbClr>
                </a:gs>
                <a:gs pos="85714">
                  <a:srgbClr val="602A02">
                    <a:alpha val="1902"/>
                  </a:srgbClr>
                </a:gs>
                <a:gs pos="100000">
                  <a:srgbClr val="602A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Splat 1250"/>
            <p:cNvSpPr>
              <a:spLocks noGrp="1"/>
            </p:cNvSpPr>
            <p:nvPr/>
          </p:nvSpPr>
          <p:spPr>
            <a:xfrm rot="3165263">
              <a:off x="316253" y="-22227"/>
              <a:ext cx="674100" cy="121595"/>
            </a:xfrm>
            <a:prstGeom prst="ellipse">
              <a:avLst/>
            </a:prstGeom>
            <a:gradFill>
              <a:gsLst>
                <a:gs pos="0">
                  <a:srgbClr val="370000">
                    <a:alpha val="32968"/>
                  </a:srgbClr>
                </a:gs>
                <a:gs pos="14286">
                  <a:srgbClr val="370000">
                    <a:alpha val="30764"/>
                  </a:srgbClr>
                </a:gs>
                <a:gs pos="28571">
                  <a:srgbClr val="370000">
                    <a:alpha val="24833"/>
                  </a:srgbClr>
                </a:gs>
                <a:gs pos="42857">
                  <a:srgbClr val="370000">
                    <a:alpha val="17075"/>
                  </a:srgbClr>
                </a:gs>
                <a:gs pos="57143">
                  <a:srgbClr val="370000">
                    <a:alpha val="9855"/>
                  </a:srgbClr>
                </a:gs>
                <a:gs pos="71429">
                  <a:srgbClr val="370000">
                    <a:alpha val="4740"/>
                  </a:srgbClr>
                </a:gs>
                <a:gs pos="85714">
                  <a:srgbClr val="370000">
                    <a:alpha val="1902"/>
                  </a:srgbClr>
                </a:gs>
                <a:gs pos="100000">
                  <a:srgbClr val="3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Splat 1251"/>
            <p:cNvSpPr>
              <a:spLocks noGrp="1"/>
            </p:cNvSpPr>
            <p:nvPr/>
          </p:nvSpPr>
          <p:spPr>
            <a:xfrm rot="4814157">
              <a:off x="1593210" y="999200"/>
              <a:ext cx="529148" cy="193893"/>
            </a:xfrm>
            <a:prstGeom prst="ellipse">
              <a:avLst/>
            </a:prstGeom>
            <a:gradFill>
              <a:gsLst>
                <a:gs pos="0">
                  <a:srgbClr val="C4A29C">
                    <a:alpha val="32968"/>
                  </a:srgbClr>
                </a:gs>
                <a:gs pos="14286">
                  <a:srgbClr val="C4A29C">
                    <a:alpha val="30764"/>
                  </a:srgbClr>
                </a:gs>
                <a:gs pos="28571">
                  <a:srgbClr val="C4A29C">
                    <a:alpha val="24833"/>
                  </a:srgbClr>
                </a:gs>
                <a:gs pos="42857">
                  <a:srgbClr val="C4A29C">
                    <a:alpha val="17075"/>
                  </a:srgbClr>
                </a:gs>
                <a:gs pos="57143">
                  <a:srgbClr val="C4A29C">
                    <a:alpha val="9855"/>
                  </a:srgbClr>
                </a:gs>
                <a:gs pos="71429">
                  <a:srgbClr val="C4A29C">
                    <a:alpha val="4740"/>
                  </a:srgbClr>
                </a:gs>
                <a:gs pos="85714">
                  <a:srgbClr val="C4A29C">
                    <a:alpha val="1902"/>
                  </a:srgbClr>
                </a:gs>
                <a:gs pos="100000">
                  <a:srgbClr val="C4A2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Splat 1252"/>
            <p:cNvSpPr>
              <a:spLocks noGrp="1"/>
            </p:cNvSpPr>
            <p:nvPr/>
          </p:nvSpPr>
          <p:spPr>
            <a:xfrm rot="-8911043">
              <a:off x="1714625" y="1881047"/>
              <a:ext cx="291215" cy="138018"/>
            </a:xfrm>
            <a:prstGeom prst="ellipse">
              <a:avLst/>
            </a:prstGeom>
            <a:gradFill>
              <a:gsLst>
                <a:gs pos="0">
                  <a:srgbClr val="FFD4B2">
                    <a:alpha val="32968"/>
                  </a:srgbClr>
                </a:gs>
                <a:gs pos="14286">
                  <a:srgbClr val="FFD4B2">
                    <a:alpha val="30764"/>
                  </a:srgbClr>
                </a:gs>
                <a:gs pos="28571">
                  <a:srgbClr val="FFD4B2">
                    <a:alpha val="24833"/>
                  </a:srgbClr>
                </a:gs>
                <a:gs pos="42857">
                  <a:srgbClr val="FFD4B2">
                    <a:alpha val="17075"/>
                  </a:srgbClr>
                </a:gs>
                <a:gs pos="57143">
                  <a:srgbClr val="FFD4B2">
                    <a:alpha val="9855"/>
                  </a:srgbClr>
                </a:gs>
                <a:gs pos="71429">
                  <a:srgbClr val="FFD4B2">
                    <a:alpha val="4740"/>
                  </a:srgbClr>
                </a:gs>
                <a:gs pos="85714">
                  <a:srgbClr val="FFD4B2">
                    <a:alpha val="1902"/>
                  </a:srgbClr>
                </a:gs>
                <a:gs pos="100000">
                  <a:srgbClr val="FFD4B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Splat 1253"/>
            <p:cNvSpPr>
              <a:spLocks noGrp="1"/>
            </p:cNvSpPr>
            <p:nvPr/>
          </p:nvSpPr>
          <p:spPr>
            <a:xfrm rot="3798314">
              <a:off x="2906925" y="2085315"/>
              <a:ext cx="356094" cy="269938"/>
            </a:xfrm>
            <a:prstGeom prst="ellipse">
              <a:avLst/>
            </a:prstGeom>
            <a:gradFill>
              <a:gsLst>
                <a:gs pos="0">
                  <a:srgbClr val="B7A48B">
                    <a:alpha val="15949"/>
                  </a:srgbClr>
                </a:gs>
                <a:gs pos="14286">
                  <a:srgbClr val="B7A48B">
                    <a:alpha val="14759"/>
                  </a:srgbClr>
                </a:gs>
                <a:gs pos="28571">
                  <a:srgbClr val="B7A48B">
                    <a:alpha val="11661"/>
                  </a:srgbClr>
                </a:gs>
                <a:gs pos="42857">
                  <a:srgbClr val="B7A48B">
                    <a:alpha val="7811"/>
                  </a:srgbClr>
                </a:gs>
                <a:gs pos="57143">
                  <a:srgbClr val="B7A48B">
                    <a:alpha val="4406"/>
                  </a:srgbClr>
                </a:gs>
                <a:gs pos="71429">
                  <a:srgbClr val="B7A48B">
                    <a:alpha val="2087"/>
                  </a:srgbClr>
                </a:gs>
                <a:gs pos="85714">
                  <a:srgbClr val="B7A48B">
                    <a:alpha val="831"/>
                  </a:srgbClr>
                </a:gs>
                <a:gs pos="100000">
                  <a:srgbClr val="B7A48B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Splat 1254"/>
            <p:cNvSpPr>
              <a:spLocks noGrp="1"/>
            </p:cNvSpPr>
            <p:nvPr/>
          </p:nvSpPr>
          <p:spPr>
            <a:xfrm rot="10069000">
              <a:off x="1620665" y="1931966"/>
              <a:ext cx="313388" cy="28218"/>
            </a:xfrm>
            <a:prstGeom prst="ellipse">
              <a:avLst/>
            </a:prstGeom>
            <a:gradFill>
              <a:gsLst>
                <a:gs pos="0">
                  <a:srgbClr val="FFD3AE">
                    <a:alpha val="20130"/>
                  </a:srgbClr>
                </a:gs>
                <a:gs pos="14286">
                  <a:srgbClr val="FFD3AE">
                    <a:alpha val="18665"/>
                  </a:srgbClr>
                </a:gs>
                <a:gs pos="28571">
                  <a:srgbClr val="FFD3AE">
                    <a:alpha val="14820"/>
                  </a:srgbClr>
                </a:gs>
                <a:gs pos="42857">
                  <a:srgbClr val="FFD3AE">
                    <a:alpha val="9987"/>
                  </a:srgbClr>
                </a:gs>
                <a:gs pos="57143">
                  <a:srgbClr val="FFD3AE">
                    <a:alpha val="5663"/>
                  </a:srgbClr>
                </a:gs>
                <a:gs pos="71429">
                  <a:srgbClr val="FFD3AE">
                    <a:alpha val="2692"/>
                  </a:srgbClr>
                </a:gs>
                <a:gs pos="85714">
                  <a:srgbClr val="FFD3AE">
                    <a:alpha val="1073"/>
                  </a:srgbClr>
                </a:gs>
                <a:gs pos="100000">
                  <a:srgbClr val="FFD3AE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Splat 1255"/>
            <p:cNvSpPr>
              <a:spLocks noGrp="1"/>
            </p:cNvSpPr>
            <p:nvPr/>
          </p:nvSpPr>
          <p:spPr>
            <a:xfrm rot="8763479">
              <a:off x="3300789" y="1354288"/>
              <a:ext cx="399786" cy="286190"/>
            </a:xfrm>
            <a:prstGeom prst="ellipse">
              <a:avLst/>
            </a:prstGeom>
            <a:gradFill>
              <a:gsLst>
                <a:gs pos="0">
                  <a:srgbClr val="FCDBD4">
                    <a:alpha val="32968"/>
                  </a:srgbClr>
                </a:gs>
                <a:gs pos="14286">
                  <a:srgbClr val="FCDBD4">
                    <a:alpha val="30764"/>
                  </a:srgbClr>
                </a:gs>
                <a:gs pos="28571">
                  <a:srgbClr val="FCDBD4">
                    <a:alpha val="24833"/>
                  </a:srgbClr>
                </a:gs>
                <a:gs pos="42857">
                  <a:srgbClr val="FCDBD4">
                    <a:alpha val="17075"/>
                  </a:srgbClr>
                </a:gs>
                <a:gs pos="57143">
                  <a:srgbClr val="FCDBD4">
                    <a:alpha val="9855"/>
                  </a:srgbClr>
                </a:gs>
                <a:gs pos="71429">
                  <a:srgbClr val="FCDBD4">
                    <a:alpha val="4740"/>
                  </a:srgbClr>
                </a:gs>
                <a:gs pos="85714">
                  <a:srgbClr val="FCDBD4">
                    <a:alpha val="1902"/>
                  </a:srgbClr>
                </a:gs>
                <a:gs pos="100000">
                  <a:srgbClr val="FCDBD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Splat 1256"/>
            <p:cNvSpPr>
              <a:spLocks noGrp="1"/>
            </p:cNvSpPr>
            <p:nvPr/>
          </p:nvSpPr>
          <p:spPr>
            <a:xfrm rot="9026989">
              <a:off x="1613046" y="147354"/>
              <a:ext cx="448589" cy="88493"/>
            </a:xfrm>
            <a:prstGeom prst="ellipse">
              <a:avLst/>
            </a:prstGeom>
            <a:gradFill>
              <a:gsLst>
                <a:gs pos="0">
                  <a:srgbClr val="FFC593">
                    <a:alpha val="10764"/>
                  </a:srgbClr>
                </a:gs>
                <a:gs pos="14286">
                  <a:srgbClr val="FFC593">
                    <a:alpha val="9938"/>
                  </a:srgbClr>
                </a:gs>
                <a:gs pos="28571">
                  <a:srgbClr val="FFC593">
                    <a:alpha val="7806"/>
                  </a:srgbClr>
                </a:gs>
                <a:gs pos="42857">
                  <a:srgbClr val="FFC593">
                    <a:alpha val="5191"/>
                  </a:srgbClr>
                </a:gs>
                <a:gs pos="57143">
                  <a:srgbClr val="FFC593">
                    <a:alpha val="2911"/>
                  </a:srgbClr>
                </a:gs>
                <a:gs pos="71429">
                  <a:srgbClr val="FFC593">
                    <a:alpha val="1373"/>
                  </a:srgbClr>
                </a:gs>
                <a:gs pos="85714">
                  <a:srgbClr val="FFC593">
                    <a:alpha val="545"/>
                  </a:srgbClr>
                </a:gs>
                <a:gs pos="100000">
                  <a:srgbClr val="FFC593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Splat 1257"/>
            <p:cNvSpPr>
              <a:spLocks noGrp="1"/>
            </p:cNvSpPr>
            <p:nvPr/>
          </p:nvSpPr>
          <p:spPr>
            <a:xfrm rot="6965037">
              <a:off x="961189" y="316461"/>
              <a:ext cx="297002" cy="205498"/>
            </a:xfrm>
            <a:prstGeom prst="ellipse">
              <a:avLst/>
            </a:prstGeom>
            <a:gradFill>
              <a:gsLst>
                <a:gs pos="0">
                  <a:srgbClr val="B79D69">
                    <a:alpha val="4888"/>
                  </a:srgbClr>
                </a:gs>
                <a:gs pos="14286">
                  <a:srgbClr val="B79D69">
                    <a:alpha val="4501"/>
                  </a:srgbClr>
                </a:gs>
                <a:gs pos="28571">
                  <a:srgbClr val="B79D69">
                    <a:alpha val="3513"/>
                  </a:srgbClr>
                </a:gs>
                <a:gs pos="42857">
                  <a:srgbClr val="B79D69">
                    <a:alpha val="2318"/>
                  </a:srgbClr>
                </a:gs>
                <a:gs pos="57143">
                  <a:srgbClr val="B79D69">
                    <a:alpha val="1291"/>
                  </a:srgbClr>
                </a:gs>
                <a:gs pos="71429">
                  <a:srgbClr val="B79D69">
                    <a:alpha val="607"/>
                  </a:srgbClr>
                </a:gs>
                <a:gs pos="85714">
                  <a:srgbClr val="B79D69">
                    <a:alpha val="240"/>
                  </a:srgbClr>
                </a:gs>
                <a:gs pos="100000">
                  <a:srgbClr val="B79D69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Splat 1258"/>
            <p:cNvSpPr>
              <a:spLocks noGrp="1"/>
            </p:cNvSpPr>
            <p:nvPr/>
          </p:nvSpPr>
          <p:spPr>
            <a:xfrm rot="4083508">
              <a:off x="1596908" y="1443925"/>
              <a:ext cx="395233" cy="939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Splat 1259"/>
            <p:cNvSpPr>
              <a:spLocks noGrp="1"/>
            </p:cNvSpPr>
            <p:nvPr/>
          </p:nvSpPr>
          <p:spPr>
            <a:xfrm rot="9700921">
              <a:off x="2302839" y="1372124"/>
              <a:ext cx="361073" cy="176108"/>
            </a:xfrm>
            <a:prstGeom prst="ellipse">
              <a:avLst/>
            </a:prstGeom>
            <a:gradFill>
              <a:gsLst>
                <a:gs pos="0">
                  <a:srgbClr val="FFBA59">
                    <a:alpha val="14824"/>
                  </a:srgbClr>
                </a:gs>
                <a:gs pos="14286">
                  <a:srgbClr val="FFBA59">
                    <a:alpha val="13711"/>
                  </a:srgbClr>
                </a:gs>
                <a:gs pos="28571">
                  <a:srgbClr val="FFBA59">
                    <a:alpha val="10819"/>
                  </a:srgbClr>
                </a:gs>
                <a:gs pos="42857">
                  <a:srgbClr val="FFBA59">
                    <a:alpha val="7235"/>
                  </a:srgbClr>
                </a:gs>
                <a:gs pos="57143">
                  <a:srgbClr val="FFBA59">
                    <a:alpha val="4076"/>
                  </a:srgbClr>
                </a:gs>
                <a:gs pos="71429">
                  <a:srgbClr val="FFBA59">
                    <a:alpha val="1929"/>
                  </a:srgbClr>
                </a:gs>
                <a:gs pos="85714">
                  <a:srgbClr val="FFBA59">
                    <a:alpha val="767"/>
                  </a:srgbClr>
                </a:gs>
                <a:gs pos="100000">
                  <a:srgbClr val="FFBA59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Splat 1260"/>
            <p:cNvSpPr>
              <a:spLocks noGrp="1"/>
            </p:cNvSpPr>
            <p:nvPr/>
          </p:nvSpPr>
          <p:spPr>
            <a:xfrm rot="8129114">
              <a:off x="-83994" y="726881"/>
              <a:ext cx="656608" cy="182672"/>
            </a:xfrm>
            <a:prstGeom prst="ellipse">
              <a:avLst/>
            </a:prstGeom>
            <a:gradFill>
              <a:gsLst>
                <a:gs pos="0">
                  <a:srgbClr val="563E00">
                    <a:alpha val="30075"/>
                  </a:srgbClr>
                </a:gs>
                <a:gs pos="14286">
                  <a:srgbClr val="563E00">
                    <a:alpha val="28022"/>
                  </a:srgbClr>
                </a:gs>
                <a:gs pos="28571">
                  <a:srgbClr val="563E00">
                    <a:alpha val="22532"/>
                  </a:srgbClr>
                </a:gs>
                <a:gs pos="42857">
                  <a:srgbClr val="563E00">
                    <a:alpha val="15419"/>
                  </a:srgbClr>
                </a:gs>
                <a:gs pos="57143">
                  <a:srgbClr val="563E00">
                    <a:alpha val="8862"/>
                  </a:srgbClr>
                </a:gs>
                <a:gs pos="71429">
                  <a:srgbClr val="563E00">
                    <a:alpha val="4250"/>
                  </a:srgbClr>
                </a:gs>
                <a:gs pos="85714">
                  <a:srgbClr val="563E00">
                    <a:alpha val="1703"/>
                  </a:srgbClr>
                </a:gs>
                <a:gs pos="100000">
                  <a:srgbClr val="563E00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Splat 1261"/>
            <p:cNvSpPr>
              <a:spLocks noGrp="1"/>
            </p:cNvSpPr>
            <p:nvPr/>
          </p:nvSpPr>
          <p:spPr>
            <a:xfrm rot="4855828">
              <a:off x="1807843" y="15812"/>
              <a:ext cx="286394" cy="95462"/>
            </a:xfrm>
            <a:prstGeom prst="ellipse">
              <a:avLst/>
            </a:prstGeom>
            <a:gradFill>
              <a:gsLst>
                <a:gs pos="0">
                  <a:srgbClr val="CDA37F">
                    <a:alpha val="32968"/>
                  </a:srgbClr>
                </a:gs>
                <a:gs pos="14286">
                  <a:srgbClr val="CDA37F">
                    <a:alpha val="30764"/>
                  </a:srgbClr>
                </a:gs>
                <a:gs pos="28571">
                  <a:srgbClr val="CDA37F">
                    <a:alpha val="24833"/>
                  </a:srgbClr>
                </a:gs>
                <a:gs pos="42857">
                  <a:srgbClr val="CDA37F">
                    <a:alpha val="17075"/>
                  </a:srgbClr>
                </a:gs>
                <a:gs pos="57143">
                  <a:srgbClr val="CDA37F">
                    <a:alpha val="9855"/>
                  </a:srgbClr>
                </a:gs>
                <a:gs pos="71429">
                  <a:srgbClr val="CDA37F">
                    <a:alpha val="4740"/>
                  </a:srgbClr>
                </a:gs>
                <a:gs pos="85714">
                  <a:srgbClr val="CDA37F">
                    <a:alpha val="1902"/>
                  </a:srgbClr>
                </a:gs>
                <a:gs pos="100000">
                  <a:srgbClr val="CDA3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Splat 1262"/>
            <p:cNvSpPr>
              <a:spLocks noGrp="1"/>
            </p:cNvSpPr>
            <p:nvPr/>
          </p:nvSpPr>
          <p:spPr>
            <a:xfrm rot="-9474741">
              <a:off x="1069736" y="1215015"/>
              <a:ext cx="659555" cy="128022"/>
            </a:xfrm>
            <a:prstGeom prst="ellipse">
              <a:avLst/>
            </a:prstGeom>
            <a:gradFill>
              <a:gsLst>
                <a:gs pos="0">
                  <a:srgbClr val="FFCA8E">
                    <a:alpha val="32968"/>
                  </a:srgbClr>
                </a:gs>
                <a:gs pos="14286">
                  <a:srgbClr val="FFCA8E">
                    <a:alpha val="30764"/>
                  </a:srgbClr>
                </a:gs>
                <a:gs pos="28571">
                  <a:srgbClr val="FFCA8E">
                    <a:alpha val="24833"/>
                  </a:srgbClr>
                </a:gs>
                <a:gs pos="42857">
                  <a:srgbClr val="FFCA8E">
                    <a:alpha val="17075"/>
                  </a:srgbClr>
                </a:gs>
                <a:gs pos="57143">
                  <a:srgbClr val="FFCA8E">
                    <a:alpha val="9855"/>
                  </a:srgbClr>
                </a:gs>
                <a:gs pos="71429">
                  <a:srgbClr val="FFCA8E">
                    <a:alpha val="4740"/>
                  </a:srgbClr>
                </a:gs>
                <a:gs pos="85714">
                  <a:srgbClr val="FFCA8E">
                    <a:alpha val="1902"/>
                  </a:srgbClr>
                </a:gs>
                <a:gs pos="100000">
                  <a:srgbClr val="FFCA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Splat 1263"/>
            <p:cNvSpPr>
              <a:spLocks noGrp="1"/>
            </p:cNvSpPr>
            <p:nvPr/>
          </p:nvSpPr>
          <p:spPr>
            <a:xfrm rot="-8126196">
              <a:off x="1650692" y="53273"/>
              <a:ext cx="694832" cy="44311"/>
            </a:xfrm>
            <a:prstGeom prst="ellipse">
              <a:avLst/>
            </a:prstGeom>
            <a:gradFill>
              <a:gsLst>
                <a:gs pos="0">
                  <a:srgbClr val="FFB269">
                    <a:alpha val="2938"/>
                  </a:srgbClr>
                </a:gs>
                <a:gs pos="14286">
                  <a:srgbClr val="FFB269">
                    <a:alpha val="2704"/>
                  </a:srgbClr>
                </a:gs>
                <a:gs pos="28571">
                  <a:srgbClr val="FFB269">
                    <a:alpha val="2106"/>
                  </a:srgbClr>
                </a:gs>
                <a:gs pos="42857">
                  <a:srgbClr val="FFB269">
                    <a:alpha val="1386"/>
                  </a:srgbClr>
                </a:gs>
                <a:gs pos="57143">
                  <a:srgbClr val="FFB269">
                    <a:alpha val="771"/>
                  </a:srgbClr>
                </a:gs>
                <a:gs pos="71429">
                  <a:srgbClr val="FFB269">
                    <a:alpha val="361"/>
                  </a:srgbClr>
                </a:gs>
                <a:gs pos="85714">
                  <a:srgbClr val="FFB269">
                    <a:alpha val="143"/>
                  </a:srgbClr>
                </a:gs>
                <a:gs pos="100000">
                  <a:srgbClr val="FFB269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Splat 1264"/>
            <p:cNvSpPr>
              <a:spLocks noGrp="1"/>
            </p:cNvSpPr>
            <p:nvPr/>
          </p:nvSpPr>
          <p:spPr>
            <a:xfrm rot="9878703">
              <a:off x="282018" y="2228953"/>
              <a:ext cx="300689" cy="78485"/>
            </a:xfrm>
            <a:prstGeom prst="ellipse">
              <a:avLst/>
            </a:prstGeom>
            <a:gradFill>
              <a:gsLst>
                <a:gs pos="0">
                  <a:srgbClr val="C8B6A9">
                    <a:alpha val="32968"/>
                  </a:srgbClr>
                </a:gs>
                <a:gs pos="14286">
                  <a:srgbClr val="C8B6A9">
                    <a:alpha val="30764"/>
                  </a:srgbClr>
                </a:gs>
                <a:gs pos="28571">
                  <a:srgbClr val="C8B6A9">
                    <a:alpha val="24833"/>
                  </a:srgbClr>
                </a:gs>
                <a:gs pos="42857">
                  <a:srgbClr val="C8B6A9">
                    <a:alpha val="17075"/>
                  </a:srgbClr>
                </a:gs>
                <a:gs pos="57143">
                  <a:srgbClr val="C8B6A9">
                    <a:alpha val="9855"/>
                  </a:srgbClr>
                </a:gs>
                <a:gs pos="71429">
                  <a:srgbClr val="C8B6A9">
                    <a:alpha val="4740"/>
                  </a:srgbClr>
                </a:gs>
                <a:gs pos="85714">
                  <a:srgbClr val="C8B6A9">
                    <a:alpha val="1902"/>
                  </a:srgbClr>
                </a:gs>
                <a:gs pos="100000">
                  <a:srgbClr val="C8B6A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Splat 1265"/>
            <p:cNvSpPr>
              <a:spLocks noGrp="1"/>
            </p:cNvSpPr>
            <p:nvPr/>
          </p:nvSpPr>
          <p:spPr>
            <a:xfrm rot="-8787937">
              <a:off x="2631522" y="1582964"/>
              <a:ext cx="537184" cy="287860"/>
            </a:xfrm>
            <a:prstGeom prst="ellipse">
              <a:avLst/>
            </a:prstGeom>
            <a:gradFill>
              <a:gsLst>
                <a:gs pos="0">
                  <a:srgbClr val="E7D1D9">
                    <a:alpha val="28262"/>
                  </a:srgbClr>
                </a:gs>
                <a:gs pos="14286">
                  <a:srgbClr val="E7D1D9">
                    <a:alpha val="26308"/>
                  </a:srgbClr>
                </a:gs>
                <a:gs pos="28571">
                  <a:srgbClr val="E7D1D9">
                    <a:alpha val="21104"/>
                  </a:srgbClr>
                </a:gs>
                <a:gs pos="42857">
                  <a:srgbClr val="E7D1D9">
                    <a:alpha val="14399"/>
                  </a:srgbClr>
                </a:gs>
                <a:gs pos="57143">
                  <a:srgbClr val="E7D1D9">
                    <a:alpha val="8254"/>
                  </a:srgbClr>
                </a:gs>
                <a:gs pos="71429">
                  <a:srgbClr val="E7D1D9">
                    <a:alpha val="3952"/>
                  </a:srgbClr>
                </a:gs>
                <a:gs pos="85714">
                  <a:srgbClr val="E7D1D9">
                    <a:alpha val="1582"/>
                  </a:srgbClr>
                </a:gs>
                <a:gs pos="100000">
                  <a:srgbClr val="E7D1D9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Splat 1266"/>
            <p:cNvSpPr>
              <a:spLocks noGrp="1"/>
            </p:cNvSpPr>
            <p:nvPr/>
          </p:nvSpPr>
          <p:spPr>
            <a:xfrm rot="5337057">
              <a:off x="1133341" y="162256"/>
              <a:ext cx="295952" cy="18315"/>
            </a:xfrm>
            <a:prstGeom prst="ellipse">
              <a:avLst/>
            </a:prstGeom>
            <a:gradFill>
              <a:gsLst>
                <a:gs pos="0">
                  <a:srgbClr val="FFCAA0">
                    <a:alpha val="24785"/>
                  </a:srgbClr>
                </a:gs>
                <a:gs pos="14286">
                  <a:srgbClr val="FFCAA0">
                    <a:alpha val="23032"/>
                  </a:srgbClr>
                </a:gs>
                <a:gs pos="28571">
                  <a:srgbClr val="FFCAA0">
                    <a:alpha val="18393"/>
                  </a:srgbClr>
                </a:gs>
                <a:gs pos="42857">
                  <a:srgbClr val="FFCAA0">
                    <a:alpha val="12482"/>
                  </a:srgbClr>
                </a:gs>
                <a:gs pos="57143">
                  <a:srgbClr val="FFCAA0">
                    <a:alpha val="7121"/>
                  </a:srgbClr>
                </a:gs>
                <a:gs pos="71429">
                  <a:srgbClr val="FFCAA0">
                    <a:alpha val="3399"/>
                  </a:srgbClr>
                </a:gs>
                <a:gs pos="85714">
                  <a:srgbClr val="FFCAA0">
                    <a:alpha val="1358"/>
                  </a:srgbClr>
                </a:gs>
                <a:gs pos="100000">
                  <a:srgbClr val="FFCAA0">
                    <a:alpha val="4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Splat 1267"/>
            <p:cNvSpPr>
              <a:spLocks noGrp="1"/>
            </p:cNvSpPr>
            <p:nvPr/>
          </p:nvSpPr>
          <p:spPr>
            <a:xfrm rot="-9304577">
              <a:off x="814026" y="1378646"/>
              <a:ext cx="366708" cy="71742"/>
            </a:xfrm>
            <a:prstGeom prst="ellipse">
              <a:avLst/>
            </a:prstGeom>
            <a:gradFill>
              <a:gsLst>
                <a:gs pos="0">
                  <a:srgbClr val="E5B67B">
                    <a:alpha val="32968"/>
                  </a:srgbClr>
                </a:gs>
                <a:gs pos="14286">
                  <a:srgbClr val="E5B67B">
                    <a:alpha val="30764"/>
                  </a:srgbClr>
                </a:gs>
                <a:gs pos="28571">
                  <a:srgbClr val="E5B67B">
                    <a:alpha val="24833"/>
                  </a:srgbClr>
                </a:gs>
                <a:gs pos="42857">
                  <a:srgbClr val="E5B67B">
                    <a:alpha val="17075"/>
                  </a:srgbClr>
                </a:gs>
                <a:gs pos="57143">
                  <a:srgbClr val="E5B67B">
                    <a:alpha val="9855"/>
                  </a:srgbClr>
                </a:gs>
                <a:gs pos="71429">
                  <a:srgbClr val="E5B67B">
                    <a:alpha val="4740"/>
                  </a:srgbClr>
                </a:gs>
                <a:gs pos="85714">
                  <a:srgbClr val="E5B67B">
                    <a:alpha val="1902"/>
                  </a:srgbClr>
                </a:gs>
                <a:gs pos="100000">
                  <a:srgbClr val="E5B67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Splat 1268"/>
            <p:cNvSpPr>
              <a:spLocks noGrp="1"/>
            </p:cNvSpPr>
            <p:nvPr/>
          </p:nvSpPr>
          <p:spPr>
            <a:xfrm rot="-10272141">
              <a:off x="1054216" y="1888157"/>
              <a:ext cx="228523" cy="198704"/>
            </a:xfrm>
            <a:prstGeom prst="ellipse">
              <a:avLst/>
            </a:prstGeom>
            <a:gradFill>
              <a:gsLst>
                <a:gs pos="0">
                  <a:srgbClr val="C9AE9C">
                    <a:alpha val="31900"/>
                  </a:srgbClr>
                </a:gs>
                <a:gs pos="14286">
                  <a:srgbClr val="C9AE9C">
                    <a:alpha val="29750"/>
                  </a:srgbClr>
                </a:gs>
                <a:gs pos="28571">
                  <a:srgbClr val="C9AE9C">
                    <a:alpha val="23980"/>
                  </a:srgbClr>
                </a:gs>
                <a:gs pos="42857">
                  <a:srgbClr val="C9AE9C">
                    <a:alpha val="16459"/>
                  </a:srgbClr>
                </a:gs>
                <a:gs pos="57143">
                  <a:srgbClr val="C9AE9C">
                    <a:alpha val="9484"/>
                  </a:srgbClr>
                </a:gs>
                <a:gs pos="71429">
                  <a:srgbClr val="C9AE9C">
                    <a:alpha val="4557"/>
                  </a:srgbClr>
                </a:gs>
                <a:gs pos="85714">
                  <a:srgbClr val="C9AE9C">
                    <a:alpha val="1828"/>
                  </a:srgbClr>
                </a:gs>
                <a:gs pos="100000">
                  <a:srgbClr val="C9AE9C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Splat 1269"/>
            <p:cNvSpPr>
              <a:spLocks noGrp="1"/>
            </p:cNvSpPr>
            <p:nvPr/>
          </p:nvSpPr>
          <p:spPr>
            <a:xfrm rot="8157232">
              <a:off x="841612" y="2292300"/>
              <a:ext cx="611880" cy="24301"/>
            </a:xfrm>
            <a:prstGeom prst="ellipse">
              <a:avLst/>
            </a:prstGeom>
            <a:gradFill>
              <a:gsLst>
                <a:gs pos="0">
                  <a:srgbClr val="FEE2CC">
                    <a:alpha val="32968"/>
                  </a:srgbClr>
                </a:gs>
                <a:gs pos="14286">
                  <a:srgbClr val="FEE2CC">
                    <a:alpha val="30764"/>
                  </a:srgbClr>
                </a:gs>
                <a:gs pos="28571">
                  <a:srgbClr val="FEE2CC">
                    <a:alpha val="24833"/>
                  </a:srgbClr>
                </a:gs>
                <a:gs pos="42857">
                  <a:srgbClr val="FEE2CC">
                    <a:alpha val="17075"/>
                  </a:srgbClr>
                </a:gs>
                <a:gs pos="57143">
                  <a:srgbClr val="FEE2CC">
                    <a:alpha val="9855"/>
                  </a:srgbClr>
                </a:gs>
                <a:gs pos="71429">
                  <a:srgbClr val="FEE2CC">
                    <a:alpha val="4740"/>
                  </a:srgbClr>
                </a:gs>
                <a:gs pos="85714">
                  <a:srgbClr val="FEE2CC">
                    <a:alpha val="1902"/>
                  </a:srgbClr>
                </a:gs>
                <a:gs pos="100000">
                  <a:srgbClr val="FEE2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Splat 1270"/>
            <p:cNvSpPr>
              <a:spLocks noGrp="1"/>
            </p:cNvSpPr>
            <p:nvPr/>
          </p:nvSpPr>
          <p:spPr>
            <a:xfrm rot="6771947">
              <a:off x="1575694" y="-2090"/>
              <a:ext cx="306735" cy="163151"/>
            </a:xfrm>
            <a:prstGeom prst="ellipse">
              <a:avLst/>
            </a:prstGeom>
            <a:gradFill>
              <a:gsLst>
                <a:gs pos="0">
                  <a:srgbClr val="FFAC50">
                    <a:alpha val="10032"/>
                  </a:srgbClr>
                </a:gs>
                <a:gs pos="14286">
                  <a:srgbClr val="FFAC50">
                    <a:alpha val="9259"/>
                  </a:srgbClr>
                </a:gs>
                <a:gs pos="28571">
                  <a:srgbClr val="FFAC50">
                    <a:alpha val="7266"/>
                  </a:srgbClr>
                </a:gs>
                <a:gs pos="42857">
                  <a:srgbClr val="FFAC50">
                    <a:alpha val="4828"/>
                  </a:srgbClr>
                </a:gs>
                <a:gs pos="57143">
                  <a:srgbClr val="FFAC50">
                    <a:alpha val="2705"/>
                  </a:srgbClr>
                </a:gs>
                <a:gs pos="71429">
                  <a:srgbClr val="FFAC50">
                    <a:alpha val="1275"/>
                  </a:srgbClr>
                </a:gs>
                <a:gs pos="85714">
                  <a:srgbClr val="FFAC50">
                    <a:alpha val="506"/>
                  </a:srgbClr>
                </a:gs>
                <a:gs pos="100000">
                  <a:srgbClr val="FFAC50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Splat 1271"/>
            <p:cNvSpPr>
              <a:spLocks noGrp="1"/>
            </p:cNvSpPr>
            <p:nvPr/>
          </p:nvSpPr>
          <p:spPr>
            <a:xfrm rot="-10341689">
              <a:off x="1289074" y="2115042"/>
              <a:ext cx="618477" cy="75771"/>
            </a:xfrm>
            <a:prstGeom prst="ellipse">
              <a:avLst/>
            </a:prstGeom>
            <a:gradFill>
              <a:gsLst>
                <a:gs pos="0">
                  <a:srgbClr val="C09D83">
                    <a:alpha val="32968"/>
                  </a:srgbClr>
                </a:gs>
                <a:gs pos="14286">
                  <a:srgbClr val="C09D83">
                    <a:alpha val="30764"/>
                  </a:srgbClr>
                </a:gs>
                <a:gs pos="28571">
                  <a:srgbClr val="C09D83">
                    <a:alpha val="24833"/>
                  </a:srgbClr>
                </a:gs>
                <a:gs pos="42857">
                  <a:srgbClr val="C09D83">
                    <a:alpha val="17075"/>
                  </a:srgbClr>
                </a:gs>
                <a:gs pos="57143">
                  <a:srgbClr val="C09D83">
                    <a:alpha val="9855"/>
                  </a:srgbClr>
                </a:gs>
                <a:gs pos="71429">
                  <a:srgbClr val="C09D83">
                    <a:alpha val="4740"/>
                  </a:srgbClr>
                </a:gs>
                <a:gs pos="85714">
                  <a:srgbClr val="C09D83">
                    <a:alpha val="1902"/>
                  </a:srgbClr>
                </a:gs>
                <a:gs pos="100000">
                  <a:srgbClr val="C09D8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Splat 1272"/>
            <p:cNvSpPr>
              <a:spLocks noGrp="1"/>
            </p:cNvSpPr>
            <p:nvPr/>
          </p:nvSpPr>
          <p:spPr>
            <a:xfrm rot="-10572965">
              <a:off x="532669" y="1332810"/>
              <a:ext cx="756862" cy="87836"/>
            </a:xfrm>
            <a:prstGeom prst="ellipse">
              <a:avLst/>
            </a:prstGeom>
            <a:gradFill>
              <a:gsLst>
                <a:gs pos="0">
                  <a:srgbClr val="571800">
                    <a:alpha val="32968"/>
                  </a:srgbClr>
                </a:gs>
                <a:gs pos="14286">
                  <a:srgbClr val="571800">
                    <a:alpha val="30764"/>
                  </a:srgbClr>
                </a:gs>
                <a:gs pos="28571">
                  <a:srgbClr val="571800">
                    <a:alpha val="24833"/>
                  </a:srgbClr>
                </a:gs>
                <a:gs pos="42857">
                  <a:srgbClr val="571800">
                    <a:alpha val="17075"/>
                  </a:srgbClr>
                </a:gs>
                <a:gs pos="57143">
                  <a:srgbClr val="571800">
                    <a:alpha val="9855"/>
                  </a:srgbClr>
                </a:gs>
                <a:gs pos="71429">
                  <a:srgbClr val="571800">
                    <a:alpha val="4740"/>
                  </a:srgbClr>
                </a:gs>
                <a:gs pos="85714">
                  <a:srgbClr val="571800">
                    <a:alpha val="1902"/>
                  </a:srgbClr>
                </a:gs>
                <a:gs pos="100000">
                  <a:srgbClr val="571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Splat 1273"/>
            <p:cNvSpPr>
              <a:spLocks noGrp="1"/>
            </p:cNvSpPr>
            <p:nvPr/>
          </p:nvSpPr>
          <p:spPr>
            <a:xfrm rot="4428364">
              <a:off x="949184" y="53461"/>
              <a:ext cx="712277" cy="100271"/>
            </a:xfrm>
            <a:prstGeom prst="ellipse">
              <a:avLst/>
            </a:prstGeom>
            <a:gradFill>
              <a:gsLst>
                <a:gs pos="0">
                  <a:srgbClr val="4F2400">
                    <a:alpha val="32968"/>
                  </a:srgbClr>
                </a:gs>
                <a:gs pos="14286">
                  <a:srgbClr val="4F2400">
                    <a:alpha val="30764"/>
                  </a:srgbClr>
                </a:gs>
                <a:gs pos="28571">
                  <a:srgbClr val="4F2400">
                    <a:alpha val="24833"/>
                  </a:srgbClr>
                </a:gs>
                <a:gs pos="42857">
                  <a:srgbClr val="4F2400">
                    <a:alpha val="17075"/>
                  </a:srgbClr>
                </a:gs>
                <a:gs pos="57143">
                  <a:srgbClr val="4F2400">
                    <a:alpha val="9855"/>
                  </a:srgbClr>
                </a:gs>
                <a:gs pos="71429">
                  <a:srgbClr val="4F2400">
                    <a:alpha val="4740"/>
                  </a:srgbClr>
                </a:gs>
                <a:gs pos="85714">
                  <a:srgbClr val="4F2400">
                    <a:alpha val="1902"/>
                  </a:srgbClr>
                </a:gs>
                <a:gs pos="100000">
                  <a:srgbClr val="4F2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Splat 1274"/>
            <p:cNvSpPr>
              <a:spLocks noGrp="1"/>
            </p:cNvSpPr>
            <p:nvPr/>
          </p:nvSpPr>
          <p:spPr>
            <a:xfrm rot="7954518">
              <a:off x="1339533" y="141372"/>
              <a:ext cx="301968" cy="64561"/>
            </a:xfrm>
            <a:prstGeom prst="ellipse">
              <a:avLst/>
            </a:prstGeom>
            <a:gradFill>
              <a:gsLst>
                <a:gs pos="0">
                  <a:srgbClr val="DFB288">
                    <a:alpha val="30187"/>
                  </a:srgbClr>
                </a:gs>
                <a:gs pos="14286">
                  <a:srgbClr val="DFB288">
                    <a:alpha val="28128"/>
                  </a:srgbClr>
                </a:gs>
                <a:gs pos="28571">
                  <a:srgbClr val="DFB288">
                    <a:alpha val="22620"/>
                  </a:srgbClr>
                </a:gs>
                <a:gs pos="42857">
                  <a:srgbClr val="DFB288">
                    <a:alpha val="15482"/>
                  </a:srgbClr>
                </a:gs>
                <a:gs pos="57143">
                  <a:srgbClr val="DFB288">
                    <a:alpha val="8899"/>
                  </a:srgbClr>
                </a:gs>
                <a:gs pos="71429">
                  <a:srgbClr val="DFB288">
                    <a:alpha val="4269"/>
                  </a:srgbClr>
                </a:gs>
                <a:gs pos="85714">
                  <a:srgbClr val="DFB288">
                    <a:alpha val="1710"/>
                  </a:srgbClr>
                </a:gs>
                <a:gs pos="100000">
                  <a:srgbClr val="DFB288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Splat 1275"/>
            <p:cNvSpPr>
              <a:spLocks noGrp="1"/>
            </p:cNvSpPr>
            <p:nvPr/>
          </p:nvSpPr>
          <p:spPr>
            <a:xfrm rot="8562688">
              <a:off x="1666717" y="1416801"/>
              <a:ext cx="330608" cy="89212"/>
            </a:xfrm>
            <a:prstGeom prst="ellipse">
              <a:avLst/>
            </a:prstGeom>
            <a:gradFill>
              <a:gsLst>
                <a:gs pos="0">
                  <a:srgbClr val="F59738">
                    <a:alpha val="32968"/>
                  </a:srgbClr>
                </a:gs>
                <a:gs pos="14286">
                  <a:srgbClr val="F59738">
                    <a:alpha val="30764"/>
                  </a:srgbClr>
                </a:gs>
                <a:gs pos="28571">
                  <a:srgbClr val="F59738">
                    <a:alpha val="24833"/>
                  </a:srgbClr>
                </a:gs>
                <a:gs pos="42857">
                  <a:srgbClr val="F59738">
                    <a:alpha val="17075"/>
                  </a:srgbClr>
                </a:gs>
                <a:gs pos="57143">
                  <a:srgbClr val="F59738">
                    <a:alpha val="9855"/>
                  </a:srgbClr>
                </a:gs>
                <a:gs pos="71429">
                  <a:srgbClr val="F59738">
                    <a:alpha val="4740"/>
                  </a:srgbClr>
                </a:gs>
                <a:gs pos="85714">
                  <a:srgbClr val="F59738">
                    <a:alpha val="1902"/>
                  </a:srgbClr>
                </a:gs>
                <a:gs pos="100000">
                  <a:srgbClr val="F5973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Splat 1276"/>
            <p:cNvSpPr>
              <a:spLocks noGrp="1"/>
            </p:cNvSpPr>
            <p:nvPr/>
          </p:nvSpPr>
          <p:spPr>
            <a:xfrm rot="9010513">
              <a:off x="1951985" y="1902358"/>
              <a:ext cx="418880" cy="163968"/>
            </a:xfrm>
            <a:prstGeom prst="ellipse">
              <a:avLst/>
            </a:prstGeom>
            <a:gradFill>
              <a:gsLst>
                <a:gs pos="0">
                  <a:srgbClr val="FF4800">
                    <a:alpha val="32968"/>
                  </a:srgbClr>
                </a:gs>
                <a:gs pos="14286">
                  <a:srgbClr val="FF4800">
                    <a:alpha val="30764"/>
                  </a:srgbClr>
                </a:gs>
                <a:gs pos="28571">
                  <a:srgbClr val="FF4800">
                    <a:alpha val="24833"/>
                  </a:srgbClr>
                </a:gs>
                <a:gs pos="42857">
                  <a:srgbClr val="FF4800">
                    <a:alpha val="17075"/>
                  </a:srgbClr>
                </a:gs>
                <a:gs pos="57143">
                  <a:srgbClr val="FF4800">
                    <a:alpha val="9855"/>
                  </a:srgbClr>
                </a:gs>
                <a:gs pos="71429">
                  <a:srgbClr val="FF4800">
                    <a:alpha val="4740"/>
                  </a:srgbClr>
                </a:gs>
                <a:gs pos="85714">
                  <a:srgbClr val="FF4800">
                    <a:alpha val="1902"/>
                  </a:srgbClr>
                </a:gs>
                <a:gs pos="100000">
                  <a:srgbClr val="FF4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Splat 1277"/>
            <p:cNvSpPr>
              <a:spLocks noGrp="1"/>
            </p:cNvSpPr>
            <p:nvPr/>
          </p:nvSpPr>
          <p:spPr>
            <a:xfrm rot="-9177391">
              <a:off x="2056020" y="19189"/>
              <a:ext cx="493470" cy="136000"/>
            </a:xfrm>
            <a:prstGeom prst="ellipse">
              <a:avLst/>
            </a:prstGeom>
            <a:gradFill>
              <a:gsLst>
                <a:gs pos="0">
                  <a:srgbClr val="241600">
                    <a:alpha val="32968"/>
                  </a:srgbClr>
                </a:gs>
                <a:gs pos="14286">
                  <a:srgbClr val="241600">
                    <a:alpha val="30764"/>
                  </a:srgbClr>
                </a:gs>
                <a:gs pos="28571">
                  <a:srgbClr val="241600">
                    <a:alpha val="24833"/>
                  </a:srgbClr>
                </a:gs>
                <a:gs pos="42857">
                  <a:srgbClr val="241600">
                    <a:alpha val="17075"/>
                  </a:srgbClr>
                </a:gs>
                <a:gs pos="57143">
                  <a:srgbClr val="241600">
                    <a:alpha val="9855"/>
                  </a:srgbClr>
                </a:gs>
                <a:gs pos="71429">
                  <a:srgbClr val="241600">
                    <a:alpha val="4740"/>
                  </a:srgbClr>
                </a:gs>
                <a:gs pos="85714">
                  <a:srgbClr val="241600">
                    <a:alpha val="1902"/>
                  </a:srgbClr>
                </a:gs>
                <a:gs pos="100000">
                  <a:srgbClr val="241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Splat 1278"/>
            <p:cNvSpPr>
              <a:spLocks noGrp="1"/>
            </p:cNvSpPr>
            <p:nvPr/>
          </p:nvSpPr>
          <p:spPr>
            <a:xfrm rot="5445831">
              <a:off x="2712682" y="1050214"/>
              <a:ext cx="280117" cy="165323"/>
            </a:xfrm>
            <a:prstGeom prst="ellipse">
              <a:avLst/>
            </a:prstGeom>
            <a:gradFill>
              <a:gsLst>
                <a:gs pos="0">
                  <a:srgbClr val="F4C5A3">
                    <a:alpha val="32968"/>
                  </a:srgbClr>
                </a:gs>
                <a:gs pos="14286">
                  <a:srgbClr val="F4C5A3">
                    <a:alpha val="30764"/>
                  </a:srgbClr>
                </a:gs>
                <a:gs pos="28571">
                  <a:srgbClr val="F4C5A3">
                    <a:alpha val="24833"/>
                  </a:srgbClr>
                </a:gs>
                <a:gs pos="42857">
                  <a:srgbClr val="F4C5A3">
                    <a:alpha val="17075"/>
                  </a:srgbClr>
                </a:gs>
                <a:gs pos="57143">
                  <a:srgbClr val="F4C5A3">
                    <a:alpha val="9855"/>
                  </a:srgbClr>
                </a:gs>
                <a:gs pos="71429">
                  <a:srgbClr val="F4C5A3">
                    <a:alpha val="4740"/>
                  </a:srgbClr>
                </a:gs>
                <a:gs pos="85714">
                  <a:srgbClr val="F4C5A3">
                    <a:alpha val="1902"/>
                  </a:srgbClr>
                </a:gs>
                <a:gs pos="100000">
                  <a:srgbClr val="F4C5A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Splat 1279"/>
            <p:cNvSpPr>
              <a:spLocks noGrp="1"/>
            </p:cNvSpPr>
            <p:nvPr/>
          </p:nvSpPr>
          <p:spPr>
            <a:xfrm rot="4553816">
              <a:off x="1430269" y="1106107"/>
              <a:ext cx="684527" cy="63851"/>
            </a:xfrm>
            <a:prstGeom prst="ellipse">
              <a:avLst/>
            </a:prstGeom>
            <a:gradFill>
              <a:gsLst>
                <a:gs pos="0">
                  <a:srgbClr val="F7B077">
                    <a:alpha val="32968"/>
                  </a:srgbClr>
                </a:gs>
                <a:gs pos="14286">
                  <a:srgbClr val="F7B077">
                    <a:alpha val="30764"/>
                  </a:srgbClr>
                </a:gs>
                <a:gs pos="28571">
                  <a:srgbClr val="F7B077">
                    <a:alpha val="24833"/>
                  </a:srgbClr>
                </a:gs>
                <a:gs pos="42857">
                  <a:srgbClr val="F7B077">
                    <a:alpha val="17075"/>
                  </a:srgbClr>
                </a:gs>
                <a:gs pos="57143">
                  <a:srgbClr val="F7B077">
                    <a:alpha val="9855"/>
                  </a:srgbClr>
                </a:gs>
                <a:gs pos="71429">
                  <a:srgbClr val="F7B077">
                    <a:alpha val="4740"/>
                  </a:srgbClr>
                </a:gs>
                <a:gs pos="85714">
                  <a:srgbClr val="F7B077">
                    <a:alpha val="1902"/>
                  </a:srgbClr>
                </a:gs>
                <a:gs pos="100000">
                  <a:srgbClr val="F7B0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Splat 1280"/>
            <p:cNvSpPr>
              <a:spLocks noGrp="1"/>
            </p:cNvSpPr>
            <p:nvPr/>
          </p:nvSpPr>
          <p:spPr>
            <a:xfrm rot="-10059985">
              <a:off x="1485414" y="1919501"/>
              <a:ext cx="350247" cy="88211"/>
            </a:xfrm>
            <a:prstGeom prst="ellipse">
              <a:avLst/>
            </a:prstGeom>
            <a:gradFill>
              <a:gsLst>
                <a:gs pos="0">
                  <a:srgbClr val="EEC18B">
                    <a:alpha val="20023"/>
                  </a:srgbClr>
                </a:gs>
                <a:gs pos="14286">
                  <a:srgbClr val="EEC18B">
                    <a:alpha val="18565"/>
                  </a:srgbClr>
                </a:gs>
                <a:gs pos="28571">
                  <a:srgbClr val="EEC18B">
                    <a:alpha val="14739"/>
                  </a:srgbClr>
                </a:gs>
                <a:gs pos="42857">
                  <a:srgbClr val="EEC18B">
                    <a:alpha val="9930"/>
                  </a:srgbClr>
                </a:gs>
                <a:gs pos="57143">
                  <a:srgbClr val="EEC18B">
                    <a:alpha val="5631"/>
                  </a:srgbClr>
                </a:gs>
                <a:gs pos="71429">
                  <a:srgbClr val="EEC18B">
                    <a:alpha val="2676"/>
                  </a:srgbClr>
                </a:gs>
                <a:gs pos="85714">
                  <a:srgbClr val="EEC18B">
                    <a:alpha val="1067"/>
                  </a:srgbClr>
                </a:gs>
                <a:gs pos="100000">
                  <a:srgbClr val="EEC18B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Splat 1281"/>
            <p:cNvSpPr>
              <a:spLocks noGrp="1"/>
            </p:cNvSpPr>
            <p:nvPr/>
          </p:nvSpPr>
          <p:spPr>
            <a:xfrm rot="-9870188">
              <a:off x="1153908" y="1926442"/>
              <a:ext cx="514958" cy="75812"/>
            </a:xfrm>
            <a:prstGeom prst="ellipse">
              <a:avLst/>
            </a:prstGeom>
            <a:gradFill>
              <a:gsLst>
                <a:gs pos="0">
                  <a:srgbClr val="752E00">
                    <a:alpha val="26951"/>
                  </a:srgbClr>
                </a:gs>
                <a:gs pos="14286">
                  <a:srgbClr val="752E00">
                    <a:alpha val="25072"/>
                  </a:srgbClr>
                </a:gs>
                <a:gs pos="28571">
                  <a:srgbClr val="752E00">
                    <a:alpha val="20078"/>
                  </a:srgbClr>
                </a:gs>
                <a:gs pos="42857">
                  <a:srgbClr val="752E00">
                    <a:alpha val="13671"/>
                  </a:srgbClr>
                </a:gs>
                <a:gs pos="57143">
                  <a:srgbClr val="752E00">
                    <a:alpha val="7822"/>
                  </a:srgbClr>
                </a:gs>
                <a:gs pos="71429">
                  <a:srgbClr val="752E00">
                    <a:alpha val="3741"/>
                  </a:srgbClr>
                </a:gs>
                <a:gs pos="85714">
                  <a:srgbClr val="752E00">
                    <a:alpha val="1496"/>
                  </a:srgbClr>
                </a:gs>
                <a:gs pos="100000">
                  <a:srgbClr val="752E00">
                    <a:alpha val="5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Splat 1282"/>
            <p:cNvSpPr>
              <a:spLocks noGrp="1"/>
            </p:cNvSpPr>
            <p:nvPr/>
          </p:nvSpPr>
          <p:spPr>
            <a:xfrm rot="8581005">
              <a:off x="1502588" y="7426"/>
              <a:ext cx="387299" cy="83134"/>
            </a:xfrm>
            <a:prstGeom prst="ellipse">
              <a:avLst/>
            </a:prstGeom>
            <a:gradFill>
              <a:gsLst>
                <a:gs pos="0">
                  <a:srgbClr val="ECB78F">
                    <a:alpha val="32968"/>
                  </a:srgbClr>
                </a:gs>
                <a:gs pos="14286">
                  <a:srgbClr val="ECB78F">
                    <a:alpha val="30764"/>
                  </a:srgbClr>
                </a:gs>
                <a:gs pos="28571">
                  <a:srgbClr val="ECB78F">
                    <a:alpha val="24833"/>
                  </a:srgbClr>
                </a:gs>
                <a:gs pos="42857">
                  <a:srgbClr val="ECB78F">
                    <a:alpha val="17075"/>
                  </a:srgbClr>
                </a:gs>
                <a:gs pos="57143">
                  <a:srgbClr val="ECB78F">
                    <a:alpha val="9855"/>
                  </a:srgbClr>
                </a:gs>
                <a:gs pos="71429">
                  <a:srgbClr val="ECB78F">
                    <a:alpha val="4740"/>
                  </a:srgbClr>
                </a:gs>
                <a:gs pos="85714">
                  <a:srgbClr val="ECB78F">
                    <a:alpha val="1902"/>
                  </a:srgbClr>
                </a:gs>
                <a:gs pos="100000">
                  <a:srgbClr val="ECB7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Splat 1283"/>
            <p:cNvSpPr>
              <a:spLocks noGrp="1"/>
            </p:cNvSpPr>
            <p:nvPr/>
          </p:nvSpPr>
          <p:spPr>
            <a:xfrm rot="-8640921">
              <a:off x="881296" y="1162187"/>
              <a:ext cx="635308" cy="50243"/>
            </a:xfrm>
            <a:prstGeom prst="ellipse">
              <a:avLst/>
            </a:prstGeom>
            <a:gradFill>
              <a:gsLst>
                <a:gs pos="0">
                  <a:srgbClr val="612D00">
                    <a:alpha val="32968"/>
                  </a:srgbClr>
                </a:gs>
                <a:gs pos="14286">
                  <a:srgbClr val="612D00">
                    <a:alpha val="30764"/>
                  </a:srgbClr>
                </a:gs>
                <a:gs pos="28571">
                  <a:srgbClr val="612D00">
                    <a:alpha val="24833"/>
                  </a:srgbClr>
                </a:gs>
                <a:gs pos="42857">
                  <a:srgbClr val="612D00">
                    <a:alpha val="17075"/>
                  </a:srgbClr>
                </a:gs>
                <a:gs pos="57143">
                  <a:srgbClr val="612D00">
                    <a:alpha val="9855"/>
                  </a:srgbClr>
                </a:gs>
                <a:gs pos="71429">
                  <a:srgbClr val="612D00">
                    <a:alpha val="4740"/>
                  </a:srgbClr>
                </a:gs>
                <a:gs pos="85714">
                  <a:srgbClr val="612D00">
                    <a:alpha val="1902"/>
                  </a:srgbClr>
                </a:gs>
                <a:gs pos="100000">
                  <a:srgbClr val="612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Splat 1284"/>
            <p:cNvSpPr>
              <a:spLocks noGrp="1"/>
            </p:cNvSpPr>
            <p:nvPr/>
          </p:nvSpPr>
          <p:spPr>
            <a:xfrm rot="10030996">
              <a:off x="447012" y="82817"/>
              <a:ext cx="465132" cy="154742"/>
            </a:xfrm>
            <a:prstGeom prst="ellipse">
              <a:avLst/>
            </a:prstGeom>
            <a:gradFill>
              <a:gsLst>
                <a:gs pos="0">
                  <a:srgbClr val="FFEAED">
                    <a:alpha val="30584"/>
                  </a:srgbClr>
                </a:gs>
                <a:gs pos="14286">
                  <a:srgbClr val="FFEAED">
                    <a:alpha val="28504"/>
                  </a:srgbClr>
                </a:gs>
                <a:gs pos="28571">
                  <a:srgbClr val="FFEAED">
                    <a:alpha val="22935"/>
                  </a:srgbClr>
                </a:gs>
                <a:gs pos="42857">
                  <a:srgbClr val="FFEAED">
                    <a:alpha val="15708"/>
                  </a:srgbClr>
                </a:gs>
                <a:gs pos="57143">
                  <a:srgbClr val="FFEAED">
                    <a:alpha val="9034"/>
                  </a:srgbClr>
                </a:gs>
                <a:gs pos="71429">
                  <a:srgbClr val="FFEAED">
                    <a:alpha val="4335"/>
                  </a:srgbClr>
                </a:gs>
                <a:gs pos="85714">
                  <a:srgbClr val="FFEAED">
                    <a:alpha val="1737"/>
                  </a:srgbClr>
                </a:gs>
                <a:gs pos="100000">
                  <a:srgbClr val="FFEAED">
                    <a:alpha val="5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Splat 1285"/>
            <p:cNvSpPr>
              <a:spLocks noGrp="1"/>
            </p:cNvSpPr>
            <p:nvPr/>
          </p:nvSpPr>
          <p:spPr>
            <a:xfrm rot="-10126961">
              <a:off x="2900336" y="2276069"/>
              <a:ext cx="530495" cy="210613"/>
            </a:xfrm>
            <a:prstGeom prst="ellipse">
              <a:avLst/>
            </a:prstGeom>
            <a:gradFill>
              <a:gsLst>
                <a:gs pos="0">
                  <a:srgbClr val="4B2B29">
                    <a:alpha val="32968"/>
                  </a:srgbClr>
                </a:gs>
                <a:gs pos="14286">
                  <a:srgbClr val="4B2B29">
                    <a:alpha val="30764"/>
                  </a:srgbClr>
                </a:gs>
                <a:gs pos="28571">
                  <a:srgbClr val="4B2B29">
                    <a:alpha val="24833"/>
                  </a:srgbClr>
                </a:gs>
                <a:gs pos="42857">
                  <a:srgbClr val="4B2B29">
                    <a:alpha val="17075"/>
                  </a:srgbClr>
                </a:gs>
                <a:gs pos="57143">
                  <a:srgbClr val="4B2B29">
                    <a:alpha val="9855"/>
                  </a:srgbClr>
                </a:gs>
                <a:gs pos="71429">
                  <a:srgbClr val="4B2B29">
                    <a:alpha val="4740"/>
                  </a:srgbClr>
                </a:gs>
                <a:gs pos="85714">
                  <a:srgbClr val="4B2B29">
                    <a:alpha val="1902"/>
                  </a:srgbClr>
                </a:gs>
                <a:gs pos="100000">
                  <a:srgbClr val="4B2B2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Splat 1286"/>
            <p:cNvSpPr>
              <a:spLocks noGrp="1"/>
            </p:cNvSpPr>
            <p:nvPr/>
          </p:nvSpPr>
          <p:spPr>
            <a:xfrm rot="6755759">
              <a:off x="-38460" y="135152"/>
              <a:ext cx="502709" cy="202045"/>
            </a:xfrm>
            <a:prstGeom prst="ellipse">
              <a:avLst/>
            </a:prstGeom>
            <a:gradFill>
              <a:gsLst>
                <a:gs pos="0">
                  <a:srgbClr val="C4BBCD">
                    <a:alpha val="14660"/>
                  </a:srgbClr>
                </a:gs>
                <a:gs pos="14286">
                  <a:srgbClr val="C4BBCD">
                    <a:alpha val="13559"/>
                  </a:srgbClr>
                </a:gs>
                <a:gs pos="28571">
                  <a:srgbClr val="C4BBCD">
                    <a:alpha val="10697"/>
                  </a:srgbClr>
                </a:gs>
                <a:gs pos="42857">
                  <a:srgbClr val="C4BBCD">
                    <a:alpha val="7152"/>
                  </a:srgbClr>
                </a:gs>
                <a:gs pos="57143">
                  <a:srgbClr val="C4BBCD">
                    <a:alpha val="4028"/>
                  </a:srgbClr>
                </a:gs>
                <a:gs pos="71429">
                  <a:srgbClr val="C4BBCD">
                    <a:alpha val="1906"/>
                  </a:srgbClr>
                </a:gs>
                <a:gs pos="85714">
                  <a:srgbClr val="C4BBCD">
                    <a:alpha val="758"/>
                  </a:srgbClr>
                </a:gs>
                <a:gs pos="100000">
                  <a:srgbClr val="C4BBCD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Splat 1287"/>
            <p:cNvSpPr>
              <a:spLocks noGrp="1"/>
            </p:cNvSpPr>
            <p:nvPr/>
          </p:nvSpPr>
          <p:spPr>
            <a:xfrm rot="3985217">
              <a:off x="1441858" y="467565"/>
              <a:ext cx="336410" cy="60890"/>
            </a:xfrm>
            <a:prstGeom prst="ellipse">
              <a:avLst/>
            </a:prstGeom>
            <a:gradFill>
              <a:gsLst>
                <a:gs pos="0">
                  <a:srgbClr val="E6BF9E">
                    <a:alpha val="32968"/>
                  </a:srgbClr>
                </a:gs>
                <a:gs pos="14286">
                  <a:srgbClr val="E6BF9E">
                    <a:alpha val="30764"/>
                  </a:srgbClr>
                </a:gs>
                <a:gs pos="28571">
                  <a:srgbClr val="E6BF9E">
                    <a:alpha val="24833"/>
                  </a:srgbClr>
                </a:gs>
                <a:gs pos="42857">
                  <a:srgbClr val="E6BF9E">
                    <a:alpha val="17075"/>
                  </a:srgbClr>
                </a:gs>
                <a:gs pos="57143">
                  <a:srgbClr val="E6BF9E">
                    <a:alpha val="9855"/>
                  </a:srgbClr>
                </a:gs>
                <a:gs pos="71429">
                  <a:srgbClr val="E6BF9E">
                    <a:alpha val="4740"/>
                  </a:srgbClr>
                </a:gs>
                <a:gs pos="85714">
                  <a:srgbClr val="E6BF9E">
                    <a:alpha val="1902"/>
                  </a:srgbClr>
                </a:gs>
                <a:gs pos="100000">
                  <a:srgbClr val="E6BF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Splat 1288"/>
            <p:cNvSpPr>
              <a:spLocks noGrp="1"/>
            </p:cNvSpPr>
            <p:nvPr/>
          </p:nvSpPr>
          <p:spPr>
            <a:xfrm rot="4730062">
              <a:off x="1529818" y="1025668"/>
              <a:ext cx="498880" cy="101551"/>
            </a:xfrm>
            <a:prstGeom prst="ellipse">
              <a:avLst/>
            </a:prstGeom>
            <a:gradFill>
              <a:gsLst>
                <a:gs pos="0">
                  <a:srgbClr val="FAD1BD">
                    <a:alpha val="32968"/>
                  </a:srgbClr>
                </a:gs>
                <a:gs pos="14286">
                  <a:srgbClr val="FAD1BD">
                    <a:alpha val="30764"/>
                  </a:srgbClr>
                </a:gs>
                <a:gs pos="28571">
                  <a:srgbClr val="FAD1BD">
                    <a:alpha val="24833"/>
                  </a:srgbClr>
                </a:gs>
                <a:gs pos="42857">
                  <a:srgbClr val="FAD1BD">
                    <a:alpha val="17075"/>
                  </a:srgbClr>
                </a:gs>
                <a:gs pos="57143">
                  <a:srgbClr val="FAD1BD">
                    <a:alpha val="9855"/>
                  </a:srgbClr>
                </a:gs>
                <a:gs pos="71429">
                  <a:srgbClr val="FAD1BD">
                    <a:alpha val="4740"/>
                  </a:srgbClr>
                </a:gs>
                <a:gs pos="85714">
                  <a:srgbClr val="FAD1BD">
                    <a:alpha val="1902"/>
                  </a:srgbClr>
                </a:gs>
                <a:gs pos="100000">
                  <a:srgbClr val="FAD1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Splat 1289"/>
            <p:cNvSpPr>
              <a:spLocks noGrp="1"/>
            </p:cNvSpPr>
            <p:nvPr/>
          </p:nvSpPr>
          <p:spPr>
            <a:xfrm rot="-10342077">
              <a:off x="3091313" y="1261401"/>
              <a:ext cx="360551" cy="112489"/>
            </a:xfrm>
            <a:prstGeom prst="ellipse">
              <a:avLst/>
            </a:prstGeom>
            <a:gradFill>
              <a:gsLst>
                <a:gs pos="0">
                  <a:srgbClr val="7B4C00">
                    <a:alpha val="32968"/>
                  </a:srgbClr>
                </a:gs>
                <a:gs pos="14286">
                  <a:srgbClr val="7B4C00">
                    <a:alpha val="30764"/>
                  </a:srgbClr>
                </a:gs>
                <a:gs pos="28571">
                  <a:srgbClr val="7B4C00">
                    <a:alpha val="24833"/>
                  </a:srgbClr>
                </a:gs>
                <a:gs pos="42857">
                  <a:srgbClr val="7B4C00">
                    <a:alpha val="17075"/>
                  </a:srgbClr>
                </a:gs>
                <a:gs pos="57143">
                  <a:srgbClr val="7B4C00">
                    <a:alpha val="9855"/>
                  </a:srgbClr>
                </a:gs>
                <a:gs pos="71429">
                  <a:srgbClr val="7B4C00">
                    <a:alpha val="4740"/>
                  </a:srgbClr>
                </a:gs>
                <a:gs pos="85714">
                  <a:srgbClr val="7B4C00">
                    <a:alpha val="1902"/>
                  </a:srgbClr>
                </a:gs>
                <a:gs pos="100000">
                  <a:srgbClr val="7B4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Splat 1290"/>
            <p:cNvSpPr>
              <a:spLocks noGrp="1"/>
            </p:cNvSpPr>
            <p:nvPr/>
          </p:nvSpPr>
          <p:spPr>
            <a:xfrm rot="3004896">
              <a:off x="2384314" y="501330"/>
              <a:ext cx="691207" cy="87941"/>
            </a:xfrm>
            <a:prstGeom prst="ellipse">
              <a:avLst/>
            </a:prstGeom>
            <a:gradFill>
              <a:gsLst>
                <a:gs pos="0">
                  <a:srgbClr val="552500">
                    <a:alpha val="11547"/>
                  </a:srgbClr>
                </a:gs>
                <a:gs pos="14286">
                  <a:srgbClr val="552500">
                    <a:alpha val="10665"/>
                  </a:srgbClr>
                </a:gs>
                <a:gs pos="28571">
                  <a:srgbClr val="552500">
                    <a:alpha val="8384"/>
                  </a:srgbClr>
                </a:gs>
                <a:gs pos="42857">
                  <a:srgbClr val="552500">
                    <a:alpha val="5582"/>
                  </a:srgbClr>
                </a:gs>
                <a:gs pos="57143">
                  <a:srgbClr val="552500">
                    <a:alpha val="3132"/>
                  </a:srgbClr>
                </a:gs>
                <a:gs pos="71429">
                  <a:srgbClr val="552500">
                    <a:alpha val="1479"/>
                  </a:srgbClr>
                </a:gs>
                <a:gs pos="85714">
                  <a:srgbClr val="552500">
                    <a:alpha val="587"/>
                  </a:srgbClr>
                </a:gs>
                <a:gs pos="100000">
                  <a:srgbClr val="552500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Splat 1291"/>
            <p:cNvSpPr>
              <a:spLocks noGrp="1"/>
            </p:cNvSpPr>
            <p:nvPr/>
          </p:nvSpPr>
          <p:spPr>
            <a:xfrm rot="4198248">
              <a:off x="148670" y="1905703"/>
              <a:ext cx="485251" cy="380277"/>
            </a:xfrm>
            <a:prstGeom prst="ellipse">
              <a:avLst/>
            </a:prstGeom>
            <a:gradFill>
              <a:gsLst>
                <a:gs pos="0">
                  <a:srgbClr val="FBD4C4">
                    <a:alpha val="32968"/>
                  </a:srgbClr>
                </a:gs>
                <a:gs pos="14286">
                  <a:srgbClr val="FBD4C4">
                    <a:alpha val="30764"/>
                  </a:srgbClr>
                </a:gs>
                <a:gs pos="28571">
                  <a:srgbClr val="FBD4C4">
                    <a:alpha val="24833"/>
                  </a:srgbClr>
                </a:gs>
                <a:gs pos="42857">
                  <a:srgbClr val="FBD4C4">
                    <a:alpha val="17075"/>
                  </a:srgbClr>
                </a:gs>
                <a:gs pos="57143">
                  <a:srgbClr val="FBD4C4">
                    <a:alpha val="9855"/>
                  </a:srgbClr>
                </a:gs>
                <a:gs pos="71429">
                  <a:srgbClr val="FBD4C4">
                    <a:alpha val="4740"/>
                  </a:srgbClr>
                </a:gs>
                <a:gs pos="85714">
                  <a:srgbClr val="FBD4C4">
                    <a:alpha val="1902"/>
                  </a:srgbClr>
                </a:gs>
                <a:gs pos="100000">
                  <a:srgbClr val="FBD4C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Splat 1292"/>
            <p:cNvSpPr>
              <a:spLocks noGrp="1"/>
            </p:cNvSpPr>
            <p:nvPr/>
          </p:nvSpPr>
          <p:spPr>
            <a:xfrm rot="4050843">
              <a:off x="1251638" y="598603"/>
              <a:ext cx="717599" cy="45424"/>
            </a:xfrm>
            <a:prstGeom prst="ellipse">
              <a:avLst/>
            </a:prstGeom>
            <a:gradFill>
              <a:gsLst>
                <a:gs pos="0">
                  <a:srgbClr val="C49F83">
                    <a:alpha val="32968"/>
                  </a:srgbClr>
                </a:gs>
                <a:gs pos="14286">
                  <a:srgbClr val="C49F83">
                    <a:alpha val="30764"/>
                  </a:srgbClr>
                </a:gs>
                <a:gs pos="28571">
                  <a:srgbClr val="C49F83">
                    <a:alpha val="24833"/>
                  </a:srgbClr>
                </a:gs>
                <a:gs pos="42857">
                  <a:srgbClr val="C49F83">
                    <a:alpha val="17075"/>
                  </a:srgbClr>
                </a:gs>
                <a:gs pos="57143">
                  <a:srgbClr val="C49F83">
                    <a:alpha val="9855"/>
                  </a:srgbClr>
                </a:gs>
                <a:gs pos="71429">
                  <a:srgbClr val="C49F83">
                    <a:alpha val="4740"/>
                  </a:srgbClr>
                </a:gs>
                <a:gs pos="85714">
                  <a:srgbClr val="C49F83">
                    <a:alpha val="1902"/>
                  </a:srgbClr>
                </a:gs>
                <a:gs pos="100000">
                  <a:srgbClr val="C49F8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Splat 1293"/>
            <p:cNvSpPr>
              <a:spLocks noGrp="1"/>
            </p:cNvSpPr>
            <p:nvPr/>
          </p:nvSpPr>
          <p:spPr>
            <a:xfrm rot="5172811">
              <a:off x="1664323" y="345978"/>
              <a:ext cx="534415" cy="53361"/>
            </a:xfrm>
            <a:prstGeom prst="ellipse">
              <a:avLst/>
            </a:prstGeom>
            <a:gradFill>
              <a:gsLst>
                <a:gs pos="0">
                  <a:srgbClr val="FEC489">
                    <a:alpha val="8684"/>
                  </a:srgbClr>
                </a:gs>
                <a:gs pos="14286">
                  <a:srgbClr val="FEC489">
                    <a:alpha val="8011"/>
                  </a:srgbClr>
                </a:gs>
                <a:gs pos="28571">
                  <a:srgbClr val="FEC489">
                    <a:alpha val="6278"/>
                  </a:srgbClr>
                </a:gs>
                <a:gs pos="42857">
                  <a:srgbClr val="FEC489">
                    <a:alpha val="4163"/>
                  </a:srgbClr>
                </a:gs>
                <a:gs pos="57143">
                  <a:srgbClr val="FEC489">
                    <a:alpha val="2329"/>
                  </a:srgbClr>
                </a:gs>
                <a:gs pos="71429">
                  <a:srgbClr val="FEC489">
                    <a:alpha val="1097"/>
                  </a:srgbClr>
                </a:gs>
                <a:gs pos="85714">
                  <a:srgbClr val="FEC489">
                    <a:alpha val="435"/>
                  </a:srgbClr>
                </a:gs>
                <a:gs pos="100000">
                  <a:srgbClr val="FEC489">
                    <a:alpha val="1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Splat 1294"/>
            <p:cNvSpPr>
              <a:spLocks noGrp="1"/>
            </p:cNvSpPr>
            <p:nvPr/>
          </p:nvSpPr>
          <p:spPr>
            <a:xfrm rot="-10230037">
              <a:off x="644307" y="663911"/>
              <a:ext cx="510315" cy="106402"/>
            </a:xfrm>
            <a:prstGeom prst="ellipse">
              <a:avLst/>
            </a:prstGeom>
            <a:gradFill>
              <a:gsLst>
                <a:gs pos="0">
                  <a:srgbClr val="330000">
                    <a:alpha val="32968"/>
                  </a:srgbClr>
                </a:gs>
                <a:gs pos="14286">
                  <a:srgbClr val="330000">
                    <a:alpha val="30764"/>
                  </a:srgbClr>
                </a:gs>
                <a:gs pos="28571">
                  <a:srgbClr val="330000">
                    <a:alpha val="24833"/>
                  </a:srgbClr>
                </a:gs>
                <a:gs pos="42857">
                  <a:srgbClr val="330000">
                    <a:alpha val="17075"/>
                  </a:srgbClr>
                </a:gs>
                <a:gs pos="57143">
                  <a:srgbClr val="330000">
                    <a:alpha val="9855"/>
                  </a:srgbClr>
                </a:gs>
                <a:gs pos="71429">
                  <a:srgbClr val="330000">
                    <a:alpha val="4740"/>
                  </a:srgbClr>
                </a:gs>
                <a:gs pos="85714">
                  <a:srgbClr val="330000">
                    <a:alpha val="1902"/>
                  </a:srgbClr>
                </a:gs>
                <a:gs pos="100000">
                  <a:srgbClr val="3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Splat 1295"/>
            <p:cNvSpPr>
              <a:spLocks noGrp="1"/>
            </p:cNvSpPr>
            <p:nvPr/>
          </p:nvSpPr>
          <p:spPr>
            <a:xfrm rot="9168804">
              <a:off x="625734" y="979541"/>
              <a:ext cx="485912" cy="174166"/>
            </a:xfrm>
            <a:prstGeom prst="ellipse">
              <a:avLst/>
            </a:prstGeom>
            <a:gradFill>
              <a:gsLst>
                <a:gs pos="0">
                  <a:srgbClr val="A97440">
                    <a:alpha val="32968"/>
                  </a:srgbClr>
                </a:gs>
                <a:gs pos="14286">
                  <a:srgbClr val="A97440">
                    <a:alpha val="30764"/>
                  </a:srgbClr>
                </a:gs>
                <a:gs pos="28571">
                  <a:srgbClr val="A97440">
                    <a:alpha val="24833"/>
                  </a:srgbClr>
                </a:gs>
                <a:gs pos="42857">
                  <a:srgbClr val="A97440">
                    <a:alpha val="17075"/>
                  </a:srgbClr>
                </a:gs>
                <a:gs pos="57143">
                  <a:srgbClr val="A97440">
                    <a:alpha val="9855"/>
                  </a:srgbClr>
                </a:gs>
                <a:gs pos="71429">
                  <a:srgbClr val="A97440">
                    <a:alpha val="4740"/>
                  </a:srgbClr>
                </a:gs>
                <a:gs pos="85714">
                  <a:srgbClr val="A97440">
                    <a:alpha val="1902"/>
                  </a:srgbClr>
                </a:gs>
                <a:gs pos="100000">
                  <a:srgbClr val="A974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Splat 1296"/>
            <p:cNvSpPr>
              <a:spLocks noGrp="1"/>
            </p:cNvSpPr>
            <p:nvPr/>
          </p:nvSpPr>
          <p:spPr>
            <a:xfrm rot="9259264">
              <a:off x="2321142" y="1556334"/>
              <a:ext cx="552238" cy="211292"/>
            </a:xfrm>
            <a:prstGeom prst="ellipse">
              <a:avLst/>
            </a:prstGeom>
            <a:gradFill>
              <a:gsLst>
                <a:gs pos="0">
                  <a:srgbClr val="550017">
                    <a:alpha val="28005"/>
                  </a:srgbClr>
                </a:gs>
                <a:gs pos="14286">
                  <a:srgbClr val="550017">
                    <a:alpha val="26066"/>
                  </a:srgbClr>
                </a:gs>
                <a:gs pos="28571">
                  <a:srgbClr val="550017">
                    <a:alpha val="20902"/>
                  </a:srgbClr>
                </a:gs>
                <a:gs pos="42857">
                  <a:srgbClr val="550017">
                    <a:alpha val="14256"/>
                  </a:srgbClr>
                </a:gs>
                <a:gs pos="57143">
                  <a:srgbClr val="550017">
                    <a:alpha val="8169"/>
                  </a:srgbClr>
                </a:gs>
                <a:gs pos="71429">
                  <a:srgbClr val="550017">
                    <a:alpha val="3911"/>
                  </a:srgbClr>
                </a:gs>
                <a:gs pos="85714">
                  <a:srgbClr val="550017">
                    <a:alpha val="1565"/>
                  </a:srgbClr>
                </a:gs>
                <a:gs pos="100000">
                  <a:srgbClr val="550017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Splat 1297"/>
            <p:cNvSpPr>
              <a:spLocks noGrp="1"/>
            </p:cNvSpPr>
            <p:nvPr/>
          </p:nvSpPr>
          <p:spPr>
            <a:xfrm rot="-10202694">
              <a:off x="137041" y="2048783"/>
              <a:ext cx="564446" cy="48160"/>
            </a:xfrm>
            <a:prstGeom prst="ellipse">
              <a:avLst/>
            </a:prstGeom>
            <a:gradFill>
              <a:gsLst>
                <a:gs pos="0">
                  <a:srgbClr val="F0CCBC">
                    <a:alpha val="32968"/>
                  </a:srgbClr>
                </a:gs>
                <a:gs pos="14286">
                  <a:srgbClr val="F0CCBC">
                    <a:alpha val="30764"/>
                  </a:srgbClr>
                </a:gs>
                <a:gs pos="28571">
                  <a:srgbClr val="F0CCBC">
                    <a:alpha val="24833"/>
                  </a:srgbClr>
                </a:gs>
                <a:gs pos="42857">
                  <a:srgbClr val="F0CCBC">
                    <a:alpha val="17075"/>
                  </a:srgbClr>
                </a:gs>
                <a:gs pos="57143">
                  <a:srgbClr val="F0CCBC">
                    <a:alpha val="9855"/>
                  </a:srgbClr>
                </a:gs>
                <a:gs pos="71429">
                  <a:srgbClr val="F0CCBC">
                    <a:alpha val="4740"/>
                  </a:srgbClr>
                </a:gs>
                <a:gs pos="85714">
                  <a:srgbClr val="F0CCBC">
                    <a:alpha val="1902"/>
                  </a:srgbClr>
                </a:gs>
                <a:gs pos="100000">
                  <a:srgbClr val="F0CC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Splat 1298"/>
            <p:cNvSpPr>
              <a:spLocks noGrp="1"/>
            </p:cNvSpPr>
            <p:nvPr/>
          </p:nvSpPr>
          <p:spPr>
            <a:xfrm rot="7675485">
              <a:off x="730466" y="2107733"/>
              <a:ext cx="419718" cy="157648"/>
            </a:xfrm>
            <a:prstGeom prst="ellipse">
              <a:avLst/>
            </a:prstGeom>
            <a:gradFill>
              <a:gsLst>
                <a:gs pos="0">
                  <a:srgbClr val="A78576">
                    <a:alpha val="26268"/>
                  </a:srgbClr>
                </a:gs>
                <a:gs pos="14286">
                  <a:srgbClr val="A78576">
                    <a:alpha val="24428"/>
                  </a:srgbClr>
                </a:gs>
                <a:gs pos="28571">
                  <a:srgbClr val="A78576">
                    <a:alpha val="19545"/>
                  </a:srgbClr>
                </a:gs>
                <a:gs pos="42857">
                  <a:srgbClr val="A78576">
                    <a:alpha val="13294"/>
                  </a:srgbClr>
                </a:gs>
                <a:gs pos="57143">
                  <a:srgbClr val="A78576">
                    <a:alpha val="7600"/>
                  </a:srgbClr>
                </a:gs>
                <a:gs pos="71429">
                  <a:srgbClr val="A78576">
                    <a:alpha val="3632"/>
                  </a:srgbClr>
                </a:gs>
                <a:gs pos="85714">
                  <a:srgbClr val="A78576">
                    <a:alpha val="1452"/>
                  </a:srgbClr>
                </a:gs>
                <a:gs pos="100000">
                  <a:srgbClr val="A78576">
                    <a:alpha val="4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Splat 1299"/>
            <p:cNvSpPr>
              <a:spLocks noGrp="1"/>
            </p:cNvSpPr>
            <p:nvPr/>
          </p:nvSpPr>
          <p:spPr>
            <a:xfrm rot="-10570588">
              <a:off x="1305650" y="1730092"/>
              <a:ext cx="304854" cy="84036"/>
            </a:xfrm>
            <a:prstGeom prst="ellipse">
              <a:avLst/>
            </a:prstGeom>
            <a:gradFill>
              <a:gsLst>
                <a:gs pos="0">
                  <a:srgbClr val="FFC676">
                    <a:alpha val="32968"/>
                  </a:srgbClr>
                </a:gs>
                <a:gs pos="14286">
                  <a:srgbClr val="FFC676">
                    <a:alpha val="30764"/>
                  </a:srgbClr>
                </a:gs>
                <a:gs pos="28571">
                  <a:srgbClr val="FFC676">
                    <a:alpha val="24833"/>
                  </a:srgbClr>
                </a:gs>
                <a:gs pos="42857">
                  <a:srgbClr val="FFC676">
                    <a:alpha val="17075"/>
                  </a:srgbClr>
                </a:gs>
                <a:gs pos="57143">
                  <a:srgbClr val="FFC676">
                    <a:alpha val="9855"/>
                  </a:srgbClr>
                </a:gs>
                <a:gs pos="71429">
                  <a:srgbClr val="FFC676">
                    <a:alpha val="4740"/>
                  </a:srgbClr>
                </a:gs>
                <a:gs pos="85714">
                  <a:srgbClr val="FFC676">
                    <a:alpha val="1902"/>
                  </a:srgbClr>
                </a:gs>
                <a:gs pos="100000">
                  <a:srgbClr val="FFC67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Splat 1300"/>
            <p:cNvSpPr>
              <a:spLocks noGrp="1"/>
            </p:cNvSpPr>
            <p:nvPr/>
          </p:nvSpPr>
          <p:spPr>
            <a:xfrm rot="4568076">
              <a:off x="-61067" y="896183"/>
              <a:ext cx="702102" cy="135476"/>
            </a:xfrm>
            <a:prstGeom prst="ellipse">
              <a:avLst/>
            </a:prstGeom>
            <a:gradFill>
              <a:gsLst>
                <a:gs pos="0">
                  <a:srgbClr val="400C00">
                    <a:alpha val="28614"/>
                  </a:srgbClr>
                </a:gs>
                <a:gs pos="14286">
                  <a:srgbClr val="400C00">
                    <a:alpha val="26641"/>
                  </a:srgbClr>
                </a:gs>
                <a:gs pos="28571">
                  <a:srgbClr val="400C00">
                    <a:alpha val="21380"/>
                  </a:srgbClr>
                </a:gs>
                <a:gs pos="42857">
                  <a:srgbClr val="400C00">
                    <a:alpha val="14596"/>
                  </a:srgbClr>
                </a:gs>
                <a:gs pos="57143">
                  <a:srgbClr val="400C00">
                    <a:alpha val="8371"/>
                  </a:srgbClr>
                </a:gs>
                <a:gs pos="71429">
                  <a:srgbClr val="400C00">
                    <a:alpha val="4010"/>
                  </a:srgbClr>
                </a:gs>
                <a:gs pos="85714">
                  <a:srgbClr val="400C00">
                    <a:alpha val="1605"/>
                  </a:srgbClr>
                </a:gs>
                <a:gs pos="100000">
                  <a:srgbClr val="400C00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Splat 1301"/>
            <p:cNvSpPr>
              <a:spLocks noGrp="1"/>
            </p:cNvSpPr>
            <p:nvPr/>
          </p:nvSpPr>
          <p:spPr>
            <a:xfrm rot="-8409559">
              <a:off x="1248440" y="593466"/>
              <a:ext cx="364493" cy="53056"/>
            </a:xfrm>
            <a:prstGeom prst="ellipse">
              <a:avLst/>
            </a:prstGeom>
            <a:gradFill>
              <a:gsLst>
                <a:gs pos="0">
                  <a:srgbClr val="FCD3AD">
                    <a:alpha val="32968"/>
                  </a:srgbClr>
                </a:gs>
                <a:gs pos="14286">
                  <a:srgbClr val="FCD3AD">
                    <a:alpha val="30764"/>
                  </a:srgbClr>
                </a:gs>
                <a:gs pos="28571">
                  <a:srgbClr val="FCD3AD">
                    <a:alpha val="24833"/>
                  </a:srgbClr>
                </a:gs>
                <a:gs pos="42857">
                  <a:srgbClr val="FCD3AD">
                    <a:alpha val="17075"/>
                  </a:srgbClr>
                </a:gs>
                <a:gs pos="57143">
                  <a:srgbClr val="FCD3AD">
                    <a:alpha val="9855"/>
                  </a:srgbClr>
                </a:gs>
                <a:gs pos="71429">
                  <a:srgbClr val="FCD3AD">
                    <a:alpha val="4740"/>
                  </a:srgbClr>
                </a:gs>
                <a:gs pos="85714">
                  <a:srgbClr val="FCD3AD">
                    <a:alpha val="1902"/>
                  </a:srgbClr>
                </a:gs>
                <a:gs pos="100000">
                  <a:srgbClr val="FCD3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Splat 1302"/>
            <p:cNvSpPr>
              <a:spLocks noGrp="1"/>
            </p:cNvSpPr>
            <p:nvPr/>
          </p:nvSpPr>
          <p:spPr>
            <a:xfrm rot="-9525730">
              <a:off x="-134940" y="1708772"/>
              <a:ext cx="688789" cy="118973"/>
            </a:xfrm>
            <a:prstGeom prst="ellipse">
              <a:avLst/>
            </a:prstGeom>
            <a:gradFill>
              <a:gsLst>
                <a:gs pos="0">
                  <a:srgbClr val="430000">
                    <a:alpha val="26579"/>
                  </a:srgbClr>
                </a:gs>
                <a:gs pos="14286">
                  <a:srgbClr val="430000">
                    <a:alpha val="24721"/>
                  </a:srgbClr>
                </a:gs>
                <a:gs pos="28571">
                  <a:srgbClr val="430000">
                    <a:alpha val="19787"/>
                  </a:srgbClr>
                </a:gs>
                <a:gs pos="42857">
                  <a:srgbClr val="430000">
                    <a:alpha val="13465"/>
                  </a:srgbClr>
                </a:gs>
                <a:gs pos="57143">
                  <a:srgbClr val="430000">
                    <a:alpha val="7701"/>
                  </a:srgbClr>
                </a:gs>
                <a:gs pos="71429">
                  <a:srgbClr val="430000">
                    <a:alpha val="3682"/>
                  </a:srgbClr>
                </a:gs>
                <a:gs pos="85714">
                  <a:srgbClr val="430000">
                    <a:alpha val="1472"/>
                  </a:srgbClr>
                </a:gs>
                <a:gs pos="100000">
                  <a:srgbClr val="430000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Splat 1303"/>
            <p:cNvSpPr>
              <a:spLocks noGrp="1"/>
            </p:cNvSpPr>
            <p:nvPr/>
          </p:nvSpPr>
          <p:spPr>
            <a:xfrm rot="6055623">
              <a:off x="1591367" y="599149"/>
              <a:ext cx="481765" cy="113600"/>
            </a:xfrm>
            <a:prstGeom prst="ellipse">
              <a:avLst/>
            </a:prstGeom>
            <a:gradFill>
              <a:gsLst>
                <a:gs pos="0">
                  <a:srgbClr val="F6C184">
                    <a:alpha val="32968"/>
                  </a:srgbClr>
                </a:gs>
                <a:gs pos="14286">
                  <a:srgbClr val="F6C184">
                    <a:alpha val="30764"/>
                  </a:srgbClr>
                </a:gs>
                <a:gs pos="28571">
                  <a:srgbClr val="F6C184">
                    <a:alpha val="24833"/>
                  </a:srgbClr>
                </a:gs>
                <a:gs pos="42857">
                  <a:srgbClr val="F6C184">
                    <a:alpha val="17075"/>
                  </a:srgbClr>
                </a:gs>
                <a:gs pos="57143">
                  <a:srgbClr val="F6C184">
                    <a:alpha val="9855"/>
                  </a:srgbClr>
                </a:gs>
                <a:gs pos="71429">
                  <a:srgbClr val="F6C184">
                    <a:alpha val="4740"/>
                  </a:srgbClr>
                </a:gs>
                <a:gs pos="85714">
                  <a:srgbClr val="F6C184">
                    <a:alpha val="1902"/>
                  </a:srgbClr>
                </a:gs>
                <a:gs pos="100000">
                  <a:srgbClr val="F6C1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Splat 1304"/>
            <p:cNvSpPr>
              <a:spLocks noGrp="1"/>
            </p:cNvSpPr>
            <p:nvPr/>
          </p:nvSpPr>
          <p:spPr>
            <a:xfrm rot="9399045">
              <a:off x="319741" y="2154248"/>
              <a:ext cx="609681" cy="26488"/>
            </a:xfrm>
            <a:prstGeom prst="ellipse">
              <a:avLst/>
            </a:prstGeom>
            <a:gradFill>
              <a:gsLst>
                <a:gs pos="0">
                  <a:srgbClr val="EDD5C4">
                    <a:alpha val="32968"/>
                  </a:srgbClr>
                </a:gs>
                <a:gs pos="14286">
                  <a:srgbClr val="EDD5C4">
                    <a:alpha val="30764"/>
                  </a:srgbClr>
                </a:gs>
                <a:gs pos="28571">
                  <a:srgbClr val="EDD5C4">
                    <a:alpha val="24833"/>
                  </a:srgbClr>
                </a:gs>
                <a:gs pos="42857">
                  <a:srgbClr val="EDD5C4">
                    <a:alpha val="17075"/>
                  </a:srgbClr>
                </a:gs>
                <a:gs pos="57143">
                  <a:srgbClr val="EDD5C4">
                    <a:alpha val="9855"/>
                  </a:srgbClr>
                </a:gs>
                <a:gs pos="71429">
                  <a:srgbClr val="EDD5C4">
                    <a:alpha val="4740"/>
                  </a:srgbClr>
                </a:gs>
                <a:gs pos="85714">
                  <a:srgbClr val="EDD5C4">
                    <a:alpha val="1902"/>
                  </a:srgbClr>
                </a:gs>
                <a:gs pos="100000">
                  <a:srgbClr val="EDD5C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Splat 1305"/>
            <p:cNvSpPr>
              <a:spLocks noGrp="1"/>
            </p:cNvSpPr>
            <p:nvPr/>
          </p:nvSpPr>
          <p:spPr>
            <a:xfrm rot="2737744">
              <a:off x="710430" y="685102"/>
              <a:ext cx="192550" cy="126763"/>
            </a:xfrm>
            <a:prstGeom prst="ellipse">
              <a:avLst/>
            </a:prstGeom>
            <a:gradFill>
              <a:gsLst>
                <a:gs pos="0">
                  <a:srgbClr val="F6AF5E">
                    <a:alpha val="23966"/>
                  </a:srgbClr>
                </a:gs>
                <a:gs pos="14286">
                  <a:srgbClr val="F6AF5E">
                    <a:alpha val="22262"/>
                  </a:srgbClr>
                </a:gs>
                <a:gs pos="28571">
                  <a:srgbClr val="F6AF5E">
                    <a:alpha val="17760"/>
                  </a:srgbClr>
                </a:gs>
                <a:gs pos="42857">
                  <a:srgbClr val="F6AF5E">
                    <a:alpha val="12037"/>
                  </a:srgbClr>
                </a:gs>
                <a:gs pos="57143">
                  <a:srgbClr val="F6AF5E">
                    <a:alpha val="6860"/>
                  </a:srgbClr>
                </a:gs>
                <a:gs pos="71429">
                  <a:srgbClr val="F6AF5E">
                    <a:alpha val="3272"/>
                  </a:srgbClr>
                </a:gs>
                <a:gs pos="85714">
                  <a:srgbClr val="F6AF5E">
                    <a:alpha val="1307"/>
                  </a:srgbClr>
                </a:gs>
                <a:gs pos="100000">
                  <a:srgbClr val="F6AF5E">
                    <a:alpha val="4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Splat 1306"/>
            <p:cNvSpPr>
              <a:spLocks noGrp="1"/>
            </p:cNvSpPr>
            <p:nvPr/>
          </p:nvSpPr>
          <p:spPr>
            <a:xfrm rot="9214084">
              <a:off x="2691410" y="2134166"/>
              <a:ext cx="338597" cy="171021"/>
            </a:xfrm>
            <a:prstGeom prst="ellipse">
              <a:avLst/>
            </a:prstGeom>
            <a:gradFill>
              <a:gsLst>
                <a:gs pos="0">
                  <a:srgbClr val="FFDEC8">
                    <a:alpha val="28033"/>
                  </a:srgbClr>
                </a:gs>
                <a:gs pos="14286">
                  <a:srgbClr val="FFDEC8">
                    <a:alpha val="26093"/>
                  </a:srgbClr>
                </a:gs>
                <a:gs pos="28571">
                  <a:srgbClr val="FFDEC8">
                    <a:alpha val="20924"/>
                  </a:srgbClr>
                </a:gs>
                <a:gs pos="42857">
                  <a:srgbClr val="FFDEC8">
                    <a:alpha val="14272"/>
                  </a:srgbClr>
                </a:gs>
                <a:gs pos="57143">
                  <a:srgbClr val="FFDEC8">
                    <a:alpha val="8179"/>
                  </a:srgbClr>
                </a:gs>
                <a:gs pos="71429">
                  <a:srgbClr val="FFDEC8">
                    <a:alpha val="3915"/>
                  </a:srgbClr>
                </a:gs>
                <a:gs pos="85714">
                  <a:srgbClr val="FFDEC8">
                    <a:alpha val="1567"/>
                  </a:srgbClr>
                </a:gs>
                <a:gs pos="100000">
                  <a:srgbClr val="FFDEC8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Splat 1307"/>
            <p:cNvSpPr>
              <a:spLocks noGrp="1"/>
            </p:cNvSpPr>
            <p:nvPr/>
          </p:nvSpPr>
          <p:spPr>
            <a:xfrm rot="5240910">
              <a:off x="2253034" y="1647016"/>
              <a:ext cx="376098" cy="130965"/>
            </a:xfrm>
            <a:prstGeom prst="ellipse">
              <a:avLst/>
            </a:prstGeom>
            <a:gradFill>
              <a:gsLst>
                <a:gs pos="0">
                  <a:srgbClr val="F8B755">
                    <a:alpha val="32968"/>
                  </a:srgbClr>
                </a:gs>
                <a:gs pos="14286">
                  <a:srgbClr val="F8B755">
                    <a:alpha val="30764"/>
                  </a:srgbClr>
                </a:gs>
                <a:gs pos="28571">
                  <a:srgbClr val="F8B755">
                    <a:alpha val="24833"/>
                  </a:srgbClr>
                </a:gs>
                <a:gs pos="42857">
                  <a:srgbClr val="F8B755">
                    <a:alpha val="17075"/>
                  </a:srgbClr>
                </a:gs>
                <a:gs pos="57143">
                  <a:srgbClr val="F8B755">
                    <a:alpha val="9855"/>
                  </a:srgbClr>
                </a:gs>
                <a:gs pos="71429">
                  <a:srgbClr val="F8B755">
                    <a:alpha val="4740"/>
                  </a:srgbClr>
                </a:gs>
                <a:gs pos="85714">
                  <a:srgbClr val="F8B755">
                    <a:alpha val="1902"/>
                  </a:srgbClr>
                </a:gs>
                <a:gs pos="100000">
                  <a:srgbClr val="F8B7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Splat 1308"/>
            <p:cNvSpPr>
              <a:spLocks noGrp="1"/>
            </p:cNvSpPr>
            <p:nvPr/>
          </p:nvSpPr>
          <p:spPr>
            <a:xfrm rot="10161022">
              <a:off x="486753" y="58680"/>
              <a:ext cx="535390" cy="173277"/>
            </a:xfrm>
            <a:prstGeom prst="ellipse">
              <a:avLst/>
            </a:prstGeom>
            <a:gradFill>
              <a:gsLst>
                <a:gs pos="0">
                  <a:srgbClr val="FFBF5E">
                    <a:alpha val="12776"/>
                  </a:srgbClr>
                </a:gs>
                <a:gs pos="14286">
                  <a:srgbClr val="FFBF5E">
                    <a:alpha val="11806"/>
                  </a:srgbClr>
                </a:gs>
                <a:gs pos="28571">
                  <a:srgbClr val="FFBF5E">
                    <a:alpha val="9294"/>
                  </a:srgbClr>
                </a:gs>
                <a:gs pos="42857">
                  <a:srgbClr val="FFBF5E">
                    <a:alpha val="6198"/>
                  </a:srgbClr>
                </a:gs>
                <a:gs pos="57143">
                  <a:srgbClr val="FFBF5E">
                    <a:alpha val="3483"/>
                  </a:srgbClr>
                </a:gs>
                <a:gs pos="71429">
                  <a:srgbClr val="FFBF5E">
                    <a:alpha val="1646"/>
                  </a:srgbClr>
                </a:gs>
                <a:gs pos="85714">
                  <a:srgbClr val="FFBF5E">
                    <a:alpha val="654"/>
                  </a:srgbClr>
                </a:gs>
                <a:gs pos="100000">
                  <a:srgbClr val="FFBF5E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Splat 1309"/>
            <p:cNvSpPr>
              <a:spLocks noGrp="1"/>
            </p:cNvSpPr>
            <p:nvPr/>
          </p:nvSpPr>
          <p:spPr>
            <a:xfrm rot="5642249">
              <a:off x="1209221" y="265519"/>
              <a:ext cx="474740" cy="179833"/>
            </a:xfrm>
            <a:prstGeom prst="ellipse">
              <a:avLst/>
            </a:prstGeom>
            <a:gradFill>
              <a:gsLst>
                <a:gs pos="0">
                  <a:srgbClr val="7F4C00">
                    <a:alpha val="22218"/>
                  </a:srgbClr>
                </a:gs>
                <a:gs pos="14286">
                  <a:srgbClr val="7F4C00">
                    <a:alpha val="20621"/>
                  </a:srgbClr>
                </a:gs>
                <a:gs pos="28571">
                  <a:srgbClr val="7F4C00">
                    <a:alpha val="16415"/>
                  </a:srgbClr>
                </a:gs>
                <a:gs pos="42857">
                  <a:srgbClr val="7F4C00">
                    <a:alpha val="11096"/>
                  </a:srgbClr>
                </a:gs>
                <a:gs pos="57143">
                  <a:srgbClr val="7F4C00">
                    <a:alpha val="6309"/>
                  </a:srgbClr>
                </a:gs>
                <a:gs pos="71429">
                  <a:srgbClr val="7F4C00">
                    <a:alpha val="3004"/>
                  </a:srgbClr>
                </a:gs>
                <a:gs pos="85714">
                  <a:srgbClr val="7F4C00">
                    <a:alpha val="1199"/>
                  </a:srgbClr>
                </a:gs>
                <a:gs pos="100000">
                  <a:srgbClr val="7F4C00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Splat 1310"/>
            <p:cNvSpPr>
              <a:spLocks noGrp="1"/>
            </p:cNvSpPr>
            <p:nvPr/>
          </p:nvSpPr>
          <p:spPr>
            <a:xfrm rot="2796316">
              <a:off x="1792445" y="1234622"/>
              <a:ext cx="506501" cy="264594"/>
            </a:xfrm>
            <a:prstGeom prst="ellipse">
              <a:avLst/>
            </a:prstGeom>
            <a:gradFill>
              <a:gsLst>
                <a:gs pos="0">
                  <a:srgbClr val="205894">
                    <a:alpha val="29484"/>
                  </a:srgbClr>
                </a:gs>
                <a:gs pos="14286">
                  <a:srgbClr val="205894">
                    <a:alpha val="27463"/>
                  </a:srgbClr>
                </a:gs>
                <a:gs pos="28571">
                  <a:srgbClr val="205894">
                    <a:alpha val="22065"/>
                  </a:srgbClr>
                </a:gs>
                <a:gs pos="42857">
                  <a:srgbClr val="205894">
                    <a:alpha val="15085"/>
                  </a:srgbClr>
                </a:gs>
                <a:gs pos="57143">
                  <a:srgbClr val="205894">
                    <a:alpha val="8662"/>
                  </a:srgbClr>
                </a:gs>
                <a:gs pos="71429">
                  <a:srgbClr val="205894">
                    <a:alpha val="4152"/>
                  </a:srgbClr>
                </a:gs>
                <a:gs pos="85714">
                  <a:srgbClr val="205894">
                    <a:alpha val="1663"/>
                  </a:srgbClr>
                </a:gs>
                <a:gs pos="100000">
                  <a:srgbClr val="205894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Splat 1311"/>
            <p:cNvSpPr>
              <a:spLocks noGrp="1"/>
            </p:cNvSpPr>
            <p:nvPr/>
          </p:nvSpPr>
          <p:spPr>
            <a:xfrm rot="7949636">
              <a:off x="430057" y="744751"/>
              <a:ext cx="444338" cy="135770"/>
            </a:xfrm>
            <a:prstGeom prst="ellipse">
              <a:avLst/>
            </a:prstGeom>
            <a:gradFill>
              <a:gsLst>
                <a:gs pos="0">
                  <a:srgbClr val="A95200">
                    <a:alpha val="8493"/>
                  </a:srgbClr>
                </a:gs>
                <a:gs pos="14286">
                  <a:srgbClr val="A95200">
                    <a:alpha val="7833"/>
                  </a:srgbClr>
                </a:gs>
                <a:gs pos="28571">
                  <a:srgbClr val="A95200">
                    <a:alpha val="6137"/>
                  </a:srgbClr>
                </a:gs>
                <a:gs pos="42857">
                  <a:srgbClr val="A95200">
                    <a:alpha val="4069"/>
                  </a:srgbClr>
                </a:gs>
                <a:gs pos="57143">
                  <a:srgbClr val="A95200">
                    <a:alpha val="2276"/>
                  </a:srgbClr>
                </a:gs>
                <a:gs pos="71429">
                  <a:srgbClr val="A95200">
                    <a:alpha val="1072"/>
                  </a:srgbClr>
                </a:gs>
                <a:gs pos="85714">
                  <a:srgbClr val="A95200">
                    <a:alpha val="425"/>
                  </a:srgbClr>
                </a:gs>
                <a:gs pos="100000">
                  <a:srgbClr val="A95200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Splat 1312"/>
            <p:cNvSpPr>
              <a:spLocks noGrp="1"/>
            </p:cNvSpPr>
            <p:nvPr/>
          </p:nvSpPr>
          <p:spPr>
            <a:xfrm rot="-10717233">
              <a:off x="1497564" y="1648724"/>
              <a:ext cx="323249" cy="120619"/>
            </a:xfrm>
            <a:prstGeom prst="ellipse">
              <a:avLst/>
            </a:prstGeom>
            <a:gradFill>
              <a:gsLst>
                <a:gs pos="0">
                  <a:srgbClr val="F2B55D">
                    <a:alpha val="30210"/>
                  </a:srgbClr>
                </a:gs>
                <a:gs pos="14286">
                  <a:srgbClr val="F2B55D">
                    <a:alpha val="28150"/>
                  </a:srgbClr>
                </a:gs>
                <a:gs pos="28571">
                  <a:srgbClr val="F2B55D">
                    <a:alpha val="22639"/>
                  </a:srgbClr>
                </a:gs>
                <a:gs pos="42857">
                  <a:srgbClr val="F2B55D">
                    <a:alpha val="15495"/>
                  </a:srgbClr>
                </a:gs>
                <a:gs pos="57143">
                  <a:srgbClr val="F2B55D">
                    <a:alpha val="8907"/>
                  </a:srgbClr>
                </a:gs>
                <a:gs pos="71429">
                  <a:srgbClr val="F2B55D">
                    <a:alpha val="4273"/>
                  </a:srgbClr>
                </a:gs>
                <a:gs pos="85714">
                  <a:srgbClr val="F2B55D">
                    <a:alpha val="1712"/>
                  </a:srgbClr>
                </a:gs>
                <a:gs pos="100000">
                  <a:srgbClr val="F2B55D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Splat 1313"/>
            <p:cNvSpPr>
              <a:spLocks noGrp="1"/>
            </p:cNvSpPr>
            <p:nvPr/>
          </p:nvSpPr>
          <p:spPr>
            <a:xfrm rot="-9902758">
              <a:off x="235285" y="340378"/>
              <a:ext cx="384073" cy="204404"/>
            </a:xfrm>
            <a:prstGeom prst="ellipse">
              <a:avLst/>
            </a:prstGeom>
            <a:gradFill>
              <a:gsLst>
                <a:gs pos="0">
                  <a:srgbClr val="4B003F">
                    <a:alpha val="32968"/>
                  </a:srgbClr>
                </a:gs>
                <a:gs pos="14286">
                  <a:srgbClr val="4B003F">
                    <a:alpha val="30764"/>
                  </a:srgbClr>
                </a:gs>
                <a:gs pos="28571">
                  <a:srgbClr val="4B003F">
                    <a:alpha val="24833"/>
                  </a:srgbClr>
                </a:gs>
                <a:gs pos="42857">
                  <a:srgbClr val="4B003F">
                    <a:alpha val="17075"/>
                  </a:srgbClr>
                </a:gs>
                <a:gs pos="57143">
                  <a:srgbClr val="4B003F">
                    <a:alpha val="9855"/>
                  </a:srgbClr>
                </a:gs>
                <a:gs pos="71429">
                  <a:srgbClr val="4B003F">
                    <a:alpha val="4740"/>
                  </a:srgbClr>
                </a:gs>
                <a:gs pos="85714">
                  <a:srgbClr val="4B003F">
                    <a:alpha val="1902"/>
                  </a:srgbClr>
                </a:gs>
                <a:gs pos="100000">
                  <a:srgbClr val="4B00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Splat 1314"/>
            <p:cNvSpPr>
              <a:spLocks noGrp="1"/>
            </p:cNvSpPr>
            <p:nvPr/>
          </p:nvSpPr>
          <p:spPr>
            <a:xfrm rot="10028558">
              <a:off x="565326" y="506718"/>
              <a:ext cx="312485" cy="38732"/>
            </a:xfrm>
            <a:prstGeom prst="ellipse">
              <a:avLst/>
            </a:prstGeom>
            <a:gradFill>
              <a:gsLst>
                <a:gs pos="0">
                  <a:srgbClr val="F1C69F">
                    <a:alpha val="32968"/>
                  </a:srgbClr>
                </a:gs>
                <a:gs pos="14286">
                  <a:srgbClr val="F1C69F">
                    <a:alpha val="30764"/>
                  </a:srgbClr>
                </a:gs>
                <a:gs pos="28571">
                  <a:srgbClr val="F1C69F">
                    <a:alpha val="24833"/>
                  </a:srgbClr>
                </a:gs>
                <a:gs pos="42857">
                  <a:srgbClr val="F1C69F">
                    <a:alpha val="17075"/>
                  </a:srgbClr>
                </a:gs>
                <a:gs pos="57143">
                  <a:srgbClr val="F1C69F">
                    <a:alpha val="9855"/>
                  </a:srgbClr>
                </a:gs>
                <a:gs pos="71429">
                  <a:srgbClr val="F1C69F">
                    <a:alpha val="4740"/>
                  </a:srgbClr>
                </a:gs>
                <a:gs pos="85714">
                  <a:srgbClr val="F1C69F">
                    <a:alpha val="1902"/>
                  </a:srgbClr>
                </a:gs>
                <a:gs pos="100000">
                  <a:srgbClr val="F1C6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Splat 1315"/>
            <p:cNvSpPr>
              <a:spLocks noGrp="1"/>
            </p:cNvSpPr>
            <p:nvPr/>
          </p:nvSpPr>
          <p:spPr>
            <a:xfrm rot="-8790421">
              <a:off x="2334000" y="110591"/>
              <a:ext cx="690742" cy="216570"/>
            </a:xfrm>
            <a:prstGeom prst="ellipse">
              <a:avLst/>
            </a:prstGeom>
            <a:gradFill>
              <a:gsLst>
                <a:gs pos="0">
                  <a:srgbClr val="FFE8B9">
                    <a:alpha val="13037"/>
                  </a:srgbClr>
                </a:gs>
                <a:gs pos="14286">
                  <a:srgbClr val="FFE8B9">
                    <a:alpha val="12049"/>
                  </a:srgbClr>
                </a:gs>
                <a:gs pos="28571">
                  <a:srgbClr val="FFE8B9">
                    <a:alpha val="9488"/>
                  </a:srgbClr>
                </a:gs>
                <a:gs pos="42857">
                  <a:srgbClr val="FFE8B9">
                    <a:alpha val="6329"/>
                  </a:srgbClr>
                </a:gs>
                <a:gs pos="57143">
                  <a:srgbClr val="FFE8B9">
                    <a:alpha val="3558"/>
                  </a:srgbClr>
                </a:gs>
                <a:gs pos="71429">
                  <a:srgbClr val="FFE8B9">
                    <a:alpha val="1682"/>
                  </a:srgbClr>
                </a:gs>
                <a:gs pos="85714">
                  <a:srgbClr val="FFE8B9">
                    <a:alpha val="668"/>
                  </a:srgbClr>
                </a:gs>
                <a:gs pos="100000">
                  <a:srgbClr val="FFE8B9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Splat 1316"/>
            <p:cNvSpPr>
              <a:spLocks noGrp="1"/>
            </p:cNvSpPr>
            <p:nvPr/>
          </p:nvSpPr>
          <p:spPr>
            <a:xfrm rot="-10524682">
              <a:off x="1223429" y="1974397"/>
              <a:ext cx="529080" cy="112818"/>
            </a:xfrm>
            <a:prstGeom prst="ellipse">
              <a:avLst/>
            </a:prstGeom>
            <a:gradFill>
              <a:gsLst>
                <a:gs pos="0">
                  <a:srgbClr val="FFB700">
                    <a:alpha val="9953"/>
                  </a:srgbClr>
                </a:gs>
                <a:gs pos="14286">
                  <a:srgbClr val="FFB700">
                    <a:alpha val="9186"/>
                  </a:srgbClr>
                </a:gs>
                <a:gs pos="28571">
                  <a:srgbClr val="FFB700">
                    <a:alpha val="7208"/>
                  </a:srgbClr>
                </a:gs>
                <a:gs pos="42857">
                  <a:srgbClr val="FFB700">
                    <a:alpha val="4789"/>
                  </a:srgbClr>
                </a:gs>
                <a:gs pos="57143">
                  <a:srgbClr val="FFB700">
                    <a:alpha val="2683"/>
                  </a:srgbClr>
                </a:gs>
                <a:gs pos="71429">
                  <a:srgbClr val="FFB700">
                    <a:alpha val="1265"/>
                  </a:srgbClr>
                </a:gs>
                <a:gs pos="85714">
                  <a:srgbClr val="FFB700">
                    <a:alpha val="502"/>
                  </a:srgbClr>
                </a:gs>
                <a:gs pos="100000">
                  <a:srgbClr val="FFB700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Splat 1317"/>
            <p:cNvSpPr>
              <a:spLocks noGrp="1"/>
            </p:cNvSpPr>
            <p:nvPr/>
          </p:nvSpPr>
          <p:spPr>
            <a:xfrm rot="5063057">
              <a:off x="986674" y="113933"/>
              <a:ext cx="273280" cy="32658"/>
            </a:xfrm>
            <a:prstGeom prst="ellipse">
              <a:avLst/>
            </a:prstGeom>
            <a:gradFill>
              <a:gsLst>
                <a:gs pos="0">
                  <a:srgbClr val="E6B488">
                    <a:alpha val="32968"/>
                  </a:srgbClr>
                </a:gs>
                <a:gs pos="14286">
                  <a:srgbClr val="E6B488">
                    <a:alpha val="30764"/>
                  </a:srgbClr>
                </a:gs>
                <a:gs pos="28571">
                  <a:srgbClr val="E6B488">
                    <a:alpha val="24833"/>
                  </a:srgbClr>
                </a:gs>
                <a:gs pos="42857">
                  <a:srgbClr val="E6B488">
                    <a:alpha val="17075"/>
                  </a:srgbClr>
                </a:gs>
                <a:gs pos="57143">
                  <a:srgbClr val="E6B488">
                    <a:alpha val="9855"/>
                  </a:srgbClr>
                </a:gs>
                <a:gs pos="71429">
                  <a:srgbClr val="E6B488">
                    <a:alpha val="4740"/>
                  </a:srgbClr>
                </a:gs>
                <a:gs pos="85714">
                  <a:srgbClr val="E6B488">
                    <a:alpha val="1902"/>
                  </a:srgbClr>
                </a:gs>
                <a:gs pos="100000">
                  <a:srgbClr val="E6B48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Splat 1318"/>
            <p:cNvSpPr>
              <a:spLocks noGrp="1"/>
            </p:cNvSpPr>
            <p:nvPr/>
          </p:nvSpPr>
          <p:spPr>
            <a:xfrm rot="8638039">
              <a:off x="2170609" y="1929425"/>
              <a:ext cx="345927" cy="97096"/>
            </a:xfrm>
            <a:prstGeom prst="ellipse">
              <a:avLst/>
            </a:prstGeom>
            <a:gradFill>
              <a:gsLst>
                <a:gs pos="0">
                  <a:srgbClr val="FDCD97">
                    <a:alpha val="32968"/>
                  </a:srgbClr>
                </a:gs>
                <a:gs pos="14286">
                  <a:srgbClr val="FDCD97">
                    <a:alpha val="30764"/>
                  </a:srgbClr>
                </a:gs>
                <a:gs pos="28571">
                  <a:srgbClr val="FDCD97">
                    <a:alpha val="24833"/>
                  </a:srgbClr>
                </a:gs>
                <a:gs pos="42857">
                  <a:srgbClr val="FDCD97">
                    <a:alpha val="17075"/>
                  </a:srgbClr>
                </a:gs>
                <a:gs pos="57143">
                  <a:srgbClr val="FDCD97">
                    <a:alpha val="9855"/>
                  </a:srgbClr>
                </a:gs>
                <a:gs pos="71429">
                  <a:srgbClr val="FDCD97">
                    <a:alpha val="4740"/>
                  </a:srgbClr>
                </a:gs>
                <a:gs pos="85714">
                  <a:srgbClr val="FDCD97">
                    <a:alpha val="1902"/>
                  </a:srgbClr>
                </a:gs>
                <a:gs pos="100000">
                  <a:srgbClr val="FDCD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Splat 1319"/>
            <p:cNvSpPr>
              <a:spLocks noGrp="1"/>
            </p:cNvSpPr>
            <p:nvPr/>
          </p:nvSpPr>
          <p:spPr>
            <a:xfrm rot="8644025">
              <a:off x="-198202" y="849311"/>
              <a:ext cx="492607" cy="170069"/>
            </a:xfrm>
            <a:prstGeom prst="ellipse">
              <a:avLst/>
            </a:prstGeom>
            <a:gradFill>
              <a:gsLst>
                <a:gs pos="0">
                  <a:srgbClr val="F5E5F1">
                    <a:alpha val="31726"/>
                  </a:srgbClr>
                </a:gs>
                <a:gs pos="14286">
                  <a:srgbClr val="F5E5F1">
                    <a:alpha val="29585"/>
                  </a:srgbClr>
                </a:gs>
                <a:gs pos="28571">
                  <a:srgbClr val="F5E5F1">
                    <a:alpha val="23841"/>
                  </a:srgbClr>
                </a:gs>
                <a:gs pos="42857">
                  <a:srgbClr val="F5E5F1">
                    <a:alpha val="16359"/>
                  </a:srgbClr>
                </a:gs>
                <a:gs pos="57143">
                  <a:srgbClr val="F5E5F1">
                    <a:alpha val="9424"/>
                  </a:srgbClr>
                </a:gs>
                <a:gs pos="71429">
                  <a:srgbClr val="F5E5F1">
                    <a:alpha val="4528"/>
                  </a:srgbClr>
                </a:gs>
                <a:gs pos="85714">
                  <a:srgbClr val="F5E5F1">
                    <a:alpha val="1816"/>
                  </a:srgbClr>
                </a:gs>
                <a:gs pos="100000">
                  <a:srgbClr val="F5E5F1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Splat 1320"/>
            <p:cNvSpPr>
              <a:spLocks noGrp="1"/>
            </p:cNvSpPr>
            <p:nvPr/>
          </p:nvSpPr>
          <p:spPr>
            <a:xfrm rot="-8830940">
              <a:off x="772257" y="1222854"/>
              <a:ext cx="427220" cy="129669"/>
            </a:xfrm>
            <a:prstGeom prst="ellipse">
              <a:avLst/>
            </a:prstGeom>
            <a:gradFill>
              <a:gsLst>
                <a:gs pos="0">
                  <a:srgbClr val="DFBA8E">
                    <a:alpha val="32968"/>
                  </a:srgbClr>
                </a:gs>
                <a:gs pos="14286">
                  <a:srgbClr val="DFBA8E">
                    <a:alpha val="30764"/>
                  </a:srgbClr>
                </a:gs>
                <a:gs pos="28571">
                  <a:srgbClr val="DFBA8E">
                    <a:alpha val="24833"/>
                  </a:srgbClr>
                </a:gs>
                <a:gs pos="42857">
                  <a:srgbClr val="DFBA8E">
                    <a:alpha val="17075"/>
                  </a:srgbClr>
                </a:gs>
                <a:gs pos="57143">
                  <a:srgbClr val="DFBA8E">
                    <a:alpha val="9855"/>
                  </a:srgbClr>
                </a:gs>
                <a:gs pos="71429">
                  <a:srgbClr val="DFBA8E">
                    <a:alpha val="4740"/>
                  </a:srgbClr>
                </a:gs>
                <a:gs pos="85714">
                  <a:srgbClr val="DFBA8E">
                    <a:alpha val="1902"/>
                  </a:srgbClr>
                </a:gs>
                <a:gs pos="100000">
                  <a:srgbClr val="DFBA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Splat 1321"/>
            <p:cNvSpPr>
              <a:spLocks noGrp="1"/>
            </p:cNvSpPr>
            <p:nvPr/>
          </p:nvSpPr>
          <p:spPr>
            <a:xfrm rot="4417973">
              <a:off x="2393478" y="1802605"/>
              <a:ext cx="354858" cy="103988"/>
            </a:xfrm>
            <a:prstGeom prst="ellipse">
              <a:avLst/>
            </a:prstGeom>
            <a:gradFill>
              <a:gsLst>
                <a:gs pos="0">
                  <a:srgbClr val="FFCB7A">
                    <a:alpha val="5413"/>
                  </a:srgbClr>
                </a:gs>
                <a:gs pos="14286">
                  <a:srgbClr val="FFCB7A">
                    <a:alpha val="4987"/>
                  </a:srgbClr>
                </a:gs>
                <a:gs pos="28571">
                  <a:srgbClr val="FFCB7A">
                    <a:alpha val="3894"/>
                  </a:srgbClr>
                </a:gs>
                <a:gs pos="42857">
                  <a:srgbClr val="FFCB7A">
                    <a:alpha val="2572"/>
                  </a:srgbClr>
                </a:gs>
                <a:gs pos="57143">
                  <a:srgbClr val="FFCB7A">
                    <a:alpha val="1433"/>
                  </a:srgbClr>
                </a:gs>
                <a:gs pos="71429">
                  <a:srgbClr val="FFCB7A">
                    <a:alpha val="673"/>
                  </a:srgbClr>
                </a:gs>
                <a:gs pos="85714">
                  <a:srgbClr val="FFCB7A">
                    <a:alpha val="267"/>
                  </a:srgbClr>
                </a:gs>
                <a:gs pos="100000">
                  <a:srgbClr val="FFCB7A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Splat 1322"/>
            <p:cNvSpPr>
              <a:spLocks noGrp="1"/>
            </p:cNvSpPr>
            <p:nvPr/>
          </p:nvSpPr>
          <p:spPr>
            <a:xfrm rot="5313199">
              <a:off x="1548927" y="105564"/>
              <a:ext cx="489594" cy="56796"/>
            </a:xfrm>
            <a:prstGeom prst="ellipse">
              <a:avLst/>
            </a:prstGeom>
            <a:gradFill>
              <a:gsLst>
                <a:gs pos="0">
                  <a:srgbClr val="FFC589">
                    <a:alpha val="5423"/>
                  </a:srgbClr>
                </a:gs>
                <a:gs pos="14286">
                  <a:srgbClr val="FFC589">
                    <a:alpha val="4996"/>
                  </a:srgbClr>
                </a:gs>
                <a:gs pos="28571">
                  <a:srgbClr val="FFC589">
                    <a:alpha val="3901"/>
                  </a:srgbClr>
                </a:gs>
                <a:gs pos="42857">
                  <a:srgbClr val="FFC589">
                    <a:alpha val="2576"/>
                  </a:srgbClr>
                </a:gs>
                <a:gs pos="57143">
                  <a:srgbClr val="FFC589">
                    <a:alpha val="1436"/>
                  </a:srgbClr>
                </a:gs>
                <a:gs pos="71429">
                  <a:srgbClr val="FFC589">
                    <a:alpha val="675"/>
                  </a:srgbClr>
                </a:gs>
                <a:gs pos="85714">
                  <a:srgbClr val="FFC589">
                    <a:alpha val="267"/>
                  </a:srgbClr>
                </a:gs>
                <a:gs pos="100000">
                  <a:srgbClr val="FFC589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Splat 1323"/>
            <p:cNvSpPr>
              <a:spLocks noGrp="1"/>
            </p:cNvSpPr>
            <p:nvPr/>
          </p:nvSpPr>
          <p:spPr>
            <a:xfrm rot="7353844">
              <a:off x="904828" y="1275305"/>
              <a:ext cx="275133" cy="84368"/>
            </a:xfrm>
            <a:prstGeom prst="ellipse">
              <a:avLst/>
            </a:prstGeom>
            <a:gradFill>
              <a:gsLst>
                <a:gs pos="0">
                  <a:srgbClr val="4C1F00">
                    <a:alpha val="32968"/>
                  </a:srgbClr>
                </a:gs>
                <a:gs pos="14286">
                  <a:srgbClr val="4C1F00">
                    <a:alpha val="30764"/>
                  </a:srgbClr>
                </a:gs>
                <a:gs pos="28571">
                  <a:srgbClr val="4C1F00">
                    <a:alpha val="24833"/>
                  </a:srgbClr>
                </a:gs>
                <a:gs pos="42857">
                  <a:srgbClr val="4C1F00">
                    <a:alpha val="17075"/>
                  </a:srgbClr>
                </a:gs>
                <a:gs pos="57143">
                  <a:srgbClr val="4C1F00">
                    <a:alpha val="9855"/>
                  </a:srgbClr>
                </a:gs>
                <a:gs pos="71429">
                  <a:srgbClr val="4C1F00">
                    <a:alpha val="4740"/>
                  </a:srgbClr>
                </a:gs>
                <a:gs pos="85714">
                  <a:srgbClr val="4C1F00">
                    <a:alpha val="1902"/>
                  </a:srgbClr>
                </a:gs>
                <a:gs pos="100000">
                  <a:srgbClr val="4C1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Splat 1324"/>
            <p:cNvSpPr>
              <a:spLocks noGrp="1"/>
            </p:cNvSpPr>
            <p:nvPr/>
          </p:nvSpPr>
          <p:spPr>
            <a:xfrm rot="10411278">
              <a:off x="876387" y="1263804"/>
              <a:ext cx="336232" cy="71420"/>
            </a:xfrm>
            <a:prstGeom prst="ellipse">
              <a:avLst/>
            </a:prstGeom>
            <a:gradFill>
              <a:gsLst>
                <a:gs pos="0">
                  <a:srgbClr val="E3B485">
                    <a:alpha val="32968"/>
                  </a:srgbClr>
                </a:gs>
                <a:gs pos="14286">
                  <a:srgbClr val="E3B485">
                    <a:alpha val="30764"/>
                  </a:srgbClr>
                </a:gs>
                <a:gs pos="28571">
                  <a:srgbClr val="E3B485">
                    <a:alpha val="24833"/>
                  </a:srgbClr>
                </a:gs>
                <a:gs pos="42857">
                  <a:srgbClr val="E3B485">
                    <a:alpha val="17075"/>
                  </a:srgbClr>
                </a:gs>
                <a:gs pos="57143">
                  <a:srgbClr val="E3B485">
                    <a:alpha val="9855"/>
                  </a:srgbClr>
                </a:gs>
                <a:gs pos="71429">
                  <a:srgbClr val="E3B485">
                    <a:alpha val="4740"/>
                  </a:srgbClr>
                </a:gs>
                <a:gs pos="85714">
                  <a:srgbClr val="E3B485">
                    <a:alpha val="1902"/>
                  </a:srgbClr>
                </a:gs>
                <a:gs pos="100000">
                  <a:srgbClr val="E3B4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Splat 1325"/>
            <p:cNvSpPr>
              <a:spLocks noGrp="1"/>
            </p:cNvSpPr>
            <p:nvPr/>
          </p:nvSpPr>
          <p:spPr>
            <a:xfrm rot="6870623">
              <a:off x="2197506" y="1962582"/>
              <a:ext cx="300564" cy="165388"/>
            </a:xfrm>
            <a:prstGeom prst="ellipse">
              <a:avLst/>
            </a:prstGeom>
            <a:gradFill>
              <a:gsLst>
                <a:gs pos="0">
                  <a:srgbClr val="FFE4C9">
                    <a:alpha val="17273"/>
                  </a:srgbClr>
                </a:gs>
                <a:gs pos="14286">
                  <a:srgbClr val="FFE4C9">
                    <a:alpha val="15995"/>
                  </a:srgbClr>
                </a:gs>
                <a:gs pos="28571">
                  <a:srgbClr val="FFE4C9">
                    <a:alpha val="12657"/>
                  </a:srgbClr>
                </a:gs>
                <a:gs pos="42857">
                  <a:srgbClr val="FFE4C9">
                    <a:alpha val="8494"/>
                  </a:srgbClr>
                </a:gs>
                <a:gs pos="57143">
                  <a:srgbClr val="FFE4C9">
                    <a:alpha val="4799"/>
                  </a:srgbClr>
                </a:gs>
                <a:gs pos="71429">
                  <a:srgbClr val="FFE4C9">
                    <a:alpha val="2276"/>
                  </a:srgbClr>
                </a:gs>
                <a:gs pos="85714">
                  <a:srgbClr val="FFE4C9">
                    <a:alpha val="906"/>
                  </a:srgbClr>
                </a:gs>
                <a:gs pos="100000">
                  <a:srgbClr val="FFE4C9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Splat 1326"/>
            <p:cNvSpPr>
              <a:spLocks noGrp="1"/>
            </p:cNvSpPr>
            <p:nvPr/>
          </p:nvSpPr>
          <p:spPr>
            <a:xfrm rot="4221135">
              <a:off x="1970201" y="1430836"/>
              <a:ext cx="369747" cy="70552"/>
            </a:xfrm>
            <a:prstGeom prst="ellipse">
              <a:avLst/>
            </a:prstGeom>
            <a:gradFill>
              <a:gsLst>
                <a:gs pos="0">
                  <a:srgbClr val="F6DEB0">
                    <a:alpha val="15087"/>
                  </a:srgbClr>
                </a:gs>
                <a:gs pos="14286">
                  <a:srgbClr val="F6DEB0">
                    <a:alpha val="13957"/>
                  </a:srgbClr>
                </a:gs>
                <a:gs pos="28571">
                  <a:srgbClr val="F6DEB0">
                    <a:alpha val="11016"/>
                  </a:srgbClr>
                </a:gs>
                <a:gs pos="42857">
                  <a:srgbClr val="F6DEB0">
                    <a:alpha val="7370"/>
                  </a:srgbClr>
                </a:gs>
                <a:gs pos="57143">
                  <a:srgbClr val="F6DEB0">
                    <a:alpha val="4153"/>
                  </a:srgbClr>
                </a:gs>
                <a:gs pos="71429">
                  <a:srgbClr val="F6DEB0">
                    <a:alpha val="1966"/>
                  </a:srgbClr>
                </a:gs>
                <a:gs pos="85714">
                  <a:srgbClr val="F6DEB0">
                    <a:alpha val="782"/>
                  </a:srgbClr>
                </a:gs>
                <a:gs pos="100000">
                  <a:srgbClr val="F6DEB0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Splat 1327"/>
            <p:cNvSpPr>
              <a:spLocks noGrp="1"/>
            </p:cNvSpPr>
            <p:nvPr/>
          </p:nvSpPr>
          <p:spPr>
            <a:xfrm rot="-10764829">
              <a:off x="3152490" y="1290182"/>
              <a:ext cx="541557" cy="117415"/>
            </a:xfrm>
            <a:prstGeom prst="ellipse">
              <a:avLst/>
            </a:prstGeom>
            <a:gradFill>
              <a:gsLst>
                <a:gs pos="0">
                  <a:srgbClr val="813300">
                    <a:alpha val="32968"/>
                  </a:srgbClr>
                </a:gs>
                <a:gs pos="14286">
                  <a:srgbClr val="813300">
                    <a:alpha val="30764"/>
                  </a:srgbClr>
                </a:gs>
                <a:gs pos="28571">
                  <a:srgbClr val="813300">
                    <a:alpha val="24833"/>
                  </a:srgbClr>
                </a:gs>
                <a:gs pos="42857">
                  <a:srgbClr val="813300">
                    <a:alpha val="17075"/>
                  </a:srgbClr>
                </a:gs>
                <a:gs pos="57143">
                  <a:srgbClr val="813300">
                    <a:alpha val="9855"/>
                  </a:srgbClr>
                </a:gs>
                <a:gs pos="71429">
                  <a:srgbClr val="813300">
                    <a:alpha val="4740"/>
                  </a:srgbClr>
                </a:gs>
                <a:gs pos="85714">
                  <a:srgbClr val="813300">
                    <a:alpha val="1902"/>
                  </a:srgbClr>
                </a:gs>
                <a:gs pos="100000">
                  <a:srgbClr val="813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Splat 1328"/>
            <p:cNvSpPr>
              <a:spLocks noGrp="1"/>
            </p:cNvSpPr>
            <p:nvPr/>
          </p:nvSpPr>
          <p:spPr>
            <a:xfrm rot="-9940218">
              <a:off x="838500" y="481019"/>
              <a:ext cx="574180" cy="29704"/>
            </a:xfrm>
            <a:prstGeom prst="ellipse">
              <a:avLst/>
            </a:prstGeom>
            <a:gradFill>
              <a:gsLst>
                <a:gs pos="0">
                  <a:srgbClr val="7B5332">
                    <a:alpha val="32375"/>
                  </a:srgbClr>
                </a:gs>
                <a:gs pos="14286">
                  <a:srgbClr val="7B5332">
                    <a:alpha val="30201"/>
                  </a:srgbClr>
                </a:gs>
                <a:gs pos="28571">
                  <a:srgbClr val="7B5332">
                    <a:alpha val="24359"/>
                  </a:srgbClr>
                </a:gs>
                <a:gs pos="42857">
                  <a:srgbClr val="7B5332">
                    <a:alpha val="16733"/>
                  </a:srgbClr>
                </a:gs>
                <a:gs pos="57143">
                  <a:srgbClr val="7B5332">
                    <a:alpha val="9649"/>
                  </a:srgbClr>
                </a:gs>
                <a:gs pos="71429">
                  <a:srgbClr val="7B5332">
                    <a:alpha val="4638"/>
                  </a:srgbClr>
                </a:gs>
                <a:gs pos="85714">
                  <a:srgbClr val="7B5332">
                    <a:alpha val="1861"/>
                  </a:srgbClr>
                </a:gs>
                <a:gs pos="100000">
                  <a:srgbClr val="7B5332">
                    <a:alpha val="6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Splat 1329"/>
            <p:cNvSpPr>
              <a:spLocks noGrp="1"/>
            </p:cNvSpPr>
            <p:nvPr/>
          </p:nvSpPr>
          <p:spPr>
            <a:xfrm rot="10643682">
              <a:off x="476404" y="2312449"/>
              <a:ext cx="525740" cy="200998"/>
            </a:xfrm>
            <a:prstGeom prst="ellipse">
              <a:avLst/>
            </a:prstGeom>
            <a:gradFill>
              <a:gsLst>
                <a:gs pos="0">
                  <a:srgbClr val="B99790">
                    <a:alpha val="25481"/>
                  </a:srgbClr>
                </a:gs>
                <a:gs pos="14286">
                  <a:srgbClr val="B99790">
                    <a:alpha val="23687"/>
                  </a:srgbClr>
                </a:gs>
                <a:gs pos="28571">
                  <a:srgbClr val="B99790">
                    <a:alpha val="18933"/>
                  </a:srgbClr>
                </a:gs>
                <a:gs pos="42857">
                  <a:srgbClr val="B99790">
                    <a:alpha val="12862"/>
                  </a:srgbClr>
                </a:gs>
                <a:gs pos="57143">
                  <a:srgbClr val="B99790">
                    <a:alpha val="7345"/>
                  </a:srgbClr>
                </a:gs>
                <a:gs pos="71429">
                  <a:srgbClr val="B99790">
                    <a:alpha val="3508"/>
                  </a:srgbClr>
                </a:gs>
                <a:gs pos="85714">
                  <a:srgbClr val="B99790">
                    <a:alpha val="1402"/>
                  </a:srgbClr>
                </a:gs>
                <a:gs pos="100000">
                  <a:srgbClr val="B99790">
                    <a:alpha val="4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Splat 1330"/>
            <p:cNvSpPr>
              <a:spLocks noGrp="1"/>
            </p:cNvSpPr>
            <p:nvPr/>
          </p:nvSpPr>
          <p:spPr>
            <a:xfrm rot="9140972">
              <a:off x="484684" y="2227912"/>
              <a:ext cx="574092" cy="22147"/>
            </a:xfrm>
            <a:prstGeom prst="ellipse">
              <a:avLst/>
            </a:prstGeom>
            <a:gradFill>
              <a:gsLst>
                <a:gs pos="0">
                  <a:srgbClr val="DABFAF">
                    <a:alpha val="32968"/>
                  </a:srgbClr>
                </a:gs>
                <a:gs pos="14286">
                  <a:srgbClr val="DABFAF">
                    <a:alpha val="30764"/>
                  </a:srgbClr>
                </a:gs>
                <a:gs pos="28571">
                  <a:srgbClr val="DABFAF">
                    <a:alpha val="24833"/>
                  </a:srgbClr>
                </a:gs>
                <a:gs pos="42857">
                  <a:srgbClr val="DABFAF">
                    <a:alpha val="17075"/>
                  </a:srgbClr>
                </a:gs>
                <a:gs pos="57143">
                  <a:srgbClr val="DABFAF">
                    <a:alpha val="9855"/>
                  </a:srgbClr>
                </a:gs>
                <a:gs pos="71429">
                  <a:srgbClr val="DABFAF">
                    <a:alpha val="4740"/>
                  </a:srgbClr>
                </a:gs>
                <a:gs pos="85714">
                  <a:srgbClr val="DABFAF">
                    <a:alpha val="1902"/>
                  </a:srgbClr>
                </a:gs>
                <a:gs pos="100000">
                  <a:srgbClr val="DABFA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Splat 1331"/>
            <p:cNvSpPr>
              <a:spLocks noGrp="1"/>
            </p:cNvSpPr>
            <p:nvPr/>
          </p:nvSpPr>
          <p:spPr>
            <a:xfrm rot="-9557031">
              <a:off x="2173632" y="340620"/>
              <a:ext cx="416169" cy="74263"/>
            </a:xfrm>
            <a:prstGeom prst="ellipse">
              <a:avLst/>
            </a:prstGeom>
            <a:gradFill>
              <a:gsLst>
                <a:gs pos="0">
                  <a:srgbClr val="000002">
                    <a:alpha val="16036"/>
                  </a:srgbClr>
                </a:gs>
                <a:gs pos="14286">
                  <a:srgbClr val="000002">
                    <a:alpha val="14840"/>
                  </a:srgbClr>
                </a:gs>
                <a:gs pos="28571">
                  <a:srgbClr val="000002">
                    <a:alpha val="11727"/>
                  </a:srgbClr>
                </a:gs>
                <a:gs pos="42857">
                  <a:srgbClr val="000002">
                    <a:alpha val="7856"/>
                  </a:srgbClr>
                </a:gs>
                <a:gs pos="57143">
                  <a:srgbClr val="000002">
                    <a:alpha val="4432"/>
                  </a:srgbClr>
                </a:gs>
                <a:gs pos="71429">
                  <a:srgbClr val="000002">
                    <a:alpha val="2100"/>
                  </a:srgbClr>
                </a:gs>
                <a:gs pos="85714">
                  <a:srgbClr val="000002">
                    <a:alpha val="836"/>
                  </a:srgbClr>
                </a:gs>
                <a:gs pos="100000">
                  <a:srgbClr val="000002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Splat 1332"/>
            <p:cNvSpPr>
              <a:spLocks noGrp="1"/>
            </p:cNvSpPr>
            <p:nvPr/>
          </p:nvSpPr>
          <p:spPr>
            <a:xfrm rot="-9420536">
              <a:off x="1106887" y="1237582"/>
              <a:ext cx="444200" cy="49619"/>
            </a:xfrm>
            <a:prstGeom prst="ellipse">
              <a:avLst/>
            </a:prstGeom>
            <a:gradFill>
              <a:gsLst>
                <a:gs pos="0">
                  <a:srgbClr val="8D5600">
                    <a:alpha val="29018"/>
                  </a:srgbClr>
                </a:gs>
                <a:gs pos="14286">
                  <a:srgbClr val="8D5600">
                    <a:alpha val="27023"/>
                  </a:srgbClr>
                </a:gs>
                <a:gs pos="28571">
                  <a:srgbClr val="8D5600">
                    <a:alpha val="21698"/>
                  </a:srgbClr>
                </a:gs>
                <a:gs pos="42857">
                  <a:srgbClr val="8D5600">
                    <a:alpha val="14823"/>
                  </a:srgbClr>
                </a:gs>
                <a:gs pos="57143">
                  <a:srgbClr val="8D5600">
                    <a:alpha val="8506"/>
                  </a:srgbClr>
                </a:gs>
                <a:gs pos="71429">
                  <a:srgbClr val="8D5600">
                    <a:alpha val="4076"/>
                  </a:srgbClr>
                </a:gs>
                <a:gs pos="85714">
                  <a:srgbClr val="8D5600">
                    <a:alpha val="1632"/>
                  </a:srgbClr>
                </a:gs>
                <a:gs pos="100000">
                  <a:srgbClr val="8D5600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Splat 1333"/>
            <p:cNvSpPr>
              <a:spLocks noGrp="1"/>
            </p:cNvSpPr>
            <p:nvPr/>
          </p:nvSpPr>
          <p:spPr>
            <a:xfrm rot="10065554">
              <a:off x="146389" y="130089"/>
              <a:ext cx="671141" cy="148536"/>
            </a:xfrm>
            <a:prstGeom prst="ellipse">
              <a:avLst/>
            </a:prstGeom>
            <a:gradFill>
              <a:gsLst>
                <a:gs pos="0">
                  <a:srgbClr val="28001E">
                    <a:alpha val="32968"/>
                  </a:srgbClr>
                </a:gs>
                <a:gs pos="14286">
                  <a:srgbClr val="28001E">
                    <a:alpha val="30764"/>
                  </a:srgbClr>
                </a:gs>
                <a:gs pos="28571">
                  <a:srgbClr val="28001E">
                    <a:alpha val="24833"/>
                  </a:srgbClr>
                </a:gs>
                <a:gs pos="42857">
                  <a:srgbClr val="28001E">
                    <a:alpha val="17075"/>
                  </a:srgbClr>
                </a:gs>
                <a:gs pos="57143">
                  <a:srgbClr val="28001E">
                    <a:alpha val="9855"/>
                  </a:srgbClr>
                </a:gs>
                <a:gs pos="71429">
                  <a:srgbClr val="28001E">
                    <a:alpha val="4740"/>
                  </a:srgbClr>
                </a:gs>
                <a:gs pos="85714">
                  <a:srgbClr val="28001E">
                    <a:alpha val="1902"/>
                  </a:srgbClr>
                </a:gs>
                <a:gs pos="100000">
                  <a:srgbClr val="2800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Splat 1334"/>
            <p:cNvSpPr>
              <a:spLocks noGrp="1"/>
            </p:cNvSpPr>
            <p:nvPr/>
          </p:nvSpPr>
          <p:spPr>
            <a:xfrm rot="10266157">
              <a:off x="3129428" y="1311801"/>
              <a:ext cx="546355" cy="144591"/>
            </a:xfrm>
            <a:prstGeom prst="ellipse">
              <a:avLst/>
            </a:prstGeom>
            <a:gradFill>
              <a:gsLst>
                <a:gs pos="0">
                  <a:srgbClr val="712C00">
                    <a:alpha val="32968"/>
                  </a:srgbClr>
                </a:gs>
                <a:gs pos="14286">
                  <a:srgbClr val="712C00">
                    <a:alpha val="30764"/>
                  </a:srgbClr>
                </a:gs>
                <a:gs pos="28571">
                  <a:srgbClr val="712C00">
                    <a:alpha val="24833"/>
                  </a:srgbClr>
                </a:gs>
                <a:gs pos="42857">
                  <a:srgbClr val="712C00">
                    <a:alpha val="17075"/>
                  </a:srgbClr>
                </a:gs>
                <a:gs pos="57143">
                  <a:srgbClr val="712C00">
                    <a:alpha val="9855"/>
                  </a:srgbClr>
                </a:gs>
                <a:gs pos="71429">
                  <a:srgbClr val="712C00">
                    <a:alpha val="4740"/>
                  </a:srgbClr>
                </a:gs>
                <a:gs pos="85714">
                  <a:srgbClr val="712C00">
                    <a:alpha val="1902"/>
                  </a:srgbClr>
                </a:gs>
                <a:gs pos="100000">
                  <a:srgbClr val="712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Splat 1335"/>
            <p:cNvSpPr>
              <a:spLocks noGrp="1"/>
            </p:cNvSpPr>
            <p:nvPr/>
          </p:nvSpPr>
          <p:spPr>
            <a:xfrm rot="-9606734">
              <a:off x="595666" y="556242"/>
              <a:ext cx="443522" cy="57362"/>
            </a:xfrm>
            <a:prstGeom prst="ellipse">
              <a:avLst/>
            </a:prstGeom>
            <a:gradFill>
              <a:gsLst>
                <a:gs pos="0">
                  <a:srgbClr val="3D0000">
                    <a:alpha val="30163"/>
                  </a:srgbClr>
                </a:gs>
                <a:gs pos="14286">
                  <a:srgbClr val="3D0000">
                    <a:alpha val="28105"/>
                  </a:srgbClr>
                </a:gs>
                <a:gs pos="28571">
                  <a:srgbClr val="3D0000">
                    <a:alpha val="22602"/>
                  </a:srgbClr>
                </a:gs>
                <a:gs pos="42857">
                  <a:srgbClr val="3D0000">
                    <a:alpha val="15469"/>
                  </a:srgbClr>
                </a:gs>
                <a:gs pos="57143">
                  <a:srgbClr val="3D0000">
                    <a:alpha val="8891"/>
                  </a:srgbClr>
                </a:gs>
                <a:gs pos="71429">
                  <a:srgbClr val="3D0000">
                    <a:alpha val="4265"/>
                  </a:srgbClr>
                </a:gs>
                <a:gs pos="85714">
                  <a:srgbClr val="3D0000">
                    <a:alpha val="1709"/>
                  </a:srgbClr>
                </a:gs>
                <a:gs pos="100000">
                  <a:srgbClr val="3D0000">
                    <a:alpha val="5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Splat 1336"/>
            <p:cNvSpPr>
              <a:spLocks noGrp="1"/>
            </p:cNvSpPr>
            <p:nvPr/>
          </p:nvSpPr>
          <p:spPr>
            <a:xfrm rot="3182500">
              <a:off x="1815940" y="643829"/>
              <a:ext cx="526170" cy="80728"/>
            </a:xfrm>
            <a:prstGeom prst="ellipse">
              <a:avLst/>
            </a:prstGeom>
            <a:gradFill>
              <a:gsLst>
                <a:gs pos="0">
                  <a:srgbClr val="320000">
                    <a:alpha val="10448"/>
                  </a:srgbClr>
                </a:gs>
                <a:gs pos="14286">
                  <a:srgbClr val="320000">
                    <a:alpha val="9645"/>
                  </a:srgbClr>
                </a:gs>
                <a:gs pos="28571">
                  <a:srgbClr val="320000">
                    <a:alpha val="7573"/>
                  </a:srgbClr>
                </a:gs>
                <a:gs pos="42857">
                  <a:srgbClr val="320000">
                    <a:alpha val="5034"/>
                  </a:srgbClr>
                </a:gs>
                <a:gs pos="57143">
                  <a:srgbClr val="320000">
                    <a:alpha val="2821"/>
                  </a:srgbClr>
                </a:gs>
                <a:gs pos="71429">
                  <a:srgbClr val="320000">
                    <a:alpha val="1331"/>
                  </a:srgbClr>
                </a:gs>
                <a:gs pos="85714">
                  <a:srgbClr val="320000">
                    <a:alpha val="528"/>
                  </a:srgbClr>
                </a:gs>
                <a:gs pos="100000">
                  <a:srgbClr val="320000">
                    <a:alpha val="1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Splat 1337"/>
            <p:cNvSpPr>
              <a:spLocks noGrp="1"/>
            </p:cNvSpPr>
            <p:nvPr/>
          </p:nvSpPr>
          <p:spPr>
            <a:xfrm rot="-10277969">
              <a:off x="1887823" y="1846214"/>
              <a:ext cx="533546" cy="121572"/>
            </a:xfrm>
            <a:prstGeom prst="ellipse">
              <a:avLst/>
            </a:prstGeom>
            <a:gradFill>
              <a:gsLst>
                <a:gs pos="0">
                  <a:srgbClr val="FE5F00">
                    <a:alpha val="32968"/>
                  </a:srgbClr>
                </a:gs>
                <a:gs pos="14286">
                  <a:srgbClr val="FE5F00">
                    <a:alpha val="30764"/>
                  </a:srgbClr>
                </a:gs>
                <a:gs pos="28571">
                  <a:srgbClr val="FE5F00">
                    <a:alpha val="24833"/>
                  </a:srgbClr>
                </a:gs>
                <a:gs pos="42857">
                  <a:srgbClr val="FE5F00">
                    <a:alpha val="17075"/>
                  </a:srgbClr>
                </a:gs>
                <a:gs pos="57143">
                  <a:srgbClr val="FE5F00">
                    <a:alpha val="9855"/>
                  </a:srgbClr>
                </a:gs>
                <a:gs pos="71429">
                  <a:srgbClr val="FE5F00">
                    <a:alpha val="4740"/>
                  </a:srgbClr>
                </a:gs>
                <a:gs pos="85714">
                  <a:srgbClr val="FE5F00">
                    <a:alpha val="1902"/>
                  </a:srgbClr>
                </a:gs>
                <a:gs pos="100000">
                  <a:srgbClr val="FE5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Splat 1338"/>
            <p:cNvSpPr>
              <a:spLocks noGrp="1"/>
            </p:cNvSpPr>
            <p:nvPr/>
          </p:nvSpPr>
          <p:spPr>
            <a:xfrm rot="9294803">
              <a:off x="1528385" y="47898"/>
              <a:ext cx="251713" cy="627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Splat 1339"/>
            <p:cNvSpPr>
              <a:spLocks noGrp="1"/>
            </p:cNvSpPr>
            <p:nvPr/>
          </p:nvSpPr>
          <p:spPr>
            <a:xfrm rot="2925344">
              <a:off x="182445" y="210520"/>
              <a:ext cx="675120" cy="110950"/>
            </a:xfrm>
            <a:prstGeom prst="ellipse">
              <a:avLst/>
            </a:prstGeom>
            <a:gradFill>
              <a:gsLst>
                <a:gs pos="0">
                  <a:srgbClr val="00001E">
                    <a:alpha val="32968"/>
                  </a:srgbClr>
                </a:gs>
                <a:gs pos="14286">
                  <a:srgbClr val="00001E">
                    <a:alpha val="30764"/>
                  </a:srgbClr>
                </a:gs>
                <a:gs pos="28571">
                  <a:srgbClr val="00001E">
                    <a:alpha val="24833"/>
                  </a:srgbClr>
                </a:gs>
                <a:gs pos="42857">
                  <a:srgbClr val="00001E">
                    <a:alpha val="17075"/>
                  </a:srgbClr>
                </a:gs>
                <a:gs pos="57143">
                  <a:srgbClr val="00001E">
                    <a:alpha val="9855"/>
                  </a:srgbClr>
                </a:gs>
                <a:gs pos="71429">
                  <a:srgbClr val="00001E">
                    <a:alpha val="4740"/>
                  </a:srgbClr>
                </a:gs>
                <a:gs pos="85714">
                  <a:srgbClr val="00001E">
                    <a:alpha val="1902"/>
                  </a:srgbClr>
                </a:gs>
                <a:gs pos="100000">
                  <a:srgbClr val="0000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Splat 1340"/>
            <p:cNvSpPr>
              <a:spLocks noGrp="1"/>
            </p:cNvSpPr>
            <p:nvPr/>
          </p:nvSpPr>
          <p:spPr>
            <a:xfrm rot="5119648">
              <a:off x="2202686" y="1333013"/>
              <a:ext cx="374156" cy="1710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Splat 1341"/>
            <p:cNvSpPr>
              <a:spLocks noGrp="1"/>
            </p:cNvSpPr>
            <p:nvPr/>
          </p:nvSpPr>
          <p:spPr>
            <a:xfrm rot="-10079789">
              <a:off x="713222" y="1281881"/>
              <a:ext cx="825727" cy="47625"/>
            </a:xfrm>
            <a:prstGeom prst="ellipse">
              <a:avLst/>
            </a:prstGeom>
            <a:gradFill>
              <a:gsLst>
                <a:gs pos="0">
                  <a:srgbClr val="430000">
                    <a:alpha val="30995"/>
                  </a:srgbClr>
                </a:gs>
                <a:gs pos="14286">
                  <a:srgbClr val="430000">
                    <a:alpha val="28893"/>
                  </a:srgbClr>
                </a:gs>
                <a:gs pos="28571">
                  <a:srgbClr val="430000">
                    <a:alpha val="23261"/>
                  </a:srgbClr>
                </a:gs>
                <a:gs pos="42857">
                  <a:srgbClr val="430000">
                    <a:alpha val="15942"/>
                  </a:srgbClr>
                </a:gs>
                <a:gs pos="57143">
                  <a:srgbClr val="430000">
                    <a:alpha val="9174"/>
                  </a:srgbClr>
                </a:gs>
                <a:gs pos="71429">
                  <a:srgbClr val="430000">
                    <a:alpha val="4404"/>
                  </a:srgbClr>
                </a:gs>
                <a:gs pos="85714">
                  <a:srgbClr val="430000">
                    <a:alpha val="1765"/>
                  </a:srgbClr>
                </a:gs>
                <a:gs pos="100000">
                  <a:srgbClr val="430000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Splat 1342"/>
            <p:cNvSpPr>
              <a:spLocks noGrp="1"/>
            </p:cNvSpPr>
            <p:nvPr/>
          </p:nvSpPr>
          <p:spPr>
            <a:xfrm rot="-8717028">
              <a:off x="996043" y="1479098"/>
              <a:ext cx="447390" cy="35353"/>
            </a:xfrm>
            <a:prstGeom prst="ellipse">
              <a:avLst/>
            </a:prstGeom>
            <a:gradFill>
              <a:gsLst>
                <a:gs pos="0">
                  <a:srgbClr val="FFC076">
                    <a:alpha val="12422"/>
                  </a:srgbClr>
                </a:gs>
                <a:gs pos="14286">
                  <a:srgbClr val="FFC076">
                    <a:alpha val="11478"/>
                  </a:srgbClr>
                </a:gs>
                <a:gs pos="28571">
                  <a:srgbClr val="FFC076">
                    <a:alpha val="9032"/>
                  </a:srgbClr>
                </a:gs>
                <a:gs pos="42857">
                  <a:srgbClr val="FFC076">
                    <a:alpha val="6020"/>
                  </a:srgbClr>
                </a:gs>
                <a:gs pos="57143">
                  <a:srgbClr val="FFC076">
                    <a:alpha val="3382"/>
                  </a:srgbClr>
                </a:gs>
                <a:gs pos="71429">
                  <a:srgbClr val="FFC076">
                    <a:alpha val="1598"/>
                  </a:srgbClr>
                </a:gs>
                <a:gs pos="85714">
                  <a:srgbClr val="FFC076">
                    <a:alpha val="635"/>
                  </a:srgbClr>
                </a:gs>
                <a:gs pos="100000">
                  <a:srgbClr val="FFC076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Splat 1343"/>
            <p:cNvSpPr>
              <a:spLocks noGrp="1"/>
            </p:cNvSpPr>
            <p:nvPr/>
          </p:nvSpPr>
          <p:spPr>
            <a:xfrm rot="-9817014">
              <a:off x="417714" y="606602"/>
              <a:ext cx="635545" cy="61695"/>
            </a:xfrm>
            <a:prstGeom prst="ellipse">
              <a:avLst/>
            </a:prstGeom>
            <a:gradFill>
              <a:gsLst>
                <a:gs pos="0">
                  <a:srgbClr val="FCC992">
                    <a:alpha val="24968"/>
                  </a:srgbClr>
                </a:gs>
                <a:gs pos="14286">
                  <a:srgbClr val="FCC992">
                    <a:alpha val="23204"/>
                  </a:srgbClr>
                </a:gs>
                <a:gs pos="28571">
                  <a:srgbClr val="FCC992">
                    <a:alpha val="18535"/>
                  </a:srgbClr>
                </a:gs>
                <a:gs pos="42857">
                  <a:srgbClr val="FCC992">
                    <a:alpha val="12582"/>
                  </a:srgbClr>
                </a:gs>
                <a:gs pos="57143">
                  <a:srgbClr val="FCC992">
                    <a:alpha val="7180"/>
                  </a:srgbClr>
                </a:gs>
                <a:gs pos="71429">
                  <a:srgbClr val="FCC992">
                    <a:alpha val="3427"/>
                  </a:srgbClr>
                </a:gs>
                <a:gs pos="85714">
                  <a:srgbClr val="FCC992">
                    <a:alpha val="1370"/>
                  </a:srgbClr>
                </a:gs>
                <a:gs pos="100000">
                  <a:srgbClr val="FCC992">
                    <a:alpha val="4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Splat 1344"/>
            <p:cNvSpPr>
              <a:spLocks noGrp="1"/>
            </p:cNvSpPr>
            <p:nvPr/>
          </p:nvSpPr>
          <p:spPr>
            <a:xfrm rot="4555987">
              <a:off x="1065112" y="867856"/>
              <a:ext cx="393524" cy="136614"/>
            </a:xfrm>
            <a:prstGeom prst="ellipse">
              <a:avLst/>
            </a:prstGeom>
            <a:gradFill>
              <a:gsLst>
                <a:gs pos="0">
                  <a:srgbClr val="998A26">
                    <a:alpha val="32968"/>
                  </a:srgbClr>
                </a:gs>
                <a:gs pos="14286">
                  <a:srgbClr val="998A26">
                    <a:alpha val="30764"/>
                  </a:srgbClr>
                </a:gs>
                <a:gs pos="28571">
                  <a:srgbClr val="998A26">
                    <a:alpha val="24833"/>
                  </a:srgbClr>
                </a:gs>
                <a:gs pos="42857">
                  <a:srgbClr val="998A26">
                    <a:alpha val="17075"/>
                  </a:srgbClr>
                </a:gs>
                <a:gs pos="57143">
                  <a:srgbClr val="998A26">
                    <a:alpha val="9855"/>
                  </a:srgbClr>
                </a:gs>
                <a:gs pos="71429">
                  <a:srgbClr val="998A26">
                    <a:alpha val="4740"/>
                  </a:srgbClr>
                </a:gs>
                <a:gs pos="85714">
                  <a:srgbClr val="998A26">
                    <a:alpha val="1902"/>
                  </a:srgbClr>
                </a:gs>
                <a:gs pos="100000">
                  <a:srgbClr val="998A2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Splat 1345"/>
            <p:cNvSpPr>
              <a:spLocks noGrp="1"/>
            </p:cNvSpPr>
            <p:nvPr/>
          </p:nvSpPr>
          <p:spPr>
            <a:xfrm rot="-9893612">
              <a:off x="451275" y="1294375"/>
              <a:ext cx="336629" cy="89577"/>
            </a:xfrm>
            <a:prstGeom prst="ellipse">
              <a:avLst/>
            </a:prstGeom>
            <a:gradFill>
              <a:gsLst>
                <a:gs pos="0">
                  <a:srgbClr val="F9D19A">
                    <a:alpha val="30459"/>
                  </a:srgbClr>
                </a:gs>
                <a:gs pos="14286">
                  <a:srgbClr val="F9D19A">
                    <a:alpha val="28385"/>
                  </a:srgbClr>
                </a:gs>
                <a:gs pos="28571">
                  <a:srgbClr val="F9D19A">
                    <a:alpha val="22835"/>
                  </a:srgbClr>
                </a:gs>
                <a:gs pos="42857">
                  <a:srgbClr val="F9D19A">
                    <a:alpha val="15636"/>
                  </a:srgbClr>
                </a:gs>
                <a:gs pos="57143">
                  <a:srgbClr val="F9D19A">
                    <a:alpha val="8991"/>
                  </a:srgbClr>
                </a:gs>
                <a:gs pos="71429">
                  <a:srgbClr val="F9D19A">
                    <a:alpha val="4314"/>
                  </a:srgbClr>
                </a:gs>
                <a:gs pos="85714">
                  <a:srgbClr val="F9D19A">
                    <a:alpha val="1729"/>
                  </a:srgbClr>
                </a:gs>
                <a:gs pos="100000">
                  <a:srgbClr val="F9D19A">
                    <a:alpha val="5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Splat 1346"/>
            <p:cNvSpPr>
              <a:spLocks noGrp="1"/>
            </p:cNvSpPr>
            <p:nvPr/>
          </p:nvSpPr>
          <p:spPr>
            <a:xfrm rot="-8964177">
              <a:off x="289536" y="1188107"/>
              <a:ext cx="369417" cy="75602"/>
            </a:xfrm>
            <a:prstGeom prst="ellipse">
              <a:avLst/>
            </a:prstGeom>
            <a:gradFill>
              <a:gsLst>
                <a:gs pos="0">
                  <a:srgbClr val="E6C3A6">
                    <a:alpha val="29652"/>
                  </a:srgbClr>
                </a:gs>
                <a:gs pos="14286">
                  <a:srgbClr val="E6C3A6">
                    <a:alpha val="27622"/>
                  </a:srgbClr>
                </a:gs>
                <a:gs pos="28571">
                  <a:srgbClr val="E6C3A6">
                    <a:alpha val="22198"/>
                  </a:srgbClr>
                </a:gs>
                <a:gs pos="42857">
                  <a:srgbClr val="E6C3A6">
                    <a:alpha val="15180"/>
                  </a:srgbClr>
                </a:gs>
                <a:gs pos="57143">
                  <a:srgbClr val="E6C3A6">
                    <a:alpha val="8719"/>
                  </a:srgbClr>
                </a:gs>
                <a:gs pos="71429">
                  <a:srgbClr val="E6C3A6">
                    <a:alpha val="4180"/>
                  </a:srgbClr>
                </a:gs>
                <a:gs pos="85714">
                  <a:srgbClr val="E6C3A6">
                    <a:alpha val="1674"/>
                  </a:srgbClr>
                </a:gs>
                <a:gs pos="100000">
                  <a:srgbClr val="E6C3A6">
                    <a:alpha val="5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Splat 1347"/>
            <p:cNvSpPr>
              <a:spLocks noGrp="1"/>
            </p:cNvSpPr>
            <p:nvPr/>
          </p:nvSpPr>
          <p:spPr>
            <a:xfrm rot="10704188">
              <a:off x="801374" y="267712"/>
              <a:ext cx="216525" cy="76049"/>
            </a:xfrm>
            <a:prstGeom prst="ellipse">
              <a:avLst/>
            </a:prstGeom>
            <a:gradFill>
              <a:gsLst>
                <a:gs pos="0">
                  <a:srgbClr val="400000">
                    <a:alpha val="32968"/>
                  </a:srgbClr>
                </a:gs>
                <a:gs pos="14286">
                  <a:srgbClr val="400000">
                    <a:alpha val="30764"/>
                  </a:srgbClr>
                </a:gs>
                <a:gs pos="28571">
                  <a:srgbClr val="400000">
                    <a:alpha val="24833"/>
                  </a:srgbClr>
                </a:gs>
                <a:gs pos="42857">
                  <a:srgbClr val="400000">
                    <a:alpha val="17075"/>
                  </a:srgbClr>
                </a:gs>
                <a:gs pos="57143">
                  <a:srgbClr val="400000">
                    <a:alpha val="9855"/>
                  </a:srgbClr>
                </a:gs>
                <a:gs pos="71429">
                  <a:srgbClr val="400000">
                    <a:alpha val="4740"/>
                  </a:srgbClr>
                </a:gs>
                <a:gs pos="85714">
                  <a:srgbClr val="400000">
                    <a:alpha val="1902"/>
                  </a:srgbClr>
                </a:gs>
                <a:gs pos="100000">
                  <a:srgbClr val="4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Splat 1348"/>
            <p:cNvSpPr>
              <a:spLocks noGrp="1"/>
            </p:cNvSpPr>
            <p:nvPr/>
          </p:nvSpPr>
          <p:spPr>
            <a:xfrm rot="3470124">
              <a:off x="766134" y="212371"/>
              <a:ext cx="226658" cy="71250"/>
            </a:xfrm>
            <a:prstGeom prst="ellipse">
              <a:avLst/>
            </a:prstGeom>
            <a:gradFill>
              <a:gsLst>
                <a:gs pos="0">
                  <a:srgbClr val="FFD3AB">
                    <a:alpha val="20257"/>
                  </a:srgbClr>
                </a:gs>
                <a:gs pos="14286">
                  <a:srgbClr val="FFD3AB">
                    <a:alpha val="18784"/>
                  </a:srgbClr>
                </a:gs>
                <a:gs pos="28571">
                  <a:srgbClr val="FFD3AB">
                    <a:alpha val="14917"/>
                  </a:srgbClr>
                </a:gs>
                <a:gs pos="42857">
                  <a:srgbClr val="FFD3AB">
                    <a:alpha val="10054"/>
                  </a:srgbClr>
                </a:gs>
                <a:gs pos="57143">
                  <a:srgbClr val="FFD3AB">
                    <a:alpha val="5702"/>
                  </a:srgbClr>
                </a:gs>
                <a:gs pos="71429">
                  <a:srgbClr val="FFD3AB">
                    <a:alpha val="2711"/>
                  </a:srgbClr>
                </a:gs>
                <a:gs pos="85714">
                  <a:srgbClr val="FFD3AB">
                    <a:alpha val="1081"/>
                  </a:srgbClr>
                </a:gs>
                <a:gs pos="100000">
                  <a:srgbClr val="FFD3AB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Splat 1349"/>
            <p:cNvSpPr>
              <a:spLocks noGrp="1"/>
            </p:cNvSpPr>
            <p:nvPr/>
          </p:nvSpPr>
          <p:spPr>
            <a:xfrm rot="-9183640">
              <a:off x="2863015" y="2241860"/>
              <a:ext cx="412417" cy="209901"/>
            </a:xfrm>
            <a:prstGeom prst="ellipse">
              <a:avLst/>
            </a:prstGeom>
            <a:gradFill>
              <a:gsLst>
                <a:gs pos="0">
                  <a:srgbClr val="B8AB99">
                    <a:alpha val="15373"/>
                  </a:srgbClr>
                </a:gs>
                <a:gs pos="14286">
                  <a:srgbClr val="B8AB99">
                    <a:alpha val="14223"/>
                  </a:srgbClr>
                </a:gs>
                <a:gs pos="28571">
                  <a:srgbClr val="B8AB99">
                    <a:alpha val="11230"/>
                  </a:srgbClr>
                </a:gs>
                <a:gs pos="42857">
                  <a:srgbClr val="B8AB99">
                    <a:alpha val="7516"/>
                  </a:srgbClr>
                </a:gs>
                <a:gs pos="57143">
                  <a:srgbClr val="B8AB99">
                    <a:alpha val="4237"/>
                  </a:srgbClr>
                </a:gs>
                <a:gs pos="71429">
                  <a:srgbClr val="B8AB99">
                    <a:alpha val="2006"/>
                  </a:srgbClr>
                </a:gs>
                <a:gs pos="85714">
                  <a:srgbClr val="B8AB99">
                    <a:alpha val="798"/>
                  </a:srgbClr>
                </a:gs>
                <a:gs pos="100000">
                  <a:srgbClr val="B8AB99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Splat 1350"/>
            <p:cNvSpPr>
              <a:spLocks noGrp="1"/>
            </p:cNvSpPr>
            <p:nvPr/>
          </p:nvSpPr>
          <p:spPr>
            <a:xfrm rot="6044052">
              <a:off x="1445905" y="986460"/>
              <a:ext cx="616657" cy="136334"/>
            </a:xfrm>
            <a:prstGeom prst="ellipse">
              <a:avLst/>
            </a:prstGeom>
            <a:gradFill>
              <a:gsLst>
                <a:gs pos="0">
                  <a:srgbClr val="710000">
                    <a:alpha val="10644"/>
                  </a:srgbClr>
                </a:gs>
                <a:gs pos="14286">
                  <a:srgbClr val="710000">
                    <a:alpha val="9827"/>
                  </a:srgbClr>
                </a:gs>
                <a:gs pos="28571">
                  <a:srgbClr val="710000">
                    <a:alpha val="7718"/>
                  </a:srgbClr>
                </a:gs>
                <a:gs pos="42857">
                  <a:srgbClr val="710000">
                    <a:alpha val="5132"/>
                  </a:srgbClr>
                </a:gs>
                <a:gs pos="57143">
                  <a:srgbClr val="710000">
                    <a:alpha val="2877"/>
                  </a:srgbClr>
                </a:gs>
                <a:gs pos="71429">
                  <a:srgbClr val="710000">
                    <a:alpha val="1357"/>
                  </a:srgbClr>
                </a:gs>
                <a:gs pos="85714">
                  <a:srgbClr val="710000">
                    <a:alpha val="539"/>
                  </a:srgbClr>
                </a:gs>
                <a:gs pos="100000">
                  <a:srgbClr val="710000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Splat 1351"/>
            <p:cNvSpPr>
              <a:spLocks noGrp="1"/>
            </p:cNvSpPr>
            <p:nvPr/>
          </p:nvSpPr>
          <p:spPr>
            <a:xfrm rot="10196976">
              <a:off x="559221" y="616293"/>
              <a:ext cx="588763" cy="242973"/>
            </a:xfrm>
            <a:prstGeom prst="ellipse">
              <a:avLst/>
            </a:prstGeom>
            <a:gradFill>
              <a:gsLst>
                <a:gs pos="0">
                  <a:srgbClr val="800000">
                    <a:alpha val="14881"/>
                  </a:srgbClr>
                </a:gs>
                <a:gs pos="14286">
                  <a:srgbClr val="800000">
                    <a:alpha val="13765"/>
                  </a:srgbClr>
                </a:gs>
                <a:gs pos="28571">
                  <a:srgbClr val="800000">
                    <a:alpha val="10862"/>
                  </a:srgbClr>
                </a:gs>
                <a:gs pos="42857">
                  <a:srgbClr val="800000">
                    <a:alpha val="7265"/>
                  </a:srgbClr>
                </a:gs>
                <a:gs pos="57143">
                  <a:srgbClr val="800000">
                    <a:alpha val="4093"/>
                  </a:srgbClr>
                </a:gs>
                <a:gs pos="71429">
                  <a:srgbClr val="800000">
                    <a:alpha val="1937"/>
                  </a:srgbClr>
                </a:gs>
                <a:gs pos="85714">
                  <a:srgbClr val="800000">
                    <a:alpha val="771"/>
                  </a:srgbClr>
                </a:gs>
                <a:gs pos="100000">
                  <a:srgbClr val="800000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Splat 1352"/>
            <p:cNvSpPr>
              <a:spLocks noGrp="1"/>
            </p:cNvSpPr>
            <p:nvPr/>
          </p:nvSpPr>
          <p:spPr>
            <a:xfrm rot="-9454190">
              <a:off x="475114" y="404489"/>
              <a:ext cx="526164" cy="37463"/>
            </a:xfrm>
            <a:prstGeom prst="ellipse">
              <a:avLst/>
            </a:prstGeom>
            <a:gradFill>
              <a:gsLst>
                <a:gs pos="0">
                  <a:srgbClr val="E3BB96">
                    <a:alpha val="32119"/>
                  </a:srgbClr>
                </a:gs>
                <a:gs pos="14286">
                  <a:srgbClr val="E3BB96">
                    <a:alpha val="29959"/>
                  </a:srgbClr>
                </a:gs>
                <a:gs pos="28571">
                  <a:srgbClr val="E3BB96">
                    <a:alpha val="24155"/>
                  </a:srgbClr>
                </a:gs>
                <a:gs pos="42857">
                  <a:srgbClr val="E3BB96">
                    <a:alpha val="16586"/>
                  </a:srgbClr>
                </a:gs>
                <a:gs pos="57143">
                  <a:srgbClr val="E3BB96">
                    <a:alpha val="9560"/>
                  </a:srgbClr>
                </a:gs>
                <a:gs pos="71429">
                  <a:srgbClr val="E3BB96">
                    <a:alpha val="4595"/>
                  </a:srgbClr>
                </a:gs>
                <a:gs pos="85714">
                  <a:srgbClr val="E3BB96">
                    <a:alpha val="1843"/>
                  </a:srgbClr>
                </a:gs>
                <a:gs pos="100000">
                  <a:srgbClr val="E3BB96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Splat 1353"/>
            <p:cNvSpPr>
              <a:spLocks noGrp="1"/>
            </p:cNvSpPr>
            <p:nvPr/>
          </p:nvSpPr>
          <p:spPr>
            <a:xfrm rot="-9856314">
              <a:off x="468786" y="180858"/>
              <a:ext cx="321048" cy="135341"/>
            </a:xfrm>
            <a:prstGeom prst="ellipse">
              <a:avLst/>
            </a:prstGeom>
            <a:gradFill>
              <a:gsLst>
                <a:gs pos="0">
                  <a:srgbClr val="E7CEB9">
                    <a:alpha val="32225"/>
                  </a:srgbClr>
                </a:gs>
                <a:gs pos="14286">
                  <a:srgbClr val="E7CEB9">
                    <a:alpha val="30059"/>
                  </a:srgbClr>
                </a:gs>
                <a:gs pos="28571">
                  <a:srgbClr val="E7CEB9">
                    <a:alpha val="24239"/>
                  </a:srgbClr>
                </a:gs>
                <a:gs pos="42857">
                  <a:srgbClr val="E7CEB9">
                    <a:alpha val="16646"/>
                  </a:srgbClr>
                </a:gs>
                <a:gs pos="57143">
                  <a:srgbClr val="E7CEB9">
                    <a:alpha val="9597"/>
                  </a:srgbClr>
                </a:gs>
                <a:gs pos="71429">
                  <a:srgbClr val="E7CEB9">
                    <a:alpha val="4613"/>
                  </a:srgbClr>
                </a:gs>
                <a:gs pos="85714">
                  <a:srgbClr val="E7CEB9">
                    <a:alpha val="1850"/>
                  </a:srgbClr>
                </a:gs>
                <a:gs pos="100000">
                  <a:srgbClr val="E7CEB9">
                    <a:alpha val="6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Splat 1354"/>
            <p:cNvSpPr>
              <a:spLocks noGrp="1"/>
            </p:cNvSpPr>
            <p:nvPr/>
          </p:nvSpPr>
          <p:spPr>
            <a:xfrm rot="8379082">
              <a:off x="1180146" y="2056899"/>
              <a:ext cx="184224" cy="44213"/>
            </a:xfrm>
            <a:prstGeom prst="ellipse">
              <a:avLst/>
            </a:prstGeom>
            <a:gradFill>
              <a:gsLst>
                <a:gs pos="0">
                  <a:srgbClr val="5A0200">
                    <a:alpha val="32968"/>
                  </a:srgbClr>
                </a:gs>
                <a:gs pos="14286">
                  <a:srgbClr val="5A0200">
                    <a:alpha val="30764"/>
                  </a:srgbClr>
                </a:gs>
                <a:gs pos="28571">
                  <a:srgbClr val="5A0200">
                    <a:alpha val="24833"/>
                  </a:srgbClr>
                </a:gs>
                <a:gs pos="42857">
                  <a:srgbClr val="5A0200">
                    <a:alpha val="17075"/>
                  </a:srgbClr>
                </a:gs>
                <a:gs pos="57143">
                  <a:srgbClr val="5A0200">
                    <a:alpha val="9855"/>
                  </a:srgbClr>
                </a:gs>
                <a:gs pos="71429">
                  <a:srgbClr val="5A0200">
                    <a:alpha val="4740"/>
                  </a:srgbClr>
                </a:gs>
                <a:gs pos="85714">
                  <a:srgbClr val="5A0200">
                    <a:alpha val="1902"/>
                  </a:srgbClr>
                </a:gs>
                <a:gs pos="100000">
                  <a:srgbClr val="5A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Splat 1355"/>
            <p:cNvSpPr>
              <a:spLocks noGrp="1"/>
            </p:cNvSpPr>
            <p:nvPr/>
          </p:nvSpPr>
          <p:spPr>
            <a:xfrm rot="8031267">
              <a:off x="334677" y="900874"/>
              <a:ext cx="290479" cy="197417"/>
            </a:xfrm>
            <a:prstGeom prst="ellipse">
              <a:avLst/>
            </a:prstGeom>
            <a:gradFill>
              <a:gsLst>
                <a:gs pos="0">
                  <a:srgbClr val="FFB762">
                    <a:alpha val="20035"/>
                  </a:srgbClr>
                </a:gs>
                <a:gs pos="14286">
                  <a:srgbClr val="FFB762">
                    <a:alpha val="18576"/>
                  </a:srgbClr>
                </a:gs>
                <a:gs pos="28571">
                  <a:srgbClr val="FFB762">
                    <a:alpha val="14748"/>
                  </a:srgbClr>
                </a:gs>
                <a:gs pos="42857">
                  <a:srgbClr val="FFB762">
                    <a:alpha val="9937"/>
                  </a:srgbClr>
                </a:gs>
                <a:gs pos="57143">
                  <a:srgbClr val="FFB762">
                    <a:alpha val="5634"/>
                  </a:srgbClr>
                </a:gs>
                <a:gs pos="71429">
                  <a:srgbClr val="FFB762">
                    <a:alpha val="2678"/>
                  </a:srgbClr>
                </a:gs>
                <a:gs pos="85714">
                  <a:srgbClr val="FFB762">
                    <a:alpha val="1068"/>
                  </a:srgbClr>
                </a:gs>
                <a:gs pos="100000">
                  <a:srgbClr val="FFB762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Splat 1356"/>
            <p:cNvSpPr>
              <a:spLocks noGrp="1"/>
            </p:cNvSpPr>
            <p:nvPr/>
          </p:nvSpPr>
          <p:spPr>
            <a:xfrm rot="4371963">
              <a:off x="966542" y="154324"/>
              <a:ext cx="356893" cy="41619"/>
            </a:xfrm>
            <a:prstGeom prst="ellipse">
              <a:avLst/>
            </a:prstGeom>
            <a:gradFill>
              <a:gsLst>
                <a:gs pos="0">
                  <a:srgbClr val="3B0000">
                    <a:alpha val="32968"/>
                  </a:srgbClr>
                </a:gs>
                <a:gs pos="14286">
                  <a:srgbClr val="3B0000">
                    <a:alpha val="30764"/>
                  </a:srgbClr>
                </a:gs>
                <a:gs pos="28571">
                  <a:srgbClr val="3B0000">
                    <a:alpha val="24833"/>
                  </a:srgbClr>
                </a:gs>
                <a:gs pos="42857">
                  <a:srgbClr val="3B0000">
                    <a:alpha val="17075"/>
                  </a:srgbClr>
                </a:gs>
                <a:gs pos="57143">
                  <a:srgbClr val="3B0000">
                    <a:alpha val="9855"/>
                  </a:srgbClr>
                </a:gs>
                <a:gs pos="71429">
                  <a:srgbClr val="3B0000">
                    <a:alpha val="4740"/>
                  </a:srgbClr>
                </a:gs>
                <a:gs pos="85714">
                  <a:srgbClr val="3B0000">
                    <a:alpha val="1902"/>
                  </a:srgbClr>
                </a:gs>
                <a:gs pos="100000">
                  <a:srgbClr val="3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Splat 1357"/>
            <p:cNvSpPr>
              <a:spLocks noGrp="1"/>
            </p:cNvSpPr>
            <p:nvPr/>
          </p:nvSpPr>
          <p:spPr>
            <a:xfrm rot="-8775107">
              <a:off x="885311" y="1316837"/>
              <a:ext cx="650025" cy="70650"/>
            </a:xfrm>
            <a:prstGeom prst="ellipse">
              <a:avLst/>
            </a:prstGeom>
            <a:gradFill>
              <a:gsLst>
                <a:gs pos="0">
                  <a:srgbClr val="835731">
                    <a:alpha val="32968"/>
                  </a:srgbClr>
                </a:gs>
                <a:gs pos="14286">
                  <a:srgbClr val="835731">
                    <a:alpha val="30764"/>
                  </a:srgbClr>
                </a:gs>
                <a:gs pos="28571">
                  <a:srgbClr val="835731">
                    <a:alpha val="24833"/>
                  </a:srgbClr>
                </a:gs>
                <a:gs pos="42857">
                  <a:srgbClr val="835731">
                    <a:alpha val="17075"/>
                  </a:srgbClr>
                </a:gs>
                <a:gs pos="57143">
                  <a:srgbClr val="835731">
                    <a:alpha val="9855"/>
                  </a:srgbClr>
                </a:gs>
                <a:gs pos="71429">
                  <a:srgbClr val="835731">
                    <a:alpha val="4740"/>
                  </a:srgbClr>
                </a:gs>
                <a:gs pos="85714">
                  <a:srgbClr val="835731">
                    <a:alpha val="1902"/>
                  </a:srgbClr>
                </a:gs>
                <a:gs pos="100000">
                  <a:srgbClr val="8357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Splat 1358"/>
            <p:cNvSpPr>
              <a:spLocks noGrp="1"/>
            </p:cNvSpPr>
            <p:nvPr/>
          </p:nvSpPr>
          <p:spPr>
            <a:xfrm rot="-8633557">
              <a:off x="-266140" y="13391"/>
              <a:ext cx="577326" cy="206634"/>
            </a:xfrm>
            <a:prstGeom prst="ellipse">
              <a:avLst/>
            </a:prstGeom>
            <a:gradFill>
              <a:gsLst>
                <a:gs pos="0">
                  <a:srgbClr val="C4ABA3">
                    <a:alpha val="15531"/>
                  </a:srgbClr>
                </a:gs>
                <a:gs pos="14286">
                  <a:srgbClr val="C4ABA3">
                    <a:alpha val="14370"/>
                  </a:srgbClr>
                </a:gs>
                <a:gs pos="28571">
                  <a:srgbClr val="C4ABA3">
                    <a:alpha val="11348"/>
                  </a:srgbClr>
                </a:gs>
                <a:gs pos="42857">
                  <a:srgbClr val="C4ABA3">
                    <a:alpha val="7597"/>
                  </a:srgbClr>
                </a:gs>
                <a:gs pos="57143">
                  <a:srgbClr val="C4ABA3">
                    <a:alpha val="4283"/>
                  </a:srgbClr>
                </a:gs>
                <a:gs pos="71429">
                  <a:srgbClr val="C4ABA3">
                    <a:alpha val="2028"/>
                  </a:srgbClr>
                </a:gs>
                <a:gs pos="85714">
                  <a:srgbClr val="C4ABA3">
                    <a:alpha val="807"/>
                  </a:srgbClr>
                </a:gs>
                <a:gs pos="100000">
                  <a:srgbClr val="C4ABA3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Splat 1359"/>
            <p:cNvSpPr>
              <a:spLocks noGrp="1"/>
            </p:cNvSpPr>
            <p:nvPr/>
          </p:nvSpPr>
          <p:spPr>
            <a:xfrm rot="2706365">
              <a:off x="2040336" y="13"/>
              <a:ext cx="612174" cy="119746"/>
            </a:xfrm>
            <a:prstGeom prst="ellipse">
              <a:avLst/>
            </a:prstGeom>
            <a:gradFill>
              <a:gsLst>
                <a:gs pos="0">
                  <a:srgbClr val="CC9B65">
                    <a:alpha val="32968"/>
                  </a:srgbClr>
                </a:gs>
                <a:gs pos="14286">
                  <a:srgbClr val="CC9B65">
                    <a:alpha val="30764"/>
                  </a:srgbClr>
                </a:gs>
                <a:gs pos="28571">
                  <a:srgbClr val="CC9B65">
                    <a:alpha val="24833"/>
                  </a:srgbClr>
                </a:gs>
                <a:gs pos="42857">
                  <a:srgbClr val="CC9B65">
                    <a:alpha val="17075"/>
                  </a:srgbClr>
                </a:gs>
                <a:gs pos="57143">
                  <a:srgbClr val="CC9B65">
                    <a:alpha val="9855"/>
                  </a:srgbClr>
                </a:gs>
                <a:gs pos="71429">
                  <a:srgbClr val="CC9B65">
                    <a:alpha val="4740"/>
                  </a:srgbClr>
                </a:gs>
                <a:gs pos="85714">
                  <a:srgbClr val="CC9B65">
                    <a:alpha val="1902"/>
                  </a:srgbClr>
                </a:gs>
                <a:gs pos="100000">
                  <a:srgbClr val="CC9B6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Splat 1360"/>
            <p:cNvSpPr>
              <a:spLocks noGrp="1"/>
            </p:cNvSpPr>
            <p:nvPr/>
          </p:nvSpPr>
          <p:spPr>
            <a:xfrm rot="10461454">
              <a:off x="2258991" y="2007376"/>
              <a:ext cx="382072" cy="114948"/>
            </a:xfrm>
            <a:prstGeom prst="ellipse">
              <a:avLst/>
            </a:prstGeom>
            <a:gradFill>
              <a:gsLst>
                <a:gs pos="0">
                  <a:srgbClr val="5D0000">
                    <a:alpha val="32968"/>
                  </a:srgbClr>
                </a:gs>
                <a:gs pos="14286">
                  <a:srgbClr val="5D0000">
                    <a:alpha val="30764"/>
                  </a:srgbClr>
                </a:gs>
                <a:gs pos="28571">
                  <a:srgbClr val="5D0000">
                    <a:alpha val="24833"/>
                  </a:srgbClr>
                </a:gs>
                <a:gs pos="42857">
                  <a:srgbClr val="5D0000">
                    <a:alpha val="17075"/>
                  </a:srgbClr>
                </a:gs>
                <a:gs pos="57143">
                  <a:srgbClr val="5D0000">
                    <a:alpha val="9855"/>
                  </a:srgbClr>
                </a:gs>
                <a:gs pos="71429">
                  <a:srgbClr val="5D0000">
                    <a:alpha val="4740"/>
                  </a:srgbClr>
                </a:gs>
                <a:gs pos="85714">
                  <a:srgbClr val="5D0000">
                    <a:alpha val="1902"/>
                  </a:srgbClr>
                </a:gs>
                <a:gs pos="100000">
                  <a:srgbClr val="5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Splat 1361"/>
            <p:cNvSpPr>
              <a:spLocks noGrp="1"/>
            </p:cNvSpPr>
            <p:nvPr/>
          </p:nvSpPr>
          <p:spPr>
            <a:xfrm rot="6806939">
              <a:off x="3084585" y="1778919"/>
              <a:ext cx="541992" cy="194536"/>
            </a:xfrm>
            <a:prstGeom prst="ellipse">
              <a:avLst/>
            </a:prstGeom>
            <a:gradFill>
              <a:gsLst>
                <a:gs pos="0">
                  <a:srgbClr val="CBB4BB">
                    <a:alpha val="32968"/>
                  </a:srgbClr>
                </a:gs>
                <a:gs pos="14286">
                  <a:srgbClr val="CBB4BB">
                    <a:alpha val="30764"/>
                  </a:srgbClr>
                </a:gs>
                <a:gs pos="28571">
                  <a:srgbClr val="CBB4BB">
                    <a:alpha val="24833"/>
                  </a:srgbClr>
                </a:gs>
                <a:gs pos="42857">
                  <a:srgbClr val="CBB4BB">
                    <a:alpha val="17075"/>
                  </a:srgbClr>
                </a:gs>
                <a:gs pos="57143">
                  <a:srgbClr val="CBB4BB">
                    <a:alpha val="9855"/>
                  </a:srgbClr>
                </a:gs>
                <a:gs pos="71429">
                  <a:srgbClr val="CBB4BB">
                    <a:alpha val="4740"/>
                  </a:srgbClr>
                </a:gs>
                <a:gs pos="85714">
                  <a:srgbClr val="CBB4BB">
                    <a:alpha val="1902"/>
                  </a:srgbClr>
                </a:gs>
                <a:gs pos="100000">
                  <a:srgbClr val="CBB4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Splat 1362"/>
            <p:cNvSpPr>
              <a:spLocks noGrp="1"/>
            </p:cNvSpPr>
            <p:nvPr/>
          </p:nvSpPr>
          <p:spPr>
            <a:xfrm rot="-10369434">
              <a:off x="2440283" y="1898565"/>
              <a:ext cx="598425" cy="52280"/>
            </a:xfrm>
            <a:prstGeom prst="ellipse">
              <a:avLst/>
            </a:prstGeom>
            <a:gradFill>
              <a:gsLst>
                <a:gs pos="0">
                  <a:srgbClr val="FFDEC9">
                    <a:alpha val="12984"/>
                  </a:srgbClr>
                </a:gs>
                <a:gs pos="14286">
                  <a:srgbClr val="FFDEC9">
                    <a:alpha val="11999"/>
                  </a:srgbClr>
                </a:gs>
                <a:gs pos="28571">
                  <a:srgbClr val="FFDEC9">
                    <a:alpha val="9448"/>
                  </a:srgbClr>
                </a:gs>
                <a:gs pos="42857">
                  <a:srgbClr val="FFDEC9">
                    <a:alpha val="6303"/>
                  </a:srgbClr>
                </a:gs>
                <a:gs pos="57143">
                  <a:srgbClr val="FFDEC9">
                    <a:alpha val="3543"/>
                  </a:srgbClr>
                </a:gs>
                <a:gs pos="71429">
                  <a:srgbClr val="FFDEC9">
                    <a:alpha val="1674"/>
                  </a:srgbClr>
                </a:gs>
                <a:gs pos="85714">
                  <a:srgbClr val="FFDEC9">
                    <a:alpha val="665"/>
                  </a:srgbClr>
                </a:gs>
                <a:gs pos="100000">
                  <a:srgbClr val="FFDEC9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Splat 1363"/>
            <p:cNvSpPr>
              <a:spLocks noGrp="1"/>
            </p:cNvSpPr>
            <p:nvPr/>
          </p:nvSpPr>
          <p:spPr>
            <a:xfrm rot="4778428">
              <a:off x="1788217" y="-53311"/>
              <a:ext cx="217130" cy="121188"/>
            </a:xfrm>
            <a:prstGeom prst="ellipse">
              <a:avLst/>
            </a:prstGeom>
            <a:gradFill>
              <a:gsLst>
                <a:gs pos="0">
                  <a:srgbClr val="ECBB93">
                    <a:alpha val="32968"/>
                  </a:srgbClr>
                </a:gs>
                <a:gs pos="14286">
                  <a:srgbClr val="ECBB93">
                    <a:alpha val="30764"/>
                  </a:srgbClr>
                </a:gs>
                <a:gs pos="28571">
                  <a:srgbClr val="ECBB93">
                    <a:alpha val="24833"/>
                  </a:srgbClr>
                </a:gs>
                <a:gs pos="42857">
                  <a:srgbClr val="ECBB93">
                    <a:alpha val="17075"/>
                  </a:srgbClr>
                </a:gs>
                <a:gs pos="57143">
                  <a:srgbClr val="ECBB93">
                    <a:alpha val="9855"/>
                  </a:srgbClr>
                </a:gs>
                <a:gs pos="71429">
                  <a:srgbClr val="ECBB93">
                    <a:alpha val="4740"/>
                  </a:srgbClr>
                </a:gs>
                <a:gs pos="85714">
                  <a:srgbClr val="ECBB93">
                    <a:alpha val="1902"/>
                  </a:srgbClr>
                </a:gs>
                <a:gs pos="100000">
                  <a:srgbClr val="ECBB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Splat 1364"/>
            <p:cNvSpPr>
              <a:spLocks noGrp="1"/>
            </p:cNvSpPr>
            <p:nvPr/>
          </p:nvSpPr>
          <p:spPr>
            <a:xfrm rot="10082158">
              <a:off x="162267" y="1926458"/>
              <a:ext cx="595716" cy="32963"/>
            </a:xfrm>
            <a:prstGeom prst="ellipse">
              <a:avLst/>
            </a:prstGeom>
            <a:gradFill>
              <a:gsLst>
                <a:gs pos="0">
                  <a:srgbClr val="FFF8E2">
                    <a:alpha val="32968"/>
                  </a:srgbClr>
                </a:gs>
                <a:gs pos="14286">
                  <a:srgbClr val="FFF8E2">
                    <a:alpha val="30764"/>
                  </a:srgbClr>
                </a:gs>
                <a:gs pos="28571">
                  <a:srgbClr val="FFF8E2">
                    <a:alpha val="24833"/>
                  </a:srgbClr>
                </a:gs>
                <a:gs pos="42857">
                  <a:srgbClr val="FFF8E2">
                    <a:alpha val="17075"/>
                  </a:srgbClr>
                </a:gs>
                <a:gs pos="57143">
                  <a:srgbClr val="FFF8E2">
                    <a:alpha val="9855"/>
                  </a:srgbClr>
                </a:gs>
                <a:gs pos="71429">
                  <a:srgbClr val="FFF8E2">
                    <a:alpha val="4740"/>
                  </a:srgbClr>
                </a:gs>
                <a:gs pos="85714">
                  <a:srgbClr val="FFF8E2">
                    <a:alpha val="1902"/>
                  </a:srgbClr>
                </a:gs>
                <a:gs pos="100000">
                  <a:srgbClr val="FFF8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Splat 1365"/>
            <p:cNvSpPr>
              <a:spLocks noGrp="1"/>
            </p:cNvSpPr>
            <p:nvPr/>
          </p:nvSpPr>
          <p:spPr>
            <a:xfrm rot="3063339">
              <a:off x="1016866" y="1526208"/>
              <a:ext cx="469099" cy="88000"/>
            </a:xfrm>
            <a:prstGeom prst="ellipse">
              <a:avLst/>
            </a:prstGeom>
            <a:gradFill>
              <a:gsLst>
                <a:gs pos="0">
                  <a:srgbClr val="5D2700">
                    <a:alpha val="32968"/>
                  </a:srgbClr>
                </a:gs>
                <a:gs pos="14286">
                  <a:srgbClr val="5D2700">
                    <a:alpha val="30764"/>
                  </a:srgbClr>
                </a:gs>
                <a:gs pos="28571">
                  <a:srgbClr val="5D2700">
                    <a:alpha val="24833"/>
                  </a:srgbClr>
                </a:gs>
                <a:gs pos="42857">
                  <a:srgbClr val="5D2700">
                    <a:alpha val="17075"/>
                  </a:srgbClr>
                </a:gs>
                <a:gs pos="57143">
                  <a:srgbClr val="5D2700">
                    <a:alpha val="9855"/>
                  </a:srgbClr>
                </a:gs>
                <a:gs pos="71429">
                  <a:srgbClr val="5D2700">
                    <a:alpha val="4740"/>
                  </a:srgbClr>
                </a:gs>
                <a:gs pos="85714">
                  <a:srgbClr val="5D2700">
                    <a:alpha val="1902"/>
                  </a:srgbClr>
                </a:gs>
                <a:gs pos="100000">
                  <a:srgbClr val="5D2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Splat 1366"/>
            <p:cNvSpPr>
              <a:spLocks noGrp="1"/>
            </p:cNvSpPr>
            <p:nvPr/>
          </p:nvSpPr>
          <p:spPr>
            <a:xfrm rot="7707579">
              <a:off x="2802507" y="43807"/>
              <a:ext cx="633279" cy="133898"/>
            </a:xfrm>
            <a:prstGeom prst="ellipse">
              <a:avLst/>
            </a:prstGeom>
            <a:gradFill>
              <a:gsLst>
                <a:gs pos="0">
                  <a:srgbClr val="FFB3A7">
                    <a:alpha val="31397"/>
                  </a:srgbClr>
                </a:gs>
                <a:gs pos="14286">
                  <a:srgbClr val="FFB3A7">
                    <a:alpha val="29274"/>
                  </a:srgbClr>
                </a:gs>
                <a:gs pos="28571">
                  <a:srgbClr val="FFB3A7">
                    <a:alpha val="23580"/>
                  </a:srgbClr>
                </a:gs>
                <a:gs pos="42857">
                  <a:srgbClr val="FFB3A7">
                    <a:alpha val="16171"/>
                  </a:srgbClr>
                </a:gs>
                <a:gs pos="57143">
                  <a:srgbClr val="FFB3A7">
                    <a:alpha val="9312"/>
                  </a:srgbClr>
                </a:gs>
                <a:gs pos="71429">
                  <a:srgbClr val="FFB3A7">
                    <a:alpha val="4472"/>
                  </a:srgbClr>
                </a:gs>
                <a:gs pos="85714">
                  <a:srgbClr val="FFB3A7">
                    <a:alpha val="1793"/>
                  </a:srgbClr>
                </a:gs>
                <a:gs pos="100000">
                  <a:srgbClr val="FFB3A7">
                    <a:alpha val="6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Splat 1367"/>
            <p:cNvSpPr>
              <a:spLocks noGrp="1"/>
            </p:cNvSpPr>
            <p:nvPr/>
          </p:nvSpPr>
          <p:spPr>
            <a:xfrm rot="8698938">
              <a:off x="739196" y="657166"/>
              <a:ext cx="318703" cy="43871"/>
            </a:xfrm>
            <a:prstGeom prst="ellipse">
              <a:avLst/>
            </a:prstGeom>
            <a:gradFill>
              <a:gsLst>
                <a:gs pos="0">
                  <a:srgbClr val="470000">
                    <a:alpha val="18663"/>
                  </a:srgbClr>
                </a:gs>
                <a:gs pos="14286">
                  <a:srgbClr val="470000">
                    <a:alpha val="17293"/>
                  </a:srgbClr>
                </a:gs>
                <a:gs pos="28571">
                  <a:srgbClr val="470000">
                    <a:alpha val="13707"/>
                  </a:srgbClr>
                </a:gs>
                <a:gs pos="42857">
                  <a:srgbClr val="470000">
                    <a:alpha val="9217"/>
                  </a:srgbClr>
                </a:gs>
                <a:gs pos="57143">
                  <a:srgbClr val="470000">
                    <a:alpha val="5217"/>
                  </a:srgbClr>
                </a:gs>
                <a:gs pos="71429">
                  <a:srgbClr val="470000">
                    <a:alpha val="2477"/>
                  </a:srgbClr>
                </a:gs>
                <a:gs pos="85714">
                  <a:srgbClr val="470000">
                    <a:alpha val="987"/>
                  </a:srgbClr>
                </a:gs>
                <a:gs pos="100000">
                  <a:srgbClr val="470000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Splat 1368"/>
            <p:cNvSpPr>
              <a:spLocks noGrp="1"/>
            </p:cNvSpPr>
            <p:nvPr/>
          </p:nvSpPr>
          <p:spPr>
            <a:xfrm rot="3646287">
              <a:off x="1351565" y="616016"/>
              <a:ext cx="469398" cy="69409"/>
            </a:xfrm>
            <a:prstGeom prst="ellipse">
              <a:avLst/>
            </a:prstGeom>
            <a:gradFill>
              <a:gsLst>
                <a:gs pos="0">
                  <a:srgbClr val="C59C7A">
                    <a:alpha val="32968"/>
                  </a:srgbClr>
                </a:gs>
                <a:gs pos="14286">
                  <a:srgbClr val="C59C7A">
                    <a:alpha val="30764"/>
                  </a:srgbClr>
                </a:gs>
                <a:gs pos="28571">
                  <a:srgbClr val="C59C7A">
                    <a:alpha val="24833"/>
                  </a:srgbClr>
                </a:gs>
                <a:gs pos="42857">
                  <a:srgbClr val="C59C7A">
                    <a:alpha val="17075"/>
                  </a:srgbClr>
                </a:gs>
                <a:gs pos="57143">
                  <a:srgbClr val="C59C7A">
                    <a:alpha val="9855"/>
                  </a:srgbClr>
                </a:gs>
                <a:gs pos="71429">
                  <a:srgbClr val="C59C7A">
                    <a:alpha val="4740"/>
                  </a:srgbClr>
                </a:gs>
                <a:gs pos="85714">
                  <a:srgbClr val="C59C7A">
                    <a:alpha val="1902"/>
                  </a:srgbClr>
                </a:gs>
                <a:gs pos="100000">
                  <a:srgbClr val="C59C7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Splat 1369"/>
            <p:cNvSpPr>
              <a:spLocks noGrp="1"/>
            </p:cNvSpPr>
            <p:nvPr/>
          </p:nvSpPr>
          <p:spPr>
            <a:xfrm rot="-10354335">
              <a:off x="-280747" y="2309259"/>
              <a:ext cx="630023" cy="707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Splat 1370"/>
            <p:cNvSpPr>
              <a:spLocks noGrp="1"/>
            </p:cNvSpPr>
            <p:nvPr/>
          </p:nvSpPr>
          <p:spPr>
            <a:xfrm rot="-8376066">
              <a:off x="397768" y="277260"/>
              <a:ext cx="320130" cy="86107"/>
            </a:xfrm>
            <a:prstGeom prst="ellipse">
              <a:avLst/>
            </a:prstGeom>
            <a:gradFill>
              <a:gsLst>
                <a:gs pos="0">
                  <a:srgbClr val="C19E86">
                    <a:alpha val="32968"/>
                  </a:srgbClr>
                </a:gs>
                <a:gs pos="14286">
                  <a:srgbClr val="C19E86">
                    <a:alpha val="30764"/>
                  </a:srgbClr>
                </a:gs>
                <a:gs pos="28571">
                  <a:srgbClr val="C19E86">
                    <a:alpha val="24833"/>
                  </a:srgbClr>
                </a:gs>
                <a:gs pos="42857">
                  <a:srgbClr val="C19E86">
                    <a:alpha val="17075"/>
                  </a:srgbClr>
                </a:gs>
                <a:gs pos="57143">
                  <a:srgbClr val="C19E86">
                    <a:alpha val="9855"/>
                  </a:srgbClr>
                </a:gs>
                <a:gs pos="71429">
                  <a:srgbClr val="C19E86">
                    <a:alpha val="4740"/>
                  </a:srgbClr>
                </a:gs>
                <a:gs pos="85714">
                  <a:srgbClr val="C19E86">
                    <a:alpha val="1902"/>
                  </a:srgbClr>
                </a:gs>
                <a:gs pos="100000">
                  <a:srgbClr val="C19E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Splat 1371"/>
            <p:cNvSpPr>
              <a:spLocks noGrp="1"/>
            </p:cNvSpPr>
            <p:nvPr/>
          </p:nvSpPr>
          <p:spPr>
            <a:xfrm rot="7219577">
              <a:off x="937281" y="461648"/>
              <a:ext cx="375399" cy="127384"/>
            </a:xfrm>
            <a:prstGeom prst="ellipse">
              <a:avLst/>
            </a:prstGeom>
            <a:gradFill>
              <a:gsLst>
                <a:gs pos="0">
                  <a:srgbClr val="6F4300">
                    <a:alpha val="21734"/>
                  </a:srgbClr>
                </a:gs>
                <a:gs pos="14286">
                  <a:srgbClr val="6F4300">
                    <a:alpha val="20167"/>
                  </a:srgbClr>
                </a:gs>
                <a:gs pos="28571">
                  <a:srgbClr val="6F4300">
                    <a:alpha val="16044"/>
                  </a:srgbClr>
                </a:gs>
                <a:gs pos="42857">
                  <a:srgbClr val="6F4300">
                    <a:alpha val="10837"/>
                  </a:srgbClr>
                </a:gs>
                <a:gs pos="57143">
                  <a:srgbClr val="6F4300">
                    <a:alpha val="6158"/>
                  </a:srgbClr>
                </a:gs>
                <a:gs pos="71429">
                  <a:srgbClr val="6F4300">
                    <a:alpha val="2931"/>
                  </a:srgbClr>
                </a:gs>
                <a:gs pos="85714">
                  <a:srgbClr val="6F4300">
                    <a:alpha val="1170"/>
                  </a:srgbClr>
                </a:gs>
                <a:gs pos="100000">
                  <a:srgbClr val="6F4300">
                    <a:alpha val="3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Splat 1372"/>
            <p:cNvSpPr>
              <a:spLocks noGrp="1"/>
            </p:cNvSpPr>
            <p:nvPr/>
          </p:nvSpPr>
          <p:spPr>
            <a:xfrm rot="-8404387">
              <a:off x="907734" y="1492510"/>
              <a:ext cx="319743" cy="171779"/>
            </a:xfrm>
            <a:prstGeom prst="ellipse">
              <a:avLst/>
            </a:prstGeom>
            <a:gradFill>
              <a:gsLst>
                <a:gs pos="0">
                  <a:srgbClr val="ECC89A">
                    <a:alpha val="32968"/>
                  </a:srgbClr>
                </a:gs>
                <a:gs pos="14286">
                  <a:srgbClr val="ECC89A">
                    <a:alpha val="30764"/>
                  </a:srgbClr>
                </a:gs>
                <a:gs pos="28571">
                  <a:srgbClr val="ECC89A">
                    <a:alpha val="24833"/>
                  </a:srgbClr>
                </a:gs>
                <a:gs pos="42857">
                  <a:srgbClr val="ECC89A">
                    <a:alpha val="17075"/>
                  </a:srgbClr>
                </a:gs>
                <a:gs pos="57143">
                  <a:srgbClr val="ECC89A">
                    <a:alpha val="9855"/>
                  </a:srgbClr>
                </a:gs>
                <a:gs pos="71429">
                  <a:srgbClr val="ECC89A">
                    <a:alpha val="4740"/>
                  </a:srgbClr>
                </a:gs>
                <a:gs pos="85714">
                  <a:srgbClr val="ECC89A">
                    <a:alpha val="1902"/>
                  </a:srgbClr>
                </a:gs>
                <a:gs pos="100000">
                  <a:srgbClr val="ECC8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Splat 1373"/>
            <p:cNvSpPr>
              <a:spLocks noGrp="1"/>
            </p:cNvSpPr>
            <p:nvPr/>
          </p:nvSpPr>
          <p:spPr>
            <a:xfrm rot="2981373">
              <a:off x="838412" y="119745"/>
              <a:ext cx="155508" cy="42674"/>
            </a:xfrm>
            <a:prstGeom prst="ellipse">
              <a:avLst/>
            </a:prstGeom>
            <a:gradFill>
              <a:gsLst>
                <a:gs pos="0">
                  <a:srgbClr val="4D1E00">
                    <a:alpha val="32968"/>
                  </a:srgbClr>
                </a:gs>
                <a:gs pos="14286">
                  <a:srgbClr val="4D1E00">
                    <a:alpha val="30764"/>
                  </a:srgbClr>
                </a:gs>
                <a:gs pos="28571">
                  <a:srgbClr val="4D1E00">
                    <a:alpha val="24833"/>
                  </a:srgbClr>
                </a:gs>
                <a:gs pos="42857">
                  <a:srgbClr val="4D1E00">
                    <a:alpha val="17075"/>
                  </a:srgbClr>
                </a:gs>
                <a:gs pos="57143">
                  <a:srgbClr val="4D1E00">
                    <a:alpha val="9855"/>
                  </a:srgbClr>
                </a:gs>
                <a:gs pos="71429">
                  <a:srgbClr val="4D1E00">
                    <a:alpha val="4740"/>
                  </a:srgbClr>
                </a:gs>
                <a:gs pos="85714">
                  <a:srgbClr val="4D1E00">
                    <a:alpha val="1902"/>
                  </a:srgbClr>
                </a:gs>
                <a:gs pos="100000">
                  <a:srgbClr val="4D1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Splat 1374"/>
            <p:cNvSpPr>
              <a:spLocks noGrp="1"/>
            </p:cNvSpPr>
            <p:nvPr/>
          </p:nvSpPr>
          <p:spPr>
            <a:xfrm rot="7990938">
              <a:off x="776018" y="129791"/>
              <a:ext cx="552180" cy="206326"/>
            </a:xfrm>
            <a:prstGeom prst="ellipse">
              <a:avLst/>
            </a:prstGeom>
            <a:gradFill>
              <a:gsLst>
                <a:gs pos="0">
                  <a:srgbClr val="3B0000">
                    <a:alpha val="15665"/>
                  </a:srgbClr>
                </a:gs>
                <a:gs pos="14286">
                  <a:srgbClr val="3B0000">
                    <a:alpha val="14494"/>
                  </a:srgbClr>
                </a:gs>
                <a:gs pos="28571">
                  <a:srgbClr val="3B0000">
                    <a:alpha val="11448"/>
                  </a:srgbClr>
                </a:gs>
                <a:gs pos="42857">
                  <a:srgbClr val="3B0000">
                    <a:alpha val="7665"/>
                  </a:srgbClr>
                </a:gs>
                <a:gs pos="57143">
                  <a:srgbClr val="3B0000">
                    <a:alpha val="4323"/>
                  </a:srgbClr>
                </a:gs>
                <a:gs pos="71429">
                  <a:srgbClr val="3B0000">
                    <a:alpha val="2047"/>
                  </a:srgbClr>
                </a:gs>
                <a:gs pos="85714">
                  <a:srgbClr val="3B0000">
                    <a:alpha val="815"/>
                  </a:srgbClr>
                </a:gs>
                <a:gs pos="100000">
                  <a:srgbClr val="3B0000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Splat 1375"/>
            <p:cNvSpPr>
              <a:spLocks noGrp="1"/>
            </p:cNvSpPr>
            <p:nvPr/>
          </p:nvSpPr>
          <p:spPr>
            <a:xfrm rot="-9882012">
              <a:off x="3130342" y="964145"/>
              <a:ext cx="677108" cy="142123"/>
            </a:xfrm>
            <a:prstGeom prst="ellipse">
              <a:avLst/>
            </a:prstGeom>
            <a:gradFill>
              <a:gsLst>
                <a:gs pos="0">
                  <a:srgbClr val="7E3400">
                    <a:alpha val="32968"/>
                  </a:srgbClr>
                </a:gs>
                <a:gs pos="14286">
                  <a:srgbClr val="7E3400">
                    <a:alpha val="30764"/>
                  </a:srgbClr>
                </a:gs>
                <a:gs pos="28571">
                  <a:srgbClr val="7E3400">
                    <a:alpha val="24833"/>
                  </a:srgbClr>
                </a:gs>
                <a:gs pos="42857">
                  <a:srgbClr val="7E3400">
                    <a:alpha val="17075"/>
                  </a:srgbClr>
                </a:gs>
                <a:gs pos="57143">
                  <a:srgbClr val="7E3400">
                    <a:alpha val="9855"/>
                  </a:srgbClr>
                </a:gs>
                <a:gs pos="71429">
                  <a:srgbClr val="7E3400">
                    <a:alpha val="4740"/>
                  </a:srgbClr>
                </a:gs>
                <a:gs pos="85714">
                  <a:srgbClr val="7E3400">
                    <a:alpha val="1902"/>
                  </a:srgbClr>
                </a:gs>
                <a:gs pos="100000">
                  <a:srgbClr val="7E3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Splat 1376"/>
            <p:cNvSpPr>
              <a:spLocks noGrp="1"/>
            </p:cNvSpPr>
            <p:nvPr/>
          </p:nvSpPr>
          <p:spPr>
            <a:xfrm rot="10111668">
              <a:off x="2273274" y="1942676"/>
              <a:ext cx="555828" cy="99787"/>
            </a:xfrm>
            <a:prstGeom prst="ellipse">
              <a:avLst/>
            </a:prstGeom>
            <a:gradFill>
              <a:gsLst>
                <a:gs pos="0">
                  <a:srgbClr val="C7A57E">
                    <a:alpha val="31671"/>
                  </a:srgbClr>
                </a:gs>
                <a:gs pos="14286">
                  <a:srgbClr val="C7A57E">
                    <a:alpha val="29533"/>
                  </a:srgbClr>
                </a:gs>
                <a:gs pos="28571">
                  <a:srgbClr val="C7A57E">
                    <a:alpha val="23798"/>
                  </a:srgbClr>
                </a:gs>
                <a:gs pos="42857">
                  <a:srgbClr val="C7A57E">
                    <a:alpha val="16328"/>
                  </a:srgbClr>
                </a:gs>
                <a:gs pos="57143">
                  <a:srgbClr val="C7A57E">
                    <a:alpha val="9406"/>
                  </a:srgbClr>
                </a:gs>
                <a:gs pos="71429">
                  <a:srgbClr val="C7A57E">
                    <a:alpha val="4518"/>
                  </a:srgbClr>
                </a:gs>
                <a:gs pos="85714">
                  <a:srgbClr val="C7A57E">
                    <a:alpha val="1812"/>
                  </a:srgbClr>
                </a:gs>
                <a:gs pos="100000">
                  <a:srgbClr val="C7A57E">
                    <a:alpha val="6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Splat 1377"/>
            <p:cNvSpPr>
              <a:spLocks noGrp="1"/>
            </p:cNvSpPr>
            <p:nvPr/>
          </p:nvSpPr>
          <p:spPr>
            <a:xfrm rot="-8394043">
              <a:off x="1396558" y="445363"/>
              <a:ext cx="685385" cy="104887"/>
            </a:xfrm>
            <a:prstGeom prst="ellipse">
              <a:avLst/>
            </a:prstGeom>
            <a:gradFill>
              <a:gsLst>
                <a:gs pos="0">
                  <a:srgbClr val="AF7D40">
                    <a:alpha val="30364"/>
                  </a:srgbClr>
                </a:gs>
                <a:gs pos="14286">
                  <a:srgbClr val="AF7D40">
                    <a:alpha val="28296"/>
                  </a:srgbClr>
                </a:gs>
                <a:gs pos="28571">
                  <a:srgbClr val="AF7D40">
                    <a:alpha val="22761"/>
                  </a:srgbClr>
                </a:gs>
                <a:gs pos="42857">
                  <a:srgbClr val="AF7D40">
                    <a:alpha val="15583"/>
                  </a:srgbClr>
                </a:gs>
                <a:gs pos="57143">
                  <a:srgbClr val="AF7D40">
                    <a:alpha val="8959"/>
                  </a:srgbClr>
                </a:gs>
                <a:gs pos="71429">
                  <a:srgbClr val="AF7D40">
                    <a:alpha val="4299"/>
                  </a:srgbClr>
                </a:gs>
                <a:gs pos="85714">
                  <a:srgbClr val="AF7D40">
                    <a:alpha val="1722"/>
                  </a:srgbClr>
                </a:gs>
                <a:gs pos="100000">
                  <a:srgbClr val="AF7D40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Splat 1378"/>
            <p:cNvSpPr>
              <a:spLocks noGrp="1"/>
            </p:cNvSpPr>
            <p:nvPr/>
          </p:nvSpPr>
          <p:spPr>
            <a:xfrm rot="6754040">
              <a:off x="2519570" y="1229404"/>
              <a:ext cx="603281" cy="250611"/>
            </a:xfrm>
            <a:prstGeom prst="ellipse">
              <a:avLst/>
            </a:prstGeom>
            <a:gradFill>
              <a:gsLst>
                <a:gs pos="0">
                  <a:srgbClr val="A66507">
                    <a:alpha val="22711"/>
                  </a:srgbClr>
                </a:gs>
                <a:gs pos="14286">
                  <a:srgbClr val="A66507">
                    <a:alpha val="21084"/>
                  </a:srgbClr>
                </a:gs>
                <a:gs pos="28571">
                  <a:srgbClr val="A66507">
                    <a:alpha val="16794"/>
                  </a:srgbClr>
                </a:gs>
                <a:gs pos="42857">
                  <a:srgbClr val="A66507">
                    <a:alpha val="11360"/>
                  </a:srgbClr>
                </a:gs>
                <a:gs pos="57143">
                  <a:srgbClr val="A66507">
                    <a:alpha val="6464"/>
                  </a:srgbClr>
                </a:gs>
                <a:gs pos="71429">
                  <a:srgbClr val="A66507">
                    <a:alpha val="3079"/>
                  </a:srgbClr>
                </a:gs>
                <a:gs pos="85714">
                  <a:srgbClr val="A66507">
                    <a:alpha val="1229"/>
                  </a:srgbClr>
                </a:gs>
                <a:gs pos="100000">
                  <a:srgbClr val="A66507">
                    <a:alpha val="4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Splat 1379"/>
            <p:cNvSpPr>
              <a:spLocks noGrp="1"/>
            </p:cNvSpPr>
            <p:nvPr/>
          </p:nvSpPr>
          <p:spPr>
            <a:xfrm rot="4043236">
              <a:off x="525434" y="1053909"/>
              <a:ext cx="746782" cy="132095"/>
            </a:xfrm>
            <a:prstGeom prst="ellipse">
              <a:avLst/>
            </a:prstGeom>
            <a:gradFill>
              <a:gsLst>
                <a:gs pos="0">
                  <a:srgbClr val="631C00">
                    <a:alpha val="32968"/>
                  </a:srgbClr>
                </a:gs>
                <a:gs pos="14286">
                  <a:srgbClr val="631C00">
                    <a:alpha val="30764"/>
                  </a:srgbClr>
                </a:gs>
                <a:gs pos="28571">
                  <a:srgbClr val="631C00">
                    <a:alpha val="24833"/>
                  </a:srgbClr>
                </a:gs>
                <a:gs pos="42857">
                  <a:srgbClr val="631C00">
                    <a:alpha val="17075"/>
                  </a:srgbClr>
                </a:gs>
                <a:gs pos="57143">
                  <a:srgbClr val="631C00">
                    <a:alpha val="9855"/>
                  </a:srgbClr>
                </a:gs>
                <a:gs pos="71429">
                  <a:srgbClr val="631C00">
                    <a:alpha val="4740"/>
                  </a:srgbClr>
                </a:gs>
                <a:gs pos="85714">
                  <a:srgbClr val="631C00">
                    <a:alpha val="1902"/>
                  </a:srgbClr>
                </a:gs>
                <a:gs pos="100000">
                  <a:srgbClr val="631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Splat 1380"/>
            <p:cNvSpPr>
              <a:spLocks noGrp="1"/>
            </p:cNvSpPr>
            <p:nvPr/>
          </p:nvSpPr>
          <p:spPr>
            <a:xfrm rot="5171125">
              <a:off x="122543" y="1289066"/>
              <a:ext cx="232014" cy="191101"/>
            </a:xfrm>
            <a:prstGeom prst="ellipse">
              <a:avLst/>
            </a:prstGeom>
            <a:gradFill>
              <a:gsLst>
                <a:gs pos="0">
                  <a:srgbClr val="522040">
                    <a:alpha val="32968"/>
                  </a:srgbClr>
                </a:gs>
                <a:gs pos="14286">
                  <a:srgbClr val="522040">
                    <a:alpha val="30764"/>
                  </a:srgbClr>
                </a:gs>
                <a:gs pos="28571">
                  <a:srgbClr val="522040">
                    <a:alpha val="24833"/>
                  </a:srgbClr>
                </a:gs>
                <a:gs pos="42857">
                  <a:srgbClr val="522040">
                    <a:alpha val="17075"/>
                  </a:srgbClr>
                </a:gs>
                <a:gs pos="57143">
                  <a:srgbClr val="522040">
                    <a:alpha val="9855"/>
                  </a:srgbClr>
                </a:gs>
                <a:gs pos="71429">
                  <a:srgbClr val="522040">
                    <a:alpha val="4740"/>
                  </a:srgbClr>
                </a:gs>
                <a:gs pos="85714">
                  <a:srgbClr val="522040">
                    <a:alpha val="1902"/>
                  </a:srgbClr>
                </a:gs>
                <a:gs pos="100000">
                  <a:srgbClr val="5220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Splat 1381"/>
            <p:cNvSpPr>
              <a:spLocks noGrp="1"/>
            </p:cNvSpPr>
            <p:nvPr/>
          </p:nvSpPr>
          <p:spPr>
            <a:xfrm rot="3602184">
              <a:off x="729818" y="1160152"/>
              <a:ext cx="441032" cy="99103"/>
            </a:xfrm>
            <a:prstGeom prst="ellipse">
              <a:avLst/>
            </a:prstGeom>
            <a:gradFill>
              <a:gsLst>
                <a:gs pos="0">
                  <a:srgbClr val="C39C6E">
                    <a:alpha val="32968"/>
                  </a:srgbClr>
                </a:gs>
                <a:gs pos="14286">
                  <a:srgbClr val="C39C6E">
                    <a:alpha val="30764"/>
                  </a:srgbClr>
                </a:gs>
                <a:gs pos="28571">
                  <a:srgbClr val="C39C6E">
                    <a:alpha val="24833"/>
                  </a:srgbClr>
                </a:gs>
                <a:gs pos="42857">
                  <a:srgbClr val="C39C6E">
                    <a:alpha val="17075"/>
                  </a:srgbClr>
                </a:gs>
                <a:gs pos="57143">
                  <a:srgbClr val="C39C6E">
                    <a:alpha val="9855"/>
                  </a:srgbClr>
                </a:gs>
                <a:gs pos="71429">
                  <a:srgbClr val="C39C6E">
                    <a:alpha val="4740"/>
                  </a:srgbClr>
                </a:gs>
                <a:gs pos="85714">
                  <a:srgbClr val="C39C6E">
                    <a:alpha val="1902"/>
                  </a:srgbClr>
                </a:gs>
                <a:gs pos="100000">
                  <a:srgbClr val="C39C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Splat 1382"/>
            <p:cNvSpPr>
              <a:spLocks noGrp="1"/>
            </p:cNvSpPr>
            <p:nvPr/>
          </p:nvSpPr>
          <p:spPr>
            <a:xfrm rot="8477057">
              <a:off x="1333423" y="1713173"/>
              <a:ext cx="363382" cy="67735"/>
            </a:xfrm>
            <a:prstGeom prst="ellipse">
              <a:avLst/>
            </a:prstGeom>
            <a:gradFill>
              <a:gsLst>
                <a:gs pos="0">
                  <a:srgbClr val="F8B867">
                    <a:alpha val="32968"/>
                  </a:srgbClr>
                </a:gs>
                <a:gs pos="14286">
                  <a:srgbClr val="F8B867">
                    <a:alpha val="30764"/>
                  </a:srgbClr>
                </a:gs>
                <a:gs pos="28571">
                  <a:srgbClr val="F8B867">
                    <a:alpha val="24833"/>
                  </a:srgbClr>
                </a:gs>
                <a:gs pos="42857">
                  <a:srgbClr val="F8B867">
                    <a:alpha val="17075"/>
                  </a:srgbClr>
                </a:gs>
                <a:gs pos="57143">
                  <a:srgbClr val="F8B867">
                    <a:alpha val="9855"/>
                  </a:srgbClr>
                </a:gs>
                <a:gs pos="71429">
                  <a:srgbClr val="F8B867">
                    <a:alpha val="4740"/>
                  </a:srgbClr>
                </a:gs>
                <a:gs pos="85714">
                  <a:srgbClr val="F8B867">
                    <a:alpha val="1902"/>
                  </a:srgbClr>
                </a:gs>
                <a:gs pos="100000">
                  <a:srgbClr val="F8B8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Splat 1383"/>
            <p:cNvSpPr>
              <a:spLocks noGrp="1"/>
            </p:cNvSpPr>
            <p:nvPr/>
          </p:nvSpPr>
          <p:spPr>
            <a:xfrm rot="10173379">
              <a:off x="775018" y="1826132"/>
              <a:ext cx="486393" cy="24816"/>
            </a:xfrm>
            <a:prstGeom prst="ellipse">
              <a:avLst/>
            </a:prstGeom>
            <a:gradFill>
              <a:gsLst>
                <a:gs pos="0">
                  <a:srgbClr val="C6AC90">
                    <a:alpha val="32968"/>
                  </a:srgbClr>
                </a:gs>
                <a:gs pos="14286">
                  <a:srgbClr val="C6AC90">
                    <a:alpha val="30764"/>
                  </a:srgbClr>
                </a:gs>
                <a:gs pos="28571">
                  <a:srgbClr val="C6AC90">
                    <a:alpha val="24833"/>
                  </a:srgbClr>
                </a:gs>
                <a:gs pos="42857">
                  <a:srgbClr val="C6AC90">
                    <a:alpha val="17075"/>
                  </a:srgbClr>
                </a:gs>
                <a:gs pos="57143">
                  <a:srgbClr val="C6AC90">
                    <a:alpha val="9855"/>
                  </a:srgbClr>
                </a:gs>
                <a:gs pos="71429">
                  <a:srgbClr val="C6AC90">
                    <a:alpha val="4740"/>
                  </a:srgbClr>
                </a:gs>
                <a:gs pos="85714">
                  <a:srgbClr val="C6AC90">
                    <a:alpha val="1902"/>
                  </a:srgbClr>
                </a:gs>
                <a:gs pos="100000">
                  <a:srgbClr val="C6AC9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Splat 1384"/>
            <p:cNvSpPr>
              <a:spLocks noGrp="1"/>
            </p:cNvSpPr>
            <p:nvPr/>
          </p:nvSpPr>
          <p:spPr>
            <a:xfrm rot="-10603400">
              <a:off x="1506117" y="2204159"/>
              <a:ext cx="607640" cy="125384"/>
            </a:xfrm>
            <a:prstGeom prst="ellipse">
              <a:avLst/>
            </a:prstGeom>
            <a:gradFill>
              <a:gsLst>
                <a:gs pos="0">
                  <a:srgbClr val="471718">
                    <a:alpha val="32968"/>
                  </a:srgbClr>
                </a:gs>
                <a:gs pos="14286">
                  <a:srgbClr val="471718">
                    <a:alpha val="30764"/>
                  </a:srgbClr>
                </a:gs>
                <a:gs pos="28571">
                  <a:srgbClr val="471718">
                    <a:alpha val="24833"/>
                  </a:srgbClr>
                </a:gs>
                <a:gs pos="42857">
                  <a:srgbClr val="471718">
                    <a:alpha val="17075"/>
                  </a:srgbClr>
                </a:gs>
                <a:gs pos="57143">
                  <a:srgbClr val="471718">
                    <a:alpha val="9855"/>
                  </a:srgbClr>
                </a:gs>
                <a:gs pos="71429">
                  <a:srgbClr val="471718">
                    <a:alpha val="4740"/>
                  </a:srgbClr>
                </a:gs>
                <a:gs pos="85714">
                  <a:srgbClr val="471718">
                    <a:alpha val="1902"/>
                  </a:srgbClr>
                </a:gs>
                <a:gs pos="100000">
                  <a:srgbClr val="4717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Splat 1385"/>
            <p:cNvSpPr>
              <a:spLocks noGrp="1"/>
            </p:cNvSpPr>
            <p:nvPr/>
          </p:nvSpPr>
          <p:spPr>
            <a:xfrm rot="9273605">
              <a:off x="806520" y="2079590"/>
              <a:ext cx="525521" cy="29893"/>
            </a:xfrm>
            <a:prstGeom prst="ellipse">
              <a:avLst/>
            </a:prstGeom>
            <a:gradFill>
              <a:gsLst>
                <a:gs pos="0">
                  <a:srgbClr val="FDDEC7">
                    <a:alpha val="32968"/>
                  </a:srgbClr>
                </a:gs>
                <a:gs pos="14286">
                  <a:srgbClr val="FDDEC7">
                    <a:alpha val="30764"/>
                  </a:srgbClr>
                </a:gs>
                <a:gs pos="28571">
                  <a:srgbClr val="FDDEC7">
                    <a:alpha val="24833"/>
                  </a:srgbClr>
                </a:gs>
                <a:gs pos="42857">
                  <a:srgbClr val="FDDEC7">
                    <a:alpha val="17075"/>
                  </a:srgbClr>
                </a:gs>
                <a:gs pos="57143">
                  <a:srgbClr val="FDDEC7">
                    <a:alpha val="9855"/>
                  </a:srgbClr>
                </a:gs>
                <a:gs pos="71429">
                  <a:srgbClr val="FDDEC7">
                    <a:alpha val="4740"/>
                  </a:srgbClr>
                </a:gs>
                <a:gs pos="85714">
                  <a:srgbClr val="FDDEC7">
                    <a:alpha val="1902"/>
                  </a:srgbClr>
                </a:gs>
                <a:gs pos="100000">
                  <a:srgbClr val="FDDEC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Splat 1386"/>
            <p:cNvSpPr>
              <a:spLocks noGrp="1"/>
            </p:cNvSpPr>
            <p:nvPr/>
          </p:nvSpPr>
          <p:spPr>
            <a:xfrm rot="-8525475">
              <a:off x="359224" y="1362191"/>
              <a:ext cx="368026" cy="139789"/>
            </a:xfrm>
            <a:prstGeom prst="ellipse">
              <a:avLst/>
            </a:prstGeom>
            <a:gradFill>
              <a:gsLst>
                <a:gs pos="0">
                  <a:srgbClr val="FECC8C">
                    <a:alpha val="28673"/>
                  </a:srgbClr>
                </a:gs>
                <a:gs pos="14286">
                  <a:srgbClr val="FECC8C">
                    <a:alpha val="26697"/>
                  </a:srgbClr>
                </a:gs>
                <a:gs pos="28571">
                  <a:srgbClr val="FECC8C">
                    <a:alpha val="21427"/>
                  </a:srgbClr>
                </a:gs>
                <a:gs pos="42857">
                  <a:srgbClr val="FECC8C">
                    <a:alpha val="14629"/>
                  </a:srgbClr>
                </a:gs>
                <a:gs pos="57143">
                  <a:srgbClr val="FECC8C">
                    <a:alpha val="8391"/>
                  </a:srgbClr>
                </a:gs>
                <a:gs pos="71429">
                  <a:srgbClr val="FECC8C">
                    <a:alpha val="4019"/>
                  </a:srgbClr>
                </a:gs>
                <a:gs pos="85714">
                  <a:srgbClr val="FECC8C">
                    <a:alpha val="1609"/>
                  </a:srgbClr>
                </a:gs>
                <a:gs pos="100000">
                  <a:srgbClr val="FECC8C">
                    <a:alpha val="5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Splat 1387"/>
            <p:cNvSpPr>
              <a:spLocks noGrp="1"/>
            </p:cNvSpPr>
            <p:nvPr/>
          </p:nvSpPr>
          <p:spPr>
            <a:xfrm rot="-8415322">
              <a:off x="797200" y="1750188"/>
              <a:ext cx="445554" cy="198779"/>
            </a:xfrm>
            <a:prstGeom prst="ellipse">
              <a:avLst/>
            </a:prstGeom>
            <a:gradFill>
              <a:gsLst>
                <a:gs pos="0">
                  <a:srgbClr val="C5A89C">
                    <a:alpha val="32968"/>
                  </a:srgbClr>
                </a:gs>
                <a:gs pos="14286">
                  <a:srgbClr val="C5A89C">
                    <a:alpha val="30764"/>
                  </a:srgbClr>
                </a:gs>
                <a:gs pos="28571">
                  <a:srgbClr val="C5A89C">
                    <a:alpha val="24833"/>
                  </a:srgbClr>
                </a:gs>
                <a:gs pos="42857">
                  <a:srgbClr val="C5A89C">
                    <a:alpha val="17075"/>
                  </a:srgbClr>
                </a:gs>
                <a:gs pos="57143">
                  <a:srgbClr val="C5A89C">
                    <a:alpha val="9855"/>
                  </a:srgbClr>
                </a:gs>
                <a:gs pos="71429">
                  <a:srgbClr val="C5A89C">
                    <a:alpha val="4740"/>
                  </a:srgbClr>
                </a:gs>
                <a:gs pos="85714">
                  <a:srgbClr val="C5A89C">
                    <a:alpha val="1902"/>
                  </a:srgbClr>
                </a:gs>
                <a:gs pos="100000">
                  <a:srgbClr val="C5A8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Splat 1388"/>
            <p:cNvSpPr>
              <a:spLocks noGrp="1"/>
            </p:cNvSpPr>
            <p:nvPr/>
          </p:nvSpPr>
          <p:spPr>
            <a:xfrm rot="-8835774">
              <a:off x="806897" y="1892456"/>
              <a:ext cx="446945" cy="100340"/>
            </a:xfrm>
            <a:prstGeom prst="ellipse">
              <a:avLst/>
            </a:prstGeom>
            <a:gradFill>
              <a:gsLst>
                <a:gs pos="0">
                  <a:srgbClr val="D9BFA2">
                    <a:alpha val="6328"/>
                  </a:srgbClr>
                </a:gs>
                <a:gs pos="14286">
                  <a:srgbClr val="D9BFA2">
                    <a:alpha val="5831"/>
                  </a:srgbClr>
                </a:gs>
                <a:gs pos="28571">
                  <a:srgbClr val="D9BFA2">
                    <a:alpha val="4558"/>
                  </a:srgbClr>
                </a:gs>
                <a:gs pos="42857">
                  <a:srgbClr val="D9BFA2">
                    <a:alpha val="3013"/>
                  </a:srgbClr>
                </a:gs>
                <a:gs pos="57143">
                  <a:srgbClr val="D9BFA2">
                    <a:alpha val="1681"/>
                  </a:srgbClr>
                </a:gs>
                <a:gs pos="71429">
                  <a:srgbClr val="D9BFA2">
                    <a:alpha val="790"/>
                  </a:srgbClr>
                </a:gs>
                <a:gs pos="85714">
                  <a:srgbClr val="D9BFA2">
                    <a:alpha val="313"/>
                  </a:srgbClr>
                </a:gs>
                <a:gs pos="100000">
                  <a:srgbClr val="D9BFA2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Splat 1389"/>
            <p:cNvSpPr>
              <a:spLocks noGrp="1"/>
            </p:cNvSpPr>
            <p:nvPr/>
          </p:nvSpPr>
          <p:spPr>
            <a:xfrm rot="-9667428">
              <a:off x="2525595" y="6688"/>
              <a:ext cx="694938" cy="73840"/>
            </a:xfrm>
            <a:prstGeom prst="ellipse">
              <a:avLst/>
            </a:prstGeom>
            <a:gradFill>
              <a:gsLst>
                <a:gs pos="0">
                  <a:srgbClr val="FFE4DB">
                    <a:alpha val="20082"/>
                  </a:srgbClr>
                </a:gs>
                <a:gs pos="14286">
                  <a:srgbClr val="FFE4DB">
                    <a:alpha val="18620"/>
                  </a:srgbClr>
                </a:gs>
                <a:gs pos="28571">
                  <a:srgbClr val="FFE4DB">
                    <a:alpha val="14784"/>
                  </a:srgbClr>
                </a:gs>
                <a:gs pos="42857">
                  <a:srgbClr val="FFE4DB">
                    <a:alpha val="9962"/>
                  </a:srgbClr>
                </a:gs>
                <a:gs pos="57143">
                  <a:srgbClr val="FFE4DB">
                    <a:alpha val="5649"/>
                  </a:srgbClr>
                </a:gs>
                <a:gs pos="71429">
                  <a:srgbClr val="FFE4DB">
                    <a:alpha val="2685"/>
                  </a:srgbClr>
                </a:gs>
                <a:gs pos="85714">
                  <a:srgbClr val="FFE4DB">
                    <a:alpha val="1070"/>
                  </a:srgbClr>
                </a:gs>
                <a:gs pos="100000">
                  <a:srgbClr val="FFE4DB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Splat 1390"/>
            <p:cNvSpPr>
              <a:spLocks noGrp="1"/>
            </p:cNvSpPr>
            <p:nvPr/>
          </p:nvSpPr>
          <p:spPr>
            <a:xfrm rot="3075160">
              <a:off x="904012" y="317862"/>
              <a:ext cx="599734" cy="61146"/>
            </a:xfrm>
            <a:prstGeom prst="ellipse">
              <a:avLst/>
            </a:prstGeom>
            <a:gradFill>
              <a:gsLst>
                <a:gs pos="0">
                  <a:srgbClr val="673D10">
                    <a:alpha val="28301"/>
                  </a:srgbClr>
                </a:gs>
                <a:gs pos="14286">
                  <a:srgbClr val="673D10">
                    <a:alpha val="26345"/>
                  </a:srgbClr>
                </a:gs>
                <a:gs pos="28571">
                  <a:srgbClr val="673D10">
                    <a:alpha val="21134"/>
                  </a:srgbClr>
                </a:gs>
                <a:gs pos="42857">
                  <a:srgbClr val="673D10">
                    <a:alpha val="14421"/>
                  </a:srgbClr>
                </a:gs>
                <a:gs pos="57143">
                  <a:srgbClr val="673D10">
                    <a:alpha val="8267"/>
                  </a:srgbClr>
                </a:gs>
                <a:gs pos="71429">
                  <a:srgbClr val="673D10">
                    <a:alpha val="3959"/>
                  </a:srgbClr>
                </a:gs>
                <a:gs pos="85714">
                  <a:srgbClr val="673D10">
                    <a:alpha val="1585"/>
                  </a:srgbClr>
                </a:gs>
                <a:gs pos="100000">
                  <a:srgbClr val="673D10">
                    <a:alpha val="5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Splat 1391"/>
            <p:cNvSpPr>
              <a:spLocks noGrp="1"/>
            </p:cNvSpPr>
            <p:nvPr/>
          </p:nvSpPr>
          <p:spPr>
            <a:xfrm rot="8171559">
              <a:off x="591727" y="305748"/>
              <a:ext cx="308829" cy="146847"/>
            </a:xfrm>
            <a:prstGeom prst="ellipse">
              <a:avLst/>
            </a:prstGeom>
            <a:gradFill>
              <a:gsLst>
                <a:gs pos="0">
                  <a:srgbClr val="FFD7AA">
                    <a:alpha val="23981"/>
                  </a:srgbClr>
                </a:gs>
                <a:gs pos="14286">
                  <a:srgbClr val="FFD7AA">
                    <a:alpha val="22276"/>
                  </a:srgbClr>
                </a:gs>
                <a:gs pos="28571">
                  <a:srgbClr val="FFD7AA">
                    <a:alpha val="17771"/>
                  </a:srgbClr>
                </a:gs>
                <a:gs pos="42857">
                  <a:srgbClr val="FFD7AA">
                    <a:alpha val="12045"/>
                  </a:srgbClr>
                </a:gs>
                <a:gs pos="57143">
                  <a:srgbClr val="FFD7AA">
                    <a:alpha val="6865"/>
                  </a:srgbClr>
                </a:gs>
                <a:gs pos="71429">
                  <a:srgbClr val="FFD7AA">
                    <a:alpha val="3274"/>
                  </a:srgbClr>
                </a:gs>
                <a:gs pos="85714">
                  <a:srgbClr val="FFD7AA">
                    <a:alpha val="1308"/>
                  </a:srgbClr>
                </a:gs>
                <a:gs pos="100000">
                  <a:srgbClr val="FFD7AA">
                    <a:alpha val="4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Splat 1392"/>
            <p:cNvSpPr>
              <a:spLocks noGrp="1"/>
            </p:cNvSpPr>
            <p:nvPr/>
          </p:nvSpPr>
          <p:spPr>
            <a:xfrm rot="-10209996">
              <a:off x="1141859" y="1224722"/>
              <a:ext cx="643177" cy="240508"/>
            </a:xfrm>
            <a:prstGeom prst="ellipse">
              <a:avLst/>
            </a:prstGeom>
            <a:gradFill>
              <a:gsLst>
                <a:gs pos="0">
                  <a:srgbClr val="835400">
                    <a:alpha val="32968"/>
                  </a:srgbClr>
                </a:gs>
                <a:gs pos="14286">
                  <a:srgbClr val="835400">
                    <a:alpha val="30764"/>
                  </a:srgbClr>
                </a:gs>
                <a:gs pos="28571">
                  <a:srgbClr val="835400">
                    <a:alpha val="24833"/>
                  </a:srgbClr>
                </a:gs>
                <a:gs pos="42857">
                  <a:srgbClr val="835400">
                    <a:alpha val="17075"/>
                  </a:srgbClr>
                </a:gs>
                <a:gs pos="57143">
                  <a:srgbClr val="835400">
                    <a:alpha val="9855"/>
                  </a:srgbClr>
                </a:gs>
                <a:gs pos="71429">
                  <a:srgbClr val="835400">
                    <a:alpha val="4740"/>
                  </a:srgbClr>
                </a:gs>
                <a:gs pos="85714">
                  <a:srgbClr val="835400">
                    <a:alpha val="1902"/>
                  </a:srgbClr>
                </a:gs>
                <a:gs pos="100000">
                  <a:srgbClr val="835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Splat 1393"/>
            <p:cNvSpPr>
              <a:spLocks noGrp="1"/>
            </p:cNvSpPr>
            <p:nvPr/>
          </p:nvSpPr>
          <p:spPr>
            <a:xfrm rot="-10559395">
              <a:off x="2774014" y="707243"/>
              <a:ext cx="435010" cy="270166"/>
            </a:xfrm>
            <a:prstGeom prst="ellipse">
              <a:avLst/>
            </a:prstGeom>
            <a:gradFill>
              <a:gsLst>
                <a:gs pos="0">
                  <a:srgbClr val="D9C29F">
                    <a:alpha val="32968"/>
                  </a:srgbClr>
                </a:gs>
                <a:gs pos="14286">
                  <a:srgbClr val="D9C29F">
                    <a:alpha val="30764"/>
                  </a:srgbClr>
                </a:gs>
                <a:gs pos="28571">
                  <a:srgbClr val="D9C29F">
                    <a:alpha val="24833"/>
                  </a:srgbClr>
                </a:gs>
                <a:gs pos="42857">
                  <a:srgbClr val="D9C29F">
                    <a:alpha val="17075"/>
                  </a:srgbClr>
                </a:gs>
                <a:gs pos="57143">
                  <a:srgbClr val="D9C29F">
                    <a:alpha val="9855"/>
                  </a:srgbClr>
                </a:gs>
                <a:gs pos="71429">
                  <a:srgbClr val="D9C29F">
                    <a:alpha val="4740"/>
                  </a:srgbClr>
                </a:gs>
                <a:gs pos="85714">
                  <a:srgbClr val="D9C29F">
                    <a:alpha val="1902"/>
                  </a:srgbClr>
                </a:gs>
                <a:gs pos="100000">
                  <a:srgbClr val="D9C2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Splat 1394"/>
            <p:cNvSpPr>
              <a:spLocks noGrp="1"/>
            </p:cNvSpPr>
            <p:nvPr/>
          </p:nvSpPr>
          <p:spPr>
            <a:xfrm rot="9256085">
              <a:off x="760747" y="2120486"/>
              <a:ext cx="484578" cy="29749"/>
            </a:xfrm>
            <a:prstGeom prst="ellipse">
              <a:avLst/>
            </a:prstGeom>
            <a:gradFill>
              <a:gsLst>
                <a:gs pos="0">
                  <a:srgbClr val="7D5848">
                    <a:alpha val="28546"/>
                  </a:srgbClr>
                </a:gs>
                <a:gs pos="14286">
                  <a:srgbClr val="7D5848">
                    <a:alpha val="26577"/>
                  </a:srgbClr>
                </a:gs>
                <a:gs pos="28571">
                  <a:srgbClr val="7D5848">
                    <a:alpha val="21327"/>
                  </a:srgbClr>
                </a:gs>
                <a:gs pos="42857">
                  <a:srgbClr val="7D5848">
                    <a:alpha val="14558"/>
                  </a:srgbClr>
                </a:gs>
                <a:gs pos="57143">
                  <a:srgbClr val="7D5848">
                    <a:alpha val="8349"/>
                  </a:srgbClr>
                </a:gs>
                <a:gs pos="71429">
                  <a:srgbClr val="7D5848">
                    <a:alpha val="3999"/>
                  </a:srgbClr>
                </a:gs>
                <a:gs pos="85714">
                  <a:srgbClr val="7D5848">
                    <a:alpha val="1601"/>
                  </a:srgbClr>
                </a:gs>
                <a:gs pos="100000">
                  <a:srgbClr val="7D5848">
                    <a:alpha val="5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Splat 1395"/>
            <p:cNvSpPr>
              <a:spLocks noGrp="1"/>
            </p:cNvSpPr>
            <p:nvPr/>
          </p:nvSpPr>
          <p:spPr>
            <a:xfrm rot="-9814640">
              <a:off x="344996" y="1426750"/>
              <a:ext cx="716551" cy="124254"/>
            </a:xfrm>
            <a:prstGeom prst="ellipse">
              <a:avLst/>
            </a:prstGeom>
            <a:gradFill>
              <a:gsLst>
                <a:gs pos="0">
                  <a:srgbClr val="D3B594">
                    <a:alpha val="32968"/>
                  </a:srgbClr>
                </a:gs>
                <a:gs pos="14286">
                  <a:srgbClr val="D3B594">
                    <a:alpha val="30764"/>
                  </a:srgbClr>
                </a:gs>
                <a:gs pos="28571">
                  <a:srgbClr val="D3B594">
                    <a:alpha val="24833"/>
                  </a:srgbClr>
                </a:gs>
                <a:gs pos="42857">
                  <a:srgbClr val="D3B594">
                    <a:alpha val="17075"/>
                  </a:srgbClr>
                </a:gs>
                <a:gs pos="57143">
                  <a:srgbClr val="D3B594">
                    <a:alpha val="9855"/>
                  </a:srgbClr>
                </a:gs>
                <a:gs pos="71429">
                  <a:srgbClr val="D3B594">
                    <a:alpha val="4740"/>
                  </a:srgbClr>
                </a:gs>
                <a:gs pos="85714">
                  <a:srgbClr val="D3B594">
                    <a:alpha val="1902"/>
                  </a:srgbClr>
                </a:gs>
                <a:gs pos="100000">
                  <a:srgbClr val="D3B5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Splat 1396"/>
            <p:cNvSpPr>
              <a:spLocks noGrp="1"/>
            </p:cNvSpPr>
            <p:nvPr/>
          </p:nvSpPr>
          <p:spPr>
            <a:xfrm rot="8851666">
              <a:off x="815771" y="9964"/>
              <a:ext cx="410262" cy="166433"/>
            </a:xfrm>
            <a:prstGeom prst="ellipse">
              <a:avLst/>
            </a:prstGeom>
            <a:gradFill>
              <a:gsLst>
                <a:gs pos="0">
                  <a:srgbClr val="582B00">
                    <a:alpha val="31315"/>
                  </a:srgbClr>
                </a:gs>
                <a:gs pos="14286">
                  <a:srgbClr val="582B00">
                    <a:alpha val="29196"/>
                  </a:srgbClr>
                </a:gs>
                <a:gs pos="28571">
                  <a:srgbClr val="582B00">
                    <a:alpha val="23515"/>
                  </a:srgbClr>
                </a:gs>
                <a:gs pos="42857">
                  <a:srgbClr val="582B00">
                    <a:alpha val="16124"/>
                  </a:srgbClr>
                </a:gs>
                <a:gs pos="57143">
                  <a:srgbClr val="582B00">
                    <a:alpha val="9284"/>
                  </a:srgbClr>
                </a:gs>
                <a:gs pos="71429">
                  <a:srgbClr val="582B00">
                    <a:alpha val="4458"/>
                  </a:srgbClr>
                </a:gs>
                <a:gs pos="85714">
                  <a:srgbClr val="582B00">
                    <a:alpha val="1787"/>
                  </a:srgbClr>
                </a:gs>
                <a:gs pos="100000">
                  <a:srgbClr val="582B00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Splat 1397"/>
            <p:cNvSpPr>
              <a:spLocks noGrp="1"/>
            </p:cNvSpPr>
            <p:nvPr/>
          </p:nvSpPr>
          <p:spPr>
            <a:xfrm rot="5685224">
              <a:off x="3022466" y="2260054"/>
              <a:ext cx="298953" cy="176411"/>
            </a:xfrm>
            <a:prstGeom prst="ellipse">
              <a:avLst/>
            </a:prstGeom>
            <a:gradFill>
              <a:gsLst>
                <a:gs pos="0">
                  <a:srgbClr val="5D2F00">
                    <a:alpha val="28475"/>
                  </a:srgbClr>
                </a:gs>
                <a:gs pos="14286">
                  <a:srgbClr val="5D2F00">
                    <a:alpha val="26510"/>
                  </a:srgbClr>
                </a:gs>
                <a:gs pos="28571">
                  <a:srgbClr val="5D2F00">
                    <a:alpha val="21271"/>
                  </a:srgbClr>
                </a:gs>
                <a:gs pos="42857">
                  <a:srgbClr val="5D2F00">
                    <a:alpha val="14518"/>
                  </a:srgbClr>
                </a:gs>
                <a:gs pos="57143">
                  <a:srgbClr val="5D2F00">
                    <a:alpha val="8325"/>
                  </a:srgbClr>
                </a:gs>
                <a:gs pos="71429">
                  <a:srgbClr val="5D2F00">
                    <a:alpha val="3987"/>
                  </a:srgbClr>
                </a:gs>
                <a:gs pos="85714">
                  <a:srgbClr val="5D2F00">
                    <a:alpha val="1596"/>
                  </a:srgbClr>
                </a:gs>
                <a:gs pos="100000">
                  <a:srgbClr val="5D2F00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Splat 1398"/>
            <p:cNvSpPr>
              <a:spLocks noGrp="1"/>
            </p:cNvSpPr>
            <p:nvPr/>
          </p:nvSpPr>
          <p:spPr>
            <a:xfrm rot="-9649534">
              <a:off x="1461830" y="1733529"/>
              <a:ext cx="259748" cy="394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Splat 1399"/>
            <p:cNvSpPr>
              <a:spLocks noGrp="1"/>
            </p:cNvSpPr>
            <p:nvPr/>
          </p:nvSpPr>
          <p:spPr>
            <a:xfrm rot="-9768389">
              <a:off x="1083036" y="1585007"/>
              <a:ext cx="387374" cy="37159"/>
            </a:xfrm>
            <a:prstGeom prst="ellipse">
              <a:avLst/>
            </a:prstGeom>
            <a:gradFill>
              <a:gsLst>
                <a:gs pos="0">
                  <a:srgbClr val="6A2F00">
                    <a:alpha val="32968"/>
                  </a:srgbClr>
                </a:gs>
                <a:gs pos="14286">
                  <a:srgbClr val="6A2F00">
                    <a:alpha val="30764"/>
                  </a:srgbClr>
                </a:gs>
                <a:gs pos="28571">
                  <a:srgbClr val="6A2F00">
                    <a:alpha val="24833"/>
                  </a:srgbClr>
                </a:gs>
                <a:gs pos="42857">
                  <a:srgbClr val="6A2F00">
                    <a:alpha val="17075"/>
                  </a:srgbClr>
                </a:gs>
                <a:gs pos="57143">
                  <a:srgbClr val="6A2F00">
                    <a:alpha val="9855"/>
                  </a:srgbClr>
                </a:gs>
                <a:gs pos="71429">
                  <a:srgbClr val="6A2F00">
                    <a:alpha val="4740"/>
                  </a:srgbClr>
                </a:gs>
                <a:gs pos="85714">
                  <a:srgbClr val="6A2F00">
                    <a:alpha val="1902"/>
                  </a:srgbClr>
                </a:gs>
                <a:gs pos="100000">
                  <a:srgbClr val="6A2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Splat 1400"/>
            <p:cNvSpPr>
              <a:spLocks noGrp="1"/>
            </p:cNvSpPr>
            <p:nvPr/>
          </p:nvSpPr>
          <p:spPr>
            <a:xfrm rot="-8530367">
              <a:off x="-29169" y="2213690"/>
              <a:ext cx="324498" cy="243412"/>
            </a:xfrm>
            <a:prstGeom prst="ellipse">
              <a:avLst/>
            </a:prstGeom>
            <a:gradFill>
              <a:gsLst>
                <a:gs pos="0">
                  <a:srgbClr val="FFC29D">
                    <a:alpha val="16165"/>
                  </a:srgbClr>
                </a:gs>
                <a:gs pos="14286">
                  <a:srgbClr val="FFC29D">
                    <a:alpha val="14961"/>
                  </a:srgbClr>
                </a:gs>
                <a:gs pos="28571">
                  <a:srgbClr val="FFC29D">
                    <a:alpha val="11824"/>
                  </a:srgbClr>
                </a:gs>
                <a:gs pos="42857">
                  <a:srgbClr val="FFC29D">
                    <a:alpha val="7922"/>
                  </a:srgbClr>
                </a:gs>
                <a:gs pos="57143">
                  <a:srgbClr val="FFC29D">
                    <a:alpha val="4470"/>
                  </a:srgbClr>
                </a:gs>
                <a:gs pos="71429">
                  <a:srgbClr val="FFC29D">
                    <a:alpha val="2118"/>
                  </a:srgbClr>
                </a:gs>
                <a:gs pos="85714">
                  <a:srgbClr val="FFC29D">
                    <a:alpha val="843"/>
                  </a:srgbClr>
                </a:gs>
                <a:gs pos="100000">
                  <a:srgbClr val="FFC29D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Splat 1401"/>
            <p:cNvSpPr>
              <a:spLocks noGrp="1"/>
            </p:cNvSpPr>
            <p:nvPr/>
          </p:nvSpPr>
          <p:spPr>
            <a:xfrm rot="4001898">
              <a:off x="160994" y="5253"/>
              <a:ext cx="416135" cy="112545"/>
            </a:xfrm>
            <a:prstGeom prst="ellipse">
              <a:avLst/>
            </a:prstGeom>
            <a:gradFill>
              <a:gsLst>
                <a:gs pos="0">
                  <a:srgbClr val="C29E78">
                    <a:alpha val="32968"/>
                  </a:srgbClr>
                </a:gs>
                <a:gs pos="14286">
                  <a:srgbClr val="C29E78">
                    <a:alpha val="30764"/>
                  </a:srgbClr>
                </a:gs>
                <a:gs pos="28571">
                  <a:srgbClr val="C29E78">
                    <a:alpha val="24833"/>
                  </a:srgbClr>
                </a:gs>
                <a:gs pos="42857">
                  <a:srgbClr val="C29E78">
                    <a:alpha val="17075"/>
                  </a:srgbClr>
                </a:gs>
                <a:gs pos="57143">
                  <a:srgbClr val="C29E78">
                    <a:alpha val="9855"/>
                  </a:srgbClr>
                </a:gs>
                <a:gs pos="71429">
                  <a:srgbClr val="C29E78">
                    <a:alpha val="4740"/>
                  </a:srgbClr>
                </a:gs>
                <a:gs pos="85714">
                  <a:srgbClr val="C29E78">
                    <a:alpha val="1902"/>
                  </a:srgbClr>
                </a:gs>
                <a:gs pos="100000">
                  <a:srgbClr val="C29E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Splat 1402"/>
            <p:cNvSpPr>
              <a:spLocks noGrp="1"/>
            </p:cNvSpPr>
            <p:nvPr/>
          </p:nvSpPr>
          <p:spPr>
            <a:xfrm rot="9908575">
              <a:off x="2749997" y="837860"/>
              <a:ext cx="364539" cy="143359"/>
            </a:xfrm>
            <a:prstGeom prst="ellipse">
              <a:avLst/>
            </a:prstGeom>
            <a:gradFill>
              <a:gsLst>
                <a:gs pos="0">
                  <a:srgbClr val="DAAC87">
                    <a:alpha val="9848"/>
                  </a:srgbClr>
                </a:gs>
                <a:gs pos="14286">
                  <a:srgbClr val="DAAC87">
                    <a:alpha val="9089"/>
                  </a:srgbClr>
                </a:gs>
                <a:gs pos="28571">
                  <a:srgbClr val="DAAC87">
                    <a:alpha val="7132"/>
                  </a:srgbClr>
                </a:gs>
                <a:gs pos="42857">
                  <a:srgbClr val="DAAC87">
                    <a:alpha val="4737"/>
                  </a:srgbClr>
                </a:gs>
                <a:gs pos="57143">
                  <a:srgbClr val="DAAC87">
                    <a:alpha val="2653"/>
                  </a:srgbClr>
                </a:gs>
                <a:gs pos="71429">
                  <a:srgbClr val="DAAC87">
                    <a:alpha val="1251"/>
                  </a:srgbClr>
                </a:gs>
                <a:gs pos="85714">
                  <a:srgbClr val="DAAC87">
                    <a:alpha val="497"/>
                  </a:srgbClr>
                </a:gs>
                <a:gs pos="100000">
                  <a:srgbClr val="DAAC87">
                    <a:alpha val="1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Splat 1403"/>
            <p:cNvSpPr>
              <a:spLocks noGrp="1"/>
            </p:cNvSpPr>
            <p:nvPr/>
          </p:nvSpPr>
          <p:spPr>
            <a:xfrm rot="4017947">
              <a:off x="127913" y="1341099"/>
              <a:ext cx="502246" cy="152915"/>
            </a:xfrm>
            <a:prstGeom prst="ellipse">
              <a:avLst/>
            </a:prstGeom>
            <a:gradFill>
              <a:gsLst>
                <a:gs pos="0">
                  <a:srgbClr val="EFE1CA">
                    <a:alpha val="13877"/>
                  </a:srgbClr>
                </a:gs>
                <a:gs pos="14286">
                  <a:srgbClr val="EFE1CA">
                    <a:alpha val="12830"/>
                  </a:srgbClr>
                </a:gs>
                <a:gs pos="28571">
                  <a:srgbClr val="EFE1CA">
                    <a:alpha val="10113"/>
                  </a:srgbClr>
                </a:gs>
                <a:gs pos="42857">
                  <a:srgbClr val="EFE1CA">
                    <a:alpha val="6754"/>
                  </a:srgbClr>
                </a:gs>
                <a:gs pos="57143">
                  <a:srgbClr val="EFE1CA">
                    <a:alpha val="3801"/>
                  </a:srgbClr>
                </a:gs>
                <a:gs pos="71429">
                  <a:srgbClr val="EFE1CA">
                    <a:alpha val="1797"/>
                  </a:srgbClr>
                </a:gs>
                <a:gs pos="85714">
                  <a:srgbClr val="EFE1CA">
                    <a:alpha val="715"/>
                  </a:srgbClr>
                </a:gs>
                <a:gs pos="100000">
                  <a:srgbClr val="EFE1CA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Splat 1404"/>
            <p:cNvSpPr>
              <a:spLocks noGrp="1"/>
            </p:cNvSpPr>
            <p:nvPr/>
          </p:nvSpPr>
          <p:spPr>
            <a:xfrm rot="9431414">
              <a:off x="787918" y="1552768"/>
              <a:ext cx="530281" cy="179929"/>
            </a:xfrm>
            <a:prstGeom prst="ellipse">
              <a:avLst/>
            </a:prstGeom>
            <a:gradFill>
              <a:gsLst>
                <a:gs pos="0">
                  <a:srgbClr val="C5A791">
                    <a:alpha val="32968"/>
                  </a:srgbClr>
                </a:gs>
                <a:gs pos="14286">
                  <a:srgbClr val="C5A791">
                    <a:alpha val="30764"/>
                  </a:srgbClr>
                </a:gs>
                <a:gs pos="28571">
                  <a:srgbClr val="C5A791">
                    <a:alpha val="24833"/>
                  </a:srgbClr>
                </a:gs>
                <a:gs pos="42857">
                  <a:srgbClr val="C5A791">
                    <a:alpha val="17075"/>
                  </a:srgbClr>
                </a:gs>
                <a:gs pos="57143">
                  <a:srgbClr val="C5A791">
                    <a:alpha val="9855"/>
                  </a:srgbClr>
                </a:gs>
                <a:gs pos="71429">
                  <a:srgbClr val="C5A791">
                    <a:alpha val="4740"/>
                  </a:srgbClr>
                </a:gs>
                <a:gs pos="85714">
                  <a:srgbClr val="C5A791">
                    <a:alpha val="1902"/>
                  </a:srgbClr>
                </a:gs>
                <a:gs pos="100000">
                  <a:srgbClr val="C5A7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Splat 1405"/>
            <p:cNvSpPr>
              <a:spLocks noGrp="1"/>
            </p:cNvSpPr>
            <p:nvPr/>
          </p:nvSpPr>
          <p:spPr>
            <a:xfrm rot="-10650193">
              <a:off x="3037998" y="1103564"/>
              <a:ext cx="607860" cy="256460"/>
            </a:xfrm>
            <a:prstGeom prst="ellipse">
              <a:avLst/>
            </a:prstGeom>
            <a:gradFill>
              <a:gsLst>
                <a:gs pos="0">
                  <a:srgbClr val="F8E1E3">
                    <a:alpha val="31215"/>
                  </a:srgbClr>
                </a:gs>
                <a:gs pos="14286">
                  <a:srgbClr val="F8E1E3">
                    <a:alpha val="29101"/>
                  </a:srgbClr>
                </a:gs>
                <a:gs pos="28571">
                  <a:srgbClr val="F8E1E3">
                    <a:alpha val="23435"/>
                  </a:srgbClr>
                </a:gs>
                <a:gs pos="42857">
                  <a:srgbClr val="F8E1E3">
                    <a:alpha val="16067"/>
                  </a:srgbClr>
                </a:gs>
                <a:gs pos="57143">
                  <a:srgbClr val="F8E1E3">
                    <a:alpha val="9249"/>
                  </a:srgbClr>
                </a:gs>
                <a:gs pos="71429">
                  <a:srgbClr val="F8E1E3">
                    <a:alpha val="4441"/>
                  </a:srgbClr>
                </a:gs>
                <a:gs pos="85714">
                  <a:srgbClr val="F8E1E3">
                    <a:alpha val="1780"/>
                  </a:srgbClr>
                </a:gs>
                <a:gs pos="100000">
                  <a:srgbClr val="F8E1E3">
                    <a:alpha val="5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Splat 1406"/>
            <p:cNvSpPr>
              <a:spLocks noGrp="1"/>
            </p:cNvSpPr>
            <p:nvPr/>
          </p:nvSpPr>
          <p:spPr>
            <a:xfrm rot="5489885">
              <a:off x="1648261" y="651475"/>
              <a:ext cx="426475" cy="209388"/>
            </a:xfrm>
            <a:prstGeom prst="ellipse">
              <a:avLst/>
            </a:prstGeom>
            <a:gradFill>
              <a:gsLst>
                <a:gs pos="0">
                  <a:srgbClr val="F7CBA0">
                    <a:alpha val="13221"/>
                  </a:srgbClr>
                </a:gs>
                <a:gs pos="14286">
                  <a:srgbClr val="F7CBA0">
                    <a:alpha val="12220"/>
                  </a:srgbClr>
                </a:gs>
                <a:gs pos="28571">
                  <a:srgbClr val="F7CBA0">
                    <a:alpha val="9625"/>
                  </a:srgbClr>
                </a:gs>
                <a:gs pos="42857">
                  <a:srgbClr val="F7CBA0">
                    <a:alpha val="6422"/>
                  </a:srgbClr>
                </a:gs>
                <a:gs pos="57143">
                  <a:srgbClr val="F7CBA0">
                    <a:alpha val="3611"/>
                  </a:srgbClr>
                </a:gs>
                <a:gs pos="71429">
                  <a:srgbClr val="F7CBA0">
                    <a:alpha val="1707"/>
                  </a:srgbClr>
                </a:gs>
                <a:gs pos="85714">
                  <a:srgbClr val="F7CBA0">
                    <a:alpha val="679"/>
                  </a:srgbClr>
                </a:gs>
                <a:gs pos="100000">
                  <a:srgbClr val="F7CBA0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Splat 1407"/>
            <p:cNvSpPr>
              <a:spLocks noGrp="1"/>
            </p:cNvSpPr>
            <p:nvPr/>
          </p:nvSpPr>
          <p:spPr>
            <a:xfrm rot="6666662">
              <a:off x="1802011" y="1530556"/>
              <a:ext cx="358770" cy="320588"/>
            </a:xfrm>
            <a:prstGeom prst="ellipse">
              <a:avLst/>
            </a:prstGeom>
            <a:gradFill>
              <a:gsLst>
                <a:gs pos="0">
                  <a:srgbClr val="CE6000">
                    <a:alpha val="32968"/>
                  </a:srgbClr>
                </a:gs>
                <a:gs pos="14286">
                  <a:srgbClr val="CE6000">
                    <a:alpha val="30764"/>
                  </a:srgbClr>
                </a:gs>
                <a:gs pos="28571">
                  <a:srgbClr val="CE6000">
                    <a:alpha val="24833"/>
                  </a:srgbClr>
                </a:gs>
                <a:gs pos="42857">
                  <a:srgbClr val="CE6000">
                    <a:alpha val="17075"/>
                  </a:srgbClr>
                </a:gs>
                <a:gs pos="57143">
                  <a:srgbClr val="CE6000">
                    <a:alpha val="9855"/>
                  </a:srgbClr>
                </a:gs>
                <a:gs pos="71429">
                  <a:srgbClr val="CE6000">
                    <a:alpha val="4740"/>
                  </a:srgbClr>
                </a:gs>
                <a:gs pos="85714">
                  <a:srgbClr val="CE6000">
                    <a:alpha val="1902"/>
                  </a:srgbClr>
                </a:gs>
                <a:gs pos="100000">
                  <a:srgbClr val="CE6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Splat 1408"/>
            <p:cNvSpPr>
              <a:spLocks noGrp="1"/>
            </p:cNvSpPr>
            <p:nvPr/>
          </p:nvSpPr>
          <p:spPr>
            <a:xfrm rot="8424485">
              <a:off x="1875859" y="1429569"/>
              <a:ext cx="465523" cy="119952"/>
            </a:xfrm>
            <a:prstGeom prst="ellipse">
              <a:avLst/>
            </a:prstGeom>
            <a:gradFill>
              <a:gsLst>
                <a:gs pos="0">
                  <a:srgbClr val="905B07">
                    <a:alpha val="23715"/>
                  </a:srgbClr>
                </a:gs>
                <a:gs pos="14286">
                  <a:srgbClr val="905B07">
                    <a:alpha val="22027"/>
                  </a:srgbClr>
                </a:gs>
                <a:gs pos="28571">
                  <a:srgbClr val="905B07">
                    <a:alpha val="17567"/>
                  </a:srgbClr>
                </a:gs>
                <a:gs pos="42857">
                  <a:srgbClr val="905B07">
                    <a:alpha val="11901"/>
                  </a:srgbClr>
                </a:gs>
                <a:gs pos="57143">
                  <a:srgbClr val="905B07">
                    <a:alpha val="6780"/>
                  </a:srgbClr>
                </a:gs>
                <a:gs pos="71429">
                  <a:srgbClr val="905B07">
                    <a:alpha val="3233"/>
                  </a:srgbClr>
                </a:gs>
                <a:gs pos="85714">
                  <a:srgbClr val="905B07">
                    <a:alpha val="1291"/>
                  </a:srgbClr>
                </a:gs>
                <a:gs pos="100000">
                  <a:srgbClr val="905B07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Splat 1409"/>
            <p:cNvSpPr>
              <a:spLocks noGrp="1"/>
            </p:cNvSpPr>
            <p:nvPr/>
          </p:nvSpPr>
          <p:spPr>
            <a:xfrm rot="-9695859">
              <a:off x="719900" y="1532636"/>
              <a:ext cx="544034" cy="157400"/>
            </a:xfrm>
            <a:prstGeom prst="ellipse">
              <a:avLst/>
            </a:prstGeom>
            <a:gradFill>
              <a:gsLst>
                <a:gs pos="0">
                  <a:srgbClr val="F9D9C0">
                    <a:alpha val="20204"/>
                  </a:srgbClr>
                </a:gs>
                <a:gs pos="14286">
                  <a:srgbClr val="F9D9C0">
                    <a:alpha val="18734"/>
                  </a:srgbClr>
                </a:gs>
                <a:gs pos="28571">
                  <a:srgbClr val="F9D9C0">
                    <a:alpha val="14877"/>
                  </a:srgbClr>
                </a:gs>
                <a:gs pos="42857">
                  <a:srgbClr val="F9D9C0">
                    <a:alpha val="10026"/>
                  </a:srgbClr>
                </a:gs>
                <a:gs pos="57143">
                  <a:srgbClr val="F9D9C0">
                    <a:alpha val="5686"/>
                  </a:srgbClr>
                </a:gs>
                <a:gs pos="71429">
                  <a:srgbClr val="F9D9C0">
                    <a:alpha val="2703"/>
                  </a:srgbClr>
                </a:gs>
                <a:gs pos="85714">
                  <a:srgbClr val="F9D9C0">
                    <a:alpha val="1078"/>
                  </a:srgbClr>
                </a:gs>
                <a:gs pos="100000">
                  <a:srgbClr val="F9D9C0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Splat 1410"/>
            <p:cNvSpPr>
              <a:spLocks noGrp="1"/>
            </p:cNvSpPr>
            <p:nvPr/>
          </p:nvSpPr>
          <p:spPr>
            <a:xfrm rot="7442886">
              <a:off x="1386654" y="2113812"/>
              <a:ext cx="210601" cy="60840"/>
            </a:xfrm>
            <a:prstGeom prst="ellipse">
              <a:avLst/>
            </a:prstGeom>
            <a:gradFill>
              <a:gsLst>
                <a:gs pos="0">
                  <a:srgbClr val="713413">
                    <a:alpha val="31746"/>
                  </a:srgbClr>
                </a:gs>
                <a:gs pos="14286">
                  <a:srgbClr val="713413">
                    <a:alpha val="29605"/>
                  </a:srgbClr>
                </a:gs>
                <a:gs pos="28571">
                  <a:srgbClr val="713413">
                    <a:alpha val="23858"/>
                  </a:srgbClr>
                </a:gs>
                <a:gs pos="42857">
                  <a:srgbClr val="713413">
                    <a:alpha val="16371"/>
                  </a:srgbClr>
                </a:gs>
                <a:gs pos="57143">
                  <a:srgbClr val="713413">
                    <a:alpha val="9432"/>
                  </a:srgbClr>
                </a:gs>
                <a:gs pos="71429">
                  <a:srgbClr val="713413">
                    <a:alpha val="4531"/>
                  </a:srgbClr>
                </a:gs>
                <a:gs pos="85714">
                  <a:srgbClr val="713413">
                    <a:alpha val="1817"/>
                  </a:srgbClr>
                </a:gs>
                <a:gs pos="100000">
                  <a:srgbClr val="713413">
                    <a:alpha val="6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Splat 1411"/>
            <p:cNvSpPr>
              <a:spLocks noGrp="1"/>
            </p:cNvSpPr>
            <p:nvPr/>
          </p:nvSpPr>
          <p:spPr>
            <a:xfrm rot="-8955883">
              <a:off x="1489081" y="657899"/>
              <a:ext cx="691349" cy="203157"/>
            </a:xfrm>
            <a:prstGeom prst="ellipse">
              <a:avLst/>
            </a:prstGeom>
            <a:gradFill>
              <a:gsLst>
                <a:gs pos="0">
                  <a:srgbClr val="620000">
                    <a:alpha val="9862"/>
                  </a:srgbClr>
                </a:gs>
                <a:gs pos="14286">
                  <a:srgbClr val="620000">
                    <a:alpha val="9102"/>
                  </a:srgbClr>
                </a:gs>
                <a:gs pos="28571">
                  <a:srgbClr val="620000">
                    <a:alpha val="7142"/>
                  </a:srgbClr>
                </a:gs>
                <a:gs pos="42857">
                  <a:srgbClr val="620000">
                    <a:alpha val="4744"/>
                  </a:srgbClr>
                </a:gs>
                <a:gs pos="57143">
                  <a:srgbClr val="620000">
                    <a:alpha val="2657"/>
                  </a:srgbClr>
                </a:gs>
                <a:gs pos="71429">
                  <a:srgbClr val="620000">
                    <a:alpha val="1253"/>
                  </a:srgbClr>
                </a:gs>
                <a:gs pos="85714">
                  <a:srgbClr val="620000">
                    <a:alpha val="497"/>
                  </a:srgbClr>
                </a:gs>
                <a:gs pos="100000">
                  <a:srgbClr val="620000">
                    <a:alpha val="1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Splat 1412"/>
            <p:cNvSpPr>
              <a:spLocks noGrp="1"/>
            </p:cNvSpPr>
            <p:nvPr/>
          </p:nvSpPr>
          <p:spPr>
            <a:xfrm rot="8976074">
              <a:off x="2980597" y="2216748"/>
              <a:ext cx="531660" cy="221056"/>
            </a:xfrm>
            <a:prstGeom prst="ellipse">
              <a:avLst/>
            </a:prstGeom>
            <a:gradFill>
              <a:gsLst>
                <a:gs pos="0">
                  <a:srgbClr val="130000">
                    <a:alpha val="20559"/>
                  </a:srgbClr>
                </a:gs>
                <a:gs pos="14286">
                  <a:srgbClr val="130000">
                    <a:alpha val="19066"/>
                  </a:srgbClr>
                </a:gs>
                <a:gs pos="28571">
                  <a:srgbClr val="130000">
                    <a:alpha val="15147"/>
                  </a:srgbClr>
                </a:gs>
                <a:gs pos="42857">
                  <a:srgbClr val="130000">
                    <a:alpha val="10213"/>
                  </a:srgbClr>
                </a:gs>
                <a:gs pos="57143">
                  <a:srgbClr val="130000">
                    <a:alpha val="5795"/>
                  </a:srgbClr>
                </a:gs>
                <a:gs pos="71429">
                  <a:srgbClr val="130000">
                    <a:alpha val="2756"/>
                  </a:srgbClr>
                </a:gs>
                <a:gs pos="85714">
                  <a:srgbClr val="130000">
                    <a:alpha val="1099"/>
                  </a:srgbClr>
                </a:gs>
                <a:gs pos="100000">
                  <a:srgbClr val="130000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Splat 1413"/>
            <p:cNvSpPr>
              <a:spLocks noGrp="1"/>
            </p:cNvSpPr>
            <p:nvPr/>
          </p:nvSpPr>
          <p:spPr>
            <a:xfrm rot="-8461322">
              <a:off x="1143995" y="2029201"/>
              <a:ext cx="251457" cy="154690"/>
            </a:xfrm>
            <a:prstGeom prst="ellipse">
              <a:avLst/>
            </a:prstGeom>
            <a:gradFill>
              <a:gsLst>
                <a:gs pos="0">
                  <a:srgbClr val="FFD99C">
                    <a:alpha val="5779"/>
                  </a:srgbClr>
                </a:gs>
                <a:gs pos="14286">
                  <a:srgbClr val="FFD99C">
                    <a:alpha val="5324"/>
                  </a:srgbClr>
                </a:gs>
                <a:gs pos="28571">
                  <a:srgbClr val="FFD99C">
                    <a:alpha val="4159"/>
                  </a:srgbClr>
                </a:gs>
                <a:gs pos="42857">
                  <a:srgbClr val="FFD99C">
                    <a:alpha val="2748"/>
                  </a:srgbClr>
                </a:gs>
                <a:gs pos="57143">
                  <a:srgbClr val="FFD99C">
                    <a:alpha val="1532"/>
                  </a:srgbClr>
                </a:gs>
                <a:gs pos="71429">
                  <a:srgbClr val="FFD99C">
                    <a:alpha val="720"/>
                  </a:srgbClr>
                </a:gs>
                <a:gs pos="85714">
                  <a:srgbClr val="FFD99C">
                    <a:alpha val="285"/>
                  </a:srgbClr>
                </a:gs>
                <a:gs pos="100000">
                  <a:srgbClr val="FFD99C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Splat 1414"/>
            <p:cNvSpPr>
              <a:spLocks noGrp="1"/>
            </p:cNvSpPr>
            <p:nvPr/>
          </p:nvSpPr>
          <p:spPr>
            <a:xfrm rot="4926048">
              <a:off x="1898126" y="990901"/>
              <a:ext cx="446887" cy="46569"/>
            </a:xfrm>
            <a:prstGeom prst="ellipse">
              <a:avLst/>
            </a:prstGeom>
            <a:gradFill>
              <a:gsLst>
                <a:gs pos="0">
                  <a:srgbClr val="442527">
                    <a:alpha val="25384"/>
                  </a:srgbClr>
                </a:gs>
                <a:gs pos="14286">
                  <a:srgbClr val="442527">
                    <a:alpha val="23596"/>
                  </a:srgbClr>
                </a:gs>
                <a:gs pos="28571">
                  <a:srgbClr val="442527">
                    <a:alpha val="18858"/>
                  </a:srgbClr>
                </a:gs>
                <a:gs pos="42857">
                  <a:srgbClr val="442527">
                    <a:alpha val="12809"/>
                  </a:srgbClr>
                </a:gs>
                <a:gs pos="57143">
                  <a:srgbClr val="442527">
                    <a:alpha val="7314"/>
                  </a:srgbClr>
                </a:gs>
                <a:gs pos="71429">
                  <a:srgbClr val="442527">
                    <a:alpha val="3493"/>
                  </a:srgbClr>
                </a:gs>
                <a:gs pos="85714">
                  <a:srgbClr val="442527">
                    <a:alpha val="1396"/>
                  </a:srgbClr>
                </a:gs>
                <a:gs pos="100000">
                  <a:srgbClr val="442527">
                    <a:alpha val="4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Splat 1415"/>
            <p:cNvSpPr>
              <a:spLocks noGrp="1"/>
            </p:cNvSpPr>
            <p:nvPr/>
          </p:nvSpPr>
          <p:spPr>
            <a:xfrm rot="-8592218">
              <a:off x="500499" y="3598"/>
              <a:ext cx="261778" cy="139237"/>
            </a:xfrm>
            <a:prstGeom prst="ellipse">
              <a:avLst/>
            </a:prstGeom>
            <a:gradFill>
              <a:gsLst>
                <a:gs pos="0">
                  <a:srgbClr val="BAA7A5">
                    <a:alpha val="25854"/>
                  </a:srgbClr>
                </a:gs>
                <a:gs pos="14286">
                  <a:srgbClr val="BAA7A5">
                    <a:alpha val="24038"/>
                  </a:srgbClr>
                </a:gs>
                <a:gs pos="28571">
                  <a:srgbClr val="BAA7A5">
                    <a:alpha val="19223"/>
                  </a:srgbClr>
                </a:gs>
                <a:gs pos="42857">
                  <a:srgbClr val="BAA7A5">
                    <a:alpha val="13066"/>
                  </a:srgbClr>
                </a:gs>
                <a:gs pos="57143">
                  <a:srgbClr val="BAA7A5">
                    <a:alpha val="7465"/>
                  </a:srgbClr>
                </a:gs>
                <a:gs pos="71429">
                  <a:srgbClr val="BAA7A5">
                    <a:alpha val="3567"/>
                  </a:srgbClr>
                </a:gs>
                <a:gs pos="85714">
                  <a:srgbClr val="BAA7A5">
                    <a:alpha val="1426"/>
                  </a:srgbClr>
                </a:gs>
                <a:gs pos="100000">
                  <a:srgbClr val="BAA7A5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Splat 1416"/>
            <p:cNvSpPr>
              <a:spLocks noGrp="1"/>
            </p:cNvSpPr>
            <p:nvPr/>
          </p:nvSpPr>
          <p:spPr>
            <a:xfrm rot="10464865">
              <a:off x="636748" y="1864743"/>
              <a:ext cx="595447" cy="24797"/>
            </a:xfrm>
            <a:prstGeom prst="ellipse">
              <a:avLst/>
            </a:prstGeom>
            <a:gradFill>
              <a:gsLst>
                <a:gs pos="0">
                  <a:srgbClr val="FFE4CF">
                    <a:alpha val="26492"/>
                  </a:srgbClr>
                </a:gs>
                <a:gs pos="14286">
                  <a:srgbClr val="FFE4CF">
                    <a:alpha val="24639"/>
                  </a:srgbClr>
                </a:gs>
                <a:gs pos="28571">
                  <a:srgbClr val="FFE4CF">
                    <a:alpha val="19720"/>
                  </a:srgbClr>
                </a:gs>
                <a:gs pos="42857">
                  <a:srgbClr val="FFE4CF">
                    <a:alpha val="13417"/>
                  </a:srgbClr>
                </a:gs>
                <a:gs pos="57143">
                  <a:srgbClr val="FFE4CF">
                    <a:alpha val="7673"/>
                  </a:srgbClr>
                </a:gs>
                <a:gs pos="71429">
                  <a:srgbClr val="FFE4CF">
                    <a:alpha val="3668"/>
                  </a:srgbClr>
                </a:gs>
                <a:gs pos="85714">
                  <a:srgbClr val="FFE4CF">
                    <a:alpha val="1467"/>
                  </a:srgbClr>
                </a:gs>
                <a:gs pos="100000">
                  <a:srgbClr val="FFE4CF">
                    <a:alpha val="4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Splat 1417"/>
            <p:cNvSpPr>
              <a:spLocks noGrp="1"/>
            </p:cNvSpPr>
            <p:nvPr/>
          </p:nvSpPr>
          <p:spPr>
            <a:xfrm rot="7608867">
              <a:off x="1826563" y="969950"/>
              <a:ext cx="267988" cy="36847"/>
            </a:xfrm>
            <a:prstGeom prst="ellipse">
              <a:avLst/>
            </a:prstGeom>
            <a:gradFill>
              <a:gsLst>
                <a:gs pos="0">
                  <a:srgbClr val="6B3400">
                    <a:alpha val="22873"/>
                  </a:srgbClr>
                </a:gs>
                <a:gs pos="14286">
                  <a:srgbClr val="6B3400">
                    <a:alpha val="21235"/>
                  </a:srgbClr>
                </a:gs>
                <a:gs pos="28571">
                  <a:srgbClr val="6B3400">
                    <a:alpha val="16918"/>
                  </a:srgbClr>
                </a:gs>
                <a:gs pos="42857">
                  <a:srgbClr val="6B3400">
                    <a:alpha val="11447"/>
                  </a:srgbClr>
                </a:gs>
                <a:gs pos="57143">
                  <a:srgbClr val="6B3400">
                    <a:alpha val="6514"/>
                  </a:srgbClr>
                </a:gs>
                <a:gs pos="71429">
                  <a:srgbClr val="6B3400">
                    <a:alpha val="3104"/>
                  </a:srgbClr>
                </a:gs>
                <a:gs pos="85714">
                  <a:srgbClr val="6B3400">
                    <a:alpha val="1239"/>
                  </a:srgbClr>
                </a:gs>
                <a:gs pos="100000">
                  <a:srgbClr val="6B3400">
                    <a:alpha val="4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Splat 1418"/>
            <p:cNvSpPr>
              <a:spLocks noGrp="1"/>
            </p:cNvSpPr>
            <p:nvPr/>
          </p:nvSpPr>
          <p:spPr>
            <a:xfrm rot="7958386">
              <a:off x="2361245" y="1491176"/>
              <a:ext cx="466699" cy="68126"/>
            </a:xfrm>
            <a:prstGeom prst="ellipse">
              <a:avLst/>
            </a:prstGeom>
            <a:gradFill>
              <a:gsLst>
                <a:gs pos="0">
                  <a:srgbClr val="FFC88B">
                    <a:alpha val="14965"/>
                  </a:srgbClr>
                </a:gs>
                <a:gs pos="14286">
                  <a:srgbClr val="FFC88B">
                    <a:alpha val="13843"/>
                  </a:srgbClr>
                </a:gs>
                <a:gs pos="28571">
                  <a:srgbClr val="FFC88B">
                    <a:alpha val="10925"/>
                  </a:srgbClr>
                </a:gs>
                <a:gs pos="42857">
                  <a:srgbClr val="FFC88B">
                    <a:alpha val="7308"/>
                  </a:srgbClr>
                </a:gs>
                <a:gs pos="57143">
                  <a:srgbClr val="FFC88B">
                    <a:alpha val="4118"/>
                  </a:srgbClr>
                </a:gs>
                <a:gs pos="71429">
                  <a:srgbClr val="FFC88B">
                    <a:alpha val="1949"/>
                  </a:srgbClr>
                </a:gs>
                <a:gs pos="85714">
                  <a:srgbClr val="FFC88B">
                    <a:alpha val="775"/>
                  </a:srgbClr>
                </a:gs>
                <a:gs pos="100000">
                  <a:srgbClr val="FFC88B">
                    <a:alpha val="2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Splat 1419"/>
            <p:cNvSpPr>
              <a:spLocks noGrp="1"/>
            </p:cNvSpPr>
            <p:nvPr/>
          </p:nvSpPr>
          <p:spPr>
            <a:xfrm rot="4956853">
              <a:off x="1915515" y="952145"/>
              <a:ext cx="545516" cy="127916"/>
            </a:xfrm>
            <a:prstGeom prst="ellipse">
              <a:avLst/>
            </a:prstGeom>
            <a:gradFill>
              <a:gsLst>
                <a:gs pos="0">
                  <a:srgbClr val="D7B3A1">
                    <a:alpha val="18061"/>
                  </a:srgbClr>
                </a:gs>
                <a:gs pos="14286">
                  <a:srgbClr val="D7B3A1">
                    <a:alpha val="16730"/>
                  </a:srgbClr>
                </a:gs>
                <a:gs pos="28571">
                  <a:srgbClr val="D7B3A1">
                    <a:alpha val="13251"/>
                  </a:srgbClr>
                </a:gs>
                <a:gs pos="42857">
                  <a:srgbClr val="D7B3A1">
                    <a:alpha val="8903"/>
                  </a:srgbClr>
                </a:gs>
                <a:gs pos="57143">
                  <a:srgbClr val="D7B3A1">
                    <a:alpha val="5035"/>
                  </a:srgbClr>
                </a:gs>
                <a:gs pos="71429">
                  <a:srgbClr val="D7B3A1">
                    <a:alpha val="2389"/>
                  </a:srgbClr>
                </a:gs>
                <a:gs pos="85714">
                  <a:srgbClr val="D7B3A1">
                    <a:alpha val="952"/>
                  </a:srgbClr>
                </a:gs>
                <a:gs pos="100000">
                  <a:srgbClr val="D7B3A1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Splat 1420"/>
            <p:cNvSpPr>
              <a:spLocks noGrp="1"/>
            </p:cNvSpPr>
            <p:nvPr/>
          </p:nvSpPr>
          <p:spPr>
            <a:xfrm rot="9528711">
              <a:off x="2963466" y="1526412"/>
              <a:ext cx="253951" cy="153568"/>
            </a:xfrm>
            <a:prstGeom prst="ellipse">
              <a:avLst/>
            </a:prstGeom>
            <a:gradFill>
              <a:gsLst>
                <a:gs pos="0">
                  <a:srgbClr val="FFEDEF">
                    <a:alpha val="19723"/>
                  </a:srgbClr>
                </a:gs>
                <a:gs pos="14286">
                  <a:srgbClr val="FFEDEF">
                    <a:alpha val="18283"/>
                  </a:srgbClr>
                </a:gs>
                <a:gs pos="28571">
                  <a:srgbClr val="FFEDEF">
                    <a:alpha val="14510"/>
                  </a:srgbClr>
                </a:gs>
                <a:gs pos="42857">
                  <a:srgbClr val="FFEDEF">
                    <a:alpha val="9772"/>
                  </a:srgbClr>
                </a:gs>
                <a:gs pos="57143">
                  <a:srgbClr val="FFEDEF">
                    <a:alpha val="5539"/>
                  </a:srgbClr>
                </a:gs>
                <a:gs pos="71429">
                  <a:srgbClr val="FFEDEF">
                    <a:alpha val="2632"/>
                  </a:srgbClr>
                </a:gs>
                <a:gs pos="85714">
                  <a:srgbClr val="FFEDEF">
                    <a:alpha val="1049"/>
                  </a:srgbClr>
                </a:gs>
                <a:gs pos="100000">
                  <a:srgbClr val="FFEDEF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Splat 1421"/>
            <p:cNvSpPr>
              <a:spLocks noGrp="1"/>
            </p:cNvSpPr>
            <p:nvPr/>
          </p:nvSpPr>
          <p:spPr>
            <a:xfrm rot="-10281479">
              <a:off x="1117138" y="1563385"/>
              <a:ext cx="353681" cy="215174"/>
            </a:xfrm>
            <a:prstGeom prst="ellipse">
              <a:avLst/>
            </a:prstGeom>
            <a:gradFill>
              <a:gsLst>
                <a:gs pos="0">
                  <a:srgbClr val="EFD4C4">
                    <a:alpha val="21271"/>
                  </a:srgbClr>
                </a:gs>
                <a:gs pos="14286">
                  <a:srgbClr val="EFD4C4">
                    <a:alpha val="19733"/>
                  </a:srgbClr>
                </a:gs>
                <a:gs pos="28571">
                  <a:srgbClr val="EFD4C4">
                    <a:alpha val="15690"/>
                  </a:srgbClr>
                </a:gs>
                <a:gs pos="42857">
                  <a:srgbClr val="EFD4C4">
                    <a:alpha val="10591"/>
                  </a:srgbClr>
                </a:gs>
                <a:gs pos="57143">
                  <a:srgbClr val="EFD4C4">
                    <a:alpha val="6015"/>
                  </a:srgbClr>
                </a:gs>
                <a:gs pos="71429">
                  <a:srgbClr val="EFD4C4">
                    <a:alpha val="2862"/>
                  </a:srgbClr>
                </a:gs>
                <a:gs pos="85714">
                  <a:srgbClr val="EFD4C4">
                    <a:alpha val="1142"/>
                  </a:srgbClr>
                </a:gs>
                <a:gs pos="100000">
                  <a:srgbClr val="EFD4C4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Splat 1422"/>
            <p:cNvSpPr>
              <a:spLocks noGrp="1"/>
            </p:cNvSpPr>
            <p:nvPr/>
          </p:nvSpPr>
          <p:spPr>
            <a:xfrm rot="-10506116">
              <a:off x="695548" y="1746154"/>
              <a:ext cx="735338" cy="30769"/>
            </a:xfrm>
            <a:prstGeom prst="ellipse">
              <a:avLst/>
            </a:prstGeom>
            <a:gradFill>
              <a:gsLst>
                <a:gs pos="0">
                  <a:srgbClr val="FFE4D4">
                    <a:alpha val="32968"/>
                  </a:srgbClr>
                </a:gs>
                <a:gs pos="14286">
                  <a:srgbClr val="FFE4D4">
                    <a:alpha val="30764"/>
                  </a:srgbClr>
                </a:gs>
                <a:gs pos="28571">
                  <a:srgbClr val="FFE4D4">
                    <a:alpha val="24833"/>
                  </a:srgbClr>
                </a:gs>
                <a:gs pos="42857">
                  <a:srgbClr val="FFE4D4">
                    <a:alpha val="17075"/>
                  </a:srgbClr>
                </a:gs>
                <a:gs pos="57143">
                  <a:srgbClr val="FFE4D4">
                    <a:alpha val="9855"/>
                  </a:srgbClr>
                </a:gs>
                <a:gs pos="71429">
                  <a:srgbClr val="FFE4D4">
                    <a:alpha val="4740"/>
                  </a:srgbClr>
                </a:gs>
                <a:gs pos="85714">
                  <a:srgbClr val="FFE4D4">
                    <a:alpha val="1902"/>
                  </a:srgbClr>
                </a:gs>
                <a:gs pos="100000">
                  <a:srgbClr val="FFE4D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Splat 1423"/>
            <p:cNvSpPr>
              <a:spLocks noGrp="1"/>
            </p:cNvSpPr>
            <p:nvPr/>
          </p:nvSpPr>
          <p:spPr>
            <a:xfrm rot="3612540">
              <a:off x="59428" y="1223211"/>
              <a:ext cx="449543" cy="75658"/>
            </a:xfrm>
            <a:prstGeom prst="ellipse">
              <a:avLst/>
            </a:prstGeom>
            <a:gradFill>
              <a:gsLst>
                <a:gs pos="0">
                  <a:srgbClr val="CFA994">
                    <a:alpha val="13225"/>
                  </a:srgbClr>
                </a:gs>
                <a:gs pos="14286">
                  <a:srgbClr val="CFA994">
                    <a:alpha val="12224"/>
                  </a:srgbClr>
                </a:gs>
                <a:gs pos="28571">
                  <a:srgbClr val="CFA994">
                    <a:alpha val="9628"/>
                  </a:srgbClr>
                </a:gs>
                <a:gs pos="42857">
                  <a:srgbClr val="CFA994">
                    <a:alpha val="6424"/>
                  </a:srgbClr>
                </a:gs>
                <a:gs pos="57143">
                  <a:srgbClr val="CFA994">
                    <a:alpha val="3612"/>
                  </a:srgbClr>
                </a:gs>
                <a:gs pos="71429">
                  <a:srgbClr val="CFA994">
                    <a:alpha val="1707"/>
                  </a:srgbClr>
                </a:gs>
                <a:gs pos="85714">
                  <a:srgbClr val="CFA994">
                    <a:alpha val="679"/>
                  </a:srgbClr>
                </a:gs>
                <a:gs pos="100000">
                  <a:srgbClr val="CFA994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Splat 1424"/>
            <p:cNvSpPr>
              <a:spLocks noGrp="1"/>
            </p:cNvSpPr>
            <p:nvPr/>
          </p:nvSpPr>
          <p:spPr>
            <a:xfrm rot="10003417">
              <a:off x="3360654" y="886295"/>
              <a:ext cx="542422" cy="224914"/>
            </a:xfrm>
            <a:prstGeom prst="ellipse">
              <a:avLst/>
            </a:prstGeom>
            <a:gradFill>
              <a:gsLst>
                <a:gs pos="0">
                  <a:srgbClr val="D88400">
                    <a:alpha val="9652"/>
                  </a:srgbClr>
                </a:gs>
                <a:gs pos="14286">
                  <a:srgbClr val="D88400">
                    <a:alpha val="8907"/>
                  </a:srgbClr>
                </a:gs>
                <a:gs pos="28571">
                  <a:srgbClr val="D88400">
                    <a:alpha val="6988"/>
                  </a:srgbClr>
                </a:gs>
                <a:gs pos="42857">
                  <a:srgbClr val="D88400">
                    <a:alpha val="4640"/>
                  </a:srgbClr>
                </a:gs>
                <a:gs pos="57143">
                  <a:srgbClr val="D88400">
                    <a:alpha val="2598"/>
                  </a:srgbClr>
                </a:gs>
                <a:gs pos="71429">
                  <a:srgbClr val="D88400">
                    <a:alpha val="1225"/>
                  </a:srgbClr>
                </a:gs>
                <a:gs pos="85714">
                  <a:srgbClr val="D88400">
                    <a:alpha val="486"/>
                  </a:srgbClr>
                </a:gs>
                <a:gs pos="100000">
                  <a:srgbClr val="D88400">
                    <a:alpha val="1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Splat 1425"/>
            <p:cNvSpPr>
              <a:spLocks noGrp="1"/>
            </p:cNvSpPr>
            <p:nvPr/>
          </p:nvSpPr>
          <p:spPr>
            <a:xfrm rot="-9718870">
              <a:off x="3031425" y="971824"/>
              <a:ext cx="408747" cy="189611"/>
            </a:xfrm>
            <a:prstGeom prst="ellipse">
              <a:avLst/>
            </a:prstGeom>
            <a:gradFill>
              <a:gsLst>
                <a:gs pos="0">
                  <a:srgbClr val="E8CAC7">
                    <a:alpha val="25639"/>
                  </a:srgbClr>
                </a:gs>
                <a:gs pos="14286">
                  <a:srgbClr val="E8CAC7">
                    <a:alpha val="23836"/>
                  </a:srgbClr>
                </a:gs>
                <a:gs pos="28571">
                  <a:srgbClr val="E8CAC7">
                    <a:alpha val="19056"/>
                  </a:srgbClr>
                </a:gs>
                <a:gs pos="42857">
                  <a:srgbClr val="E8CAC7">
                    <a:alpha val="12948"/>
                  </a:srgbClr>
                </a:gs>
                <a:gs pos="57143">
                  <a:srgbClr val="E8CAC7">
                    <a:alpha val="7396"/>
                  </a:srgbClr>
                </a:gs>
                <a:gs pos="71429">
                  <a:srgbClr val="E8CAC7">
                    <a:alpha val="3533"/>
                  </a:srgbClr>
                </a:gs>
                <a:gs pos="85714">
                  <a:srgbClr val="E8CAC7">
                    <a:alpha val="1412"/>
                  </a:srgbClr>
                </a:gs>
                <a:gs pos="100000">
                  <a:srgbClr val="E8CAC7">
                    <a:alpha val="4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Splat 1426"/>
            <p:cNvSpPr>
              <a:spLocks noGrp="1"/>
            </p:cNvSpPr>
            <p:nvPr/>
          </p:nvSpPr>
          <p:spPr>
            <a:xfrm rot="-8455768">
              <a:off x="1435879" y="2100300"/>
              <a:ext cx="580199" cy="81341"/>
            </a:xfrm>
            <a:prstGeom prst="ellipse">
              <a:avLst/>
            </a:prstGeom>
            <a:gradFill>
              <a:gsLst>
                <a:gs pos="0">
                  <a:srgbClr val="6E3D00">
                    <a:alpha val="16513"/>
                  </a:srgbClr>
                </a:gs>
                <a:gs pos="14286">
                  <a:srgbClr val="6E3D00">
                    <a:alpha val="15285"/>
                  </a:srgbClr>
                </a:gs>
                <a:gs pos="28571">
                  <a:srgbClr val="6E3D00">
                    <a:alpha val="12085"/>
                  </a:srgbClr>
                </a:gs>
                <a:gs pos="42857">
                  <a:srgbClr val="6E3D00">
                    <a:alpha val="8101"/>
                  </a:srgbClr>
                </a:gs>
                <a:gs pos="57143">
                  <a:srgbClr val="6E3D00">
                    <a:alpha val="4573"/>
                  </a:srgbClr>
                </a:gs>
                <a:gs pos="71429">
                  <a:srgbClr val="6E3D00">
                    <a:alpha val="2167"/>
                  </a:srgbClr>
                </a:gs>
                <a:gs pos="85714">
                  <a:srgbClr val="6E3D00">
                    <a:alpha val="863"/>
                  </a:srgbClr>
                </a:gs>
                <a:gs pos="100000">
                  <a:srgbClr val="6E3D00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Splat 1427"/>
            <p:cNvSpPr>
              <a:spLocks noGrp="1"/>
            </p:cNvSpPr>
            <p:nvPr/>
          </p:nvSpPr>
          <p:spPr>
            <a:xfrm rot="-9836151">
              <a:off x="3059515" y="224133"/>
              <a:ext cx="426947" cy="252618"/>
            </a:xfrm>
            <a:prstGeom prst="ellipse">
              <a:avLst/>
            </a:prstGeom>
            <a:gradFill>
              <a:gsLst>
                <a:gs pos="0">
                  <a:srgbClr val="580000">
                    <a:alpha val="32968"/>
                  </a:srgbClr>
                </a:gs>
                <a:gs pos="14286">
                  <a:srgbClr val="580000">
                    <a:alpha val="30764"/>
                  </a:srgbClr>
                </a:gs>
                <a:gs pos="28571">
                  <a:srgbClr val="580000">
                    <a:alpha val="24833"/>
                  </a:srgbClr>
                </a:gs>
                <a:gs pos="42857">
                  <a:srgbClr val="580000">
                    <a:alpha val="17075"/>
                  </a:srgbClr>
                </a:gs>
                <a:gs pos="57143">
                  <a:srgbClr val="580000">
                    <a:alpha val="9855"/>
                  </a:srgbClr>
                </a:gs>
                <a:gs pos="71429">
                  <a:srgbClr val="580000">
                    <a:alpha val="4740"/>
                  </a:srgbClr>
                </a:gs>
                <a:gs pos="85714">
                  <a:srgbClr val="580000">
                    <a:alpha val="1902"/>
                  </a:srgbClr>
                </a:gs>
                <a:gs pos="100000">
                  <a:srgbClr val="5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Splat 1428"/>
            <p:cNvSpPr>
              <a:spLocks noGrp="1"/>
            </p:cNvSpPr>
            <p:nvPr/>
          </p:nvSpPr>
          <p:spPr>
            <a:xfrm rot="-8472789">
              <a:off x="2887841" y="1320878"/>
              <a:ext cx="613328" cy="269613"/>
            </a:xfrm>
            <a:prstGeom prst="ellipse">
              <a:avLst/>
            </a:prstGeom>
            <a:gradFill>
              <a:gsLst>
                <a:gs pos="0">
                  <a:srgbClr val="F4D0AC">
                    <a:alpha val="32968"/>
                  </a:srgbClr>
                </a:gs>
                <a:gs pos="14286">
                  <a:srgbClr val="F4D0AC">
                    <a:alpha val="30764"/>
                  </a:srgbClr>
                </a:gs>
                <a:gs pos="28571">
                  <a:srgbClr val="F4D0AC">
                    <a:alpha val="24833"/>
                  </a:srgbClr>
                </a:gs>
                <a:gs pos="42857">
                  <a:srgbClr val="F4D0AC">
                    <a:alpha val="17075"/>
                  </a:srgbClr>
                </a:gs>
                <a:gs pos="57143">
                  <a:srgbClr val="F4D0AC">
                    <a:alpha val="9855"/>
                  </a:srgbClr>
                </a:gs>
                <a:gs pos="71429">
                  <a:srgbClr val="F4D0AC">
                    <a:alpha val="4740"/>
                  </a:srgbClr>
                </a:gs>
                <a:gs pos="85714">
                  <a:srgbClr val="F4D0AC">
                    <a:alpha val="1902"/>
                  </a:srgbClr>
                </a:gs>
                <a:gs pos="100000">
                  <a:srgbClr val="F4D0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Splat 1429"/>
            <p:cNvSpPr>
              <a:spLocks noGrp="1"/>
            </p:cNvSpPr>
            <p:nvPr/>
          </p:nvSpPr>
          <p:spPr>
            <a:xfrm rot="-9988249">
              <a:off x="-274272" y="2163489"/>
              <a:ext cx="668151" cy="70520"/>
            </a:xfrm>
            <a:prstGeom prst="ellipse">
              <a:avLst/>
            </a:prstGeom>
            <a:gradFill>
              <a:gsLst>
                <a:gs pos="0">
                  <a:srgbClr val="000044">
                    <a:alpha val="32968"/>
                  </a:srgbClr>
                </a:gs>
                <a:gs pos="14286">
                  <a:srgbClr val="000044">
                    <a:alpha val="30764"/>
                  </a:srgbClr>
                </a:gs>
                <a:gs pos="28571">
                  <a:srgbClr val="000044">
                    <a:alpha val="24833"/>
                  </a:srgbClr>
                </a:gs>
                <a:gs pos="42857">
                  <a:srgbClr val="000044">
                    <a:alpha val="17075"/>
                  </a:srgbClr>
                </a:gs>
                <a:gs pos="57143">
                  <a:srgbClr val="000044">
                    <a:alpha val="9855"/>
                  </a:srgbClr>
                </a:gs>
                <a:gs pos="71429">
                  <a:srgbClr val="000044">
                    <a:alpha val="4740"/>
                  </a:srgbClr>
                </a:gs>
                <a:gs pos="85714">
                  <a:srgbClr val="000044">
                    <a:alpha val="1902"/>
                  </a:srgbClr>
                </a:gs>
                <a:gs pos="100000">
                  <a:srgbClr val="0000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Splat 1430"/>
            <p:cNvSpPr>
              <a:spLocks noGrp="1"/>
            </p:cNvSpPr>
            <p:nvPr/>
          </p:nvSpPr>
          <p:spPr>
            <a:xfrm rot="3360986">
              <a:off x="455502" y="1079824"/>
              <a:ext cx="684751" cy="106783"/>
            </a:xfrm>
            <a:prstGeom prst="ellipse">
              <a:avLst/>
            </a:prstGeom>
            <a:gradFill>
              <a:gsLst>
                <a:gs pos="0">
                  <a:srgbClr val="8F4E00">
                    <a:alpha val="29728"/>
                  </a:srgbClr>
                </a:gs>
                <a:gs pos="14286">
                  <a:srgbClr val="8F4E00">
                    <a:alpha val="27694"/>
                  </a:srgbClr>
                </a:gs>
                <a:gs pos="28571">
                  <a:srgbClr val="8F4E00">
                    <a:alpha val="22258"/>
                  </a:srgbClr>
                </a:gs>
                <a:gs pos="42857">
                  <a:srgbClr val="8F4E00">
                    <a:alpha val="15223"/>
                  </a:srgbClr>
                </a:gs>
                <a:gs pos="57143">
                  <a:srgbClr val="8F4E00">
                    <a:alpha val="8744"/>
                  </a:srgbClr>
                </a:gs>
                <a:gs pos="71429">
                  <a:srgbClr val="8F4E00">
                    <a:alpha val="4193"/>
                  </a:srgbClr>
                </a:gs>
                <a:gs pos="85714">
                  <a:srgbClr val="8F4E00">
                    <a:alpha val="1680"/>
                  </a:srgbClr>
                </a:gs>
                <a:gs pos="100000">
                  <a:srgbClr val="8F4E00">
                    <a:alpha val="5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Splat 1431"/>
            <p:cNvSpPr>
              <a:spLocks noGrp="1"/>
            </p:cNvSpPr>
            <p:nvPr/>
          </p:nvSpPr>
          <p:spPr>
            <a:xfrm rot="5032621">
              <a:off x="181227" y="542495"/>
              <a:ext cx="570922" cy="203387"/>
            </a:xfrm>
            <a:prstGeom prst="ellipse">
              <a:avLst/>
            </a:prstGeom>
            <a:gradFill>
              <a:gsLst>
                <a:gs pos="0">
                  <a:srgbClr val="805935">
                    <a:alpha val="32596"/>
                  </a:srgbClr>
                </a:gs>
                <a:gs pos="14286">
                  <a:srgbClr val="805935">
                    <a:alpha val="30411"/>
                  </a:srgbClr>
                </a:gs>
                <a:gs pos="28571">
                  <a:srgbClr val="805935">
                    <a:alpha val="24535"/>
                  </a:srgbClr>
                </a:gs>
                <a:gs pos="42857">
                  <a:srgbClr val="805935">
                    <a:alpha val="16860"/>
                  </a:srgbClr>
                </a:gs>
                <a:gs pos="57143">
                  <a:srgbClr val="805935">
                    <a:alpha val="9725"/>
                  </a:srgbClr>
                </a:gs>
                <a:gs pos="71429">
                  <a:srgbClr val="805935">
                    <a:alpha val="4676"/>
                  </a:srgbClr>
                </a:gs>
                <a:gs pos="85714">
                  <a:srgbClr val="805935">
                    <a:alpha val="1876"/>
                  </a:srgbClr>
                </a:gs>
                <a:gs pos="100000">
                  <a:srgbClr val="805935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Splat 1432"/>
            <p:cNvSpPr>
              <a:spLocks noGrp="1"/>
            </p:cNvSpPr>
            <p:nvPr/>
          </p:nvSpPr>
          <p:spPr>
            <a:xfrm rot="8573613">
              <a:off x="1872309" y="2122945"/>
              <a:ext cx="598274" cy="124670"/>
            </a:xfrm>
            <a:prstGeom prst="ellipse">
              <a:avLst/>
            </a:prstGeom>
            <a:gradFill>
              <a:gsLst>
                <a:gs pos="0">
                  <a:srgbClr val="A58371">
                    <a:alpha val="32968"/>
                  </a:srgbClr>
                </a:gs>
                <a:gs pos="14286">
                  <a:srgbClr val="A58371">
                    <a:alpha val="30764"/>
                  </a:srgbClr>
                </a:gs>
                <a:gs pos="28571">
                  <a:srgbClr val="A58371">
                    <a:alpha val="24833"/>
                  </a:srgbClr>
                </a:gs>
                <a:gs pos="42857">
                  <a:srgbClr val="A58371">
                    <a:alpha val="17075"/>
                  </a:srgbClr>
                </a:gs>
                <a:gs pos="57143">
                  <a:srgbClr val="A58371">
                    <a:alpha val="9855"/>
                  </a:srgbClr>
                </a:gs>
                <a:gs pos="71429">
                  <a:srgbClr val="A58371">
                    <a:alpha val="4740"/>
                  </a:srgbClr>
                </a:gs>
                <a:gs pos="85714">
                  <a:srgbClr val="A58371">
                    <a:alpha val="1902"/>
                  </a:srgbClr>
                </a:gs>
                <a:gs pos="100000">
                  <a:srgbClr val="A5837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Splat 1433"/>
            <p:cNvSpPr>
              <a:spLocks noGrp="1"/>
            </p:cNvSpPr>
            <p:nvPr/>
          </p:nvSpPr>
          <p:spPr>
            <a:xfrm rot="-9481342">
              <a:off x="505736" y="1552952"/>
              <a:ext cx="369005" cy="185785"/>
            </a:xfrm>
            <a:prstGeom prst="ellipse">
              <a:avLst/>
            </a:prstGeom>
            <a:gradFill>
              <a:gsLst>
                <a:gs pos="0">
                  <a:srgbClr val="6E2C00">
                    <a:alpha val="30680"/>
                  </a:srgbClr>
                </a:gs>
                <a:gs pos="14286">
                  <a:srgbClr val="6E2C00">
                    <a:alpha val="28595"/>
                  </a:srgbClr>
                </a:gs>
                <a:gs pos="28571">
                  <a:srgbClr val="6E2C00">
                    <a:alpha val="23011"/>
                  </a:srgbClr>
                </a:gs>
                <a:gs pos="42857">
                  <a:srgbClr val="6E2C00">
                    <a:alpha val="15762"/>
                  </a:srgbClr>
                </a:gs>
                <a:gs pos="57143">
                  <a:srgbClr val="6E2C00">
                    <a:alpha val="9067"/>
                  </a:srgbClr>
                </a:gs>
                <a:gs pos="71429">
                  <a:srgbClr val="6E2C00">
                    <a:alpha val="4351"/>
                  </a:srgbClr>
                </a:gs>
                <a:gs pos="85714">
                  <a:srgbClr val="6E2C00">
                    <a:alpha val="1744"/>
                  </a:srgbClr>
                </a:gs>
                <a:gs pos="100000">
                  <a:srgbClr val="6E2C00">
                    <a:alpha val="5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Splat 1434"/>
            <p:cNvSpPr>
              <a:spLocks noGrp="1"/>
            </p:cNvSpPr>
            <p:nvPr/>
          </p:nvSpPr>
          <p:spPr>
            <a:xfrm rot="7307037">
              <a:off x="1272509" y="1614469"/>
              <a:ext cx="339643" cy="57478"/>
            </a:xfrm>
            <a:prstGeom prst="ellipse">
              <a:avLst/>
            </a:prstGeom>
            <a:gradFill>
              <a:gsLst>
                <a:gs pos="0">
                  <a:srgbClr val="CFA782">
                    <a:alpha val="32968"/>
                  </a:srgbClr>
                </a:gs>
                <a:gs pos="14286">
                  <a:srgbClr val="CFA782">
                    <a:alpha val="30764"/>
                  </a:srgbClr>
                </a:gs>
                <a:gs pos="28571">
                  <a:srgbClr val="CFA782">
                    <a:alpha val="24833"/>
                  </a:srgbClr>
                </a:gs>
                <a:gs pos="42857">
                  <a:srgbClr val="CFA782">
                    <a:alpha val="17075"/>
                  </a:srgbClr>
                </a:gs>
                <a:gs pos="57143">
                  <a:srgbClr val="CFA782">
                    <a:alpha val="9855"/>
                  </a:srgbClr>
                </a:gs>
                <a:gs pos="71429">
                  <a:srgbClr val="CFA782">
                    <a:alpha val="4740"/>
                  </a:srgbClr>
                </a:gs>
                <a:gs pos="85714">
                  <a:srgbClr val="CFA782">
                    <a:alpha val="1902"/>
                  </a:srgbClr>
                </a:gs>
                <a:gs pos="100000">
                  <a:srgbClr val="CFA7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Splat 1435"/>
            <p:cNvSpPr>
              <a:spLocks noGrp="1"/>
            </p:cNvSpPr>
            <p:nvPr/>
          </p:nvSpPr>
          <p:spPr>
            <a:xfrm rot="10399533">
              <a:off x="-46967" y="2187612"/>
              <a:ext cx="308839" cy="59104"/>
            </a:xfrm>
            <a:prstGeom prst="ellipse">
              <a:avLst/>
            </a:prstGeom>
            <a:gradFill>
              <a:gsLst>
                <a:gs pos="0">
                  <a:srgbClr val="FFCCA9">
                    <a:alpha val="15492"/>
                  </a:srgbClr>
                </a:gs>
                <a:gs pos="14286">
                  <a:srgbClr val="FFCCA9">
                    <a:alpha val="14333"/>
                  </a:srgbClr>
                </a:gs>
                <a:gs pos="28571">
                  <a:srgbClr val="FFCCA9">
                    <a:alpha val="11319"/>
                  </a:srgbClr>
                </a:gs>
                <a:gs pos="42857">
                  <a:srgbClr val="FFCCA9">
                    <a:alpha val="7577"/>
                  </a:srgbClr>
                </a:gs>
                <a:gs pos="57143">
                  <a:srgbClr val="FFCCA9">
                    <a:alpha val="4272"/>
                  </a:srgbClr>
                </a:gs>
                <a:gs pos="71429">
                  <a:srgbClr val="FFCCA9">
                    <a:alpha val="2023"/>
                  </a:srgbClr>
                </a:gs>
                <a:gs pos="85714">
                  <a:srgbClr val="FFCCA9">
                    <a:alpha val="805"/>
                  </a:srgbClr>
                </a:gs>
                <a:gs pos="100000">
                  <a:srgbClr val="FFCCA9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Splat 1436"/>
            <p:cNvSpPr>
              <a:spLocks noGrp="1"/>
            </p:cNvSpPr>
            <p:nvPr/>
          </p:nvSpPr>
          <p:spPr>
            <a:xfrm rot="4248834">
              <a:off x="306101" y="98415"/>
              <a:ext cx="136096" cy="76109"/>
            </a:xfrm>
            <a:prstGeom prst="ellipse">
              <a:avLst/>
            </a:prstGeom>
            <a:gradFill>
              <a:gsLst>
                <a:gs pos="0">
                  <a:srgbClr val="BC966F">
                    <a:alpha val="32968"/>
                  </a:srgbClr>
                </a:gs>
                <a:gs pos="14286">
                  <a:srgbClr val="BC966F">
                    <a:alpha val="30764"/>
                  </a:srgbClr>
                </a:gs>
                <a:gs pos="28571">
                  <a:srgbClr val="BC966F">
                    <a:alpha val="24833"/>
                  </a:srgbClr>
                </a:gs>
                <a:gs pos="42857">
                  <a:srgbClr val="BC966F">
                    <a:alpha val="17075"/>
                  </a:srgbClr>
                </a:gs>
                <a:gs pos="57143">
                  <a:srgbClr val="BC966F">
                    <a:alpha val="9855"/>
                  </a:srgbClr>
                </a:gs>
                <a:gs pos="71429">
                  <a:srgbClr val="BC966F">
                    <a:alpha val="4740"/>
                  </a:srgbClr>
                </a:gs>
                <a:gs pos="85714">
                  <a:srgbClr val="BC966F">
                    <a:alpha val="1902"/>
                  </a:srgbClr>
                </a:gs>
                <a:gs pos="100000">
                  <a:srgbClr val="BC966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Splat 1437"/>
            <p:cNvSpPr>
              <a:spLocks noGrp="1"/>
            </p:cNvSpPr>
            <p:nvPr/>
          </p:nvSpPr>
          <p:spPr>
            <a:xfrm rot="9251171">
              <a:off x="1247055" y="1616663"/>
              <a:ext cx="524635" cy="137929"/>
            </a:xfrm>
            <a:prstGeom prst="ellipse">
              <a:avLst/>
            </a:prstGeom>
            <a:gradFill>
              <a:gsLst>
                <a:gs pos="0">
                  <a:srgbClr val="F0BA65">
                    <a:alpha val="32968"/>
                  </a:srgbClr>
                </a:gs>
                <a:gs pos="14286">
                  <a:srgbClr val="F0BA65">
                    <a:alpha val="30764"/>
                  </a:srgbClr>
                </a:gs>
                <a:gs pos="28571">
                  <a:srgbClr val="F0BA65">
                    <a:alpha val="24833"/>
                  </a:srgbClr>
                </a:gs>
                <a:gs pos="42857">
                  <a:srgbClr val="F0BA65">
                    <a:alpha val="17075"/>
                  </a:srgbClr>
                </a:gs>
                <a:gs pos="57143">
                  <a:srgbClr val="F0BA65">
                    <a:alpha val="9855"/>
                  </a:srgbClr>
                </a:gs>
                <a:gs pos="71429">
                  <a:srgbClr val="F0BA65">
                    <a:alpha val="4740"/>
                  </a:srgbClr>
                </a:gs>
                <a:gs pos="85714">
                  <a:srgbClr val="F0BA65">
                    <a:alpha val="1902"/>
                  </a:srgbClr>
                </a:gs>
                <a:gs pos="100000">
                  <a:srgbClr val="F0BA6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8" name="Splat 1438"/>
            <p:cNvSpPr>
              <a:spLocks noGrp="1"/>
            </p:cNvSpPr>
            <p:nvPr/>
          </p:nvSpPr>
          <p:spPr>
            <a:xfrm rot="7724887">
              <a:off x="1866991" y="1230594"/>
              <a:ext cx="592473" cy="93400"/>
            </a:xfrm>
            <a:prstGeom prst="ellipse">
              <a:avLst/>
            </a:prstGeom>
            <a:gradFill>
              <a:gsLst>
                <a:gs pos="0">
                  <a:srgbClr val="AE9585">
                    <a:alpha val="32097"/>
                  </a:srgbClr>
                </a:gs>
                <a:gs pos="14286">
                  <a:srgbClr val="AE9585">
                    <a:alpha val="29938"/>
                  </a:srgbClr>
                </a:gs>
                <a:gs pos="28571">
                  <a:srgbClr val="AE9585">
                    <a:alpha val="24137"/>
                  </a:srgbClr>
                </a:gs>
                <a:gs pos="42857">
                  <a:srgbClr val="AE9585">
                    <a:alpha val="16573"/>
                  </a:srgbClr>
                </a:gs>
                <a:gs pos="57143">
                  <a:srgbClr val="AE9585">
                    <a:alpha val="9553"/>
                  </a:srgbClr>
                </a:gs>
                <a:gs pos="71429">
                  <a:srgbClr val="AE9585">
                    <a:alpha val="4591"/>
                  </a:srgbClr>
                </a:gs>
                <a:gs pos="85714">
                  <a:srgbClr val="AE9585">
                    <a:alpha val="1841"/>
                  </a:srgbClr>
                </a:gs>
                <a:gs pos="100000">
                  <a:srgbClr val="AE9585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9" name="Splat 1439"/>
            <p:cNvSpPr>
              <a:spLocks noGrp="1"/>
            </p:cNvSpPr>
            <p:nvPr/>
          </p:nvSpPr>
          <p:spPr>
            <a:xfrm rot="5431600">
              <a:off x="1938963" y="961908"/>
              <a:ext cx="750407" cy="157431"/>
            </a:xfrm>
            <a:prstGeom prst="ellipse">
              <a:avLst/>
            </a:prstGeom>
            <a:gradFill>
              <a:gsLst>
                <a:gs pos="0">
                  <a:srgbClr val="FACC86">
                    <a:alpha val="6246"/>
                  </a:srgbClr>
                </a:gs>
                <a:gs pos="14286">
                  <a:srgbClr val="FACC86">
                    <a:alpha val="5756"/>
                  </a:srgbClr>
                </a:gs>
                <a:gs pos="28571">
                  <a:srgbClr val="FACC86">
                    <a:alpha val="4498"/>
                  </a:srgbClr>
                </a:gs>
                <a:gs pos="42857">
                  <a:srgbClr val="FACC86">
                    <a:alpha val="2974"/>
                  </a:srgbClr>
                </a:gs>
                <a:gs pos="57143">
                  <a:srgbClr val="FACC86">
                    <a:alpha val="1659"/>
                  </a:srgbClr>
                </a:gs>
                <a:gs pos="71429">
                  <a:srgbClr val="FACC86">
                    <a:alpha val="780"/>
                  </a:srgbClr>
                </a:gs>
                <a:gs pos="85714">
                  <a:srgbClr val="FACC86">
                    <a:alpha val="309"/>
                  </a:srgbClr>
                </a:gs>
                <a:gs pos="100000">
                  <a:srgbClr val="FACC86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0" name="Splat 1440"/>
            <p:cNvSpPr>
              <a:spLocks noGrp="1"/>
            </p:cNvSpPr>
            <p:nvPr/>
          </p:nvSpPr>
          <p:spPr>
            <a:xfrm rot="3721760">
              <a:off x="2799061" y="829970"/>
              <a:ext cx="431597" cy="238846"/>
            </a:xfrm>
            <a:prstGeom prst="ellipse">
              <a:avLst/>
            </a:prstGeom>
            <a:gradFill>
              <a:gsLst>
                <a:gs pos="0">
                  <a:srgbClr val="93846D">
                    <a:alpha val="32515"/>
                  </a:srgbClr>
                </a:gs>
                <a:gs pos="14286">
                  <a:srgbClr val="93846D">
                    <a:alpha val="30334"/>
                  </a:srgbClr>
                </a:gs>
                <a:gs pos="28571">
                  <a:srgbClr val="93846D">
                    <a:alpha val="24471"/>
                  </a:srgbClr>
                </a:gs>
                <a:gs pos="42857">
                  <a:srgbClr val="93846D">
                    <a:alpha val="16813"/>
                  </a:srgbClr>
                </a:gs>
                <a:gs pos="57143">
                  <a:srgbClr val="93846D">
                    <a:alpha val="9697"/>
                  </a:srgbClr>
                </a:gs>
                <a:gs pos="71429">
                  <a:srgbClr val="93846D">
                    <a:alpha val="4662"/>
                  </a:srgbClr>
                </a:gs>
                <a:gs pos="85714">
                  <a:srgbClr val="93846D">
                    <a:alpha val="1870"/>
                  </a:srgbClr>
                </a:gs>
                <a:gs pos="100000">
                  <a:srgbClr val="93846D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1" name="Splat 1441"/>
            <p:cNvSpPr>
              <a:spLocks noGrp="1"/>
            </p:cNvSpPr>
            <p:nvPr/>
          </p:nvSpPr>
          <p:spPr>
            <a:xfrm rot="5355438">
              <a:off x="2605059" y="473383"/>
              <a:ext cx="484947" cy="220970"/>
            </a:xfrm>
            <a:prstGeom prst="ellipse">
              <a:avLst/>
            </a:prstGeom>
            <a:gradFill>
              <a:gsLst>
                <a:gs pos="0">
                  <a:srgbClr val="FDD09E">
                    <a:alpha val="25535"/>
                  </a:srgbClr>
                </a:gs>
                <a:gs pos="14286">
                  <a:srgbClr val="FDD09E">
                    <a:alpha val="23738"/>
                  </a:srgbClr>
                </a:gs>
                <a:gs pos="28571">
                  <a:srgbClr val="FDD09E">
                    <a:alpha val="18975"/>
                  </a:srgbClr>
                </a:gs>
                <a:gs pos="42857">
                  <a:srgbClr val="FDD09E">
                    <a:alpha val="12891"/>
                  </a:srgbClr>
                </a:gs>
                <a:gs pos="57143">
                  <a:srgbClr val="FDD09E">
                    <a:alpha val="7362"/>
                  </a:srgbClr>
                </a:gs>
                <a:gs pos="71429">
                  <a:srgbClr val="FDD09E">
                    <a:alpha val="3516"/>
                  </a:srgbClr>
                </a:gs>
                <a:gs pos="85714">
                  <a:srgbClr val="FDD09E">
                    <a:alpha val="1406"/>
                  </a:srgbClr>
                </a:gs>
                <a:gs pos="100000">
                  <a:srgbClr val="FDD09E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2" name="Splat 1442"/>
            <p:cNvSpPr>
              <a:spLocks noGrp="1"/>
            </p:cNvSpPr>
            <p:nvPr/>
          </p:nvSpPr>
          <p:spPr>
            <a:xfrm rot="9003259">
              <a:off x="2603802" y="1515294"/>
              <a:ext cx="280252" cy="75612"/>
            </a:xfrm>
            <a:prstGeom prst="ellipse">
              <a:avLst/>
            </a:prstGeom>
            <a:gradFill>
              <a:gsLst>
                <a:gs pos="0">
                  <a:srgbClr val="4C001B">
                    <a:alpha val="32968"/>
                  </a:srgbClr>
                </a:gs>
                <a:gs pos="14286">
                  <a:srgbClr val="4C001B">
                    <a:alpha val="30764"/>
                  </a:srgbClr>
                </a:gs>
                <a:gs pos="28571">
                  <a:srgbClr val="4C001B">
                    <a:alpha val="24833"/>
                  </a:srgbClr>
                </a:gs>
                <a:gs pos="42857">
                  <a:srgbClr val="4C001B">
                    <a:alpha val="17075"/>
                  </a:srgbClr>
                </a:gs>
                <a:gs pos="57143">
                  <a:srgbClr val="4C001B">
                    <a:alpha val="9855"/>
                  </a:srgbClr>
                </a:gs>
                <a:gs pos="71429">
                  <a:srgbClr val="4C001B">
                    <a:alpha val="4740"/>
                  </a:srgbClr>
                </a:gs>
                <a:gs pos="85714">
                  <a:srgbClr val="4C001B">
                    <a:alpha val="1902"/>
                  </a:srgbClr>
                </a:gs>
                <a:gs pos="100000">
                  <a:srgbClr val="4C001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3" name="Splat 1443"/>
            <p:cNvSpPr>
              <a:spLocks noGrp="1"/>
            </p:cNvSpPr>
            <p:nvPr/>
          </p:nvSpPr>
          <p:spPr>
            <a:xfrm rot="9877980">
              <a:off x="3198338" y="580290"/>
              <a:ext cx="423721" cy="293726"/>
            </a:xfrm>
            <a:prstGeom prst="ellipse">
              <a:avLst/>
            </a:prstGeom>
            <a:gradFill>
              <a:gsLst>
                <a:gs pos="0">
                  <a:srgbClr val="DEAB93">
                    <a:alpha val="32968"/>
                  </a:srgbClr>
                </a:gs>
                <a:gs pos="14286">
                  <a:srgbClr val="DEAB93">
                    <a:alpha val="30764"/>
                  </a:srgbClr>
                </a:gs>
                <a:gs pos="28571">
                  <a:srgbClr val="DEAB93">
                    <a:alpha val="24833"/>
                  </a:srgbClr>
                </a:gs>
                <a:gs pos="42857">
                  <a:srgbClr val="DEAB93">
                    <a:alpha val="17075"/>
                  </a:srgbClr>
                </a:gs>
                <a:gs pos="57143">
                  <a:srgbClr val="DEAB93">
                    <a:alpha val="9855"/>
                  </a:srgbClr>
                </a:gs>
                <a:gs pos="71429">
                  <a:srgbClr val="DEAB93">
                    <a:alpha val="4740"/>
                  </a:srgbClr>
                </a:gs>
                <a:gs pos="85714">
                  <a:srgbClr val="DEAB93">
                    <a:alpha val="1902"/>
                  </a:srgbClr>
                </a:gs>
                <a:gs pos="100000">
                  <a:srgbClr val="DEAB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4" name="Splat 1444"/>
            <p:cNvSpPr>
              <a:spLocks noGrp="1"/>
            </p:cNvSpPr>
            <p:nvPr/>
          </p:nvSpPr>
          <p:spPr>
            <a:xfrm rot="-9924370">
              <a:off x="63571" y="630309"/>
              <a:ext cx="550893" cy="255931"/>
            </a:xfrm>
            <a:prstGeom prst="ellipse">
              <a:avLst/>
            </a:prstGeom>
            <a:gradFill>
              <a:gsLst>
                <a:gs pos="0">
                  <a:srgbClr val="000035">
                    <a:alpha val="26879"/>
                  </a:srgbClr>
                </a:gs>
                <a:gs pos="14286">
                  <a:srgbClr val="000035">
                    <a:alpha val="25004"/>
                  </a:srgbClr>
                </a:gs>
                <a:gs pos="28571">
                  <a:srgbClr val="000035">
                    <a:alpha val="20021"/>
                  </a:srgbClr>
                </a:gs>
                <a:gs pos="42857">
                  <a:srgbClr val="000035">
                    <a:alpha val="13631"/>
                  </a:srgbClr>
                </a:gs>
                <a:gs pos="57143">
                  <a:srgbClr val="000035">
                    <a:alpha val="7799"/>
                  </a:srgbClr>
                </a:gs>
                <a:gs pos="71429">
                  <a:srgbClr val="000035">
                    <a:alpha val="3730"/>
                  </a:srgbClr>
                </a:gs>
                <a:gs pos="85714">
                  <a:srgbClr val="000035">
                    <a:alpha val="1492"/>
                  </a:srgbClr>
                </a:gs>
                <a:gs pos="100000">
                  <a:srgbClr val="000035">
                    <a:alpha val="5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5" name="Splat 1445"/>
            <p:cNvSpPr>
              <a:spLocks noGrp="1"/>
            </p:cNvSpPr>
            <p:nvPr/>
          </p:nvSpPr>
          <p:spPr>
            <a:xfrm rot="3728526">
              <a:off x="2288415" y="-31263"/>
              <a:ext cx="295026" cy="171924"/>
            </a:xfrm>
            <a:prstGeom prst="ellipse">
              <a:avLst/>
            </a:prstGeom>
            <a:gradFill>
              <a:gsLst>
                <a:gs pos="0">
                  <a:srgbClr val="FEC577">
                    <a:alpha val="32968"/>
                  </a:srgbClr>
                </a:gs>
                <a:gs pos="14286">
                  <a:srgbClr val="FEC577">
                    <a:alpha val="30764"/>
                  </a:srgbClr>
                </a:gs>
                <a:gs pos="28571">
                  <a:srgbClr val="FEC577">
                    <a:alpha val="24833"/>
                  </a:srgbClr>
                </a:gs>
                <a:gs pos="42857">
                  <a:srgbClr val="FEC577">
                    <a:alpha val="17075"/>
                  </a:srgbClr>
                </a:gs>
                <a:gs pos="57143">
                  <a:srgbClr val="FEC577">
                    <a:alpha val="9855"/>
                  </a:srgbClr>
                </a:gs>
                <a:gs pos="71429">
                  <a:srgbClr val="FEC577">
                    <a:alpha val="4740"/>
                  </a:srgbClr>
                </a:gs>
                <a:gs pos="85714">
                  <a:srgbClr val="FEC577">
                    <a:alpha val="1902"/>
                  </a:srgbClr>
                </a:gs>
                <a:gs pos="100000">
                  <a:srgbClr val="FEC5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6" name="Splat 1446"/>
            <p:cNvSpPr>
              <a:spLocks noGrp="1"/>
            </p:cNvSpPr>
            <p:nvPr/>
          </p:nvSpPr>
          <p:spPr>
            <a:xfrm rot="8906442">
              <a:off x="2206285" y="67677"/>
              <a:ext cx="498580" cy="58637"/>
            </a:xfrm>
            <a:prstGeom prst="ellipse">
              <a:avLst/>
            </a:prstGeom>
            <a:gradFill>
              <a:gsLst>
                <a:gs pos="0">
                  <a:srgbClr val="E0A463">
                    <a:alpha val="13236"/>
                  </a:srgbClr>
                </a:gs>
                <a:gs pos="14286">
                  <a:srgbClr val="E0A463">
                    <a:alpha val="12234"/>
                  </a:srgbClr>
                </a:gs>
                <a:gs pos="28571">
                  <a:srgbClr val="E0A463">
                    <a:alpha val="9636"/>
                  </a:srgbClr>
                </a:gs>
                <a:gs pos="42857">
                  <a:srgbClr val="E0A463">
                    <a:alpha val="6430"/>
                  </a:srgbClr>
                </a:gs>
                <a:gs pos="57143">
                  <a:srgbClr val="E0A463">
                    <a:alpha val="3616"/>
                  </a:srgbClr>
                </a:gs>
                <a:gs pos="71429">
                  <a:srgbClr val="E0A463">
                    <a:alpha val="1709"/>
                  </a:srgbClr>
                </a:gs>
                <a:gs pos="85714">
                  <a:srgbClr val="E0A463">
                    <a:alpha val="679"/>
                  </a:srgbClr>
                </a:gs>
                <a:gs pos="100000">
                  <a:srgbClr val="E0A463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7" name="Splat 1447"/>
            <p:cNvSpPr>
              <a:spLocks noGrp="1"/>
            </p:cNvSpPr>
            <p:nvPr/>
          </p:nvSpPr>
          <p:spPr>
            <a:xfrm rot="9616288">
              <a:off x="1328180" y="1589135"/>
              <a:ext cx="459959" cy="24711"/>
            </a:xfrm>
            <a:prstGeom prst="ellipse">
              <a:avLst/>
            </a:prstGeom>
            <a:gradFill>
              <a:gsLst>
                <a:gs pos="0">
                  <a:srgbClr val="FFD086">
                    <a:alpha val="32968"/>
                  </a:srgbClr>
                </a:gs>
                <a:gs pos="14286">
                  <a:srgbClr val="FFD086">
                    <a:alpha val="30764"/>
                  </a:srgbClr>
                </a:gs>
                <a:gs pos="28571">
                  <a:srgbClr val="FFD086">
                    <a:alpha val="24833"/>
                  </a:srgbClr>
                </a:gs>
                <a:gs pos="42857">
                  <a:srgbClr val="FFD086">
                    <a:alpha val="17075"/>
                  </a:srgbClr>
                </a:gs>
                <a:gs pos="57143">
                  <a:srgbClr val="FFD086">
                    <a:alpha val="9855"/>
                  </a:srgbClr>
                </a:gs>
                <a:gs pos="71429">
                  <a:srgbClr val="FFD086">
                    <a:alpha val="4740"/>
                  </a:srgbClr>
                </a:gs>
                <a:gs pos="85714">
                  <a:srgbClr val="FFD086">
                    <a:alpha val="1902"/>
                  </a:srgbClr>
                </a:gs>
                <a:gs pos="100000">
                  <a:srgbClr val="FFD0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8" name="Splat 1448"/>
            <p:cNvSpPr>
              <a:spLocks noGrp="1"/>
            </p:cNvSpPr>
            <p:nvPr/>
          </p:nvSpPr>
          <p:spPr>
            <a:xfrm rot="10723733">
              <a:off x="2824672" y="386215"/>
              <a:ext cx="683619" cy="223580"/>
            </a:xfrm>
            <a:prstGeom prst="ellipse">
              <a:avLst/>
            </a:prstGeom>
            <a:gradFill>
              <a:gsLst>
                <a:gs pos="0">
                  <a:srgbClr val="AF9E93">
                    <a:alpha val="32968"/>
                  </a:srgbClr>
                </a:gs>
                <a:gs pos="14286">
                  <a:srgbClr val="AF9E93">
                    <a:alpha val="30764"/>
                  </a:srgbClr>
                </a:gs>
                <a:gs pos="28571">
                  <a:srgbClr val="AF9E93">
                    <a:alpha val="24833"/>
                  </a:srgbClr>
                </a:gs>
                <a:gs pos="42857">
                  <a:srgbClr val="AF9E93">
                    <a:alpha val="17075"/>
                  </a:srgbClr>
                </a:gs>
                <a:gs pos="57143">
                  <a:srgbClr val="AF9E93">
                    <a:alpha val="9855"/>
                  </a:srgbClr>
                </a:gs>
                <a:gs pos="71429">
                  <a:srgbClr val="AF9E93">
                    <a:alpha val="4740"/>
                  </a:srgbClr>
                </a:gs>
                <a:gs pos="85714">
                  <a:srgbClr val="AF9E93">
                    <a:alpha val="1902"/>
                  </a:srgbClr>
                </a:gs>
                <a:gs pos="100000">
                  <a:srgbClr val="AF9E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9" name="Splat 1449"/>
            <p:cNvSpPr>
              <a:spLocks noGrp="1"/>
            </p:cNvSpPr>
            <p:nvPr/>
          </p:nvSpPr>
          <p:spPr>
            <a:xfrm rot="5258448">
              <a:off x="-228375" y="1479653"/>
              <a:ext cx="613633" cy="125394"/>
            </a:xfrm>
            <a:prstGeom prst="ellipse">
              <a:avLst/>
            </a:prstGeom>
            <a:gradFill>
              <a:gsLst>
                <a:gs pos="0">
                  <a:srgbClr val="C89B80">
                    <a:alpha val="15399"/>
                  </a:srgbClr>
                </a:gs>
                <a:gs pos="14286">
                  <a:srgbClr val="C89B80">
                    <a:alpha val="14247"/>
                  </a:srgbClr>
                </a:gs>
                <a:gs pos="28571">
                  <a:srgbClr val="C89B80">
                    <a:alpha val="11249"/>
                  </a:srgbClr>
                </a:gs>
                <a:gs pos="42857">
                  <a:srgbClr val="C89B80">
                    <a:alpha val="7529"/>
                  </a:srgbClr>
                </a:gs>
                <a:gs pos="57143">
                  <a:srgbClr val="C89B80">
                    <a:alpha val="4244"/>
                  </a:srgbClr>
                </a:gs>
                <a:gs pos="71429">
                  <a:srgbClr val="C89B80">
                    <a:alpha val="2010"/>
                  </a:srgbClr>
                </a:gs>
                <a:gs pos="85714">
                  <a:srgbClr val="C89B80">
                    <a:alpha val="800"/>
                  </a:srgbClr>
                </a:gs>
                <a:gs pos="100000">
                  <a:srgbClr val="C89B80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0" name="Splat 1450"/>
            <p:cNvSpPr>
              <a:spLocks noGrp="1"/>
            </p:cNvSpPr>
            <p:nvPr/>
          </p:nvSpPr>
          <p:spPr>
            <a:xfrm rot="3074491">
              <a:off x="-20341" y="1489105"/>
              <a:ext cx="488797" cy="178568"/>
            </a:xfrm>
            <a:prstGeom prst="ellipse">
              <a:avLst/>
            </a:prstGeom>
            <a:gradFill>
              <a:gsLst>
                <a:gs pos="0">
                  <a:srgbClr val="CAACA4">
                    <a:alpha val="32968"/>
                  </a:srgbClr>
                </a:gs>
                <a:gs pos="14286">
                  <a:srgbClr val="CAACA4">
                    <a:alpha val="30764"/>
                  </a:srgbClr>
                </a:gs>
                <a:gs pos="28571">
                  <a:srgbClr val="CAACA4">
                    <a:alpha val="24833"/>
                  </a:srgbClr>
                </a:gs>
                <a:gs pos="42857">
                  <a:srgbClr val="CAACA4">
                    <a:alpha val="17075"/>
                  </a:srgbClr>
                </a:gs>
                <a:gs pos="57143">
                  <a:srgbClr val="CAACA4">
                    <a:alpha val="9855"/>
                  </a:srgbClr>
                </a:gs>
                <a:gs pos="71429">
                  <a:srgbClr val="CAACA4">
                    <a:alpha val="4740"/>
                  </a:srgbClr>
                </a:gs>
                <a:gs pos="85714">
                  <a:srgbClr val="CAACA4">
                    <a:alpha val="1902"/>
                  </a:srgbClr>
                </a:gs>
                <a:gs pos="100000">
                  <a:srgbClr val="CAAC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1" name="Splat 1451"/>
            <p:cNvSpPr>
              <a:spLocks noGrp="1"/>
            </p:cNvSpPr>
            <p:nvPr/>
          </p:nvSpPr>
          <p:spPr>
            <a:xfrm rot="10096656">
              <a:off x="288921" y="964679"/>
              <a:ext cx="333624" cy="171607"/>
            </a:xfrm>
            <a:prstGeom prst="ellipse">
              <a:avLst/>
            </a:prstGeom>
            <a:gradFill>
              <a:gsLst>
                <a:gs pos="0">
                  <a:srgbClr val="E9C0A1">
                    <a:alpha val="32968"/>
                  </a:srgbClr>
                </a:gs>
                <a:gs pos="14286">
                  <a:srgbClr val="E9C0A1">
                    <a:alpha val="30764"/>
                  </a:srgbClr>
                </a:gs>
                <a:gs pos="28571">
                  <a:srgbClr val="E9C0A1">
                    <a:alpha val="24833"/>
                  </a:srgbClr>
                </a:gs>
                <a:gs pos="42857">
                  <a:srgbClr val="E9C0A1">
                    <a:alpha val="17075"/>
                  </a:srgbClr>
                </a:gs>
                <a:gs pos="57143">
                  <a:srgbClr val="E9C0A1">
                    <a:alpha val="9855"/>
                  </a:srgbClr>
                </a:gs>
                <a:gs pos="71429">
                  <a:srgbClr val="E9C0A1">
                    <a:alpha val="4740"/>
                  </a:srgbClr>
                </a:gs>
                <a:gs pos="85714">
                  <a:srgbClr val="E9C0A1">
                    <a:alpha val="1902"/>
                  </a:srgbClr>
                </a:gs>
                <a:gs pos="100000">
                  <a:srgbClr val="E9C0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2" name="Splat 1452"/>
            <p:cNvSpPr>
              <a:spLocks noGrp="1"/>
            </p:cNvSpPr>
            <p:nvPr/>
          </p:nvSpPr>
          <p:spPr>
            <a:xfrm rot="7844346">
              <a:off x="1028943" y="2312361"/>
              <a:ext cx="488392" cy="72409"/>
            </a:xfrm>
            <a:prstGeom prst="ellipse">
              <a:avLst/>
            </a:prstGeom>
            <a:gradFill>
              <a:gsLst>
                <a:gs pos="0">
                  <a:srgbClr val="601F03">
                    <a:alpha val="32968"/>
                  </a:srgbClr>
                </a:gs>
                <a:gs pos="14286">
                  <a:srgbClr val="601F03">
                    <a:alpha val="30764"/>
                  </a:srgbClr>
                </a:gs>
                <a:gs pos="28571">
                  <a:srgbClr val="601F03">
                    <a:alpha val="24833"/>
                  </a:srgbClr>
                </a:gs>
                <a:gs pos="42857">
                  <a:srgbClr val="601F03">
                    <a:alpha val="17075"/>
                  </a:srgbClr>
                </a:gs>
                <a:gs pos="57143">
                  <a:srgbClr val="601F03">
                    <a:alpha val="9855"/>
                  </a:srgbClr>
                </a:gs>
                <a:gs pos="71429">
                  <a:srgbClr val="601F03">
                    <a:alpha val="4740"/>
                  </a:srgbClr>
                </a:gs>
                <a:gs pos="85714">
                  <a:srgbClr val="601F03">
                    <a:alpha val="1902"/>
                  </a:srgbClr>
                </a:gs>
                <a:gs pos="100000">
                  <a:srgbClr val="601F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3" name="Splat 1453"/>
            <p:cNvSpPr>
              <a:spLocks noGrp="1"/>
            </p:cNvSpPr>
            <p:nvPr/>
          </p:nvSpPr>
          <p:spPr>
            <a:xfrm rot="4630211">
              <a:off x="-56943" y="1451494"/>
              <a:ext cx="475784" cy="149578"/>
            </a:xfrm>
            <a:prstGeom prst="ellipse">
              <a:avLst/>
            </a:prstGeom>
            <a:gradFill>
              <a:gsLst>
                <a:gs pos="0">
                  <a:srgbClr val="E6CAC7">
                    <a:alpha val="28243"/>
                  </a:srgbClr>
                </a:gs>
                <a:gs pos="14286">
                  <a:srgbClr val="E6CAC7">
                    <a:alpha val="26291"/>
                  </a:srgbClr>
                </a:gs>
                <a:gs pos="28571">
                  <a:srgbClr val="E6CAC7">
                    <a:alpha val="21089"/>
                  </a:srgbClr>
                </a:gs>
                <a:gs pos="42857">
                  <a:srgbClr val="E6CAC7">
                    <a:alpha val="14389"/>
                  </a:srgbClr>
                </a:gs>
                <a:gs pos="57143">
                  <a:srgbClr val="E6CAC7">
                    <a:alpha val="8248"/>
                  </a:srgbClr>
                </a:gs>
                <a:gs pos="71429">
                  <a:srgbClr val="E6CAC7">
                    <a:alpha val="3949"/>
                  </a:srgbClr>
                </a:gs>
                <a:gs pos="85714">
                  <a:srgbClr val="E6CAC7">
                    <a:alpha val="1581"/>
                  </a:srgbClr>
                </a:gs>
                <a:gs pos="100000">
                  <a:srgbClr val="E6CAC7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4" name="Splat 1454"/>
            <p:cNvSpPr>
              <a:spLocks noGrp="1"/>
            </p:cNvSpPr>
            <p:nvPr/>
          </p:nvSpPr>
          <p:spPr>
            <a:xfrm rot="8907072">
              <a:off x="2577317" y="1910498"/>
              <a:ext cx="599526" cy="235539"/>
            </a:xfrm>
            <a:prstGeom prst="ellipse">
              <a:avLst/>
            </a:prstGeom>
            <a:gradFill>
              <a:gsLst>
                <a:gs pos="0">
                  <a:srgbClr val="F9C9DE">
                    <a:alpha val="14042"/>
                  </a:srgbClr>
                </a:gs>
                <a:gs pos="14286">
                  <a:srgbClr val="F9C9DE">
                    <a:alpha val="12984"/>
                  </a:srgbClr>
                </a:gs>
                <a:gs pos="28571">
                  <a:srgbClr val="F9C9DE">
                    <a:alpha val="10236"/>
                  </a:srgbClr>
                </a:gs>
                <a:gs pos="42857">
                  <a:srgbClr val="F9C9DE">
                    <a:alpha val="6838"/>
                  </a:srgbClr>
                </a:gs>
                <a:gs pos="57143">
                  <a:srgbClr val="F9C9DE">
                    <a:alpha val="3849"/>
                  </a:srgbClr>
                </a:gs>
                <a:gs pos="71429">
                  <a:srgbClr val="F9C9DE">
                    <a:alpha val="1820"/>
                  </a:srgbClr>
                </a:gs>
                <a:gs pos="85714">
                  <a:srgbClr val="F9C9DE">
                    <a:alpha val="724"/>
                  </a:srgbClr>
                </a:gs>
                <a:gs pos="100000">
                  <a:srgbClr val="F9C9DE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5" name="Splat 1455"/>
            <p:cNvSpPr>
              <a:spLocks noGrp="1"/>
            </p:cNvSpPr>
            <p:nvPr/>
          </p:nvSpPr>
          <p:spPr>
            <a:xfrm rot="-8185499">
              <a:off x="-56315" y="51894"/>
              <a:ext cx="491048" cy="137630"/>
            </a:xfrm>
            <a:prstGeom prst="ellipse">
              <a:avLst/>
            </a:prstGeom>
            <a:gradFill>
              <a:gsLst>
                <a:gs pos="0">
                  <a:srgbClr val="7C614B">
                    <a:alpha val="29757"/>
                  </a:srgbClr>
                </a:gs>
                <a:gs pos="14286">
                  <a:srgbClr val="7C614B">
                    <a:alpha val="27722"/>
                  </a:srgbClr>
                </a:gs>
                <a:gs pos="28571">
                  <a:srgbClr val="7C614B">
                    <a:alpha val="22281"/>
                  </a:srgbClr>
                </a:gs>
                <a:gs pos="42857">
                  <a:srgbClr val="7C614B">
                    <a:alpha val="15239"/>
                  </a:srgbClr>
                </a:gs>
                <a:gs pos="57143">
                  <a:srgbClr val="7C614B">
                    <a:alpha val="8754"/>
                  </a:srgbClr>
                </a:gs>
                <a:gs pos="71429">
                  <a:srgbClr val="7C614B">
                    <a:alpha val="4198"/>
                  </a:srgbClr>
                </a:gs>
                <a:gs pos="85714">
                  <a:srgbClr val="7C614B">
                    <a:alpha val="1681"/>
                  </a:srgbClr>
                </a:gs>
                <a:gs pos="100000">
                  <a:srgbClr val="7C614B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6" name="Splat 1456"/>
            <p:cNvSpPr>
              <a:spLocks noGrp="1"/>
            </p:cNvSpPr>
            <p:nvPr/>
          </p:nvSpPr>
          <p:spPr>
            <a:xfrm rot="8150200">
              <a:off x="1746329" y="2198042"/>
              <a:ext cx="443066" cy="260502"/>
            </a:xfrm>
            <a:prstGeom prst="ellipse">
              <a:avLst/>
            </a:prstGeom>
            <a:gradFill>
              <a:gsLst>
                <a:gs pos="0">
                  <a:srgbClr val="490E00">
                    <a:alpha val="31559"/>
                  </a:srgbClr>
                </a:gs>
                <a:gs pos="14286">
                  <a:srgbClr val="490E00">
                    <a:alpha val="29427"/>
                  </a:srgbClr>
                </a:gs>
                <a:gs pos="28571">
                  <a:srgbClr val="490E00">
                    <a:alpha val="23709"/>
                  </a:srgbClr>
                </a:gs>
                <a:gs pos="42857">
                  <a:srgbClr val="490E00">
                    <a:alpha val="16264"/>
                  </a:srgbClr>
                </a:gs>
                <a:gs pos="57143">
                  <a:srgbClr val="490E00">
                    <a:alpha val="9367"/>
                  </a:srgbClr>
                </a:gs>
                <a:gs pos="71429">
                  <a:srgbClr val="490E00">
                    <a:alpha val="4499"/>
                  </a:srgbClr>
                </a:gs>
                <a:gs pos="85714">
                  <a:srgbClr val="490E00">
                    <a:alpha val="1804"/>
                  </a:srgbClr>
                </a:gs>
                <a:gs pos="100000">
                  <a:srgbClr val="490E00">
                    <a:alpha val="6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7" name="Splat 1457"/>
            <p:cNvSpPr>
              <a:spLocks noGrp="1"/>
            </p:cNvSpPr>
            <p:nvPr/>
          </p:nvSpPr>
          <p:spPr>
            <a:xfrm rot="-8509156">
              <a:off x="2602519" y="631059"/>
              <a:ext cx="572350" cy="233864"/>
            </a:xfrm>
            <a:prstGeom prst="ellipse">
              <a:avLst/>
            </a:prstGeom>
            <a:gradFill>
              <a:gsLst>
                <a:gs pos="0">
                  <a:srgbClr val="906900">
                    <a:alpha val="31698"/>
                  </a:srgbClr>
                </a:gs>
                <a:gs pos="14286">
                  <a:srgbClr val="906900">
                    <a:alpha val="29559"/>
                  </a:srgbClr>
                </a:gs>
                <a:gs pos="28571">
                  <a:srgbClr val="906900">
                    <a:alpha val="23819"/>
                  </a:srgbClr>
                </a:gs>
                <a:gs pos="42857">
                  <a:srgbClr val="906900">
                    <a:alpha val="16343"/>
                  </a:srgbClr>
                </a:gs>
                <a:gs pos="57143">
                  <a:srgbClr val="906900">
                    <a:alpha val="9415"/>
                  </a:srgbClr>
                </a:gs>
                <a:gs pos="71429">
                  <a:srgbClr val="906900">
                    <a:alpha val="4523"/>
                  </a:srgbClr>
                </a:gs>
                <a:gs pos="85714">
                  <a:srgbClr val="906900">
                    <a:alpha val="1814"/>
                  </a:srgbClr>
                </a:gs>
                <a:gs pos="100000">
                  <a:srgbClr val="906900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8" name="Splat 1458"/>
            <p:cNvSpPr>
              <a:spLocks noGrp="1"/>
            </p:cNvSpPr>
            <p:nvPr/>
          </p:nvSpPr>
          <p:spPr>
            <a:xfrm rot="10795143">
              <a:off x="3356222" y="664367"/>
              <a:ext cx="341688" cy="212255"/>
            </a:xfrm>
            <a:prstGeom prst="ellipse">
              <a:avLst/>
            </a:prstGeom>
            <a:gradFill>
              <a:gsLst>
                <a:gs pos="0">
                  <a:srgbClr val="FFDBC8">
                    <a:alpha val="32968"/>
                  </a:srgbClr>
                </a:gs>
                <a:gs pos="14286">
                  <a:srgbClr val="FFDBC8">
                    <a:alpha val="30764"/>
                  </a:srgbClr>
                </a:gs>
                <a:gs pos="28571">
                  <a:srgbClr val="FFDBC8">
                    <a:alpha val="24833"/>
                  </a:srgbClr>
                </a:gs>
                <a:gs pos="42857">
                  <a:srgbClr val="FFDBC8">
                    <a:alpha val="17075"/>
                  </a:srgbClr>
                </a:gs>
                <a:gs pos="57143">
                  <a:srgbClr val="FFDBC8">
                    <a:alpha val="9855"/>
                  </a:srgbClr>
                </a:gs>
                <a:gs pos="71429">
                  <a:srgbClr val="FFDBC8">
                    <a:alpha val="4740"/>
                  </a:srgbClr>
                </a:gs>
                <a:gs pos="85714">
                  <a:srgbClr val="FFDBC8">
                    <a:alpha val="1902"/>
                  </a:srgbClr>
                </a:gs>
                <a:gs pos="100000">
                  <a:srgbClr val="FFDB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9" name="Splat 1459"/>
            <p:cNvSpPr>
              <a:spLocks noGrp="1"/>
            </p:cNvSpPr>
            <p:nvPr/>
          </p:nvSpPr>
          <p:spPr>
            <a:xfrm rot="7865474">
              <a:off x="3346584" y="540348"/>
              <a:ext cx="423533" cy="343437"/>
            </a:xfrm>
            <a:prstGeom prst="ellipse">
              <a:avLst/>
            </a:prstGeom>
            <a:gradFill>
              <a:gsLst>
                <a:gs pos="0">
                  <a:srgbClr val="FFD3B1">
                    <a:alpha val="14791"/>
                  </a:srgbClr>
                </a:gs>
                <a:gs pos="14286">
                  <a:srgbClr val="FFD3B1">
                    <a:alpha val="13681"/>
                  </a:srgbClr>
                </a:gs>
                <a:gs pos="28571">
                  <a:srgbClr val="FFD3B1">
                    <a:alpha val="10795"/>
                  </a:srgbClr>
                </a:gs>
                <a:gs pos="42857">
                  <a:srgbClr val="FFD3B1">
                    <a:alpha val="7219"/>
                  </a:srgbClr>
                </a:gs>
                <a:gs pos="57143">
                  <a:srgbClr val="FFD3B1">
                    <a:alpha val="4067"/>
                  </a:srgbClr>
                </a:gs>
                <a:gs pos="71429">
                  <a:srgbClr val="FFD3B1">
                    <a:alpha val="1925"/>
                  </a:srgbClr>
                </a:gs>
                <a:gs pos="85714">
                  <a:srgbClr val="FFD3B1">
                    <a:alpha val="766"/>
                  </a:srgbClr>
                </a:gs>
                <a:gs pos="100000">
                  <a:srgbClr val="FFD3B1">
                    <a:alpha val="2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0" name="Splat 1460"/>
            <p:cNvSpPr>
              <a:spLocks noGrp="1"/>
            </p:cNvSpPr>
            <p:nvPr/>
          </p:nvSpPr>
          <p:spPr>
            <a:xfrm rot="-10296963">
              <a:off x="2544507" y="1379"/>
              <a:ext cx="693564" cy="132957"/>
            </a:xfrm>
            <a:prstGeom prst="ellipse">
              <a:avLst/>
            </a:prstGeom>
            <a:gradFill>
              <a:gsLst>
                <a:gs pos="0">
                  <a:srgbClr val="770000">
                    <a:alpha val="26901"/>
                  </a:srgbClr>
                </a:gs>
                <a:gs pos="14286">
                  <a:srgbClr val="770000">
                    <a:alpha val="25024"/>
                  </a:srgbClr>
                </a:gs>
                <a:gs pos="28571">
                  <a:srgbClr val="770000">
                    <a:alpha val="20038"/>
                  </a:srgbClr>
                </a:gs>
                <a:gs pos="42857">
                  <a:srgbClr val="770000">
                    <a:alpha val="13643"/>
                  </a:srgbClr>
                </a:gs>
                <a:gs pos="57143">
                  <a:srgbClr val="770000">
                    <a:alpha val="7806"/>
                  </a:srgbClr>
                </a:gs>
                <a:gs pos="71429">
                  <a:srgbClr val="770000">
                    <a:alpha val="3733"/>
                  </a:srgbClr>
                </a:gs>
                <a:gs pos="85714">
                  <a:srgbClr val="770000">
                    <a:alpha val="1493"/>
                  </a:srgbClr>
                </a:gs>
                <a:gs pos="100000">
                  <a:srgbClr val="770000">
                    <a:alpha val="5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1" name="Splat 1461"/>
            <p:cNvSpPr>
              <a:spLocks noGrp="1"/>
            </p:cNvSpPr>
            <p:nvPr/>
          </p:nvSpPr>
          <p:spPr>
            <a:xfrm rot="8693355">
              <a:off x="-57819" y="2364120"/>
              <a:ext cx="656924" cy="25681"/>
            </a:xfrm>
            <a:prstGeom prst="ellipse">
              <a:avLst/>
            </a:prstGeom>
            <a:gradFill>
              <a:gsLst>
                <a:gs pos="0">
                  <a:srgbClr val="F3DCCD">
                    <a:alpha val="15129"/>
                  </a:srgbClr>
                </a:gs>
                <a:gs pos="14286">
                  <a:srgbClr val="F3DCCD">
                    <a:alpha val="13996"/>
                  </a:srgbClr>
                </a:gs>
                <a:gs pos="28571">
                  <a:srgbClr val="F3DCCD">
                    <a:alpha val="11047"/>
                  </a:srgbClr>
                </a:gs>
                <a:gs pos="42857">
                  <a:srgbClr val="F3DCCD">
                    <a:alpha val="7391"/>
                  </a:srgbClr>
                </a:gs>
                <a:gs pos="57143">
                  <a:srgbClr val="F3DCCD">
                    <a:alpha val="4165"/>
                  </a:srgbClr>
                </a:gs>
                <a:gs pos="71429">
                  <a:srgbClr val="F3DCCD">
                    <a:alpha val="1972"/>
                  </a:srgbClr>
                </a:gs>
                <a:gs pos="85714">
                  <a:srgbClr val="F3DCCD">
                    <a:alpha val="784"/>
                  </a:srgbClr>
                </a:gs>
                <a:gs pos="100000">
                  <a:srgbClr val="F3DCCD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2" name="Splat 1462"/>
            <p:cNvSpPr>
              <a:spLocks noGrp="1"/>
            </p:cNvSpPr>
            <p:nvPr/>
          </p:nvSpPr>
          <p:spPr>
            <a:xfrm rot="-10668119">
              <a:off x="2859318" y="1477563"/>
              <a:ext cx="372381" cy="222338"/>
            </a:xfrm>
            <a:prstGeom prst="ellipse">
              <a:avLst/>
            </a:prstGeom>
            <a:gradFill>
              <a:gsLst>
                <a:gs pos="0">
                  <a:srgbClr val="330025">
                    <a:alpha val="30196"/>
                  </a:srgbClr>
                </a:gs>
                <a:gs pos="14286">
                  <a:srgbClr val="330025">
                    <a:alpha val="28136"/>
                  </a:srgbClr>
                </a:gs>
                <a:gs pos="28571">
                  <a:srgbClr val="330025">
                    <a:alpha val="22627"/>
                  </a:srgbClr>
                </a:gs>
                <a:gs pos="42857">
                  <a:srgbClr val="330025">
                    <a:alpha val="15487"/>
                  </a:srgbClr>
                </a:gs>
                <a:gs pos="57143">
                  <a:srgbClr val="330025">
                    <a:alpha val="8902"/>
                  </a:srgbClr>
                </a:gs>
                <a:gs pos="71429">
                  <a:srgbClr val="330025">
                    <a:alpha val="4271"/>
                  </a:srgbClr>
                </a:gs>
                <a:gs pos="85714">
                  <a:srgbClr val="330025">
                    <a:alpha val="1711"/>
                  </a:srgbClr>
                </a:gs>
                <a:gs pos="100000">
                  <a:srgbClr val="330025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3" name="Splat 1463"/>
            <p:cNvSpPr>
              <a:spLocks noGrp="1"/>
            </p:cNvSpPr>
            <p:nvPr/>
          </p:nvSpPr>
          <p:spPr>
            <a:xfrm rot="-10546720">
              <a:off x="1788478" y="2220230"/>
              <a:ext cx="349135" cy="301068"/>
            </a:xfrm>
            <a:prstGeom prst="ellipse">
              <a:avLst/>
            </a:prstGeom>
            <a:gradFill>
              <a:gsLst>
                <a:gs pos="0">
                  <a:srgbClr val="C7AF9A">
                    <a:alpha val="32968"/>
                  </a:srgbClr>
                </a:gs>
                <a:gs pos="14286">
                  <a:srgbClr val="C7AF9A">
                    <a:alpha val="30764"/>
                  </a:srgbClr>
                </a:gs>
                <a:gs pos="28571">
                  <a:srgbClr val="C7AF9A">
                    <a:alpha val="24833"/>
                  </a:srgbClr>
                </a:gs>
                <a:gs pos="42857">
                  <a:srgbClr val="C7AF9A">
                    <a:alpha val="17075"/>
                  </a:srgbClr>
                </a:gs>
                <a:gs pos="57143">
                  <a:srgbClr val="C7AF9A">
                    <a:alpha val="9855"/>
                  </a:srgbClr>
                </a:gs>
                <a:gs pos="71429">
                  <a:srgbClr val="C7AF9A">
                    <a:alpha val="4740"/>
                  </a:srgbClr>
                </a:gs>
                <a:gs pos="85714">
                  <a:srgbClr val="C7AF9A">
                    <a:alpha val="1902"/>
                  </a:srgbClr>
                </a:gs>
                <a:gs pos="100000">
                  <a:srgbClr val="C7AF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4" name="Splat 1464"/>
            <p:cNvSpPr>
              <a:spLocks noGrp="1"/>
            </p:cNvSpPr>
            <p:nvPr/>
          </p:nvSpPr>
          <p:spPr>
            <a:xfrm rot="-10463006">
              <a:off x="2541962" y="684714"/>
              <a:ext cx="618266" cy="95525"/>
            </a:xfrm>
            <a:prstGeom prst="ellipse">
              <a:avLst/>
            </a:prstGeom>
            <a:gradFill>
              <a:gsLst>
                <a:gs pos="0">
                  <a:srgbClr val="B18D68">
                    <a:alpha val="30034"/>
                  </a:srgbClr>
                </a:gs>
                <a:gs pos="14286">
                  <a:srgbClr val="B18D68">
                    <a:alpha val="27983"/>
                  </a:srgbClr>
                </a:gs>
                <a:gs pos="28571">
                  <a:srgbClr val="B18D68">
                    <a:alpha val="22499"/>
                  </a:srgbClr>
                </a:gs>
                <a:gs pos="42857">
                  <a:srgbClr val="B18D68">
                    <a:alpha val="15396"/>
                  </a:srgbClr>
                </a:gs>
                <a:gs pos="57143">
                  <a:srgbClr val="B18D68">
                    <a:alpha val="8848"/>
                  </a:srgbClr>
                </a:gs>
                <a:gs pos="71429">
                  <a:srgbClr val="B18D68">
                    <a:alpha val="4244"/>
                  </a:srgbClr>
                </a:gs>
                <a:gs pos="85714">
                  <a:srgbClr val="B18D68">
                    <a:alpha val="1700"/>
                  </a:srgbClr>
                </a:gs>
                <a:gs pos="100000">
                  <a:srgbClr val="B18D68">
                    <a:alpha val="5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5" name="Splat 1465"/>
            <p:cNvSpPr>
              <a:spLocks noGrp="1"/>
            </p:cNvSpPr>
            <p:nvPr/>
          </p:nvSpPr>
          <p:spPr>
            <a:xfrm rot="10401182">
              <a:off x="2024235" y="2240102"/>
              <a:ext cx="624770" cy="158980"/>
            </a:xfrm>
            <a:prstGeom prst="ellipse">
              <a:avLst/>
            </a:prstGeom>
            <a:gradFill>
              <a:gsLst>
                <a:gs pos="0">
                  <a:srgbClr val="DEC3AC">
                    <a:alpha val="32968"/>
                  </a:srgbClr>
                </a:gs>
                <a:gs pos="14286">
                  <a:srgbClr val="DEC3AC">
                    <a:alpha val="30764"/>
                  </a:srgbClr>
                </a:gs>
                <a:gs pos="28571">
                  <a:srgbClr val="DEC3AC">
                    <a:alpha val="24833"/>
                  </a:srgbClr>
                </a:gs>
                <a:gs pos="42857">
                  <a:srgbClr val="DEC3AC">
                    <a:alpha val="17075"/>
                  </a:srgbClr>
                </a:gs>
                <a:gs pos="57143">
                  <a:srgbClr val="DEC3AC">
                    <a:alpha val="9855"/>
                  </a:srgbClr>
                </a:gs>
                <a:gs pos="71429">
                  <a:srgbClr val="DEC3AC">
                    <a:alpha val="4740"/>
                  </a:srgbClr>
                </a:gs>
                <a:gs pos="85714">
                  <a:srgbClr val="DEC3AC">
                    <a:alpha val="1902"/>
                  </a:srgbClr>
                </a:gs>
                <a:gs pos="100000">
                  <a:srgbClr val="DEC3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6" name="Splat 1466"/>
            <p:cNvSpPr>
              <a:spLocks noGrp="1"/>
            </p:cNvSpPr>
            <p:nvPr/>
          </p:nvSpPr>
          <p:spPr>
            <a:xfrm rot="10653888">
              <a:off x="1819929" y="2247652"/>
              <a:ext cx="665276" cy="269919"/>
            </a:xfrm>
            <a:prstGeom prst="ellipse">
              <a:avLst/>
            </a:prstGeom>
            <a:gradFill>
              <a:gsLst>
                <a:gs pos="0">
                  <a:srgbClr val="AD8F77">
                    <a:alpha val="32968"/>
                  </a:srgbClr>
                </a:gs>
                <a:gs pos="14286">
                  <a:srgbClr val="AD8F77">
                    <a:alpha val="30764"/>
                  </a:srgbClr>
                </a:gs>
                <a:gs pos="28571">
                  <a:srgbClr val="AD8F77">
                    <a:alpha val="24833"/>
                  </a:srgbClr>
                </a:gs>
                <a:gs pos="42857">
                  <a:srgbClr val="AD8F77">
                    <a:alpha val="17075"/>
                  </a:srgbClr>
                </a:gs>
                <a:gs pos="57143">
                  <a:srgbClr val="AD8F77">
                    <a:alpha val="9855"/>
                  </a:srgbClr>
                </a:gs>
                <a:gs pos="71429">
                  <a:srgbClr val="AD8F77">
                    <a:alpha val="4740"/>
                  </a:srgbClr>
                </a:gs>
                <a:gs pos="85714">
                  <a:srgbClr val="AD8F77">
                    <a:alpha val="1902"/>
                  </a:srgbClr>
                </a:gs>
                <a:gs pos="100000">
                  <a:srgbClr val="AD8F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7" name="Splat 1467"/>
            <p:cNvSpPr>
              <a:spLocks noGrp="1"/>
            </p:cNvSpPr>
            <p:nvPr/>
          </p:nvSpPr>
          <p:spPr>
            <a:xfrm rot="9683487">
              <a:off x="2296213" y="2162034"/>
              <a:ext cx="341649" cy="203228"/>
            </a:xfrm>
            <a:prstGeom prst="ellipse">
              <a:avLst/>
            </a:prstGeom>
            <a:gradFill>
              <a:gsLst>
                <a:gs pos="0">
                  <a:srgbClr val="EDCEB2">
                    <a:alpha val="32968"/>
                  </a:srgbClr>
                </a:gs>
                <a:gs pos="14286">
                  <a:srgbClr val="EDCEB2">
                    <a:alpha val="30764"/>
                  </a:srgbClr>
                </a:gs>
                <a:gs pos="28571">
                  <a:srgbClr val="EDCEB2">
                    <a:alpha val="24833"/>
                  </a:srgbClr>
                </a:gs>
                <a:gs pos="42857">
                  <a:srgbClr val="EDCEB2">
                    <a:alpha val="17075"/>
                  </a:srgbClr>
                </a:gs>
                <a:gs pos="57143">
                  <a:srgbClr val="EDCEB2">
                    <a:alpha val="9855"/>
                  </a:srgbClr>
                </a:gs>
                <a:gs pos="71429">
                  <a:srgbClr val="EDCEB2">
                    <a:alpha val="4740"/>
                  </a:srgbClr>
                </a:gs>
                <a:gs pos="85714">
                  <a:srgbClr val="EDCEB2">
                    <a:alpha val="1902"/>
                  </a:srgbClr>
                </a:gs>
                <a:gs pos="100000">
                  <a:srgbClr val="EDCEB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8" name="Splat 1468"/>
            <p:cNvSpPr>
              <a:spLocks noGrp="1"/>
            </p:cNvSpPr>
            <p:nvPr/>
          </p:nvSpPr>
          <p:spPr>
            <a:xfrm rot="-10617560">
              <a:off x="1558769" y="2128704"/>
              <a:ext cx="684845" cy="413503"/>
            </a:xfrm>
            <a:prstGeom prst="ellipse">
              <a:avLst/>
            </a:prstGeom>
            <a:gradFill>
              <a:gsLst>
                <a:gs pos="0">
                  <a:srgbClr val="6A1500">
                    <a:alpha val="32968"/>
                  </a:srgbClr>
                </a:gs>
                <a:gs pos="14286">
                  <a:srgbClr val="6A1500">
                    <a:alpha val="30764"/>
                  </a:srgbClr>
                </a:gs>
                <a:gs pos="28571">
                  <a:srgbClr val="6A1500">
                    <a:alpha val="24833"/>
                  </a:srgbClr>
                </a:gs>
                <a:gs pos="42857">
                  <a:srgbClr val="6A1500">
                    <a:alpha val="17075"/>
                  </a:srgbClr>
                </a:gs>
                <a:gs pos="57143">
                  <a:srgbClr val="6A1500">
                    <a:alpha val="9855"/>
                  </a:srgbClr>
                </a:gs>
                <a:gs pos="71429">
                  <a:srgbClr val="6A1500">
                    <a:alpha val="4740"/>
                  </a:srgbClr>
                </a:gs>
                <a:gs pos="85714">
                  <a:srgbClr val="6A1500">
                    <a:alpha val="1902"/>
                  </a:srgbClr>
                </a:gs>
                <a:gs pos="100000">
                  <a:srgbClr val="6A1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9" name="Splat 1469"/>
            <p:cNvSpPr>
              <a:spLocks noGrp="1"/>
            </p:cNvSpPr>
            <p:nvPr/>
          </p:nvSpPr>
          <p:spPr>
            <a:xfrm rot="-8943538">
              <a:off x="1452479" y="2125579"/>
              <a:ext cx="633144" cy="491499"/>
            </a:xfrm>
            <a:prstGeom prst="ellipse">
              <a:avLst/>
            </a:prstGeom>
            <a:gradFill>
              <a:gsLst>
                <a:gs pos="0">
                  <a:srgbClr val="9D7C6D">
                    <a:alpha val="20540"/>
                  </a:srgbClr>
                </a:gs>
                <a:gs pos="14286">
                  <a:srgbClr val="9D7C6D">
                    <a:alpha val="19048"/>
                  </a:srgbClr>
                </a:gs>
                <a:gs pos="28571">
                  <a:srgbClr val="9D7C6D">
                    <a:alpha val="15132"/>
                  </a:srgbClr>
                </a:gs>
                <a:gs pos="42857">
                  <a:srgbClr val="9D7C6D">
                    <a:alpha val="10203"/>
                  </a:srgbClr>
                </a:gs>
                <a:gs pos="57143">
                  <a:srgbClr val="9D7C6D">
                    <a:alpha val="5789"/>
                  </a:srgbClr>
                </a:gs>
                <a:gs pos="71429">
                  <a:srgbClr val="9D7C6D">
                    <a:alpha val="2753"/>
                  </a:srgbClr>
                </a:gs>
                <a:gs pos="85714">
                  <a:srgbClr val="9D7C6D">
                    <a:alpha val="1098"/>
                  </a:srgbClr>
                </a:gs>
                <a:gs pos="100000">
                  <a:srgbClr val="9D7C6D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0" name="Splat 1470"/>
            <p:cNvSpPr>
              <a:spLocks noGrp="1"/>
            </p:cNvSpPr>
            <p:nvPr/>
          </p:nvSpPr>
          <p:spPr>
            <a:xfrm rot="8026586">
              <a:off x="1172178" y="2211541"/>
              <a:ext cx="701936" cy="328034"/>
            </a:xfrm>
            <a:prstGeom prst="ellipse">
              <a:avLst/>
            </a:prstGeom>
            <a:gradFill>
              <a:gsLst>
                <a:gs pos="0">
                  <a:srgbClr val="F9BF97">
                    <a:alpha val="2064"/>
                  </a:srgbClr>
                </a:gs>
                <a:gs pos="14286">
                  <a:srgbClr val="F9BF97">
                    <a:alpha val="1899"/>
                  </a:srgbClr>
                </a:gs>
                <a:gs pos="28571">
                  <a:srgbClr val="F9BF97">
                    <a:alpha val="1477"/>
                  </a:srgbClr>
                </a:gs>
                <a:gs pos="42857">
                  <a:srgbClr val="F9BF97">
                    <a:alpha val="971"/>
                  </a:srgbClr>
                </a:gs>
                <a:gs pos="57143">
                  <a:srgbClr val="F9BF97">
                    <a:alpha val="539"/>
                  </a:srgbClr>
                </a:gs>
                <a:gs pos="71429">
                  <a:srgbClr val="F9BF97">
                    <a:alpha val="253"/>
                  </a:srgbClr>
                </a:gs>
                <a:gs pos="85714">
                  <a:srgbClr val="F9BF97">
                    <a:alpha val="100"/>
                  </a:srgbClr>
                </a:gs>
                <a:gs pos="100000">
                  <a:srgbClr val="F9BF97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1" name="Splat 1471"/>
            <p:cNvSpPr>
              <a:spLocks noGrp="1"/>
            </p:cNvSpPr>
            <p:nvPr/>
          </p:nvSpPr>
          <p:spPr>
            <a:xfrm rot="8073439">
              <a:off x="1059283" y="2165936"/>
              <a:ext cx="508667" cy="268193"/>
            </a:xfrm>
            <a:prstGeom prst="ellipse">
              <a:avLst/>
            </a:prstGeom>
            <a:gradFill>
              <a:gsLst>
                <a:gs pos="0">
                  <a:srgbClr val="F5D7BF">
                    <a:alpha val="4916"/>
                  </a:srgbClr>
                </a:gs>
                <a:gs pos="14286">
                  <a:srgbClr val="F5D7BF">
                    <a:alpha val="4528"/>
                  </a:srgbClr>
                </a:gs>
                <a:gs pos="28571">
                  <a:srgbClr val="F5D7BF">
                    <a:alpha val="3534"/>
                  </a:srgbClr>
                </a:gs>
                <a:gs pos="42857">
                  <a:srgbClr val="F5D7BF">
                    <a:alpha val="2332"/>
                  </a:srgbClr>
                </a:gs>
                <a:gs pos="57143">
                  <a:srgbClr val="F5D7BF">
                    <a:alpha val="1299"/>
                  </a:srgbClr>
                </a:gs>
                <a:gs pos="71429">
                  <a:srgbClr val="F5D7BF">
                    <a:alpha val="610"/>
                  </a:srgbClr>
                </a:gs>
                <a:gs pos="85714">
                  <a:srgbClr val="F5D7BF">
                    <a:alpha val="242"/>
                  </a:srgbClr>
                </a:gs>
                <a:gs pos="100000">
                  <a:srgbClr val="F5D7BF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2" name="Splat 1472"/>
            <p:cNvSpPr>
              <a:spLocks noGrp="1"/>
            </p:cNvSpPr>
            <p:nvPr/>
          </p:nvSpPr>
          <p:spPr>
            <a:xfrm rot="10593841">
              <a:off x="915752" y="2143157"/>
              <a:ext cx="612629" cy="512860"/>
            </a:xfrm>
            <a:prstGeom prst="ellipse">
              <a:avLst/>
            </a:prstGeom>
            <a:gradFill>
              <a:gsLst>
                <a:gs pos="0">
                  <a:srgbClr val="B0856F">
                    <a:alpha val="30214"/>
                  </a:srgbClr>
                </a:gs>
                <a:gs pos="14286">
                  <a:srgbClr val="B0856F">
                    <a:alpha val="28154"/>
                  </a:srgbClr>
                </a:gs>
                <a:gs pos="28571">
                  <a:srgbClr val="B0856F">
                    <a:alpha val="22642"/>
                  </a:srgbClr>
                </a:gs>
                <a:gs pos="42857">
                  <a:srgbClr val="B0856F">
                    <a:alpha val="15498"/>
                  </a:srgbClr>
                </a:gs>
                <a:gs pos="57143">
                  <a:srgbClr val="B0856F">
                    <a:alpha val="8909"/>
                  </a:srgbClr>
                </a:gs>
                <a:gs pos="71429">
                  <a:srgbClr val="B0856F">
                    <a:alpha val="4274"/>
                  </a:srgbClr>
                </a:gs>
                <a:gs pos="85714">
                  <a:srgbClr val="B0856F">
                    <a:alpha val="1712"/>
                  </a:srgbClr>
                </a:gs>
                <a:gs pos="100000">
                  <a:srgbClr val="B0856F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3" name="Splat 1473"/>
            <p:cNvSpPr>
              <a:spLocks noGrp="1"/>
            </p:cNvSpPr>
            <p:nvPr/>
          </p:nvSpPr>
          <p:spPr>
            <a:xfrm rot="6838169">
              <a:off x="842424" y="2136154"/>
              <a:ext cx="613035" cy="488603"/>
            </a:xfrm>
            <a:prstGeom prst="ellipse">
              <a:avLst/>
            </a:prstGeom>
            <a:gradFill>
              <a:gsLst>
                <a:gs pos="0">
                  <a:srgbClr val="A98E84">
                    <a:alpha val="17455"/>
                  </a:srgbClr>
                </a:gs>
                <a:gs pos="14286">
                  <a:srgbClr val="A98E84">
                    <a:alpha val="16164"/>
                  </a:srgbClr>
                </a:gs>
                <a:gs pos="28571">
                  <a:srgbClr val="A98E84">
                    <a:alpha val="12794"/>
                  </a:srgbClr>
                </a:gs>
                <a:gs pos="42857">
                  <a:srgbClr val="A98E84">
                    <a:alpha val="8588"/>
                  </a:srgbClr>
                </a:gs>
                <a:gs pos="57143">
                  <a:srgbClr val="A98E84">
                    <a:alpha val="4854"/>
                  </a:srgbClr>
                </a:gs>
                <a:gs pos="71429">
                  <a:srgbClr val="A98E84">
                    <a:alpha val="2302"/>
                  </a:srgbClr>
                </a:gs>
                <a:gs pos="85714">
                  <a:srgbClr val="A98E84">
                    <a:alpha val="917"/>
                  </a:srgbClr>
                </a:gs>
                <a:gs pos="100000">
                  <a:srgbClr val="A98E84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4" name="Splat 1474"/>
            <p:cNvSpPr>
              <a:spLocks noGrp="1"/>
            </p:cNvSpPr>
            <p:nvPr/>
          </p:nvSpPr>
          <p:spPr>
            <a:xfrm rot="3350601">
              <a:off x="590593" y="2061621"/>
              <a:ext cx="723907" cy="614881"/>
            </a:xfrm>
            <a:prstGeom prst="ellipse">
              <a:avLst/>
            </a:prstGeom>
            <a:gradFill>
              <a:gsLst>
                <a:gs pos="0">
                  <a:srgbClr val="FFDECC">
                    <a:alpha val="6317"/>
                  </a:srgbClr>
                </a:gs>
                <a:gs pos="14286">
                  <a:srgbClr val="FFDECC">
                    <a:alpha val="5821"/>
                  </a:srgbClr>
                </a:gs>
                <a:gs pos="28571">
                  <a:srgbClr val="FFDECC">
                    <a:alpha val="4550"/>
                  </a:srgbClr>
                </a:gs>
                <a:gs pos="42857">
                  <a:srgbClr val="FFDECC">
                    <a:alpha val="3008"/>
                  </a:srgbClr>
                </a:gs>
                <a:gs pos="57143">
                  <a:srgbClr val="FFDECC">
                    <a:alpha val="1678"/>
                  </a:srgbClr>
                </a:gs>
                <a:gs pos="71429">
                  <a:srgbClr val="FFDECC">
                    <a:alpha val="789"/>
                  </a:srgbClr>
                </a:gs>
                <a:gs pos="85714">
                  <a:srgbClr val="FFDECC">
                    <a:alpha val="313"/>
                  </a:srgbClr>
                </a:gs>
                <a:gs pos="100000">
                  <a:srgbClr val="FFDECC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5" name="Splat 1475"/>
            <p:cNvSpPr>
              <a:spLocks noGrp="1"/>
            </p:cNvSpPr>
            <p:nvPr/>
          </p:nvSpPr>
          <p:spPr>
            <a:xfrm rot="3823497">
              <a:off x="400762" y="2058608"/>
              <a:ext cx="699831" cy="544442"/>
            </a:xfrm>
            <a:prstGeom prst="ellipse">
              <a:avLst/>
            </a:prstGeom>
            <a:gradFill>
              <a:gsLst>
                <a:gs pos="0">
                  <a:srgbClr val="D0B29F">
                    <a:alpha val="16054"/>
                  </a:srgbClr>
                </a:gs>
                <a:gs pos="14286">
                  <a:srgbClr val="D0B29F">
                    <a:alpha val="14857"/>
                  </a:srgbClr>
                </a:gs>
                <a:gs pos="28571">
                  <a:srgbClr val="D0B29F">
                    <a:alpha val="11740"/>
                  </a:srgbClr>
                </a:gs>
                <a:gs pos="42857">
                  <a:srgbClr val="D0B29F">
                    <a:alpha val="7865"/>
                  </a:srgbClr>
                </a:gs>
                <a:gs pos="57143">
                  <a:srgbClr val="D0B29F">
                    <a:alpha val="4437"/>
                  </a:srgbClr>
                </a:gs>
                <a:gs pos="71429">
                  <a:srgbClr val="D0B29F">
                    <a:alpha val="2102"/>
                  </a:srgbClr>
                </a:gs>
                <a:gs pos="85714">
                  <a:srgbClr val="D0B29F">
                    <a:alpha val="837"/>
                  </a:srgbClr>
                </a:gs>
                <a:gs pos="100000">
                  <a:srgbClr val="D0B29F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6" name="Splat 1476"/>
            <p:cNvSpPr>
              <a:spLocks noGrp="1"/>
            </p:cNvSpPr>
            <p:nvPr/>
          </p:nvSpPr>
          <p:spPr>
            <a:xfrm rot="8568020">
              <a:off x="248652" y="2092621"/>
              <a:ext cx="588962" cy="526267"/>
            </a:xfrm>
            <a:prstGeom prst="ellipse">
              <a:avLst/>
            </a:prstGeom>
            <a:gradFill>
              <a:gsLst>
                <a:gs pos="0">
                  <a:srgbClr val="DFC2B7">
                    <a:alpha val="17631"/>
                  </a:srgbClr>
                </a:gs>
                <a:gs pos="14286">
                  <a:srgbClr val="DFC2B7">
                    <a:alpha val="16328"/>
                  </a:srgbClr>
                </a:gs>
                <a:gs pos="28571">
                  <a:srgbClr val="DFC2B7">
                    <a:alpha val="12926"/>
                  </a:srgbClr>
                </a:gs>
                <a:gs pos="42857">
                  <a:srgbClr val="DFC2B7">
                    <a:alpha val="8679"/>
                  </a:srgbClr>
                </a:gs>
                <a:gs pos="57143">
                  <a:srgbClr val="DFC2B7">
                    <a:alpha val="4906"/>
                  </a:srgbClr>
                </a:gs>
                <a:gs pos="71429">
                  <a:srgbClr val="DFC2B7">
                    <a:alpha val="2327"/>
                  </a:srgbClr>
                </a:gs>
                <a:gs pos="85714">
                  <a:srgbClr val="DFC2B7">
                    <a:alpha val="927"/>
                  </a:srgbClr>
                </a:gs>
                <a:gs pos="100000">
                  <a:srgbClr val="DFC2B7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7" name="Splat 1477"/>
            <p:cNvSpPr>
              <a:spLocks noGrp="1"/>
            </p:cNvSpPr>
            <p:nvPr/>
          </p:nvSpPr>
          <p:spPr>
            <a:xfrm rot="4117509">
              <a:off x="133422" y="2133929"/>
              <a:ext cx="593109" cy="415396"/>
            </a:xfrm>
            <a:prstGeom prst="ellipse">
              <a:avLst/>
            </a:prstGeom>
            <a:gradFill>
              <a:gsLst>
                <a:gs pos="0">
                  <a:srgbClr val="BB9B86">
                    <a:alpha val="30470"/>
                  </a:srgbClr>
                </a:gs>
                <a:gs pos="14286">
                  <a:srgbClr val="BB9B86">
                    <a:alpha val="28396"/>
                  </a:srgbClr>
                </a:gs>
                <a:gs pos="28571">
                  <a:srgbClr val="BB9B86">
                    <a:alpha val="22844"/>
                  </a:srgbClr>
                </a:gs>
                <a:gs pos="42857">
                  <a:srgbClr val="BB9B86">
                    <a:alpha val="15643"/>
                  </a:srgbClr>
                </a:gs>
                <a:gs pos="57143">
                  <a:srgbClr val="BB9B86">
                    <a:alpha val="8995"/>
                  </a:srgbClr>
                </a:gs>
                <a:gs pos="71429">
                  <a:srgbClr val="BB9B86">
                    <a:alpha val="4316"/>
                  </a:srgbClr>
                </a:gs>
                <a:gs pos="85714">
                  <a:srgbClr val="BB9B86">
                    <a:alpha val="1730"/>
                  </a:srgbClr>
                </a:gs>
                <a:gs pos="100000">
                  <a:srgbClr val="BB9B86">
                    <a:alpha val="5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8" name="Splat 1478"/>
            <p:cNvSpPr>
              <a:spLocks noGrp="1"/>
            </p:cNvSpPr>
            <p:nvPr/>
          </p:nvSpPr>
          <p:spPr>
            <a:xfrm rot="6878311">
              <a:off x="-225235" y="2146087"/>
              <a:ext cx="824940" cy="449444"/>
            </a:xfrm>
            <a:prstGeom prst="ellipse">
              <a:avLst/>
            </a:prstGeom>
            <a:gradFill>
              <a:gsLst>
                <a:gs pos="0">
                  <a:srgbClr val="FFB900">
                    <a:alpha val="8547"/>
                  </a:srgbClr>
                </a:gs>
                <a:gs pos="14286">
                  <a:srgbClr val="FFB900">
                    <a:alpha val="7883"/>
                  </a:srgbClr>
                </a:gs>
                <a:gs pos="28571">
                  <a:srgbClr val="FFB900">
                    <a:alpha val="6177"/>
                  </a:srgbClr>
                </a:gs>
                <a:gs pos="42857">
                  <a:srgbClr val="FFB900">
                    <a:alpha val="4096"/>
                  </a:srgbClr>
                </a:gs>
                <a:gs pos="57143">
                  <a:srgbClr val="FFB900">
                    <a:alpha val="2291"/>
                  </a:srgbClr>
                </a:gs>
                <a:gs pos="71429">
                  <a:srgbClr val="FFB900">
                    <a:alpha val="1079"/>
                  </a:srgbClr>
                </a:gs>
                <a:gs pos="85714">
                  <a:srgbClr val="FFB900">
                    <a:alpha val="428"/>
                  </a:srgbClr>
                </a:gs>
                <a:gs pos="100000">
                  <a:srgbClr val="FFB900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9" name="Splat 1479"/>
            <p:cNvSpPr>
              <a:spLocks noGrp="1"/>
            </p:cNvSpPr>
            <p:nvPr/>
          </p:nvSpPr>
          <p:spPr>
            <a:xfrm rot="-10284282">
              <a:off x="-358125" y="1976631"/>
              <a:ext cx="837089" cy="720602"/>
            </a:xfrm>
            <a:prstGeom prst="ellipse">
              <a:avLst/>
            </a:prstGeom>
            <a:gradFill>
              <a:gsLst>
                <a:gs pos="0">
                  <a:srgbClr val="380000">
                    <a:alpha val="32688"/>
                  </a:srgbClr>
                </a:gs>
                <a:gs pos="14286">
                  <a:srgbClr val="380000">
                    <a:alpha val="30498"/>
                  </a:srgbClr>
                </a:gs>
                <a:gs pos="28571">
                  <a:srgbClr val="380000">
                    <a:alpha val="24609"/>
                  </a:srgbClr>
                </a:gs>
                <a:gs pos="42857">
                  <a:srgbClr val="380000">
                    <a:alpha val="16913"/>
                  </a:srgbClr>
                </a:gs>
                <a:gs pos="57143">
                  <a:srgbClr val="380000">
                    <a:alpha val="9757"/>
                  </a:srgbClr>
                </a:gs>
                <a:gs pos="71429">
                  <a:srgbClr val="380000">
                    <a:alpha val="4692"/>
                  </a:srgbClr>
                </a:gs>
                <a:gs pos="85714">
                  <a:srgbClr val="380000">
                    <a:alpha val="1882"/>
                  </a:srgbClr>
                </a:gs>
                <a:gs pos="100000">
                  <a:srgbClr val="380000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0" name="Splat 1480"/>
            <p:cNvSpPr>
              <a:spLocks noGrp="1"/>
            </p:cNvSpPr>
            <p:nvPr/>
          </p:nvSpPr>
          <p:spPr>
            <a:xfrm rot="3756601">
              <a:off x="3254314" y="1877658"/>
              <a:ext cx="676231" cy="569435"/>
            </a:xfrm>
            <a:prstGeom prst="ellipse">
              <a:avLst/>
            </a:prstGeom>
            <a:gradFill>
              <a:gsLst>
                <a:gs pos="0">
                  <a:srgbClr val="9A7D90">
                    <a:alpha val="18997"/>
                  </a:srgbClr>
                </a:gs>
                <a:gs pos="14286">
                  <a:srgbClr val="9A7D90">
                    <a:alpha val="17604"/>
                  </a:srgbClr>
                </a:gs>
                <a:gs pos="28571">
                  <a:srgbClr val="9A7D90">
                    <a:alpha val="13959"/>
                  </a:srgbClr>
                </a:gs>
                <a:gs pos="42857">
                  <a:srgbClr val="9A7D90">
                    <a:alpha val="9391"/>
                  </a:srgbClr>
                </a:gs>
                <a:gs pos="57143">
                  <a:srgbClr val="9A7D90">
                    <a:alpha val="5318"/>
                  </a:srgbClr>
                </a:gs>
                <a:gs pos="71429">
                  <a:srgbClr val="9A7D90">
                    <a:alpha val="2525"/>
                  </a:srgbClr>
                </a:gs>
                <a:gs pos="85714">
                  <a:srgbClr val="9A7D90">
                    <a:alpha val="1006"/>
                  </a:srgbClr>
                </a:gs>
                <a:gs pos="100000">
                  <a:srgbClr val="9A7D90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1" name="Splat 1481"/>
            <p:cNvSpPr>
              <a:spLocks noGrp="1"/>
            </p:cNvSpPr>
            <p:nvPr/>
          </p:nvSpPr>
          <p:spPr>
            <a:xfrm rot="5165588">
              <a:off x="3112337" y="1949616"/>
              <a:ext cx="535671" cy="429984"/>
            </a:xfrm>
            <a:prstGeom prst="ellipse">
              <a:avLst/>
            </a:prstGeom>
            <a:gradFill>
              <a:gsLst>
                <a:gs pos="0">
                  <a:srgbClr val="CFB8B6">
                    <a:alpha val="28459"/>
                  </a:srgbClr>
                </a:gs>
                <a:gs pos="14286">
                  <a:srgbClr val="CFB8B6">
                    <a:alpha val="26495"/>
                  </a:srgbClr>
                </a:gs>
                <a:gs pos="28571">
                  <a:srgbClr val="CFB8B6">
                    <a:alpha val="21259"/>
                  </a:srgbClr>
                </a:gs>
                <a:gs pos="42857">
                  <a:srgbClr val="CFB8B6">
                    <a:alpha val="14510"/>
                  </a:srgbClr>
                </a:gs>
                <a:gs pos="57143">
                  <a:srgbClr val="CFB8B6">
                    <a:alpha val="8320"/>
                  </a:srgbClr>
                </a:gs>
                <a:gs pos="71429">
                  <a:srgbClr val="CFB8B6">
                    <a:alpha val="3985"/>
                  </a:srgbClr>
                </a:gs>
                <a:gs pos="85714">
                  <a:srgbClr val="CFB8B6">
                    <a:alpha val="1595"/>
                  </a:srgbClr>
                </a:gs>
                <a:gs pos="100000">
                  <a:srgbClr val="CFB8B6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2" name="Splat 1482"/>
            <p:cNvSpPr>
              <a:spLocks noGrp="1"/>
            </p:cNvSpPr>
            <p:nvPr/>
          </p:nvSpPr>
          <p:spPr>
            <a:xfrm rot="4773717">
              <a:off x="2912440" y="1873533"/>
              <a:ext cx="610022" cy="571776"/>
            </a:xfrm>
            <a:prstGeom prst="ellipse">
              <a:avLst/>
            </a:prstGeom>
            <a:gradFill>
              <a:gsLst>
                <a:gs pos="0">
                  <a:srgbClr val="3B3400">
                    <a:alpha val="17264"/>
                  </a:srgbClr>
                </a:gs>
                <a:gs pos="14286">
                  <a:srgbClr val="3B3400">
                    <a:alpha val="15986"/>
                  </a:srgbClr>
                </a:gs>
                <a:gs pos="28571">
                  <a:srgbClr val="3B3400">
                    <a:alpha val="12650"/>
                  </a:srgbClr>
                </a:gs>
                <a:gs pos="42857">
                  <a:srgbClr val="3B3400">
                    <a:alpha val="8489"/>
                  </a:srgbClr>
                </a:gs>
                <a:gs pos="57143">
                  <a:srgbClr val="3B3400">
                    <a:alpha val="4797"/>
                  </a:srgbClr>
                </a:gs>
                <a:gs pos="71429">
                  <a:srgbClr val="3B3400">
                    <a:alpha val="2275"/>
                  </a:srgbClr>
                </a:gs>
                <a:gs pos="85714">
                  <a:srgbClr val="3B3400">
                    <a:alpha val="906"/>
                  </a:srgbClr>
                </a:gs>
                <a:gs pos="100000">
                  <a:srgbClr val="3B3400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3" name="Splat 1483"/>
            <p:cNvSpPr>
              <a:spLocks noGrp="1"/>
            </p:cNvSpPr>
            <p:nvPr/>
          </p:nvSpPr>
          <p:spPr>
            <a:xfrm rot="-9980510">
              <a:off x="2536484" y="1919972"/>
              <a:ext cx="691055" cy="608769"/>
            </a:xfrm>
            <a:prstGeom prst="ellipse">
              <a:avLst/>
            </a:prstGeom>
            <a:gradFill>
              <a:gsLst>
                <a:gs pos="0">
                  <a:srgbClr val="E9D2BF">
                    <a:alpha val="26128"/>
                  </a:srgbClr>
                </a:gs>
                <a:gs pos="14286">
                  <a:srgbClr val="E9D2BF">
                    <a:alpha val="24296"/>
                  </a:srgbClr>
                </a:gs>
                <a:gs pos="28571">
                  <a:srgbClr val="E9D2BF">
                    <a:alpha val="19436"/>
                  </a:srgbClr>
                </a:gs>
                <a:gs pos="42857">
                  <a:srgbClr val="E9D2BF">
                    <a:alpha val="13217"/>
                  </a:srgbClr>
                </a:gs>
                <a:gs pos="57143">
                  <a:srgbClr val="E9D2BF">
                    <a:alpha val="7554"/>
                  </a:srgbClr>
                </a:gs>
                <a:gs pos="71429">
                  <a:srgbClr val="E9D2BF">
                    <a:alpha val="3610"/>
                  </a:srgbClr>
                </a:gs>
                <a:gs pos="85714">
                  <a:srgbClr val="E9D2BF">
                    <a:alpha val="1443"/>
                  </a:srgbClr>
                </a:gs>
                <a:gs pos="100000">
                  <a:srgbClr val="E9D2BF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4" name="Splat 1484"/>
            <p:cNvSpPr>
              <a:spLocks noGrp="1"/>
            </p:cNvSpPr>
            <p:nvPr/>
          </p:nvSpPr>
          <p:spPr>
            <a:xfrm rot="8518997">
              <a:off x="2399300" y="1933832"/>
              <a:ext cx="785766" cy="490687"/>
            </a:xfrm>
            <a:prstGeom prst="ellipse">
              <a:avLst/>
            </a:prstGeom>
            <a:gradFill>
              <a:gsLst>
                <a:gs pos="0">
                  <a:srgbClr val="5A392E">
                    <a:alpha val="27839"/>
                  </a:srgbClr>
                </a:gs>
                <a:gs pos="14286">
                  <a:srgbClr val="5A392E">
                    <a:alpha val="25909"/>
                  </a:srgbClr>
                </a:gs>
                <a:gs pos="28571">
                  <a:srgbClr val="5A392E">
                    <a:alpha val="20772"/>
                  </a:srgbClr>
                </a:gs>
                <a:gs pos="42857">
                  <a:srgbClr val="5A392E">
                    <a:alpha val="14163"/>
                  </a:srgbClr>
                </a:gs>
                <a:gs pos="57143">
                  <a:srgbClr val="5A392E">
                    <a:alpha val="8114"/>
                  </a:srgbClr>
                </a:gs>
                <a:gs pos="71429">
                  <a:srgbClr val="5A392E">
                    <a:alpha val="3884"/>
                  </a:srgbClr>
                </a:gs>
                <a:gs pos="85714">
                  <a:srgbClr val="5A392E">
                    <a:alpha val="1554"/>
                  </a:srgbClr>
                </a:gs>
                <a:gs pos="100000">
                  <a:srgbClr val="5A392E">
                    <a:alpha val="5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5" name="Splat 1485"/>
            <p:cNvSpPr>
              <a:spLocks noGrp="1"/>
            </p:cNvSpPr>
            <p:nvPr/>
          </p:nvSpPr>
          <p:spPr>
            <a:xfrm rot="9331944">
              <a:off x="2174793" y="1952945"/>
              <a:ext cx="775874" cy="599031"/>
            </a:xfrm>
            <a:prstGeom prst="ellipse">
              <a:avLst/>
            </a:prstGeom>
            <a:gradFill>
              <a:gsLst>
                <a:gs pos="0">
                  <a:srgbClr val="003100">
                    <a:alpha val="12075"/>
                  </a:srgbClr>
                </a:gs>
                <a:gs pos="14286">
                  <a:srgbClr val="003100">
                    <a:alpha val="11155"/>
                  </a:srgbClr>
                </a:gs>
                <a:gs pos="28571">
                  <a:srgbClr val="003100">
                    <a:alpha val="8775"/>
                  </a:srgbClr>
                </a:gs>
                <a:gs pos="42857">
                  <a:srgbClr val="003100">
                    <a:alpha val="5846"/>
                  </a:srgbClr>
                </a:gs>
                <a:gs pos="57143">
                  <a:srgbClr val="003100">
                    <a:alpha val="3283"/>
                  </a:srgbClr>
                </a:gs>
                <a:gs pos="71429">
                  <a:srgbClr val="003100">
                    <a:alpha val="1550"/>
                  </a:srgbClr>
                </a:gs>
                <a:gs pos="85714">
                  <a:srgbClr val="003100">
                    <a:alpha val="616"/>
                  </a:srgbClr>
                </a:gs>
                <a:gs pos="100000">
                  <a:srgbClr val="003100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6" name="Splat 1486"/>
            <p:cNvSpPr>
              <a:spLocks noGrp="1"/>
            </p:cNvSpPr>
            <p:nvPr/>
          </p:nvSpPr>
          <p:spPr>
            <a:xfrm rot="10068276">
              <a:off x="2043217" y="2040326"/>
              <a:ext cx="679340" cy="475756"/>
            </a:xfrm>
            <a:prstGeom prst="ellipse">
              <a:avLst/>
            </a:prstGeom>
            <a:gradFill>
              <a:gsLst>
                <a:gs pos="0">
                  <a:srgbClr val="724100">
                    <a:alpha val="32968"/>
                  </a:srgbClr>
                </a:gs>
                <a:gs pos="14286">
                  <a:srgbClr val="724100">
                    <a:alpha val="30764"/>
                  </a:srgbClr>
                </a:gs>
                <a:gs pos="28571">
                  <a:srgbClr val="724100">
                    <a:alpha val="24833"/>
                  </a:srgbClr>
                </a:gs>
                <a:gs pos="42857">
                  <a:srgbClr val="724100">
                    <a:alpha val="17075"/>
                  </a:srgbClr>
                </a:gs>
                <a:gs pos="57143">
                  <a:srgbClr val="724100">
                    <a:alpha val="9855"/>
                  </a:srgbClr>
                </a:gs>
                <a:gs pos="71429">
                  <a:srgbClr val="724100">
                    <a:alpha val="4740"/>
                  </a:srgbClr>
                </a:gs>
                <a:gs pos="85714">
                  <a:srgbClr val="724100">
                    <a:alpha val="1902"/>
                  </a:srgbClr>
                </a:gs>
                <a:gs pos="100000">
                  <a:srgbClr val="724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7" name="Splat 1487"/>
            <p:cNvSpPr>
              <a:spLocks noGrp="1"/>
            </p:cNvSpPr>
            <p:nvPr/>
          </p:nvSpPr>
          <p:spPr>
            <a:xfrm rot="3720962">
              <a:off x="1817538" y="1910719"/>
              <a:ext cx="596635" cy="509638"/>
            </a:xfrm>
            <a:prstGeom prst="ellipse">
              <a:avLst/>
            </a:prstGeom>
            <a:gradFill>
              <a:gsLst>
                <a:gs pos="0">
                  <a:srgbClr val="000000">
                    <a:alpha val="15925"/>
                  </a:srgbClr>
                </a:gs>
                <a:gs pos="14286">
                  <a:srgbClr val="000000">
                    <a:alpha val="14737"/>
                  </a:srgbClr>
                </a:gs>
                <a:gs pos="28571">
                  <a:srgbClr val="000000">
                    <a:alpha val="11644"/>
                  </a:srgbClr>
                </a:gs>
                <a:gs pos="42857">
                  <a:srgbClr val="000000">
                    <a:alpha val="7799"/>
                  </a:srgbClr>
                </a:gs>
                <a:gs pos="57143">
                  <a:srgbClr val="000000">
                    <a:alpha val="4399"/>
                  </a:srgbClr>
                </a:gs>
                <a:gs pos="71429">
                  <a:srgbClr val="000000">
                    <a:alpha val="2084"/>
                  </a:srgbClr>
                </a:gs>
                <a:gs pos="85714">
                  <a:srgbClr val="000000">
                    <a:alpha val="829"/>
                  </a:srgbClr>
                </a:gs>
                <a:gs pos="100000">
                  <a:srgbClr val="000000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8" name="Splat 1488"/>
            <p:cNvSpPr>
              <a:spLocks noGrp="1"/>
            </p:cNvSpPr>
            <p:nvPr/>
          </p:nvSpPr>
          <p:spPr>
            <a:xfrm rot="3101959">
              <a:off x="1288426" y="1967430"/>
              <a:ext cx="640897" cy="429022"/>
            </a:xfrm>
            <a:prstGeom prst="ellipse">
              <a:avLst/>
            </a:prstGeom>
            <a:gradFill>
              <a:gsLst>
                <a:gs pos="0">
                  <a:srgbClr val="672800">
                    <a:alpha val="21083"/>
                  </a:srgbClr>
                </a:gs>
                <a:gs pos="14286">
                  <a:srgbClr val="672800">
                    <a:alpha val="19557"/>
                  </a:srgbClr>
                </a:gs>
                <a:gs pos="28571">
                  <a:srgbClr val="672800">
                    <a:alpha val="15547"/>
                  </a:srgbClr>
                </a:gs>
                <a:gs pos="42857">
                  <a:srgbClr val="672800">
                    <a:alpha val="10491"/>
                  </a:srgbClr>
                </a:gs>
                <a:gs pos="57143">
                  <a:srgbClr val="672800">
                    <a:alpha val="5956"/>
                  </a:srgbClr>
                </a:gs>
                <a:gs pos="71429">
                  <a:srgbClr val="672800">
                    <a:alpha val="2834"/>
                  </a:srgbClr>
                </a:gs>
                <a:gs pos="85714">
                  <a:srgbClr val="672800">
                    <a:alpha val="1130"/>
                  </a:srgbClr>
                </a:gs>
                <a:gs pos="100000">
                  <a:srgbClr val="672800">
                    <a:alpha val="3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9" name="Splat 1489"/>
            <p:cNvSpPr>
              <a:spLocks noGrp="1"/>
            </p:cNvSpPr>
            <p:nvPr/>
          </p:nvSpPr>
          <p:spPr>
            <a:xfrm rot="-8307597">
              <a:off x="1077094" y="1893700"/>
              <a:ext cx="646916" cy="486646"/>
            </a:xfrm>
            <a:prstGeom prst="ellipse">
              <a:avLst/>
            </a:prstGeom>
            <a:gradFill>
              <a:gsLst>
                <a:gs pos="0">
                  <a:srgbClr val="E0BF00">
                    <a:alpha val="1547"/>
                  </a:srgbClr>
                </a:gs>
                <a:gs pos="14286">
                  <a:srgbClr val="E0BF00">
                    <a:alpha val="1423"/>
                  </a:srgbClr>
                </a:gs>
                <a:gs pos="28571">
                  <a:srgbClr val="E0BF00">
                    <a:alpha val="1106"/>
                  </a:srgbClr>
                </a:gs>
                <a:gs pos="42857">
                  <a:srgbClr val="E0BF00">
                    <a:alpha val="727"/>
                  </a:srgbClr>
                </a:gs>
                <a:gs pos="57143">
                  <a:srgbClr val="E0BF00">
                    <a:alpha val="404"/>
                  </a:srgbClr>
                </a:gs>
                <a:gs pos="71429">
                  <a:srgbClr val="E0BF00">
                    <a:alpha val="189"/>
                  </a:srgbClr>
                </a:gs>
                <a:gs pos="85714">
                  <a:srgbClr val="E0BF00">
                    <a:alpha val="75"/>
                  </a:srgbClr>
                </a:gs>
                <a:gs pos="100000">
                  <a:srgbClr val="E0BF00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0" name="Splat 1490"/>
            <p:cNvSpPr>
              <a:spLocks noGrp="1"/>
            </p:cNvSpPr>
            <p:nvPr/>
          </p:nvSpPr>
          <p:spPr>
            <a:xfrm rot="-8660498">
              <a:off x="815752" y="1961247"/>
              <a:ext cx="624223" cy="570112"/>
            </a:xfrm>
            <a:prstGeom prst="ellipse">
              <a:avLst/>
            </a:prstGeom>
            <a:gradFill>
              <a:gsLst>
                <a:gs pos="0">
                  <a:srgbClr val="8A4900">
                    <a:alpha val="6151"/>
                  </a:srgbClr>
                </a:gs>
                <a:gs pos="14286">
                  <a:srgbClr val="8A4900">
                    <a:alpha val="5667"/>
                  </a:srgbClr>
                </a:gs>
                <a:gs pos="28571">
                  <a:srgbClr val="8A4900">
                    <a:alpha val="4429"/>
                  </a:srgbClr>
                </a:gs>
                <a:gs pos="42857">
                  <a:srgbClr val="8A4900">
                    <a:alpha val="2928"/>
                  </a:srgbClr>
                </a:gs>
                <a:gs pos="57143">
                  <a:srgbClr val="8A4900">
                    <a:alpha val="1633"/>
                  </a:srgbClr>
                </a:gs>
                <a:gs pos="71429">
                  <a:srgbClr val="8A4900">
                    <a:alpha val="768"/>
                  </a:srgbClr>
                </a:gs>
                <a:gs pos="85714">
                  <a:srgbClr val="8A4900">
                    <a:alpha val="304"/>
                  </a:srgbClr>
                </a:gs>
                <a:gs pos="100000">
                  <a:srgbClr val="8A4900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1" name="Splat 1491"/>
            <p:cNvSpPr>
              <a:spLocks noGrp="1"/>
            </p:cNvSpPr>
            <p:nvPr/>
          </p:nvSpPr>
          <p:spPr>
            <a:xfrm rot="-10356073">
              <a:off x="554775" y="2011849"/>
              <a:ext cx="646641" cy="427277"/>
            </a:xfrm>
            <a:prstGeom prst="ellipse">
              <a:avLst/>
            </a:prstGeom>
            <a:gradFill>
              <a:gsLst>
                <a:gs pos="0">
                  <a:srgbClr val="AD8369">
                    <a:alpha val="9735"/>
                  </a:srgbClr>
                </a:gs>
                <a:gs pos="14286">
                  <a:srgbClr val="AD8369">
                    <a:alpha val="8984"/>
                  </a:srgbClr>
                </a:gs>
                <a:gs pos="28571">
                  <a:srgbClr val="AD8369">
                    <a:alpha val="7048"/>
                  </a:srgbClr>
                </a:gs>
                <a:gs pos="42857">
                  <a:srgbClr val="AD8369">
                    <a:alpha val="4681"/>
                  </a:srgbClr>
                </a:gs>
                <a:gs pos="57143">
                  <a:srgbClr val="AD8369">
                    <a:alpha val="2621"/>
                  </a:srgbClr>
                </a:gs>
                <a:gs pos="71429">
                  <a:srgbClr val="AD8369">
                    <a:alpha val="1236"/>
                  </a:srgbClr>
                </a:gs>
                <a:gs pos="85714">
                  <a:srgbClr val="AD8369">
                    <a:alpha val="490"/>
                  </a:srgbClr>
                </a:gs>
                <a:gs pos="100000">
                  <a:srgbClr val="AD8369">
                    <a:alpha val="1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2" name="Splat 1492"/>
            <p:cNvSpPr>
              <a:spLocks noGrp="1"/>
            </p:cNvSpPr>
            <p:nvPr/>
          </p:nvSpPr>
          <p:spPr>
            <a:xfrm rot="-10569112">
              <a:off x="491779" y="1954249"/>
              <a:ext cx="559300" cy="507051"/>
            </a:xfrm>
            <a:prstGeom prst="ellipse">
              <a:avLst/>
            </a:prstGeom>
            <a:gradFill>
              <a:gsLst>
                <a:gs pos="0">
                  <a:srgbClr val="DEBEBA">
                    <a:alpha val="7934"/>
                  </a:srgbClr>
                </a:gs>
                <a:gs pos="14286">
                  <a:srgbClr val="DEBEBA">
                    <a:alpha val="7316"/>
                  </a:srgbClr>
                </a:gs>
                <a:gs pos="28571">
                  <a:srgbClr val="DEBEBA">
                    <a:alpha val="5729"/>
                  </a:srgbClr>
                </a:gs>
                <a:gs pos="42857">
                  <a:srgbClr val="DEBEBA">
                    <a:alpha val="3796"/>
                  </a:srgbClr>
                </a:gs>
                <a:gs pos="57143">
                  <a:srgbClr val="DEBEBA">
                    <a:alpha val="2121"/>
                  </a:srgbClr>
                </a:gs>
                <a:gs pos="71429">
                  <a:srgbClr val="DEBEBA">
                    <a:alpha val="999"/>
                  </a:srgbClr>
                </a:gs>
                <a:gs pos="85714">
                  <a:srgbClr val="DEBEBA">
                    <a:alpha val="396"/>
                  </a:srgbClr>
                </a:gs>
                <a:gs pos="100000">
                  <a:srgbClr val="DEBEBA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3" name="Splat 1493"/>
            <p:cNvSpPr>
              <a:spLocks noGrp="1"/>
            </p:cNvSpPr>
            <p:nvPr/>
          </p:nvSpPr>
          <p:spPr>
            <a:xfrm rot="5443698">
              <a:off x="237488" y="1894100"/>
              <a:ext cx="685923" cy="573644"/>
            </a:xfrm>
            <a:prstGeom prst="ellipse">
              <a:avLst/>
            </a:prstGeom>
            <a:gradFill>
              <a:gsLst>
                <a:gs pos="0">
                  <a:srgbClr val="C6A698">
                    <a:alpha val="32968"/>
                  </a:srgbClr>
                </a:gs>
                <a:gs pos="14286">
                  <a:srgbClr val="C6A698">
                    <a:alpha val="30764"/>
                  </a:srgbClr>
                </a:gs>
                <a:gs pos="28571">
                  <a:srgbClr val="C6A698">
                    <a:alpha val="24833"/>
                  </a:srgbClr>
                </a:gs>
                <a:gs pos="42857">
                  <a:srgbClr val="C6A698">
                    <a:alpha val="17075"/>
                  </a:srgbClr>
                </a:gs>
                <a:gs pos="57143">
                  <a:srgbClr val="C6A698">
                    <a:alpha val="9855"/>
                  </a:srgbClr>
                </a:gs>
                <a:gs pos="71429">
                  <a:srgbClr val="C6A698">
                    <a:alpha val="4740"/>
                  </a:srgbClr>
                </a:gs>
                <a:gs pos="85714">
                  <a:srgbClr val="C6A698">
                    <a:alpha val="1902"/>
                  </a:srgbClr>
                </a:gs>
                <a:gs pos="100000">
                  <a:srgbClr val="C6A6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4" name="Splat 1494"/>
            <p:cNvSpPr>
              <a:spLocks noGrp="1"/>
            </p:cNvSpPr>
            <p:nvPr/>
          </p:nvSpPr>
          <p:spPr>
            <a:xfrm rot="5275537">
              <a:off x="118956" y="1908769"/>
              <a:ext cx="662132" cy="490562"/>
            </a:xfrm>
            <a:prstGeom prst="ellipse">
              <a:avLst/>
            </a:prstGeom>
            <a:gradFill>
              <a:gsLst>
                <a:gs pos="0">
                  <a:srgbClr val="B4978C">
                    <a:alpha val="25069"/>
                  </a:srgbClr>
                </a:gs>
                <a:gs pos="14286">
                  <a:srgbClr val="B4978C">
                    <a:alpha val="23299"/>
                  </a:srgbClr>
                </a:gs>
                <a:gs pos="28571">
                  <a:srgbClr val="B4978C">
                    <a:alpha val="18614"/>
                  </a:srgbClr>
                </a:gs>
                <a:gs pos="42857">
                  <a:srgbClr val="B4978C">
                    <a:alpha val="12637"/>
                  </a:srgbClr>
                </a:gs>
                <a:gs pos="57143">
                  <a:srgbClr val="B4978C">
                    <a:alpha val="7212"/>
                  </a:srgbClr>
                </a:gs>
                <a:gs pos="71429">
                  <a:srgbClr val="B4978C">
                    <a:alpha val="3443"/>
                  </a:srgbClr>
                </a:gs>
                <a:gs pos="85714">
                  <a:srgbClr val="B4978C">
                    <a:alpha val="1376"/>
                  </a:srgbClr>
                </a:gs>
                <a:gs pos="100000">
                  <a:srgbClr val="B4978C">
                    <a:alpha val="4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5" name="Splat 1495"/>
            <p:cNvSpPr>
              <a:spLocks noGrp="1"/>
            </p:cNvSpPr>
            <p:nvPr/>
          </p:nvSpPr>
          <p:spPr>
            <a:xfrm rot="-10482490">
              <a:off x="-11260" y="1936346"/>
              <a:ext cx="437133" cy="355506"/>
            </a:xfrm>
            <a:prstGeom prst="ellipse">
              <a:avLst/>
            </a:prstGeom>
            <a:gradFill>
              <a:gsLst>
                <a:gs pos="0">
                  <a:srgbClr val="8A4A00">
                    <a:alpha val="32968"/>
                  </a:srgbClr>
                </a:gs>
                <a:gs pos="14286">
                  <a:srgbClr val="8A4A00">
                    <a:alpha val="30764"/>
                  </a:srgbClr>
                </a:gs>
                <a:gs pos="28571">
                  <a:srgbClr val="8A4A00">
                    <a:alpha val="24833"/>
                  </a:srgbClr>
                </a:gs>
                <a:gs pos="42857">
                  <a:srgbClr val="8A4A00">
                    <a:alpha val="17075"/>
                  </a:srgbClr>
                </a:gs>
                <a:gs pos="57143">
                  <a:srgbClr val="8A4A00">
                    <a:alpha val="9855"/>
                  </a:srgbClr>
                </a:gs>
                <a:gs pos="71429">
                  <a:srgbClr val="8A4A00">
                    <a:alpha val="4740"/>
                  </a:srgbClr>
                </a:gs>
                <a:gs pos="85714">
                  <a:srgbClr val="8A4A00">
                    <a:alpha val="1902"/>
                  </a:srgbClr>
                </a:gs>
                <a:gs pos="100000">
                  <a:srgbClr val="8A4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6" name="Splat 1496"/>
            <p:cNvSpPr>
              <a:spLocks noGrp="1"/>
            </p:cNvSpPr>
            <p:nvPr/>
          </p:nvSpPr>
          <p:spPr>
            <a:xfrm rot="4414391">
              <a:off x="-373893" y="1919884"/>
              <a:ext cx="849645" cy="405029"/>
            </a:xfrm>
            <a:prstGeom prst="ellipse">
              <a:avLst/>
            </a:prstGeom>
            <a:gradFill>
              <a:gsLst>
                <a:gs pos="0">
                  <a:srgbClr val="AA7600">
                    <a:alpha val="17108"/>
                  </a:srgbClr>
                </a:gs>
                <a:gs pos="14286">
                  <a:srgbClr val="AA7600">
                    <a:alpha val="15840"/>
                  </a:srgbClr>
                </a:gs>
                <a:gs pos="28571">
                  <a:srgbClr val="AA7600">
                    <a:alpha val="12532"/>
                  </a:srgbClr>
                </a:gs>
                <a:gs pos="42857">
                  <a:srgbClr val="AA7600">
                    <a:alpha val="8408"/>
                  </a:srgbClr>
                </a:gs>
                <a:gs pos="57143">
                  <a:srgbClr val="AA7600">
                    <a:alpha val="4750"/>
                  </a:srgbClr>
                </a:gs>
                <a:gs pos="71429">
                  <a:srgbClr val="AA7600">
                    <a:alpha val="2252"/>
                  </a:srgbClr>
                </a:gs>
                <a:gs pos="85714">
                  <a:srgbClr val="AA7600">
                    <a:alpha val="897"/>
                  </a:srgbClr>
                </a:gs>
                <a:gs pos="100000">
                  <a:srgbClr val="AA7600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7" name="Splat 1497"/>
            <p:cNvSpPr>
              <a:spLocks noGrp="1"/>
            </p:cNvSpPr>
            <p:nvPr/>
          </p:nvSpPr>
          <p:spPr>
            <a:xfrm rot="-10336058">
              <a:off x="3226152" y="1750190"/>
              <a:ext cx="680205" cy="589758"/>
            </a:xfrm>
            <a:prstGeom prst="ellipse">
              <a:avLst/>
            </a:prstGeom>
            <a:gradFill>
              <a:gsLst>
                <a:gs pos="0">
                  <a:srgbClr val="D0BDB6">
                    <a:alpha val="32483"/>
                  </a:srgbClr>
                </a:gs>
                <a:gs pos="14286">
                  <a:srgbClr val="D0BDB6">
                    <a:alpha val="30303"/>
                  </a:srgbClr>
                </a:gs>
                <a:gs pos="28571">
                  <a:srgbClr val="D0BDB6">
                    <a:alpha val="24445"/>
                  </a:srgbClr>
                </a:gs>
                <a:gs pos="42857">
                  <a:srgbClr val="D0BDB6">
                    <a:alpha val="16795"/>
                  </a:srgbClr>
                </a:gs>
                <a:gs pos="57143">
                  <a:srgbClr val="D0BDB6">
                    <a:alpha val="9686"/>
                  </a:srgbClr>
                </a:gs>
                <a:gs pos="71429">
                  <a:srgbClr val="D0BDB6">
                    <a:alpha val="4657"/>
                  </a:srgbClr>
                </a:gs>
                <a:gs pos="85714">
                  <a:srgbClr val="D0BDB6">
                    <a:alpha val="1868"/>
                  </a:srgbClr>
                </a:gs>
                <a:gs pos="100000">
                  <a:srgbClr val="D0BDB6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8" name="Splat 1498"/>
            <p:cNvSpPr>
              <a:spLocks noGrp="1"/>
            </p:cNvSpPr>
            <p:nvPr/>
          </p:nvSpPr>
          <p:spPr>
            <a:xfrm rot="6611172">
              <a:off x="3118327" y="1748978"/>
              <a:ext cx="652362" cy="485369"/>
            </a:xfrm>
            <a:prstGeom prst="ellipse">
              <a:avLst/>
            </a:prstGeom>
            <a:gradFill>
              <a:gsLst>
                <a:gs pos="0">
                  <a:srgbClr val="C5AEA7">
                    <a:alpha val="32968"/>
                  </a:srgbClr>
                </a:gs>
                <a:gs pos="14286">
                  <a:srgbClr val="C5AEA7">
                    <a:alpha val="30764"/>
                  </a:srgbClr>
                </a:gs>
                <a:gs pos="28571">
                  <a:srgbClr val="C5AEA7">
                    <a:alpha val="24833"/>
                  </a:srgbClr>
                </a:gs>
                <a:gs pos="42857">
                  <a:srgbClr val="C5AEA7">
                    <a:alpha val="17075"/>
                  </a:srgbClr>
                </a:gs>
                <a:gs pos="57143">
                  <a:srgbClr val="C5AEA7">
                    <a:alpha val="9855"/>
                  </a:srgbClr>
                </a:gs>
                <a:gs pos="71429">
                  <a:srgbClr val="C5AEA7">
                    <a:alpha val="4740"/>
                  </a:srgbClr>
                </a:gs>
                <a:gs pos="85714">
                  <a:srgbClr val="C5AEA7">
                    <a:alpha val="1902"/>
                  </a:srgbClr>
                </a:gs>
                <a:gs pos="100000">
                  <a:srgbClr val="C5AEA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9" name="Splat 1499"/>
            <p:cNvSpPr>
              <a:spLocks noGrp="1"/>
            </p:cNvSpPr>
            <p:nvPr/>
          </p:nvSpPr>
          <p:spPr>
            <a:xfrm rot="7704671">
              <a:off x="2887681" y="1747847"/>
              <a:ext cx="696154" cy="525332"/>
            </a:xfrm>
            <a:prstGeom prst="ellipse">
              <a:avLst/>
            </a:prstGeom>
            <a:gradFill>
              <a:gsLst>
                <a:gs pos="0">
                  <a:srgbClr val="533600">
                    <a:alpha val="26002"/>
                  </a:srgbClr>
                </a:gs>
                <a:gs pos="14286">
                  <a:srgbClr val="533600">
                    <a:alpha val="24178"/>
                  </a:srgbClr>
                </a:gs>
                <a:gs pos="28571">
                  <a:srgbClr val="533600">
                    <a:alpha val="19338"/>
                  </a:srgbClr>
                </a:gs>
                <a:gs pos="42857">
                  <a:srgbClr val="533600">
                    <a:alpha val="13148"/>
                  </a:srgbClr>
                </a:gs>
                <a:gs pos="57143">
                  <a:srgbClr val="533600">
                    <a:alpha val="7513"/>
                  </a:srgbClr>
                </a:gs>
                <a:gs pos="71429">
                  <a:srgbClr val="533600">
                    <a:alpha val="3590"/>
                  </a:srgbClr>
                </a:gs>
                <a:gs pos="85714">
                  <a:srgbClr val="533600">
                    <a:alpha val="1435"/>
                  </a:srgbClr>
                </a:gs>
                <a:gs pos="100000">
                  <a:srgbClr val="533600">
                    <a:alpha val="4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0" name="Splat 1500"/>
            <p:cNvSpPr>
              <a:spLocks noGrp="1"/>
            </p:cNvSpPr>
            <p:nvPr/>
          </p:nvSpPr>
          <p:spPr>
            <a:xfrm rot="3388558">
              <a:off x="2724968" y="1834172"/>
              <a:ext cx="709070" cy="337835"/>
            </a:xfrm>
            <a:prstGeom prst="ellipse">
              <a:avLst/>
            </a:prstGeom>
            <a:gradFill>
              <a:gsLst>
                <a:gs pos="0">
                  <a:srgbClr val="000300">
                    <a:alpha val="20435"/>
                  </a:srgbClr>
                </a:gs>
                <a:gs pos="14286">
                  <a:srgbClr val="000300">
                    <a:alpha val="18950"/>
                  </a:srgbClr>
                </a:gs>
                <a:gs pos="28571">
                  <a:srgbClr val="000300">
                    <a:alpha val="15052"/>
                  </a:srgbClr>
                </a:gs>
                <a:gs pos="42857">
                  <a:srgbClr val="000300">
                    <a:alpha val="10148"/>
                  </a:srgbClr>
                </a:gs>
                <a:gs pos="57143">
                  <a:srgbClr val="000300">
                    <a:alpha val="5757"/>
                  </a:srgbClr>
                </a:gs>
                <a:gs pos="71429">
                  <a:srgbClr val="000300">
                    <a:alpha val="2737"/>
                  </a:srgbClr>
                </a:gs>
                <a:gs pos="85714">
                  <a:srgbClr val="000300">
                    <a:alpha val="1091"/>
                  </a:srgbClr>
                </a:gs>
                <a:gs pos="100000">
                  <a:srgbClr val="000300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1" name="Splat 1501"/>
            <p:cNvSpPr>
              <a:spLocks noGrp="1"/>
            </p:cNvSpPr>
            <p:nvPr/>
          </p:nvSpPr>
          <p:spPr>
            <a:xfrm rot="8539920">
              <a:off x="2566153" y="1806241"/>
              <a:ext cx="650764" cy="404975"/>
            </a:xfrm>
            <a:prstGeom prst="ellipse">
              <a:avLst/>
            </a:prstGeom>
            <a:gradFill>
              <a:gsLst>
                <a:gs pos="0">
                  <a:srgbClr val="B2A700">
                    <a:alpha val="9581"/>
                  </a:srgbClr>
                </a:gs>
                <a:gs pos="14286">
                  <a:srgbClr val="B2A700">
                    <a:alpha val="8842"/>
                  </a:srgbClr>
                </a:gs>
                <a:gs pos="28571">
                  <a:srgbClr val="B2A700">
                    <a:alpha val="6936"/>
                  </a:srgbClr>
                </a:gs>
                <a:gs pos="42857">
                  <a:srgbClr val="B2A700">
                    <a:alpha val="4605"/>
                  </a:srgbClr>
                </a:gs>
                <a:gs pos="57143">
                  <a:srgbClr val="B2A700">
                    <a:alpha val="2579"/>
                  </a:srgbClr>
                </a:gs>
                <a:gs pos="71429">
                  <a:srgbClr val="B2A700">
                    <a:alpha val="1215"/>
                  </a:srgbClr>
                </a:gs>
                <a:gs pos="85714">
                  <a:srgbClr val="B2A700">
                    <a:alpha val="482"/>
                  </a:srgbClr>
                </a:gs>
                <a:gs pos="100000">
                  <a:srgbClr val="B2A700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2" name="Splat 1502"/>
            <p:cNvSpPr>
              <a:spLocks noGrp="1"/>
            </p:cNvSpPr>
            <p:nvPr/>
          </p:nvSpPr>
          <p:spPr>
            <a:xfrm rot="-10189472">
              <a:off x="2434410" y="1862650"/>
              <a:ext cx="706940" cy="445642"/>
            </a:xfrm>
            <a:prstGeom prst="ellipse">
              <a:avLst/>
            </a:prstGeom>
            <a:gradFill>
              <a:gsLst>
                <a:gs pos="0">
                  <a:srgbClr val="5D3600">
                    <a:alpha val="19264"/>
                  </a:srgbClr>
                </a:gs>
                <a:gs pos="14286">
                  <a:srgbClr val="5D3600">
                    <a:alpha val="17854"/>
                  </a:srgbClr>
                </a:gs>
                <a:gs pos="28571">
                  <a:srgbClr val="5D3600">
                    <a:alpha val="14162"/>
                  </a:srgbClr>
                </a:gs>
                <a:gs pos="42857">
                  <a:srgbClr val="5D3600">
                    <a:alpha val="9531"/>
                  </a:srgbClr>
                </a:gs>
                <a:gs pos="57143">
                  <a:srgbClr val="5D3600">
                    <a:alpha val="5399"/>
                  </a:srgbClr>
                </a:gs>
                <a:gs pos="71429">
                  <a:srgbClr val="5D3600">
                    <a:alpha val="2565"/>
                  </a:srgbClr>
                </a:gs>
                <a:gs pos="85714">
                  <a:srgbClr val="5D3600">
                    <a:alpha val="1022"/>
                  </a:srgbClr>
                </a:gs>
                <a:gs pos="100000">
                  <a:srgbClr val="5D3600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3" name="Splat 1503"/>
            <p:cNvSpPr>
              <a:spLocks noGrp="1"/>
            </p:cNvSpPr>
            <p:nvPr/>
          </p:nvSpPr>
          <p:spPr>
            <a:xfrm rot="6104241">
              <a:off x="2349875" y="1904228"/>
              <a:ext cx="525378" cy="341065"/>
            </a:xfrm>
            <a:prstGeom prst="ellipse">
              <a:avLst/>
            </a:prstGeom>
            <a:gradFill>
              <a:gsLst>
                <a:gs pos="0">
                  <a:srgbClr val="D9C1AA">
                    <a:alpha val="16142"/>
                  </a:srgbClr>
                </a:gs>
                <a:gs pos="14286">
                  <a:srgbClr val="D9C1AA">
                    <a:alpha val="14939"/>
                  </a:srgbClr>
                </a:gs>
                <a:gs pos="28571">
                  <a:srgbClr val="D9C1AA">
                    <a:alpha val="11806"/>
                  </a:srgbClr>
                </a:gs>
                <a:gs pos="42857">
                  <a:srgbClr val="D9C1AA">
                    <a:alpha val="7910"/>
                  </a:srgbClr>
                </a:gs>
                <a:gs pos="57143">
                  <a:srgbClr val="D9C1AA">
                    <a:alpha val="4463"/>
                  </a:srgbClr>
                </a:gs>
                <a:gs pos="71429">
                  <a:srgbClr val="D9C1AA">
                    <a:alpha val="2115"/>
                  </a:srgbClr>
                </a:gs>
                <a:gs pos="85714">
                  <a:srgbClr val="D9C1AA">
                    <a:alpha val="842"/>
                  </a:srgbClr>
                </a:gs>
                <a:gs pos="100000">
                  <a:srgbClr val="D9C1AA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4" name="Splat 1504"/>
            <p:cNvSpPr>
              <a:spLocks noGrp="1"/>
            </p:cNvSpPr>
            <p:nvPr/>
          </p:nvSpPr>
          <p:spPr>
            <a:xfrm rot="9118708">
              <a:off x="2144037" y="1825746"/>
              <a:ext cx="683671" cy="483382"/>
            </a:xfrm>
            <a:prstGeom prst="ellipse">
              <a:avLst/>
            </a:prstGeom>
            <a:gradFill>
              <a:gsLst>
                <a:gs pos="0">
                  <a:srgbClr val="D9A800">
                    <a:alpha val="2569"/>
                  </a:srgbClr>
                </a:gs>
                <a:gs pos="14286">
                  <a:srgbClr val="D9A800">
                    <a:alpha val="2364"/>
                  </a:srgbClr>
                </a:gs>
                <a:gs pos="28571">
                  <a:srgbClr val="D9A800">
                    <a:alpha val="1840"/>
                  </a:srgbClr>
                </a:gs>
                <a:gs pos="42857">
                  <a:srgbClr val="D9A800">
                    <a:alpha val="1211"/>
                  </a:srgbClr>
                </a:gs>
                <a:gs pos="57143">
                  <a:srgbClr val="D9A800">
                    <a:alpha val="673"/>
                  </a:srgbClr>
                </a:gs>
                <a:gs pos="71429">
                  <a:srgbClr val="D9A800">
                    <a:alpha val="315"/>
                  </a:srgbClr>
                </a:gs>
                <a:gs pos="85714">
                  <a:srgbClr val="D9A800">
                    <a:alpha val="125"/>
                  </a:srgbClr>
                </a:gs>
                <a:gs pos="100000">
                  <a:srgbClr val="D9A80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5" name="Splat 1505"/>
            <p:cNvSpPr>
              <a:spLocks noGrp="1"/>
            </p:cNvSpPr>
            <p:nvPr/>
          </p:nvSpPr>
          <p:spPr>
            <a:xfrm rot="9712795">
              <a:off x="1787721" y="1751328"/>
              <a:ext cx="583020" cy="458747"/>
            </a:xfrm>
            <a:prstGeom prst="ellipse">
              <a:avLst/>
            </a:prstGeom>
            <a:gradFill>
              <a:gsLst>
                <a:gs pos="0">
                  <a:srgbClr val="000000">
                    <a:alpha val="26223"/>
                  </a:srgbClr>
                </a:gs>
                <a:gs pos="14286">
                  <a:srgbClr val="000000">
                    <a:alpha val="24385"/>
                  </a:srgbClr>
                </a:gs>
                <a:gs pos="28571">
                  <a:srgbClr val="000000">
                    <a:alpha val="19509"/>
                  </a:srgbClr>
                </a:gs>
                <a:gs pos="42857">
                  <a:srgbClr val="000000">
                    <a:alpha val="13269"/>
                  </a:srgbClr>
                </a:gs>
                <a:gs pos="57143">
                  <a:srgbClr val="000000">
                    <a:alpha val="7585"/>
                  </a:srgbClr>
                </a:gs>
                <a:gs pos="71429">
                  <a:srgbClr val="000000">
                    <a:alpha val="3625"/>
                  </a:srgbClr>
                </a:gs>
                <a:gs pos="85714">
                  <a:srgbClr val="000000">
                    <a:alpha val="1449"/>
                  </a:srgbClr>
                </a:gs>
                <a:gs pos="100000">
                  <a:srgbClr val="000000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6" name="Splat 1506"/>
            <p:cNvSpPr>
              <a:spLocks noGrp="1"/>
            </p:cNvSpPr>
            <p:nvPr/>
          </p:nvSpPr>
          <p:spPr>
            <a:xfrm rot="-10209029">
              <a:off x="1489720" y="1837894"/>
              <a:ext cx="519184" cy="478335"/>
            </a:xfrm>
            <a:prstGeom prst="ellipse">
              <a:avLst/>
            </a:prstGeom>
            <a:gradFill>
              <a:gsLst>
                <a:gs pos="0">
                  <a:srgbClr val="E00000">
                    <a:alpha val="3735"/>
                  </a:srgbClr>
                </a:gs>
                <a:gs pos="14286">
                  <a:srgbClr val="E00000">
                    <a:alpha val="3438"/>
                  </a:srgbClr>
                </a:gs>
                <a:gs pos="28571">
                  <a:srgbClr val="E00000">
                    <a:alpha val="2680"/>
                  </a:srgbClr>
                </a:gs>
                <a:gs pos="42857">
                  <a:srgbClr val="E00000">
                    <a:alpha val="1766"/>
                  </a:srgbClr>
                </a:gs>
                <a:gs pos="57143">
                  <a:srgbClr val="E00000">
                    <a:alpha val="983"/>
                  </a:srgbClr>
                </a:gs>
                <a:gs pos="71429">
                  <a:srgbClr val="E00000">
                    <a:alpha val="461"/>
                  </a:srgbClr>
                </a:gs>
                <a:gs pos="85714">
                  <a:srgbClr val="E00000">
                    <a:alpha val="183"/>
                  </a:srgbClr>
                </a:gs>
                <a:gs pos="100000">
                  <a:srgbClr val="E00000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7" name="Splat 1507"/>
            <p:cNvSpPr>
              <a:spLocks noGrp="1"/>
            </p:cNvSpPr>
            <p:nvPr/>
          </p:nvSpPr>
          <p:spPr>
            <a:xfrm rot="8322404">
              <a:off x="1301588" y="1880824"/>
              <a:ext cx="564738" cy="332837"/>
            </a:xfrm>
            <a:prstGeom prst="ellipse">
              <a:avLst/>
            </a:prstGeom>
            <a:gradFill>
              <a:gsLst>
                <a:gs pos="0">
                  <a:srgbClr val="DB9200">
                    <a:alpha val="9193"/>
                  </a:srgbClr>
                </a:gs>
                <a:gs pos="14286">
                  <a:srgbClr val="DB9200">
                    <a:alpha val="8482"/>
                  </a:srgbClr>
                </a:gs>
                <a:gs pos="28571">
                  <a:srgbClr val="DB9200">
                    <a:alpha val="6651"/>
                  </a:srgbClr>
                </a:gs>
                <a:gs pos="42857">
                  <a:srgbClr val="DB9200">
                    <a:alpha val="4414"/>
                  </a:srgbClr>
                </a:gs>
                <a:gs pos="57143">
                  <a:srgbClr val="DB9200">
                    <a:alpha val="2470"/>
                  </a:srgbClr>
                </a:gs>
                <a:gs pos="71429">
                  <a:srgbClr val="DB9200">
                    <a:alpha val="1164"/>
                  </a:srgbClr>
                </a:gs>
                <a:gs pos="85714">
                  <a:srgbClr val="DB9200">
                    <a:alpha val="462"/>
                  </a:srgbClr>
                </a:gs>
                <a:gs pos="100000">
                  <a:srgbClr val="DB9200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8" name="Splat 1508"/>
            <p:cNvSpPr>
              <a:spLocks noGrp="1"/>
            </p:cNvSpPr>
            <p:nvPr/>
          </p:nvSpPr>
          <p:spPr>
            <a:xfrm rot="7427204">
              <a:off x="1127795" y="1706787"/>
              <a:ext cx="689734" cy="518058"/>
            </a:xfrm>
            <a:prstGeom prst="ellipse">
              <a:avLst/>
            </a:prstGeom>
            <a:gradFill>
              <a:gsLst>
                <a:gs pos="0">
                  <a:srgbClr val="7A0000">
                    <a:alpha val="21373"/>
                  </a:srgbClr>
                </a:gs>
                <a:gs pos="14286">
                  <a:srgbClr val="7A0000">
                    <a:alpha val="19829"/>
                  </a:srgbClr>
                </a:gs>
                <a:gs pos="28571">
                  <a:srgbClr val="7A0000">
                    <a:alpha val="15768"/>
                  </a:srgbClr>
                </a:gs>
                <a:gs pos="42857">
                  <a:srgbClr val="7A0000">
                    <a:alpha val="10645"/>
                  </a:srgbClr>
                </a:gs>
                <a:gs pos="57143">
                  <a:srgbClr val="7A0000">
                    <a:alpha val="6046"/>
                  </a:srgbClr>
                </a:gs>
                <a:gs pos="71429">
                  <a:srgbClr val="7A0000">
                    <a:alpha val="2877"/>
                  </a:srgbClr>
                </a:gs>
                <a:gs pos="85714">
                  <a:srgbClr val="7A0000">
                    <a:alpha val="1148"/>
                  </a:srgbClr>
                </a:gs>
                <a:gs pos="100000">
                  <a:srgbClr val="7A0000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9" name="Splat 1509"/>
            <p:cNvSpPr>
              <a:spLocks noGrp="1"/>
            </p:cNvSpPr>
            <p:nvPr/>
          </p:nvSpPr>
          <p:spPr>
            <a:xfrm rot="3288990">
              <a:off x="984090" y="1766450"/>
              <a:ext cx="571265" cy="489507"/>
            </a:xfrm>
            <a:prstGeom prst="ellipse">
              <a:avLst/>
            </a:prstGeom>
            <a:gradFill>
              <a:gsLst>
                <a:gs pos="0">
                  <a:srgbClr val="FFA000">
                    <a:alpha val="2276"/>
                  </a:srgbClr>
                </a:gs>
                <a:gs pos="14286">
                  <a:srgbClr val="FFA000">
                    <a:alpha val="2094"/>
                  </a:srgbClr>
                </a:gs>
                <a:gs pos="28571">
                  <a:srgbClr val="FFA000">
                    <a:alpha val="1630"/>
                  </a:srgbClr>
                </a:gs>
                <a:gs pos="42857">
                  <a:srgbClr val="FFA000">
                    <a:alpha val="1072"/>
                  </a:srgbClr>
                </a:gs>
                <a:gs pos="57143">
                  <a:srgbClr val="FFA000">
                    <a:alpha val="595"/>
                  </a:srgbClr>
                </a:gs>
                <a:gs pos="71429">
                  <a:srgbClr val="FFA000">
                    <a:alpha val="279"/>
                  </a:srgbClr>
                </a:gs>
                <a:gs pos="85714">
                  <a:srgbClr val="FFA000">
                    <a:alpha val="110"/>
                  </a:srgbClr>
                </a:gs>
                <a:gs pos="100000">
                  <a:srgbClr val="FFA00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0" name="Splat 1510"/>
            <p:cNvSpPr>
              <a:spLocks noGrp="1"/>
            </p:cNvSpPr>
            <p:nvPr/>
          </p:nvSpPr>
          <p:spPr>
            <a:xfrm rot="-8642089">
              <a:off x="781116" y="1840720"/>
              <a:ext cx="614063" cy="382171"/>
            </a:xfrm>
            <a:prstGeom prst="ellipse">
              <a:avLst/>
            </a:prstGeom>
            <a:gradFill>
              <a:gsLst>
                <a:gs pos="0">
                  <a:srgbClr val="690000">
                    <a:alpha val="9552"/>
                  </a:srgbClr>
                </a:gs>
                <a:gs pos="14286">
                  <a:srgbClr val="690000">
                    <a:alpha val="8814"/>
                  </a:srgbClr>
                </a:gs>
                <a:gs pos="28571">
                  <a:srgbClr val="690000">
                    <a:alpha val="6914"/>
                  </a:srgbClr>
                </a:gs>
                <a:gs pos="42857">
                  <a:srgbClr val="690000">
                    <a:alpha val="4591"/>
                  </a:srgbClr>
                </a:gs>
                <a:gs pos="57143">
                  <a:srgbClr val="690000">
                    <a:alpha val="2570"/>
                  </a:srgbClr>
                </a:gs>
                <a:gs pos="71429">
                  <a:srgbClr val="690000">
                    <a:alpha val="1211"/>
                  </a:srgbClr>
                </a:gs>
                <a:gs pos="85714">
                  <a:srgbClr val="690000">
                    <a:alpha val="481"/>
                  </a:srgbClr>
                </a:gs>
                <a:gs pos="100000">
                  <a:srgbClr val="690000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1" name="Splat 1511"/>
            <p:cNvSpPr>
              <a:spLocks noGrp="1"/>
            </p:cNvSpPr>
            <p:nvPr/>
          </p:nvSpPr>
          <p:spPr>
            <a:xfrm rot="-9092774">
              <a:off x="383511" y="1752236"/>
              <a:ext cx="702027" cy="518596"/>
            </a:xfrm>
            <a:prstGeom prst="ellipse">
              <a:avLst/>
            </a:prstGeom>
            <a:gradFill>
              <a:gsLst>
                <a:gs pos="0">
                  <a:srgbClr val="FF8200">
                    <a:alpha val="2634"/>
                  </a:srgbClr>
                </a:gs>
                <a:gs pos="14286">
                  <a:srgbClr val="FF8200">
                    <a:alpha val="2423"/>
                  </a:srgbClr>
                </a:gs>
                <a:gs pos="28571">
                  <a:srgbClr val="FF8200">
                    <a:alpha val="1887"/>
                  </a:srgbClr>
                </a:gs>
                <a:gs pos="42857">
                  <a:srgbClr val="FF8200">
                    <a:alpha val="1242"/>
                  </a:srgbClr>
                </a:gs>
                <a:gs pos="57143">
                  <a:srgbClr val="FF8200">
                    <a:alpha val="690"/>
                  </a:srgbClr>
                </a:gs>
                <a:gs pos="71429">
                  <a:srgbClr val="FF8200">
                    <a:alpha val="324"/>
                  </a:srgbClr>
                </a:gs>
                <a:gs pos="85714">
                  <a:srgbClr val="FF8200">
                    <a:alpha val="128"/>
                  </a:srgbClr>
                </a:gs>
                <a:gs pos="100000">
                  <a:srgbClr val="FF8200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2" name="Splat 1512"/>
            <p:cNvSpPr>
              <a:spLocks noGrp="1"/>
            </p:cNvSpPr>
            <p:nvPr/>
          </p:nvSpPr>
          <p:spPr>
            <a:xfrm rot="2759310">
              <a:off x="217108" y="1838030"/>
              <a:ext cx="724560" cy="369411"/>
            </a:xfrm>
            <a:prstGeom prst="ellipse">
              <a:avLst/>
            </a:prstGeom>
            <a:gradFill>
              <a:gsLst>
                <a:gs pos="0">
                  <a:srgbClr val="B7998C">
                    <a:alpha val="32968"/>
                  </a:srgbClr>
                </a:gs>
                <a:gs pos="14286">
                  <a:srgbClr val="B7998C">
                    <a:alpha val="30764"/>
                  </a:srgbClr>
                </a:gs>
                <a:gs pos="28571">
                  <a:srgbClr val="B7998C">
                    <a:alpha val="24833"/>
                  </a:srgbClr>
                </a:gs>
                <a:gs pos="42857">
                  <a:srgbClr val="B7998C">
                    <a:alpha val="17075"/>
                  </a:srgbClr>
                </a:gs>
                <a:gs pos="57143">
                  <a:srgbClr val="B7998C">
                    <a:alpha val="9855"/>
                  </a:srgbClr>
                </a:gs>
                <a:gs pos="71429">
                  <a:srgbClr val="B7998C">
                    <a:alpha val="4740"/>
                  </a:srgbClr>
                </a:gs>
                <a:gs pos="85714">
                  <a:srgbClr val="B7998C">
                    <a:alpha val="1902"/>
                  </a:srgbClr>
                </a:gs>
                <a:gs pos="100000">
                  <a:srgbClr val="B799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3" name="Splat 1513"/>
            <p:cNvSpPr>
              <a:spLocks noGrp="1"/>
            </p:cNvSpPr>
            <p:nvPr/>
          </p:nvSpPr>
          <p:spPr>
            <a:xfrm rot="5030038">
              <a:off x="189548" y="1787346"/>
              <a:ext cx="545754" cy="438381"/>
            </a:xfrm>
            <a:prstGeom prst="ellipse">
              <a:avLst/>
            </a:prstGeom>
            <a:gradFill>
              <a:gsLst>
                <a:gs pos="0">
                  <a:srgbClr val="C5A396">
                    <a:alpha val="32968"/>
                  </a:srgbClr>
                </a:gs>
                <a:gs pos="14286">
                  <a:srgbClr val="C5A396">
                    <a:alpha val="30764"/>
                  </a:srgbClr>
                </a:gs>
                <a:gs pos="28571">
                  <a:srgbClr val="C5A396">
                    <a:alpha val="24833"/>
                  </a:srgbClr>
                </a:gs>
                <a:gs pos="42857">
                  <a:srgbClr val="C5A396">
                    <a:alpha val="17075"/>
                  </a:srgbClr>
                </a:gs>
                <a:gs pos="57143">
                  <a:srgbClr val="C5A396">
                    <a:alpha val="9855"/>
                  </a:srgbClr>
                </a:gs>
                <a:gs pos="71429">
                  <a:srgbClr val="C5A396">
                    <a:alpha val="4740"/>
                  </a:srgbClr>
                </a:gs>
                <a:gs pos="85714">
                  <a:srgbClr val="C5A396">
                    <a:alpha val="1902"/>
                  </a:srgbClr>
                </a:gs>
                <a:gs pos="100000">
                  <a:srgbClr val="C5A39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4" name="Splat 1514"/>
            <p:cNvSpPr>
              <a:spLocks noGrp="1"/>
            </p:cNvSpPr>
            <p:nvPr/>
          </p:nvSpPr>
          <p:spPr>
            <a:xfrm rot="8936878">
              <a:off x="-46309" y="1832133"/>
              <a:ext cx="701723" cy="467716"/>
            </a:xfrm>
            <a:prstGeom prst="ellipse">
              <a:avLst/>
            </a:prstGeom>
            <a:gradFill>
              <a:gsLst>
                <a:gs pos="0">
                  <a:srgbClr val="442D00">
                    <a:alpha val="18518"/>
                  </a:srgbClr>
                </a:gs>
                <a:gs pos="14286">
                  <a:srgbClr val="442D00">
                    <a:alpha val="17157"/>
                  </a:srgbClr>
                </a:gs>
                <a:gs pos="28571">
                  <a:srgbClr val="442D00">
                    <a:alpha val="13597"/>
                  </a:srgbClr>
                </a:gs>
                <a:gs pos="42857">
                  <a:srgbClr val="442D00">
                    <a:alpha val="9141"/>
                  </a:srgbClr>
                </a:gs>
                <a:gs pos="57143">
                  <a:srgbClr val="442D00">
                    <a:alpha val="5173"/>
                  </a:srgbClr>
                </a:gs>
                <a:gs pos="71429">
                  <a:srgbClr val="442D00">
                    <a:alpha val="2456"/>
                  </a:srgbClr>
                </a:gs>
                <a:gs pos="85714">
                  <a:srgbClr val="442D00">
                    <a:alpha val="978"/>
                  </a:srgbClr>
                </a:gs>
                <a:gs pos="100000">
                  <a:srgbClr val="442D00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5" name="Splat 1515"/>
            <p:cNvSpPr>
              <a:spLocks noGrp="1"/>
            </p:cNvSpPr>
            <p:nvPr/>
          </p:nvSpPr>
          <p:spPr>
            <a:xfrm rot="-9940773">
              <a:off x="-197821" y="1804364"/>
              <a:ext cx="645480" cy="499340"/>
            </a:xfrm>
            <a:prstGeom prst="ellipse">
              <a:avLst/>
            </a:prstGeom>
            <a:gradFill>
              <a:gsLst>
                <a:gs pos="0">
                  <a:srgbClr val="3F0000">
                    <a:alpha val="18600"/>
                  </a:srgbClr>
                </a:gs>
                <a:gs pos="14286">
                  <a:srgbClr val="3F0000">
                    <a:alpha val="17233"/>
                  </a:srgbClr>
                </a:gs>
                <a:gs pos="28571">
                  <a:srgbClr val="3F0000">
                    <a:alpha val="13659"/>
                  </a:srgbClr>
                </a:gs>
                <a:gs pos="42857">
                  <a:srgbClr val="3F0000">
                    <a:alpha val="9183"/>
                  </a:srgbClr>
                </a:gs>
                <a:gs pos="57143">
                  <a:srgbClr val="3F0000">
                    <a:alpha val="5198"/>
                  </a:srgbClr>
                </a:gs>
                <a:gs pos="71429">
                  <a:srgbClr val="3F0000">
                    <a:alpha val="2468"/>
                  </a:srgbClr>
                </a:gs>
                <a:gs pos="85714">
                  <a:srgbClr val="3F0000">
                    <a:alpha val="983"/>
                  </a:srgbClr>
                </a:gs>
                <a:gs pos="100000">
                  <a:srgbClr val="3F0000">
                    <a:alpha val="3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6" name="Splat 1516"/>
            <p:cNvSpPr>
              <a:spLocks noGrp="1"/>
            </p:cNvSpPr>
            <p:nvPr/>
          </p:nvSpPr>
          <p:spPr>
            <a:xfrm rot="6401738">
              <a:off x="3276386" y="1542823"/>
              <a:ext cx="635836" cy="595780"/>
            </a:xfrm>
            <a:prstGeom prst="ellipse">
              <a:avLst/>
            </a:prstGeom>
            <a:gradFill>
              <a:gsLst>
                <a:gs pos="0">
                  <a:srgbClr val="CDB7B6">
                    <a:alpha val="29024"/>
                  </a:srgbClr>
                </a:gs>
                <a:gs pos="14286">
                  <a:srgbClr val="CDB7B6">
                    <a:alpha val="27029"/>
                  </a:srgbClr>
                </a:gs>
                <a:gs pos="28571">
                  <a:srgbClr val="CDB7B6">
                    <a:alpha val="21703"/>
                  </a:srgbClr>
                </a:gs>
                <a:gs pos="42857">
                  <a:srgbClr val="CDB7B6">
                    <a:alpha val="14826"/>
                  </a:srgbClr>
                </a:gs>
                <a:gs pos="57143">
                  <a:srgbClr val="CDB7B6">
                    <a:alpha val="8508"/>
                  </a:srgbClr>
                </a:gs>
                <a:gs pos="71429">
                  <a:srgbClr val="CDB7B6">
                    <a:alpha val="4077"/>
                  </a:srgbClr>
                </a:gs>
                <a:gs pos="85714">
                  <a:srgbClr val="CDB7B6">
                    <a:alpha val="1632"/>
                  </a:srgbClr>
                </a:gs>
                <a:gs pos="100000">
                  <a:srgbClr val="CDB7B6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7" name="Splat 1517"/>
            <p:cNvSpPr>
              <a:spLocks noGrp="1"/>
            </p:cNvSpPr>
            <p:nvPr/>
          </p:nvSpPr>
          <p:spPr>
            <a:xfrm rot="6149568">
              <a:off x="3075475" y="1598617"/>
              <a:ext cx="664840" cy="590658"/>
            </a:xfrm>
            <a:prstGeom prst="ellipse">
              <a:avLst/>
            </a:prstGeom>
            <a:gradFill>
              <a:gsLst>
                <a:gs pos="0">
                  <a:srgbClr val="4B4300">
                    <a:alpha val="3315"/>
                  </a:srgbClr>
                </a:gs>
                <a:gs pos="14286">
                  <a:srgbClr val="4B4300">
                    <a:alpha val="3051"/>
                  </a:srgbClr>
                </a:gs>
                <a:gs pos="28571">
                  <a:srgbClr val="4B4300">
                    <a:alpha val="2377"/>
                  </a:srgbClr>
                </a:gs>
                <a:gs pos="42857">
                  <a:srgbClr val="4B4300">
                    <a:alpha val="1566"/>
                  </a:srgbClr>
                </a:gs>
                <a:gs pos="57143">
                  <a:srgbClr val="4B4300">
                    <a:alpha val="871"/>
                  </a:srgbClr>
                </a:gs>
                <a:gs pos="71429">
                  <a:srgbClr val="4B4300">
                    <a:alpha val="408"/>
                  </a:srgbClr>
                </a:gs>
                <a:gs pos="85714">
                  <a:srgbClr val="4B4300">
                    <a:alpha val="162"/>
                  </a:srgbClr>
                </a:gs>
                <a:gs pos="100000">
                  <a:srgbClr val="4B4300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8" name="Splat 1518"/>
            <p:cNvSpPr>
              <a:spLocks noGrp="1"/>
            </p:cNvSpPr>
            <p:nvPr/>
          </p:nvSpPr>
          <p:spPr>
            <a:xfrm rot="7639997">
              <a:off x="2863203" y="1531225"/>
              <a:ext cx="657112" cy="542420"/>
            </a:xfrm>
            <a:prstGeom prst="ellipse">
              <a:avLst/>
            </a:prstGeom>
            <a:gradFill>
              <a:gsLst>
                <a:gs pos="0">
                  <a:srgbClr val="483200">
                    <a:alpha val="21920"/>
                  </a:srgbClr>
                </a:gs>
                <a:gs pos="14286">
                  <a:srgbClr val="483200">
                    <a:alpha val="20342"/>
                  </a:srgbClr>
                </a:gs>
                <a:gs pos="28571">
                  <a:srgbClr val="483200">
                    <a:alpha val="16187"/>
                  </a:srgbClr>
                </a:gs>
                <a:gs pos="42857">
                  <a:srgbClr val="483200">
                    <a:alpha val="10937"/>
                  </a:srgbClr>
                </a:gs>
                <a:gs pos="57143">
                  <a:srgbClr val="483200">
                    <a:alpha val="6216"/>
                  </a:srgbClr>
                </a:gs>
                <a:gs pos="71429">
                  <a:srgbClr val="483200">
                    <a:alpha val="2959"/>
                  </a:srgbClr>
                </a:gs>
                <a:gs pos="85714">
                  <a:srgbClr val="483200">
                    <a:alpha val="1181"/>
                  </a:srgbClr>
                </a:gs>
                <a:gs pos="100000">
                  <a:srgbClr val="483200">
                    <a:alpha val="3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9" name="Splat 1519"/>
            <p:cNvSpPr>
              <a:spLocks noGrp="1"/>
            </p:cNvSpPr>
            <p:nvPr/>
          </p:nvSpPr>
          <p:spPr>
            <a:xfrm rot="2990621">
              <a:off x="2774324" y="1724409"/>
              <a:ext cx="625067" cy="328578"/>
            </a:xfrm>
            <a:prstGeom prst="ellipse">
              <a:avLst/>
            </a:prstGeom>
            <a:gradFill>
              <a:gsLst>
                <a:gs pos="0">
                  <a:srgbClr val="CBB7B6">
                    <a:alpha val="23060"/>
                  </a:srgbClr>
                </a:gs>
                <a:gs pos="14286">
                  <a:srgbClr val="CBB7B6">
                    <a:alpha val="21411"/>
                  </a:srgbClr>
                </a:gs>
                <a:gs pos="28571">
                  <a:srgbClr val="CBB7B6">
                    <a:alpha val="17062"/>
                  </a:srgbClr>
                </a:gs>
                <a:gs pos="42857">
                  <a:srgbClr val="CBB7B6">
                    <a:alpha val="11548"/>
                  </a:srgbClr>
                </a:gs>
                <a:gs pos="57143">
                  <a:srgbClr val="CBB7B6">
                    <a:alpha val="6573"/>
                  </a:srgbClr>
                </a:gs>
                <a:gs pos="71429">
                  <a:srgbClr val="CBB7B6">
                    <a:alpha val="3133"/>
                  </a:srgbClr>
                </a:gs>
                <a:gs pos="85714">
                  <a:srgbClr val="CBB7B6">
                    <a:alpha val="1251"/>
                  </a:srgbClr>
                </a:gs>
                <a:gs pos="100000">
                  <a:srgbClr val="CBB7B6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0" name="Splat 1520"/>
            <p:cNvSpPr>
              <a:spLocks noGrp="1"/>
            </p:cNvSpPr>
            <p:nvPr/>
          </p:nvSpPr>
          <p:spPr>
            <a:xfrm rot="7352005">
              <a:off x="2355754" y="1704700"/>
              <a:ext cx="801185" cy="361983"/>
            </a:xfrm>
            <a:prstGeom prst="ellipse">
              <a:avLst/>
            </a:prstGeom>
            <a:gradFill>
              <a:gsLst>
                <a:gs pos="0">
                  <a:srgbClr val="08001E">
                    <a:alpha val="22105"/>
                  </a:srgbClr>
                </a:gs>
                <a:gs pos="14286">
                  <a:srgbClr val="08001E">
                    <a:alpha val="20515"/>
                  </a:srgbClr>
                </a:gs>
                <a:gs pos="28571">
                  <a:srgbClr val="08001E">
                    <a:alpha val="16329"/>
                  </a:srgbClr>
                </a:gs>
                <a:gs pos="42857">
                  <a:srgbClr val="08001E">
                    <a:alpha val="11036"/>
                  </a:srgbClr>
                </a:gs>
                <a:gs pos="57143">
                  <a:srgbClr val="08001E">
                    <a:alpha val="6274"/>
                  </a:srgbClr>
                </a:gs>
                <a:gs pos="71429">
                  <a:srgbClr val="08001E">
                    <a:alpha val="2987"/>
                  </a:srgbClr>
                </a:gs>
                <a:gs pos="85714">
                  <a:srgbClr val="08001E">
                    <a:alpha val="1192"/>
                  </a:srgbClr>
                </a:gs>
                <a:gs pos="100000">
                  <a:srgbClr val="08001E">
                    <a:alpha val="4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1" name="Splat 1521"/>
            <p:cNvSpPr>
              <a:spLocks noGrp="1"/>
            </p:cNvSpPr>
            <p:nvPr/>
          </p:nvSpPr>
          <p:spPr>
            <a:xfrm rot="5704112">
              <a:off x="2164252" y="1694321"/>
              <a:ext cx="621685" cy="420502"/>
            </a:xfrm>
            <a:prstGeom prst="ellipse">
              <a:avLst/>
            </a:prstGeom>
            <a:gradFill>
              <a:gsLst>
                <a:gs pos="0">
                  <a:srgbClr val="4E0000">
                    <a:alpha val="10332"/>
                  </a:srgbClr>
                </a:gs>
                <a:gs pos="14286">
                  <a:srgbClr val="4E0000">
                    <a:alpha val="9538"/>
                  </a:srgbClr>
                </a:gs>
                <a:gs pos="28571">
                  <a:srgbClr val="4E0000">
                    <a:alpha val="7488"/>
                  </a:srgbClr>
                </a:gs>
                <a:gs pos="42857">
                  <a:srgbClr val="4E0000">
                    <a:alpha val="4977"/>
                  </a:srgbClr>
                </a:gs>
                <a:gs pos="57143">
                  <a:srgbClr val="4E0000">
                    <a:alpha val="2789"/>
                  </a:srgbClr>
                </a:gs>
                <a:gs pos="71429">
                  <a:srgbClr val="4E0000">
                    <a:alpha val="1315"/>
                  </a:srgbClr>
                </a:gs>
                <a:gs pos="85714">
                  <a:srgbClr val="4E0000">
                    <a:alpha val="522"/>
                  </a:srgbClr>
                </a:gs>
                <a:gs pos="100000">
                  <a:srgbClr val="4E0000">
                    <a:alpha val="1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2" name="Splat 1522"/>
            <p:cNvSpPr>
              <a:spLocks noGrp="1"/>
            </p:cNvSpPr>
            <p:nvPr/>
          </p:nvSpPr>
          <p:spPr>
            <a:xfrm rot="6151375">
              <a:off x="1951427" y="1653199"/>
              <a:ext cx="645469" cy="500135"/>
            </a:xfrm>
            <a:prstGeom prst="ellipse">
              <a:avLst/>
            </a:prstGeom>
            <a:gradFill>
              <a:gsLst>
                <a:gs pos="0">
                  <a:srgbClr val="420000">
                    <a:alpha val="32666"/>
                  </a:srgbClr>
                </a:gs>
                <a:gs pos="14286">
                  <a:srgbClr val="420000">
                    <a:alpha val="30477"/>
                  </a:srgbClr>
                </a:gs>
                <a:gs pos="28571">
                  <a:srgbClr val="420000">
                    <a:alpha val="24592"/>
                  </a:srgbClr>
                </a:gs>
                <a:gs pos="42857">
                  <a:srgbClr val="420000">
                    <a:alpha val="16901"/>
                  </a:srgbClr>
                </a:gs>
                <a:gs pos="57143">
                  <a:srgbClr val="420000">
                    <a:alpha val="9750"/>
                  </a:srgbClr>
                </a:gs>
                <a:gs pos="71429">
                  <a:srgbClr val="420000">
                    <a:alpha val="4688"/>
                  </a:srgbClr>
                </a:gs>
                <a:gs pos="85714">
                  <a:srgbClr val="420000">
                    <a:alpha val="1881"/>
                  </a:srgbClr>
                </a:gs>
                <a:gs pos="100000">
                  <a:srgbClr val="420000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3" name="Splat 1523"/>
            <p:cNvSpPr>
              <a:spLocks noGrp="1"/>
            </p:cNvSpPr>
            <p:nvPr/>
          </p:nvSpPr>
          <p:spPr>
            <a:xfrm rot="10766050">
              <a:off x="1801767" y="1760528"/>
              <a:ext cx="617015" cy="384052"/>
            </a:xfrm>
            <a:prstGeom prst="ellipse">
              <a:avLst/>
            </a:prstGeom>
            <a:gradFill>
              <a:gsLst>
                <a:gs pos="0">
                  <a:srgbClr val="000000">
                    <a:alpha val="14126"/>
                  </a:srgbClr>
                </a:gs>
                <a:gs pos="14286">
                  <a:srgbClr val="000000">
                    <a:alpha val="13062"/>
                  </a:srgbClr>
                </a:gs>
                <a:gs pos="28571">
                  <a:srgbClr val="000000">
                    <a:alpha val="10299"/>
                  </a:srgbClr>
                </a:gs>
                <a:gs pos="42857">
                  <a:srgbClr val="000000">
                    <a:alpha val="6881"/>
                  </a:srgbClr>
                </a:gs>
                <a:gs pos="57143">
                  <a:srgbClr val="000000">
                    <a:alpha val="3873"/>
                  </a:srgbClr>
                </a:gs>
                <a:gs pos="71429">
                  <a:srgbClr val="000000">
                    <a:alpha val="1832"/>
                  </a:srgbClr>
                </a:gs>
                <a:gs pos="85714">
                  <a:srgbClr val="000000">
                    <a:alpha val="728"/>
                  </a:srgbClr>
                </a:gs>
                <a:gs pos="100000">
                  <a:srgbClr val="00000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4" name="Splat 1524"/>
            <p:cNvSpPr>
              <a:spLocks noGrp="1"/>
            </p:cNvSpPr>
            <p:nvPr/>
          </p:nvSpPr>
          <p:spPr>
            <a:xfrm rot="6554839">
              <a:off x="1530770" y="1633974"/>
              <a:ext cx="655163" cy="495823"/>
            </a:xfrm>
            <a:prstGeom prst="ellipse">
              <a:avLst/>
            </a:prstGeom>
            <a:gradFill>
              <a:gsLst>
                <a:gs pos="0">
                  <a:srgbClr val="000000">
                    <a:alpha val="12266"/>
                  </a:srgbClr>
                </a:gs>
                <a:gs pos="14286">
                  <a:srgbClr val="000000">
                    <a:alpha val="11332"/>
                  </a:srgbClr>
                </a:gs>
                <a:gs pos="28571">
                  <a:srgbClr val="000000">
                    <a:alpha val="8916"/>
                  </a:srgbClr>
                </a:gs>
                <a:gs pos="42857">
                  <a:srgbClr val="000000">
                    <a:alpha val="5942"/>
                  </a:srgbClr>
                </a:gs>
                <a:gs pos="57143">
                  <a:srgbClr val="000000">
                    <a:alpha val="3337"/>
                  </a:srgbClr>
                </a:gs>
                <a:gs pos="71429">
                  <a:srgbClr val="000000">
                    <a:alpha val="1576"/>
                  </a:srgbClr>
                </a:gs>
                <a:gs pos="85714">
                  <a:srgbClr val="000000">
                    <a:alpha val="626"/>
                  </a:srgbClr>
                </a:gs>
                <a:gs pos="100000">
                  <a:srgbClr val="000000">
                    <a:alpha val="2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5" name="Splat 1525"/>
            <p:cNvSpPr>
              <a:spLocks noGrp="1"/>
            </p:cNvSpPr>
            <p:nvPr/>
          </p:nvSpPr>
          <p:spPr>
            <a:xfrm rot="4050885">
              <a:off x="1075211" y="1767805"/>
              <a:ext cx="625495" cy="262044"/>
            </a:xfrm>
            <a:prstGeom prst="ellipse">
              <a:avLst/>
            </a:prstGeom>
            <a:gradFill>
              <a:gsLst>
                <a:gs pos="0">
                  <a:srgbClr val="E1A100">
                    <a:alpha val="7354"/>
                  </a:srgbClr>
                </a:gs>
                <a:gs pos="14286">
                  <a:srgbClr val="E1A100">
                    <a:alpha val="6780"/>
                  </a:srgbClr>
                </a:gs>
                <a:gs pos="28571">
                  <a:srgbClr val="E1A100">
                    <a:alpha val="5305"/>
                  </a:srgbClr>
                </a:gs>
                <a:gs pos="42857">
                  <a:srgbClr val="E1A100">
                    <a:alpha val="3513"/>
                  </a:srgbClr>
                </a:gs>
                <a:gs pos="57143">
                  <a:srgbClr val="E1A100">
                    <a:alpha val="1962"/>
                  </a:srgbClr>
                </a:gs>
                <a:gs pos="71429">
                  <a:srgbClr val="E1A100">
                    <a:alpha val="923"/>
                  </a:srgbClr>
                </a:gs>
                <a:gs pos="85714">
                  <a:srgbClr val="E1A100">
                    <a:alpha val="366"/>
                  </a:srgbClr>
                </a:gs>
                <a:gs pos="100000">
                  <a:srgbClr val="E1A100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6" name="Splat 1526"/>
            <p:cNvSpPr>
              <a:spLocks noGrp="1"/>
            </p:cNvSpPr>
            <p:nvPr/>
          </p:nvSpPr>
          <p:spPr>
            <a:xfrm rot="3678480">
              <a:off x="921362" y="1656517"/>
              <a:ext cx="627019" cy="494183"/>
            </a:xfrm>
            <a:prstGeom prst="ellipse">
              <a:avLst/>
            </a:prstGeom>
            <a:gradFill>
              <a:gsLst>
                <a:gs pos="0">
                  <a:srgbClr val="FFAD00">
                    <a:alpha val="1954"/>
                  </a:srgbClr>
                </a:gs>
                <a:gs pos="14286">
                  <a:srgbClr val="FFAD00">
                    <a:alpha val="1797"/>
                  </a:srgbClr>
                </a:gs>
                <a:gs pos="28571">
                  <a:srgbClr val="FFAD00">
                    <a:alpha val="1398"/>
                  </a:srgbClr>
                </a:gs>
                <a:gs pos="42857">
                  <a:srgbClr val="FFAD00">
                    <a:alpha val="919"/>
                  </a:srgbClr>
                </a:gs>
                <a:gs pos="57143">
                  <a:srgbClr val="FFAD00">
                    <a:alpha val="510"/>
                  </a:srgbClr>
                </a:gs>
                <a:gs pos="71429">
                  <a:srgbClr val="FFAD00">
                    <a:alpha val="239"/>
                  </a:srgbClr>
                </a:gs>
                <a:gs pos="85714">
                  <a:srgbClr val="FFAD00">
                    <a:alpha val="95"/>
                  </a:srgbClr>
                </a:gs>
                <a:gs pos="100000">
                  <a:srgbClr val="FFAD00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7" name="Splat 1527"/>
            <p:cNvSpPr>
              <a:spLocks noGrp="1"/>
            </p:cNvSpPr>
            <p:nvPr/>
          </p:nvSpPr>
          <p:spPr>
            <a:xfrm rot="8336126">
              <a:off x="681695" y="1631769"/>
              <a:ext cx="570288" cy="472862"/>
            </a:xfrm>
            <a:prstGeom prst="ellipse">
              <a:avLst/>
            </a:prstGeom>
            <a:gradFill>
              <a:gsLst>
                <a:gs pos="0">
                  <a:srgbClr val="814500">
                    <a:alpha val="21126"/>
                  </a:srgbClr>
                </a:gs>
                <a:gs pos="14286">
                  <a:srgbClr val="814500">
                    <a:alpha val="19597"/>
                  </a:srgbClr>
                </a:gs>
                <a:gs pos="28571">
                  <a:srgbClr val="814500">
                    <a:alpha val="15579"/>
                  </a:srgbClr>
                </a:gs>
                <a:gs pos="42857">
                  <a:srgbClr val="814500">
                    <a:alpha val="10514"/>
                  </a:srgbClr>
                </a:gs>
                <a:gs pos="57143">
                  <a:srgbClr val="814500">
                    <a:alpha val="5970"/>
                  </a:srgbClr>
                </a:gs>
                <a:gs pos="71429">
                  <a:srgbClr val="814500">
                    <a:alpha val="2840"/>
                  </a:srgbClr>
                </a:gs>
                <a:gs pos="85714">
                  <a:srgbClr val="814500">
                    <a:alpha val="1133"/>
                  </a:srgbClr>
                </a:gs>
                <a:gs pos="100000">
                  <a:srgbClr val="814500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8" name="Splat 1528"/>
            <p:cNvSpPr>
              <a:spLocks noGrp="1"/>
            </p:cNvSpPr>
            <p:nvPr/>
          </p:nvSpPr>
          <p:spPr>
            <a:xfrm rot="7542339">
              <a:off x="254454" y="1647535"/>
              <a:ext cx="613975" cy="384232"/>
            </a:xfrm>
            <a:prstGeom prst="ellipse">
              <a:avLst/>
            </a:prstGeom>
            <a:gradFill>
              <a:gsLst>
                <a:gs pos="0">
                  <a:srgbClr val="945100">
                    <a:alpha val="12010"/>
                  </a:srgbClr>
                </a:gs>
                <a:gs pos="14286">
                  <a:srgbClr val="945100">
                    <a:alpha val="11095"/>
                  </a:srgbClr>
                </a:gs>
                <a:gs pos="28571">
                  <a:srgbClr val="945100">
                    <a:alpha val="8726"/>
                  </a:srgbClr>
                </a:gs>
                <a:gs pos="42857">
                  <a:srgbClr val="945100">
                    <a:alpha val="5813"/>
                  </a:srgbClr>
                </a:gs>
                <a:gs pos="57143">
                  <a:srgbClr val="945100">
                    <a:alpha val="3264"/>
                  </a:srgbClr>
                </a:gs>
                <a:gs pos="71429">
                  <a:srgbClr val="945100">
                    <a:alpha val="1541"/>
                  </a:srgbClr>
                </a:gs>
                <a:gs pos="85714">
                  <a:srgbClr val="945100">
                    <a:alpha val="612"/>
                  </a:srgbClr>
                </a:gs>
                <a:gs pos="100000">
                  <a:srgbClr val="945100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9" name="Splat 1529"/>
            <p:cNvSpPr>
              <a:spLocks noGrp="1"/>
            </p:cNvSpPr>
            <p:nvPr/>
          </p:nvSpPr>
          <p:spPr>
            <a:xfrm rot="2807490">
              <a:off x="112464" y="1688749"/>
              <a:ext cx="604985" cy="401004"/>
            </a:xfrm>
            <a:prstGeom prst="ellipse">
              <a:avLst/>
            </a:prstGeom>
            <a:gradFill>
              <a:gsLst>
                <a:gs pos="0">
                  <a:srgbClr val="BB9E98">
                    <a:alpha val="23419"/>
                  </a:srgbClr>
                </a:gs>
                <a:gs pos="14286">
                  <a:srgbClr val="BB9E98">
                    <a:alpha val="21748"/>
                  </a:srgbClr>
                </a:gs>
                <a:gs pos="28571">
                  <a:srgbClr val="BB9E98">
                    <a:alpha val="17338"/>
                  </a:srgbClr>
                </a:gs>
                <a:gs pos="42857">
                  <a:srgbClr val="BB9E98">
                    <a:alpha val="11741"/>
                  </a:srgbClr>
                </a:gs>
                <a:gs pos="57143">
                  <a:srgbClr val="BB9E98">
                    <a:alpha val="6687"/>
                  </a:srgbClr>
                </a:gs>
                <a:gs pos="71429">
                  <a:srgbClr val="BB9E98">
                    <a:alpha val="3188"/>
                  </a:srgbClr>
                </a:gs>
                <a:gs pos="85714">
                  <a:srgbClr val="BB9E98">
                    <a:alpha val="1273"/>
                  </a:srgbClr>
                </a:gs>
                <a:gs pos="100000">
                  <a:srgbClr val="BB9E98">
                    <a:alpha val="4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0" name="Splat 1530"/>
            <p:cNvSpPr>
              <a:spLocks noGrp="1"/>
            </p:cNvSpPr>
            <p:nvPr/>
          </p:nvSpPr>
          <p:spPr>
            <a:xfrm rot="4399299">
              <a:off x="-275977" y="1663618"/>
              <a:ext cx="667875" cy="390073"/>
            </a:xfrm>
            <a:prstGeom prst="ellipse">
              <a:avLst/>
            </a:prstGeom>
            <a:gradFill>
              <a:gsLst>
                <a:gs pos="0">
                  <a:srgbClr val="633100">
                    <a:alpha val="29442"/>
                  </a:srgbClr>
                </a:gs>
                <a:gs pos="14286">
                  <a:srgbClr val="633100">
                    <a:alpha val="27424"/>
                  </a:srgbClr>
                </a:gs>
                <a:gs pos="28571">
                  <a:srgbClr val="633100">
                    <a:alpha val="22032"/>
                  </a:srgbClr>
                </a:gs>
                <a:gs pos="42857">
                  <a:srgbClr val="633100">
                    <a:alpha val="15061"/>
                  </a:srgbClr>
                </a:gs>
                <a:gs pos="57143">
                  <a:srgbClr val="633100">
                    <a:alpha val="8648"/>
                  </a:srgbClr>
                </a:gs>
                <a:gs pos="71429">
                  <a:srgbClr val="633100">
                    <a:alpha val="4146"/>
                  </a:srgbClr>
                </a:gs>
                <a:gs pos="85714">
                  <a:srgbClr val="633100">
                    <a:alpha val="1660"/>
                  </a:srgbClr>
                </a:gs>
                <a:gs pos="100000">
                  <a:srgbClr val="633100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1" name="Splat 1531"/>
            <p:cNvSpPr>
              <a:spLocks noGrp="1"/>
            </p:cNvSpPr>
            <p:nvPr/>
          </p:nvSpPr>
          <p:spPr>
            <a:xfrm rot="10425329">
              <a:off x="3260844" y="1389702"/>
              <a:ext cx="622680" cy="569884"/>
            </a:xfrm>
            <a:prstGeom prst="ellipse">
              <a:avLst/>
            </a:prstGeom>
            <a:gradFill>
              <a:gsLst>
                <a:gs pos="0">
                  <a:srgbClr val="B6A19E">
                    <a:alpha val="32968"/>
                  </a:srgbClr>
                </a:gs>
                <a:gs pos="14286">
                  <a:srgbClr val="B6A19E">
                    <a:alpha val="30764"/>
                  </a:srgbClr>
                </a:gs>
                <a:gs pos="28571">
                  <a:srgbClr val="B6A19E">
                    <a:alpha val="24833"/>
                  </a:srgbClr>
                </a:gs>
                <a:gs pos="42857">
                  <a:srgbClr val="B6A19E">
                    <a:alpha val="17075"/>
                  </a:srgbClr>
                </a:gs>
                <a:gs pos="57143">
                  <a:srgbClr val="B6A19E">
                    <a:alpha val="9855"/>
                  </a:srgbClr>
                </a:gs>
                <a:gs pos="71429">
                  <a:srgbClr val="B6A19E">
                    <a:alpha val="4740"/>
                  </a:srgbClr>
                </a:gs>
                <a:gs pos="85714">
                  <a:srgbClr val="B6A19E">
                    <a:alpha val="1902"/>
                  </a:srgbClr>
                </a:gs>
                <a:gs pos="100000">
                  <a:srgbClr val="B6A1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2" name="Splat 1532"/>
            <p:cNvSpPr>
              <a:spLocks noGrp="1"/>
            </p:cNvSpPr>
            <p:nvPr/>
          </p:nvSpPr>
          <p:spPr>
            <a:xfrm rot="-8662707">
              <a:off x="3140971" y="1459908"/>
              <a:ext cx="558208" cy="453890"/>
            </a:xfrm>
            <a:prstGeom prst="ellipse">
              <a:avLst/>
            </a:prstGeom>
            <a:gradFill>
              <a:gsLst>
                <a:gs pos="0">
                  <a:srgbClr val="BEB3AC">
                    <a:alpha val="14859"/>
                  </a:srgbClr>
                </a:gs>
                <a:gs pos="14286">
                  <a:srgbClr val="BEB3AC">
                    <a:alpha val="13744"/>
                  </a:srgbClr>
                </a:gs>
                <a:gs pos="28571">
                  <a:srgbClr val="BEB3AC">
                    <a:alpha val="10845"/>
                  </a:srgbClr>
                </a:gs>
                <a:gs pos="42857">
                  <a:srgbClr val="BEB3AC">
                    <a:alpha val="7253"/>
                  </a:srgbClr>
                </a:gs>
                <a:gs pos="57143">
                  <a:srgbClr val="BEB3AC">
                    <a:alpha val="4086"/>
                  </a:srgbClr>
                </a:gs>
                <a:gs pos="71429">
                  <a:srgbClr val="BEB3AC">
                    <a:alpha val="1934"/>
                  </a:srgbClr>
                </a:gs>
                <a:gs pos="85714">
                  <a:srgbClr val="BEB3AC">
                    <a:alpha val="769"/>
                  </a:srgbClr>
                </a:gs>
                <a:gs pos="100000">
                  <a:srgbClr val="BEB3AC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3" name="Splat 1533"/>
            <p:cNvSpPr>
              <a:spLocks noGrp="1"/>
            </p:cNvSpPr>
            <p:nvPr/>
          </p:nvSpPr>
          <p:spPr>
            <a:xfrm rot="10326196">
              <a:off x="2823752" y="1473549"/>
              <a:ext cx="572760" cy="482021"/>
            </a:xfrm>
            <a:prstGeom prst="ellipse">
              <a:avLst/>
            </a:prstGeom>
            <a:gradFill>
              <a:gsLst>
                <a:gs pos="0">
                  <a:srgbClr val="F3DDDA">
                    <a:alpha val="22939"/>
                  </a:srgbClr>
                </a:gs>
                <a:gs pos="14286">
                  <a:srgbClr val="F3DDDA">
                    <a:alpha val="21297"/>
                  </a:srgbClr>
                </a:gs>
                <a:gs pos="28571">
                  <a:srgbClr val="F3DDDA">
                    <a:alpha val="16969"/>
                  </a:srgbClr>
                </a:gs>
                <a:gs pos="42857">
                  <a:srgbClr val="F3DDDA">
                    <a:alpha val="11482"/>
                  </a:srgbClr>
                </a:gs>
                <a:gs pos="57143">
                  <a:srgbClr val="F3DDDA">
                    <a:alpha val="6535"/>
                  </a:srgbClr>
                </a:gs>
                <a:gs pos="71429">
                  <a:srgbClr val="F3DDDA">
                    <a:alpha val="3114"/>
                  </a:srgbClr>
                </a:gs>
                <a:gs pos="85714">
                  <a:srgbClr val="F3DDDA">
                    <a:alpha val="1243"/>
                  </a:srgbClr>
                </a:gs>
                <a:gs pos="100000">
                  <a:srgbClr val="F3DDDA">
                    <a:alpha val="4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4" name="Splat 1534"/>
            <p:cNvSpPr>
              <a:spLocks noGrp="1"/>
            </p:cNvSpPr>
            <p:nvPr/>
          </p:nvSpPr>
          <p:spPr>
            <a:xfrm rot="-8266474">
              <a:off x="2197128" y="1495354"/>
              <a:ext cx="707670" cy="385444"/>
            </a:xfrm>
            <a:prstGeom prst="ellipse">
              <a:avLst/>
            </a:prstGeom>
            <a:gradFill>
              <a:gsLst>
                <a:gs pos="0">
                  <a:srgbClr val="BEB400">
                    <a:alpha val="3268"/>
                  </a:srgbClr>
                </a:gs>
                <a:gs pos="14286">
                  <a:srgbClr val="BEB400">
                    <a:alpha val="3007"/>
                  </a:srgbClr>
                </a:gs>
                <a:gs pos="28571">
                  <a:srgbClr val="BEB400">
                    <a:alpha val="2343"/>
                  </a:srgbClr>
                </a:gs>
                <a:gs pos="42857">
                  <a:srgbClr val="BEB400">
                    <a:alpha val="1543"/>
                  </a:srgbClr>
                </a:gs>
                <a:gs pos="57143">
                  <a:srgbClr val="BEB400">
                    <a:alpha val="858"/>
                  </a:srgbClr>
                </a:gs>
                <a:gs pos="71429">
                  <a:srgbClr val="BEB400">
                    <a:alpha val="403"/>
                  </a:srgbClr>
                </a:gs>
                <a:gs pos="85714">
                  <a:srgbClr val="BEB400">
                    <a:alpha val="159"/>
                  </a:srgbClr>
                </a:gs>
                <a:gs pos="100000">
                  <a:srgbClr val="BEB400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5" name="Splat 1535"/>
            <p:cNvSpPr>
              <a:spLocks noGrp="1"/>
            </p:cNvSpPr>
            <p:nvPr/>
          </p:nvSpPr>
          <p:spPr>
            <a:xfrm rot="-10688245">
              <a:off x="2164156" y="1482184"/>
              <a:ext cx="496598" cy="421285"/>
            </a:xfrm>
            <a:prstGeom prst="ellipse">
              <a:avLst/>
            </a:prstGeom>
            <a:gradFill>
              <a:gsLst>
                <a:gs pos="0">
                  <a:srgbClr val="5B0000">
                    <a:alpha val="32968"/>
                  </a:srgbClr>
                </a:gs>
                <a:gs pos="14286">
                  <a:srgbClr val="5B0000">
                    <a:alpha val="30764"/>
                  </a:srgbClr>
                </a:gs>
                <a:gs pos="28571">
                  <a:srgbClr val="5B0000">
                    <a:alpha val="24833"/>
                  </a:srgbClr>
                </a:gs>
                <a:gs pos="42857">
                  <a:srgbClr val="5B0000">
                    <a:alpha val="17075"/>
                  </a:srgbClr>
                </a:gs>
                <a:gs pos="57143">
                  <a:srgbClr val="5B0000">
                    <a:alpha val="9855"/>
                  </a:srgbClr>
                </a:gs>
                <a:gs pos="71429">
                  <a:srgbClr val="5B0000">
                    <a:alpha val="4740"/>
                  </a:srgbClr>
                </a:gs>
                <a:gs pos="85714">
                  <a:srgbClr val="5B0000">
                    <a:alpha val="1902"/>
                  </a:srgbClr>
                </a:gs>
                <a:gs pos="100000">
                  <a:srgbClr val="5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6" name="Splat 1536"/>
            <p:cNvSpPr>
              <a:spLocks noGrp="1"/>
            </p:cNvSpPr>
            <p:nvPr/>
          </p:nvSpPr>
          <p:spPr>
            <a:xfrm rot="10498848">
              <a:off x="1943510" y="1424914"/>
              <a:ext cx="491636" cy="473234"/>
            </a:xfrm>
            <a:prstGeom prst="ellipse">
              <a:avLst/>
            </a:prstGeom>
            <a:gradFill>
              <a:gsLst>
                <a:gs pos="0">
                  <a:srgbClr val="FF3E00">
                    <a:alpha val="3345"/>
                  </a:srgbClr>
                </a:gs>
                <a:gs pos="14286">
                  <a:srgbClr val="FF3E00">
                    <a:alpha val="3079"/>
                  </a:srgbClr>
                </a:gs>
                <a:gs pos="28571">
                  <a:srgbClr val="FF3E00">
                    <a:alpha val="2399"/>
                  </a:srgbClr>
                </a:gs>
                <a:gs pos="42857">
                  <a:srgbClr val="FF3E00">
                    <a:alpha val="1580"/>
                  </a:srgbClr>
                </a:gs>
                <a:gs pos="57143">
                  <a:srgbClr val="FF3E00">
                    <a:alpha val="879"/>
                  </a:srgbClr>
                </a:gs>
                <a:gs pos="71429">
                  <a:srgbClr val="FF3E00">
                    <a:alpha val="412"/>
                  </a:srgbClr>
                </a:gs>
                <a:gs pos="85714">
                  <a:srgbClr val="FF3E00">
                    <a:alpha val="163"/>
                  </a:srgbClr>
                </a:gs>
                <a:gs pos="100000">
                  <a:srgbClr val="FF3E00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7" name="Splat 1537"/>
            <p:cNvSpPr>
              <a:spLocks noGrp="1"/>
            </p:cNvSpPr>
            <p:nvPr/>
          </p:nvSpPr>
          <p:spPr>
            <a:xfrm rot="-10007209">
              <a:off x="1807102" y="1538472"/>
              <a:ext cx="552608" cy="344910"/>
            </a:xfrm>
            <a:prstGeom prst="ellipse">
              <a:avLst/>
            </a:prstGeom>
            <a:gradFill>
              <a:gsLst>
                <a:gs pos="0">
                  <a:srgbClr val="946000">
                    <a:alpha val="22489"/>
                  </a:srgbClr>
                </a:gs>
                <a:gs pos="14286">
                  <a:srgbClr val="946000">
                    <a:alpha val="20875"/>
                  </a:srgbClr>
                </a:gs>
                <a:gs pos="28571">
                  <a:srgbClr val="946000">
                    <a:alpha val="16623"/>
                  </a:srgbClr>
                </a:gs>
                <a:gs pos="42857">
                  <a:srgbClr val="946000">
                    <a:alpha val="11241"/>
                  </a:srgbClr>
                </a:gs>
                <a:gs pos="57143">
                  <a:srgbClr val="946000">
                    <a:alpha val="6394"/>
                  </a:srgbClr>
                </a:gs>
                <a:gs pos="71429">
                  <a:srgbClr val="946000">
                    <a:alpha val="3046"/>
                  </a:srgbClr>
                </a:gs>
                <a:gs pos="85714">
                  <a:srgbClr val="946000">
                    <a:alpha val="1216"/>
                  </a:srgbClr>
                </a:gs>
                <a:gs pos="100000">
                  <a:srgbClr val="946000">
                    <a:alpha val="4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8" name="Splat 1538"/>
            <p:cNvSpPr>
              <a:spLocks noGrp="1"/>
            </p:cNvSpPr>
            <p:nvPr/>
          </p:nvSpPr>
          <p:spPr>
            <a:xfrm rot="4848599">
              <a:off x="1609265" y="1553214"/>
              <a:ext cx="598014" cy="3412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9" name="Splat 1539"/>
            <p:cNvSpPr>
              <a:spLocks noGrp="1"/>
            </p:cNvSpPr>
            <p:nvPr/>
          </p:nvSpPr>
          <p:spPr>
            <a:xfrm rot="9370761">
              <a:off x="1577599" y="1599807"/>
              <a:ext cx="391272" cy="268121"/>
            </a:xfrm>
            <a:prstGeom prst="ellipse">
              <a:avLst/>
            </a:prstGeom>
            <a:gradFill>
              <a:gsLst>
                <a:gs pos="0">
                  <a:srgbClr val="C87400">
                    <a:alpha val="32968"/>
                  </a:srgbClr>
                </a:gs>
                <a:gs pos="14286">
                  <a:srgbClr val="C87400">
                    <a:alpha val="30764"/>
                  </a:srgbClr>
                </a:gs>
                <a:gs pos="28571">
                  <a:srgbClr val="C87400">
                    <a:alpha val="24833"/>
                  </a:srgbClr>
                </a:gs>
                <a:gs pos="42857">
                  <a:srgbClr val="C87400">
                    <a:alpha val="17075"/>
                  </a:srgbClr>
                </a:gs>
                <a:gs pos="57143">
                  <a:srgbClr val="C87400">
                    <a:alpha val="9855"/>
                  </a:srgbClr>
                </a:gs>
                <a:gs pos="71429">
                  <a:srgbClr val="C87400">
                    <a:alpha val="4740"/>
                  </a:srgbClr>
                </a:gs>
                <a:gs pos="85714">
                  <a:srgbClr val="C87400">
                    <a:alpha val="1902"/>
                  </a:srgbClr>
                </a:gs>
                <a:gs pos="100000">
                  <a:srgbClr val="C87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0" name="Splat 1540"/>
            <p:cNvSpPr>
              <a:spLocks noGrp="1"/>
            </p:cNvSpPr>
            <p:nvPr/>
          </p:nvSpPr>
          <p:spPr>
            <a:xfrm rot="-8102741">
              <a:off x="1201991" y="1503961"/>
              <a:ext cx="678473" cy="521062"/>
            </a:xfrm>
            <a:prstGeom prst="ellipse">
              <a:avLst/>
            </a:prstGeom>
            <a:gradFill>
              <a:gsLst>
                <a:gs pos="0">
                  <a:srgbClr val="340000">
                    <a:alpha val="18415"/>
                  </a:srgbClr>
                </a:gs>
                <a:gs pos="14286">
                  <a:srgbClr val="340000">
                    <a:alpha val="17061"/>
                  </a:srgbClr>
                </a:gs>
                <a:gs pos="28571">
                  <a:srgbClr val="340000">
                    <a:alpha val="13519"/>
                  </a:srgbClr>
                </a:gs>
                <a:gs pos="42857">
                  <a:srgbClr val="340000">
                    <a:alpha val="9087"/>
                  </a:srgbClr>
                </a:gs>
                <a:gs pos="57143">
                  <a:srgbClr val="340000">
                    <a:alpha val="5142"/>
                  </a:srgbClr>
                </a:gs>
                <a:gs pos="71429">
                  <a:srgbClr val="340000">
                    <a:alpha val="2441"/>
                  </a:srgbClr>
                </a:gs>
                <a:gs pos="85714">
                  <a:srgbClr val="340000">
                    <a:alpha val="972"/>
                  </a:srgbClr>
                </a:gs>
                <a:gs pos="100000">
                  <a:srgbClr val="340000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1" name="Splat 1541"/>
            <p:cNvSpPr>
              <a:spLocks noGrp="1"/>
            </p:cNvSpPr>
            <p:nvPr/>
          </p:nvSpPr>
          <p:spPr>
            <a:xfrm rot="8412188">
              <a:off x="1068980" y="1465326"/>
              <a:ext cx="799562" cy="420282"/>
            </a:xfrm>
            <a:prstGeom prst="ellipse">
              <a:avLst/>
            </a:prstGeom>
            <a:gradFill>
              <a:gsLst>
                <a:gs pos="0">
                  <a:srgbClr val="760000">
                    <a:alpha val="19753"/>
                  </a:srgbClr>
                </a:gs>
                <a:gs pos="14286">
                  <a:srgbClr val="760000">
                    <a:alpha val="18312"/>
                  </a:srgbClr>
                </a:gs>
                <a:gs pos="28571">
                  <a:srgbClr val="760000">
                    <a:alpha val="14533"/>
                  </a:srgbClr>
                </a:gs>
                <a:gs pos="42857">
                  <a:srgbClr val="760000">
                    <a:alpha val="9788"/>
                  </a:srgbClr>
                </a:gs>
                <a:gs pos="57143">
                  <a:srgbClr val="760000">
                    <a:alpha val="5548"/>
                  </a:srgbClr>
                </a:gs>
                <a:gs pos="71429">
                  <a:srgbClr val="760000">
                    <a:alpha val="2636"/>
                  </a:srgbClr>
                </a:gs>
                <a:gs pos="85714">
                  <a:srgbClr val="760000">
                    <a:alpha val="1051"/>
                  </a:srgbClr>
                </a:gs>
                <a:gs pos="100000">
                  <a:srgbClr val="760000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2" name="Splat 1542"/>
            <p:cNvSpPr>
              <a:spLocks noGrp="1"/>
            </p:cNvSpPr>
            <p:nvPr/>
          </p:nvSpPr>
          <p:spPr>
            <a:xfrm rot="8719219">
              <a:off x="994358" y="1439226"/>
              <a:ext cx="576485" cy="465612"/>
            </a:xfrm>
            <a:prstGeom prst="ellipse">
              <a:avLst/>
            </a:prstGeom>
            <a:gradFill>
              <a:gsLst>
                <a:gs pos="0">
                  <a:srgbClr val="ECAA00">
                    <a:alpha val="14255"/>
                  </a:srgbClr>
                </a:gs>
                <a:gs pos="14286">
                  <a:srgbClr val="ECAA00">
                    <a:alpha val="13182"/>
                  </a:srgbClr>
                </a:gs>
                <a:gs pos="28571">
                  <a:srgbClr val="ECAA00">
                    <a:alpha val="10395"/>
                  </a:srgbClr>
                </a:gs>
                <a:gs pos="42857">
                  <a:srgbClr val="ECAA00">
                    <a:alpha val="6946"/>
                  </a:srgbClr>
                </a:gs>
                <a:gs pos="57143">
                  <a:srgbClr val="ECAA00">
                    <a:alpha val="3910"/>
                  </a:srgbClr>
                </a:gs>
                <a:gs pos="71429">
                  <a:srgbClr val="ECAA00">
                    <a:alpha val="1850"/>
                  </a:srgbClr>
                </a:gs>
                <a:gs pos="85714">
                  <a:srgbClr val="ECAA00">
                    <a:alpha val="736"/>
                  </a:srgbClr>
                </a:gs>
                <a:gs pos="100000">
                  <a:srgbClr val="ECAA00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3" name="Splat 1543"/>
            <p:cNvSpPr>
              <a:spLocks noGrp="1"/>
            </p:cNvSpPr>
            <p:nvPr/>
          </p:nvSpPr>
          <p:spPr>
            <a:xfrm rot="10209820">
              <a:off x="842641" y="1530486"/>
              <a:ext cx="492040" cy="374275"/>
            </a:xfrm>
            <a:prstGeom prst="ellipse">
              <a:avLst/>
            </a:prstGeom>
            <a:gradFill>
              <a:gsLst>
                <a:gs pos="0">
                  <a:srgbClr val="C9A491">
                    <a:alpha val="32968"/>
                  </a:srgbClr>
                </a:gs>
                <a:gs pos="14286">
                  <a:srgbClr val="C9A491">
                    <a:alpha val="30764"/>
                  </a:srgbClr>
                </a:gs>
                <a:gs pos="28571">
                  <a:srgbClr val="C9A491">
                    <a:alpha val="24833"/>
                  </a:srgbClr>
                </a:gs>
                <a:gs pos="42857">
                  <a:srgbClr val="C9A491">
                    <a:alpha val="17075"/>
                  </a:srgbClr>
                </a:gs>
                <a:gs pos="57143">
                  <a:srgbClr val="C9A491">
                    <a:alpha val="9855"/>
                  </a:srgbClr>
                </a:gs>
                <a:gs pos="71429">
                  <a:srgbClr val="C9A491">
                    <a:alpha val="4740"/>
                  </a:srgbClr>
                </a:gs>
                <a:gs pos="85714">
                  <a:srgbClr val="C9A491">
                    <a:alpha val="1902"/>
                  </a:srgbClr>
                </a:gs>
                <a:gs pos="100000">
                  <a:srgbClr val="C9A4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4" name="Splat 1544"/>
            <p:cNvSpPr>
              <a:spLocks noGrp="1"/>
            </p:cNvSpPr>
            <p:nvPr/>
          </p:nvSpPr>
          <p:spPr>
            <a:xfrm rot="-10644056">
              <a:off x="118386" y="1467894"/>
              <a:ext cx="590762" cy="547148"/>
            </a:xfrm>
            <a:prstGeom prst="ellipse">
              <a:avLst/>
            </a:prstGeom>
            <a:gradFill>
              <a:gsLst>
                <a:gs pos="0">
                  <a:srgbClr val="F7C800">
                    <a:alpha val="1483"/>
                  </a:srgbClr>
                </a:gs>
                <a:gs pos="14286">
                  <a:srgbClr val="F7C800">
                    <a:alpha val="1364"/>
                  </a:srgbClr>
                </a:gs>
                <a:gs pos="28571">
                  <a:srgbClr val="F7C800">
                    <a:alpha val="1060"/>
                  </a:srgbClr>
                </a:gs>
                <a:gs pos="42857">
                  <a:srgbClr val="F7C800">
                    <a:alpha val="697"/>
                  </a:srgbClr>
                </a:gs>
                <a:gs pos="57143">
                  <a:srgbClr val="F7C800">
                    <a:alpha val="387"/>
                  </a:srgbClr>
                </a:gs>
                <a:gs pos="71429">
                  <a:srgbClr val="F7C800">
                    <a:alpha val="181"/>
                  </a:srgbClr>
                </a:gs>
                <a:gs pos="85714">
                  <a:srgbClr val="F7C800">
                    <a:alpha val="72"/>
                  </a:srgbClr>
                </a:gs>
                <a:gs pos="100000">
                  <a:srgbClr val="F7C800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5" name="Splat 1545"/>
            <p:cNvSpPr>
              <a:spLocks noGrp="1"/>
            </p:cNvSpPr>
            <p:nvPr/>
          </p:nvSpPr>
          <p:spPr>
            <a:xfrm rot="4198978">
              <a:off x="62586" y="1505023"/>
              <a:ext cx="543089" cy="397039"/>
            </a:xfrm>
            <a:prstGeom prst="ellipse">
              <a:avLst/>
            </a:prstGeom>
            <a:gradFill>
              <a:gsLst>
                <a:gs pos="0">
                  <a:srgbClr val="EFB3B2">
                    <a:alpha val="4781"/>
                  </a:srgbClr>
                </a:gs>
                <a:gs pos="14286">
                  <a:srgbClr val="EFB3B2">
                    <a:alpha val="4403"/>
                  </a:srgbClr>
                </a:gs>
                <a:gs pos="28571">
                  <a:srgbClr val="EFB3B2">
                    <a:alpha val="3436"/>
                  </a:srgbClr>
                </a:gs>
                <a:gs pos="42857">
                  <a:srgbClr val="EFB3B2">
                    <a:alpha val="2267"/>
                  </a:srgbClr>
                </a:gs>
                <a:gs pos="57143">
                  <a:srgbClr val="EFB3B2">
                    <a:alpha val="1263"/>
                  </a:srgbClr>
                </a:gs>
                <a:gs pos="71429">
                  <a:srgbClr val="EFB3B2">
                    <a:alpha val="593"/>
                  </a:srgbClr>
                </a:gs>
                <a:gs pos="85714">
                  <a:srgbClr val="EFB3B2">
                    <a:alpha val="235"/>
                  </a:srgbClr>
                </a:gs>
                <a:gs pos="100000">
                  <a:srgbClr val="EFB3B2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6" name="Splat 1546"/>
            <p:cNvSpPr>
              <a:spLocks noGrp="1"/>
            </p:cNvSpPr>
            <p:nvPr/>
          </p:nvSpPr>
          <p:spPr>
            <a:xfrm rot="7030706">
              <a:off x="-357173" y="1440763"/>
              <a:ext cx="913276" cy="431349"/>
            </a:xfrm>
            <a:prstGeom prst="ellipse">
              <a:avLst/>
            </a:prstGeom>
            <a:gradFill>
              <a:gsLst>
                <a:gs pos="0">
                  <a:srgbClr val="6A3E00">
                    <a:alpha val="25491"/>
                  </a:srgbClr>
                </a:gs>
                <a:gs pos="14286">
                  <a:srgbClr val="6A3E00">
                    <a:alpha val="23696"/>
                  </a:srgbClr>
                </a:gs>
                <a:gs pos="28571">
                  <a:srgbClr val="6A3E00">
                    <a:alpha val="18941"/>
                  </a:srgbClr>
                </a:gs>
                <a:gs pos="42857">
                  <a:srgbClr val="6A3E00">
                    <a:alpha val="12867"/>
                  </a:srgbClr>
                </a:gs>
                <a:gs pos="57143">
                  <a:srgbClr val="6A3E00">
                    <a:alpha val="7348"/>
                  </a:srgbClr>
                </a:gs>
                <a:gs pos="71429">
                  <a:srgbClr val="6A3E00">
                    <a:alpha val="3509"/>
                  </a:srgbClr>
                </a:gs>
                <a:gs pos="85714">
                  <a:srgbClr val="6A3E00">
                    <a:alpha val="1403"/>
                  </a:srgbClr>
                </a:gs>
                <a:gs pos="100000">
                  <a:srgbClr val="6A3E00">
                    <a:alpha val="4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7" name="Splat 1547"/>
            <p:cNvSpPr>
              <a:spLocks noGrp="1"/>
            </p:cNvSpPr>
            <p:nvPr/>
          </p:nvSpPr>
          <p:spPr>
            <a:xfrm rot="9656104">
              <a:off x="3183569" y="1362593"/>
              <a:ext cx="692225" cy="437598"/>
            </a:xfrm>
            <a:prstGeom prst="ellipse">
              <a:avLst/>
            </a:prstGeom>
            <a:gradFill>
              <a:gsLst>
                <a:gs pos="0">
                  <a:srgbClr val="CBB4B1">
                    <a:alpha val="32952"/>
                  </a:srgbClr>
                </a:gs>
                <a:gs pos="14286">
                  <a:srgbClr val="CBB4B1">
                    <a:alpha val="30749"/>
                  </a:srgbClr>
                </a:gs>
                <a:gs pos="28571">
                  <a:srgbClr val="CBB4B1">
                    <a:alpha val="24820"/>
                  </a:srgbClr>
                </a:gs>
                <a:gs pos="42857">
                  <a:srgbClr val="CBB4B1">
                    <a:alpha val="17066"/>
                  </a:srgbClr>
                </a:gs>
                <a:gs pos="57143">
                  <a:srgbClr val="CBB4B1">
                    <a:alpha val="9849"/>
                  </a:srgbClr>
                </a:gs>
                <a:gs pos="71429">
                  <a:srgbClr val="CBB4B1">
                    <a:alpha val="4738"/>
                  </a:srgbClr>
                </a:gs>
                <a:gs pos="85714">
                  <a:srgbClr val="CBB4B1">
                    <a:alpha val="1901"/>
                  </a:srgbClr>
                </a:gs>
                <a:gs pos="100000">
                  <a:srgbClr val="CBB4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8" name="Splat 1548"/>
            <p:cNvSpPr>
              <a:spLocks noGrp="1"/>
            </p:cNvSpPr>
            <p:nvPr/>
          </p:nvSpPr>
          <p:spPr>
            <a:xfrm rot="6796749">
              <a:off x="2926478" y="1360084"/>
              <a:ext cx="683417" cy="375357"/>
            </a:xfrm>
            <a:prstGeom prst="ellipse">
              <a:avLst/>
            </a:prstGeom>
            <a:gradFill>
              <a:gsLst>
                <a:gs pos="0">
                  <a:srgbClr val="290018">
                    <a:alpha val="32899"/>
                  </a:srgbClr>
                </a:gs>
                <a:gs pos="14286">
                  <a:srgbClr val="290018">
                    <a:alpha val="30698"/>
                  </a:srgbClr>
                </a:gs>
                <a:gs pos="28571">
                  <a:srgbClr val="290018">
                    <a:alpha val="24778"/>
                  </a:srgbClr>
                </a:gs>
                <a:gs pos="42857">
                  <a:srgbClr val="290018">
                    <a:alpha val="17035"/>
                  </a:srgbClr>
                </a:gs>
                <a:gs pos="57143">
                  <a:srgbClr val="290018">
                    <a:alpha val="9831"/>
                  </a:srgbClr>
                </a:gs>
                <a:gs pos="71429">
                  <a:srgbClr val="290018">
                    <a:alpha val="4729"/>
                  </a:srgbClr>
                </a:gs>
                <a:gs pos="85714">
                  <a:srgbClr val="290018">
                    <a:alpha val="1897"/>
                  </a:srgbClr>
                </a:gs>
                <a:gs pos="100000">
                  <a:srgbClr val="290018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9" name="Splat 1549"/>
            <p:cNvSpPr>
              <a:spLocks noGrp="1"/>
            </p:cNvSpPr>
            <p:nvPr/>
          </p:nvSpPr>
          <p:spPr>
            <a:xfrm rot="8559338">
              <a:off x="2749872" y="1263335"/>
              <a:ext cx="649685" cy="542693"/>
            </a:xfrm>
            <a:prstGeom prst="ellipse">
              <a:avLst/>
            </a:prstGeom>
            <a:gradFill>
              <a:gsLst>
                <a:gs pos="0">
                  <a:srgbClr val="775F4D">
                    <a:alpha val="29555"/>
                  </a:srgbClr>
                </a:gs>
                <a:gs pos="14286">
                  <a:srgbClr val="775F4D">
                    <a:alpha val="27530"/>
                  </a:srgbClr>
                </a:gs>
                <a:gs pos="28571">
                  <a:srgbClr val="775F4D">
                    <a:alpha val="22121"/>
                  </a:srgbClr>
                </a:gs>
                <a:gs pos="42857">
                  <a:srgbClr val="775F4D">
                    <a:alpha val="15125"/>
                  </a:srgbClr>
                </a:gs>
                <a:gs pos="57143">
                  <a:srgbClr val="775F4D">
                    <a:alpha val="8686"/>
                  </a:srgbClr>
                </a:gs>
                <a:gs pos="71429">
                  <a:srgbClr val="775F4D">
                    <a:alpha val="4164"/>
                  </a:srgbClr>
                </a:gs>
                <a:gs pos="85714">
                  <a:srgbClr val="775F4D">
                    <a:alpha val="1668"/>
                  </a:srgbClr>
                </a:gs>
                <a:gs pos="100000">
                  <a:srgbClr val="775F4D">
                    <a:alpha val="5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0" name="Splat 1550"/>
            <p:cNvSpPr>
              <a:spLocks noGrp="1"/>
            </p:cNvSpPr>
            <p:nvPr/>
          </p:nvSpPr>
          <p:spPr>
            <a:xfrm rot="10228645">
              <a:off x="2377982" y="1339204"/>
              <a:ext cx="626619" cy="368079"/>
            </a:xfrm>
            <a:prstGeom prst="ellipse">
              <a:avLst/>
            </a:prstGeom>
            <a:gradFill>
              <a:gsLst>
                <a:gs pos="0">
                  <a:srgbClr val="FFC500">
                    <a:alpha val="6886"/>
                  </a:srgbClr>
                </a:gs>
                <a:gs pos="14286">
                  <a:srgbClr val="FFC500">
                    <a:alpha val="6347"/>
                  </a:srgbClr>
                </a:gs>
                <a:gs pos="28571">
                  <a:srgbClr val="FFC500">
                    <a:alpha val="4964"/>
                  </a:srgbClr>
                </a:gs>
                <a:gs pos="42857">
                  <a:srgbClr val="FFC500">
                    <a:alpha val="3285"/>
                  </a:srgbClr>
                </a:gs>
                <a:gs pos="57143">
                  <a:srgbClr val="FFC500">
                    <a:alpha val="1834"/>
                  </a:srgbClr>
                </a:gs>
                <a:gs pos="71429">
                  <a:srgbClr val="FFC500">
                    <a:alpha val="862"/>
                  </a:srgbClr>
                </a:gs>
                <a:gs pos="85714">
                  <a:srgbClr val="FFC500">
                    <a:alpha val="342"/>
                  </a:srgbClr>
                </a:gs>
                <a:gs pos="100000">
                  <a:srgbClr val="FFC500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1" name="Splat 1551"/>
            <p:cNvSpPr>
              <a:spLocks noGrp="1"/>
            </p:cNvSpPr>
            <p:nvPr/>
          </p:nvSpPr>
          <p:spPr>
            <a:xfrm rot="9573019">
              <a:off x="2310750" y="1344127"/>
              <a:ext cx="564100" cy="377060"/>
            </a:xfrm>
            <a:prstGeom prst="ellipse">
              <a:avLst/>
            </a:prstGeom>
            <a:gradFill>
              <a:gsLst>
                <a:gs pos="0">
                  <a:srgbClr val="6E3800">
                    <a:alpha val="31533"/>
                  </a:srgbClr>
                </a:gs>
                <a:gs pos="14286">
                  <a:srgbClr val="6E3800">
                    <a:alpha val="29403"/>
                  </a:srgbClr>
                </a:gs>
                <a:gs pos="28571">
                  <a:srgbClr val="6E3800">
                    <a:alpha val="23688"/>
                  </a:srgbClr>
                </a:gs>
                <a:gs pos="42857">
                  <a:srgbClr val="6E3800">
                    <a:alpha val="16249"/>
                  </a:srgbClr>
                </a:gs>
                <a:gs pos="57143">
                  <a:srgbClr val="6E3800">
                    <a:alpha val="9358"/>
                  </a:srgbClr>
                </a:gs>
                <a:gs pos="71429">
                  <a:srgbClr val="6E3800">
                    <a:alpha val="4495"/>
                  </a:srgbClr>
                </a:gs>
                <a:gs pos="85714">
                  <a:srgbClr val="6E3800">
                    <a:alpha val="1802"/>
                  </a:srgbClr>
                </a:gs>
                <a:gs pos="100000">
                  <a:srgbClr val="6E3800">
                    <a:alpha val="6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2" name="Splat 1552"/>
            <p:cNvSpPr>
              <a:spLocks noGrp="1"/>
            </p:cNvSpPr>
            <p:nvPr/>
          </p:nvSpPr>
          <p:spPr>
            <a:xfrm rot="4249218">
              <a:off x="2042724" y="1346198"/>
              <a:ext cx="686493" cy="363407"/>
            </a:xfrm>
            <a:prstGeom prst="ellipse">
              <a:avLst/>
            </a:prstGeom>
            <a:gradFill>
              <a:gsLst>
                <a:gs pos="0">
                  <a:srgbClr val="260000">
                    <a:alpha val="30645"/>
                  </a:srgbClr>
                </a:gs>
                <a:gs pos="14286">
                  <a:srgbClr val="260000">
                    <a:alpha val="28561"/>
                  </a:srgbClr>
                </a:gs>
                <a:gs pos="28571">
                  <a:srgbClr val="260000">
                    <a:alpha val="22983"/>
                  </a:srgbClr>
                </a:gs>
                <a:gs pos="42857">
                  <a:srgbClr val="260000">
                    <a:alpha val="15742"/>
                  </a:srgbClr>
                </a:gs>
                <a:gs pos="57143">
                  <a:srgbClr val="260000">
                    <a:alpha val="9055"/>
                  </a:srgbClr>
                </a:gs>
                <a:gs pos="71429">
                  <a:srgbClr val="260000">
                    <a:alpha val="4346"/>
                  </a:srgbClr>
                </a:gs>
                <a:gs pos="85714">
                  <a:srgbClr val="260000">
                    <a:alpha val="1741"/>
                  </a:srgbClr>
                </a:gs>
                <a:gs pos="100000">
                  <a:srgbClr val="260000">
                    <a:alpha val="5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3" name="Splat 1553"/>
            <p:cNvSpPr>
              <a:spLocks noGrp="1"/>
            </p:cNvSpPr>
            <p:nvPr/>
          </p:nvSpPr>
          <p:spPr>
            <a:xfrm rot="3094464">
              <a:off x="1932138" y="1222837"/>
              <a:ext cx="670499" cy="504667"/>
            </a:xfrm>
            <a:prstGeom prst="ellipse">
              <a:avLst/>
            </a:prstGeom>
            <a:gradFill>
              <a:gsLst>
                <a:gs pos="0">
                  <a:srgbClr val="CE0000">
                    <a:alpha val="8601"/>
                  </a:srgbClr>
                </a:gs>
                <a:gs pos="14286">
                  <a:srgbClr val="CE0000">
                    <a:alpha val="7933"/>
                  </a:srgbClr>
                </a:gs>
                <a:gs pos="28571">
                  <a:srgbClr val="CE0000">
                    <a:alpha val="6216"/>
                  </a:srgbClr>
                </a:gs>
                <a:gs pos="42857">
                  <a:srgbClr val="CE0000">
                    <a:alpha val="4122"/>
                  </a:srgbClr>
                </a:gs>
                <a:gs pos="57143">
                  <a:srgbClr val="CE0000">
                    <a:alpha val="2306"/>
                  </a:srgbClr>
                </a:gs>
                <a:gs pos="71429">
                  <a:srgbClr val="CE0000">
                    <a:alpha val="1086"/>
                  </a:srgbClr>
                </a:gs>
                <a:gs pos="85714">
                  <a:srgbClr val="CE0000">
                    <a:alpha val="431"/>
                  </a:srgbClr>
                </a:gs>
                <a:gs pos="100000">
                  <a:srgbClr val="CE0000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4" name="Splat 1554"/>
            <p:cNvSpPr>
              <a:spLocks noGrp="1"/>
            </p:cNvSpPr>
            <p:nvPr/>
          </p:nvSpPr>
          <p:spPr>
            <a:xfrm rot="3691013">
              <a:off x="1742986" y="1275780"/>
              <a:ext cx="655435" cy="476649"/>
            </a:xfrm>
            <a:prstGeom prst="ellipse">
              <a:avLst/>
            </a:prstGeom>
            <a:gradFill>
              <a:gsLst>
                <a:gs pos="0">
                  <a:srgbClr val="C26B00">
                    <a:alpha val="15495"/>
                  </a:srgbClr>
                </a:gs>
                <a:gs pos="14286">
                  <a:srgbClr val="C26B00">
                    <a:alpha val="14336"/>
                  </a:srgbClr>
                </a:gs>
                <a:gs pos="28571">
                  <a:srgbClr val="C26B00">
                    <a:alpha val="11321"/>
                  </a:srgbClr>
                </a:gs>
                <a:gs pos="42857">
                  <a:srgbClr val="C26B00">
                    <a:alpha val="7578"/>
                  </a:srgbClr>
                </a:gs>
                <a:gs pos="57143">
                  <a:srgbClr val="C26B00">
                    <a:alpha val="4273"/>
                  </a:srgbClr>
                </a:gs>
                <a:gs pos="71429">
                  <a:srgbClr val="C26B00">
                    <a:alpha val="2023"/>
                  </a:srgbClr>
                </a:gs>
                <a:gs pos="85714">
                  <a:srgbClr val="C26B00">
                    <a:alpha val="805"/>
                  </a:srgbClr>
                </a:gs>
                <a:gs pos="100000">
                  <a:srgbClr val="C26B00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5" name="Splat 1555"/>
            <p:cNvSpPr>
              <a:spLocks noGrp="1"/>
            </p:cNvSpPr>
            <p:nvPr/>
          </p:nvSpPr>
          <p:spPr>
            <a:xfrm rot="6524836">
              <a:off x="1525457" y="1274382"/>
              <a:ext cx="836639" cy="558233"/>
            </a:xfrm>
            <a:prstGeom prst="ellipse">
              <a:avLst/>
            </a:prstGeom>
            <a:gradFill>
              <a:gsLst>
                <a:gs pos="0">
                  <a:srgbClr val="000000">
                    <a:alpha val="18896"/>
                  </a:srgbClr>
                </a:gs>
                <a:gs pos="14286">
                  <a:srgbClr val="000000">
                    <a:alpha val="17510"/>
                  </a:srgbClr>
                </a:gs>
                <a:gs pos="28571">
                  <a:srgbClr val="000000">
                    <a:alpha val="13883"/>
                  </a:srgbClr>
                </a:gs>
                <a:gs pos="42857">
                  <a:srgbClr val="000000">
                    <a:alpha val="9338"/>
                  </a:srgbClr>
                </a:gs>
                <a:gs pos="57143">
                  <a:srgbClr val="000000">
                    <a:alpha val="5287"/>
                  </a:srgbClr>
                </a:gs>
                <a:gs pos="71429">
                  <a:srgbClr val="000000">
                    <a:alpha val="2511"/>
                  </a:srgbClr>
                </a:gs>
                <a:gs pos="85714">
                  <a:srgbClr val="000000">
                    <a:alpha val="1000"/>
                  </a:srgbClr>
                </a:gs>
                <a:gs pos="100000">
                  <a:srgbClr val="000000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6" name="Splat 1556"/>
            <p:cNvSpPr>
              <a:spLocks noGrp="1"/>
            </p:cNvSpPr>
            <p:nvPr/>
          </p:nvSpPr>
          <p:spPr>
            <a:xfrm rot="4441251">
              <a:off x="1355509" y="1312090"/>
              <a:ext cx="872152" cy="512552"/>
            </a:xfrm>
            <a:prstGeom prst="ellipse">
              <a:avLst/>
            </a:prstGeom>
            <a:gradFill>
              <a:gsLst>
                <a:gs pos="0">
                  <a:srgbClr val="000000">
                    <a:alpha val="14059"/>
                  </a:srgbClr>
                </a:gs>
                <a:gs pos="14286">
                  <a:srgbClr val="000000">
                    <a:alpha val="13000"/>
                  </a:srgbClr>
                </a:gs>
                <a:gs pos="28571">
                  <a:srgbClr val="000000">
                    <a:alpha val="10249"/>
                  </a:srgbClr>
                </a:gs>
                <a:gs pos="42857">
                  <a:srgbClr val="000000">
                    <a:alpha val="6847"/>
                  </a:srgbClr>
                </a:gs>
                <a:gs pos="57143">
                  <a:srgbClr val="000000">
                    <a:alpha val="3854"/>
                  </a:srgbClr>
                </a:gs>
                <a:gs pos="71429">
                  <a:srgbClr val="000000">
                    <a:alpha val="1823"/>
                  </a:srgbClr>
                </a:gs>
                <a:gs pos="85714">
                  <a:srgbClr val="000000">
                    <a:alpha val="725"/>
                  </a:srgbClr>
                </a:gs>
                <a:gs pos="100000">
                  <a:srgbClr val="000000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7" name="Splat 1557"/>
            <p:cNvSpPr>
              <a:spLocks noGrp="1"/>
            </p:cNvSpPr>
            <p:nvPr/>
          </p:nvSpPr>
          <p:spPr>
            <a:xfrm rot="10035540">
              <a:off x="1394124" y="1393193"/>
              <a:ext cx="460804" cy="297515"/>
            </a:xfrm>
            <a:prstGeom prst="ellipse">
              <a:avLst/>
            </a:prstGeom>
            <a:gradFill>
              <a:gsLst>
                <a:gs pos="0">
                  <a:srgbClr val="5B0000">
                    <a:alpha val="26784"/>
                  </a:srgbClr>
                </a:gs>
                <a:gs pos="14286">
                  <a:srgbClr val="5B0000">
                    <a:alpha val="24914"/>
                  </a:srgbClr>
                </a:gs>
                <a:gs pos="28571">
                  <a:srgbClr val="5B0000">
                    <a:alpha val="19947"/>
                  </a:srgbClr>
                </a:gs>
                <a:gs pos="42857">
                  <a:srgbClr val="5B0000">
                    <a:alpha val="13578"/>
                  </a:srgbClr>
                </a:gs>
                <a:gs pos="57143">
                  <a:srgbClr val="5B0000">
                    <a:alpha val="7768"/>
                  </a:srgbClr>
                </a:gs>
                <a:gs pos="71429">
                  <a:srgbClr val="5B0000">
                    <a:alpha val="3714"/>
                  </a:srgbClr>
                </a:gs>
                <a:gs pos="85714">
                  <a:srgbClr val="5B0000">
                    <a:alpha val="1486"/>
                  </a:srgbClr>
                </a:gs>
                <a:gs pos="100000">
                  <a:srgbClr val="5B0000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8" name="Splat 1558"/>
            <p:cNvSpPr>
              <a:spLocks noGrp="1"/>
            </p:cNvSpPr>
            <p:nvPr/>
          </p:nvSpPr>
          <p:spPr>
            <a:xfrm rot="7202416">
              <a:off x="1160950" y="1402826"/>
              <a:ext cx="697016" cy="267805"/>
            </a:xfrm>
            <a:prstGeom prst="ellipse">
              <a:avLst/>
            </a:prstGeom>
            <a:gradFill>
              <a:gsLst>
                <a:gs pos="0">
                  <a:srgbClr val="FFD073">
                    <a:alpha val="6732"/>
                  </a:srgbClr>
                </a:gs>
                <a:gs pos="14286">
                  <a:srgbClr val="FFD073">
                    <a:alpha val="6205"/>
                  </a:srgbClr>
                </a:gs>
                <a:gs pos="28571">
                  <a:srgbClr val="FFD073">
                    <a:alpha val="4852"/>
                  </a:srgbClr>
                </a:gs>
                <a:gs pos="42857">
                  <a:srgbClr val="FFD073">
                    <a:alpha val="3210"/>
                  </a:srgbClr>
                </a:gs>
                <a:gs pos="57143">
                  <a:srgbClr val="FFD073">
                    <a:alpha val="1791"/>
                  </a:srgbClr>
                </a:gs>
                <a:gs pos="71429">
                  <a:srgbClr val="FFD073">
                    <a:alpha val="843"/>
                  </a:srgbClr>
                </a:gs>
                <a:gs pos="85714">
                  <a:srgbClr val="FFD073">
                    <a:alpha val="334"/>
                  </a:srgbClr>
                </a:gs>
                <a:gs pos="100000">
                  <a:srgbClr val="FFD073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9" name="Splat 1559"/>
            <p:cNvSpPr>
              <a:spLocks noGrp="1"/>
            </p:cNvSpPr>
            <p:nvPr/>
          </p:nvSpPr>
          <p:spPr>
            <a:xfrm rot="-8555778">
              <a:off x="1004348" y="1273524"/>
              <a:ext cx="571337" cy="559444"/>
            </a:xfrm>
            <a:prstGeom prst="ellipse">
              <a:avLst/>
            </a:prstGeom>
            <a:gradFill>
              <a:gsLst>
                <a:gs pos="0">
                  <a:srgbClr val="590000">
                    <a:alpha val="17188"/>
                  </a:srgbClr>
                </a:gs>
                <a:gs pos="14286">
                  <a:srgbClr val="590000">
                    <a:alpha val="15915"/>
                  </a:srgbClr>
                </a:gs>
                <a:gs pos="28571">
                  <a:srgbClr val="590000">
                    <a:alpha val="12592"/>
                  </a:srgbClr>
                </a:gs>
                <a:gs pos="42857">
                  <a:srgbClr val="590000">
                    <a:alpha val="8450"/>
                  </a:srgbClr>
                </a:gs>
                <a:gs pos="57143">
                  <a:srgbClr val="590000">
                    <a:alpha val="4774"/>
                  </a:srgbClr>
                </a:gs>
                <a:gs pos="71429">
                  <a:srgbClr val="590000">
                    <a:alpha val="2264"/>
                  </a:srgbClr>
                </a:gs>
                <a:gs pos="85714">
                  <a:srgbClr val="590000">
                    <a:alpha val="901"/>
                  </a:srgbClr>
                </a:gs>
                <a:gs pos="100000">
                  <a:srgbClr val="590000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0" name="Splat 1560"/>
            <p:cNvSpPr>
              <a:spLocks noGrp="1"/>
            </p:cNvSpPr>
            <p:nvPr/>
          </p:nvSpPr>
          <p:spPr>
            <a:xfrm rot="-9196758">
              <a:off x="663247" y="1261584"/>
              <a:ext cx="732514" cy="587976"/>
            </a:xfrm>
            <a:prstGeom prst="ellipse">
              <a:avLst/>
            </a:prstGeom>
            <a:gradFill>
              <a:gsLst>
                <a:gs pos="0">
                  <a:srgbClr val="7F3000">
                    <a:alpha val="27557"/>
                  </a:srgbClr>
                </a:gs>
                <a:gs pos="14286">
                  <a:srgbClr val="7F3000">
                    <a:alpha val="25643"/>
                  </a:srgbClr>
                </a:gs>
                <a:gs pos="28571">
                  <a:srgbClr val="7F3000">
                    <a:alpha val="20551"/>
                  </a:srgbClr>
                </a:gs>
                <a:gs pos="42857">
                  <a:srgbClr val="7F3000">
                    <a:alpha val="14006"/>
                  </a:srgbClr>
                </a:gs>
                <a:gs pos="57143">
                  <a:srgbClr val="7F3000">
                    <a:alpha val="8021"/>
                  </a:srgbClr>
                </a:gs>
                <a:gs pos="71429">
                  <a:srgbClr val="7F3000">
                    <a:alpha val="3838"/>
                  </a:srgbClr>
                </a:gs>
                <a:gs pos="85714">
                  <a:srgbClr val="7F3000">
                    <a:alpha val="1536"/>
                  </a:srgbClr>
                </a:gs>
                <a:gs pos="100000">
                  <a:srgbClr val="7F3000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1" name="Splat 1561"/>
            <p:cNvSpPr>
              <a:spLocks noGrp="1"/>
            </p:cNvSpPr>
            <p:nvPr/>
          </p:nvSpPr>
          <p:spPr>
            <a:xfrm rot="5120220">
              <a:off x="561469" y="1274084"/>
              <a:ext cx="613075" cy="589295"/>
            </a:xfrm>
            <a:prstGeom prst="ellipse">
              <a:avLst/>
            </a:prstGeom>
            <a:gradFill>
              <a:gsLst>
                <a:gs pos="0">
                  <a:srgbClr val="986800">
                    <a:alpha val="2751"/>
                  </a:srgbClr>
                </a:gs>
                <a:gs pos="14286">
                  <a:srgbClr val="986800">
                    <a:alpha val="2531"/>
                  </a:srgbClr>
                </a:gs>
                <a:gs pos="28571">
                  <a:srgbClr val="986800">
                    <a:alpha val="1971"/>
                  </a:srgbClr>
                </a:gs>
                <a:gs pos="42857">
                  <a:srgbClr val="986800">
                    <a:alpha val="1297"/>
                  </a:srgbClr>
                </a:gs>
                <a:gs pos="57143">
                  <a:srgbClr val="986800">
                    <a:alpha val="721"/>
                  </a:srgbClr>
                </a:gs>
                <a:gs pos="71429">
                  <a:srgbClr val="986800">
                    <a:alpha val="338"/>
                  </a:srgbClr>
                </a:gs>
                <a:gs pos="85714">
                  <a:srgbClr val="986800">
                    <a:alpha val="134"/>
                  </a:srgbClr>
                </a:gs>
                <a:gs pos="100000">
                  <a:srgbClr val="986800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2" name="Splat 1562"/>
            <p:cNvSpPr>
              <a:spLocks noGrp="1"/>
            </p:cNvSpPr>
            <p:nvPr/>
          </p:nvSpPr>
          <p:spPr>
            <a:xfrm rot="9585764">
              <a:off x="457994" y="1364037"/>
              <a:ext cx="547749" cy="399230"/>
            </a:xfrm>
            <a:prstGeom prst="ellipse">
              <a:avLst/>
            </a:prstGeom>
            <a:gradFill>
              <a:gsLst>
                <a:gs pos="0">
                  <a:srgbClr val="EEC300">
                    <a:alpha val="1952"/>
                  </a:srgbClr>
                </a:gs>
                <a:gs pos="14286">
                  <a:srgbClr val="EEC300">
                    <a:alpha val="1795"/>
                  </a:srgbClr>
                </a:gs>
                <a:gs pos="28571">
                  <a:srgbClr val="EEC300">
                    <a:alpha val="1397"/>
                  </a:srgbClr>
                </a:gs>
                <a:gs pos="42857">
                  <a:srgbClr val="EEC300">
                    <a:alpha val="918"/>
                  </a:srgbClr>
                </a:gs>
                <a:gs pos="57143">
                  <a:srgbClr val="EEC300">
                    <a:alpha val="510"/>
                  </a:srgbClr>
                </a:gs>
                <a:gs pos="71429">
                  <a:srgbClr val="EEC300">
                    <a:alpha val="239"/>
                  </a:srgbClr>
                </a:gs>
                <a:gs pos="85714">
                  <a:srgbClr val="EEC300">
                    <a:alpha val="95"/>
                  </a:srgbClr>
                </a:gs>
                <a:gs pos="100000">
                  <a:srgbClr val="EEC300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3" name="Splat 1563"/>
            <p:cNvSpPr>
              <a:spLocks noGrp="1"/>
            </p:cNvSpPr>
            <p:nvPr/>
          </p:nvSpPr>
          <p:spPr>
            <a:xfrm rot="6074612">
              <a:off x="236245" y="1185489"/>
              <a:ext cx="561335" cy="506146"/>
            </a:xfrm>
            <a:prstGeom prst="ellipse">
              <a:avLst/>
            </a:prstGeom>
            <a:gradFill>
              <a:gsLst>
                <a:gs pos="0">
                  <a:srgbClr val="DF8300">
                    <a:alpha val="12132"/>
                  </a:srgbClr>
                </a:gs>
                <a:gs pos="14286">
                  <a:srgbClr val="DF8300">
                    <a:alpha val="11208"/>
                  </a:srgbClr>
                </a:gs>
                <a:gs pos="28571">
                  <a:srgbClr val="DF8300">
                    <a:alpha val="8817"/>
                  </a:srgbClr>
                </a:gs>
                <a:gs pos="42857">
                  <a:srgbClr val="DF8300">
                    <a:alpha val="5874"/>
                  </a:srgbClr>
                </a:gs>
                <a:gs pos="57143">
                  <a:srgbClr val="DF8300">
                    <a:alpha val="3299"/>
                  </a:srgbClr>
                </a:gs>
                <a:gs pos="71429">
                  <a:srgbClr val="DF8300">
                    <a:alpha val="1558"/>
                  </a:srgbClr>
                </a:gs>
                <a:gs pos="85714">
                  <a:srgbClr val="DF8300">
                    <a:alpha val="619"/>
                  </a:srgbClr>
                </a:gs>
                <a:gs pos="100000">
                  <a:srgbClr val="DF8300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4" name="Splat 1564"/>
            <p:cNvSpPr>
              <a:spLocks noGrp="1"/>
            </p:cNvSpPr>
            <p:nvPr/>
          </p:nvSpPr>
          <p:spPr>
            <a:xfrm rot="3376242">
              <a:off x="11352" y="1295859"/>
              <a:ext cx="690962" cy="474479"/>
            </a:xfrm>
            <a:prstGeom prst="ellipse">
              <a:avLst/>
            </a:prstGeom>
            <a:gradFill>
              <a:gsLst>
                <a:gs pos="0">
                  <a:srgbClr val="E0B900">
                    <a:alpha val="5586"/>
                  </a:srgbClr>
                </a:gs>
                <a:gs pos="14286">
                  <a:srgbClr val="E0B900">
                    <a:alpha val="5146"/>
                  </a:srgbClr>
                </a:gs>
                <a:gs pos="28571">
                  <a:srgbClr val="E0B900">
                    <a:alpha val="4019"/>
                  </a:srgbClr>
                </a:gs>
                <a:gs pos="42857">
                  <a:srgbClr val="E0B900">
                    <a:alpha val="2655"/>
                  </a:srgbClr>
                </a:gs>
                <a:gs pos="57143">
                  <a:srgbClr val="E0B900">
                    <a:alpha val="1480"/>
                  </a:srgbClr>
                </a:gs>
                <a:gs pos="71429">
                  <a:srgbClr val="E0B900">
                    <a:alpha val="695"/>
                  </a:srgbClr>
                </a:gs>
                <a:gs pos="85714">
                  <a:srgbClr val="E0B900">
                    <a:alpha val="276"/>
                  </a:srgbClr>
                </a:gs>
                <a:gs pos="100000">
                  <a:srgbClr val="E0B900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5" name="Splat 1565"/>
            <p:cNvSpPr>
              <a:spLocks noGrp="1"/>
            </p:cNvSpPr>
            <p:nvPr/>
          </p:nvSpPr>
          <p:spPr>
            <a:xfrm rot="4247668">
              <a:off x="-62806" y="1262931"/>
              <a:ext cx="646402" cy="523631"/>
            </a:xfrm>
            <a:prstGeom prst="ellipse">
              <a:avLst/>
            </a:prstGeom>
            <a:gradFill>
              <a:gsLst>
                <a:gs pos="0">
                  <a:srgbClr val="880000">
                    <a:alpha val="4960"/>
                  </a:srgbClr>
                </a:gs>
                <a:gs pos="14286">
                  <a:srgbClr val="880000">
                    <a:alpha val="4569"/>
                  </a:srgbClr>
                </a:gs>
                <a:gs pos="28571">
                  <a:srgbClr val="880000">
                    <a:alpha val="3566"/>
                  </a:srgbClr>
                </a:gs>
                <a:gs pos="42857">
                  <a:srgbClr val="880000">
                    <a:alpha val="2353"/>
                  </a:srgbClr>
                </a:gs>
                <a:gs pos="57143">
                  <a:srgbClr val="880000">
                    <a:alpha val="1311"/>
                  </a:srgbClr>
                </a:gs>
                <a:gs pos="71429">
                  <a:srgbClr val="880000">
                    <a:alpha val="616"/>
                  </a:srgbClr>
                </a:gs>
                <a:gs pos="85714">
                  <a:srgbClr val="880000">
                    <a:alpha val="244"/>
                  </a:srgbClr>
                </a:gs>
                <a:gs pos="100000">
                  <a:srgbClr val="880000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6" name="Splat 1566"/>
            <p:cNvSpPr>
              <a:spLocks noGrp="1"/>
            </p:cNvSpPr>
            <p:nvPr/>
          </p:nvSpPr>
          <p:spPr>
            <a:xfrm rot="-8560941">
              <a:off x="-134592" y="1285820"/>
              <a:ext cx="520160" cy="409304"/>
            </a:xfrm>
            <a:prstGeom prst="ellipse">
              <a:avLst/>
            </a:prstGeom>
            <a:gradFill>
              <a:gsLst>
                <a:gs pos="0">
                  <a:srgbClr val="4D3700">
                    <a:alpha val="15366"/>
                  </a:srgbClr>
                </a:gs>
                <a:gs pos="14286">
                  <a:srgbClr val="4D3700">
                    <a:alpha val="14216"/>
                  </a:srgbClr>
                </a:gs>
                <a:gs pos="28571">
                  <a:srgbClr val="4D3700">
                    <a:alpha val="11224"/>
                  </a:srgbClr>
                </a:gs>
                <a:gs pos="42857">
                  <a:srgbClr val="4D3700">
                    <a:alpha val="7512"/>
                  </a:srgbClr>
                </a:gs>
                <a:gs pos="57143">
                  <a:srgbClr val="4D3700">
                    <a:alpha val="4235"/>
                  </a:srgbClr>
                </a:gs>
                <a:gs pos="71429">
                  <a:srgbClr val="4D3700">
                    <a:alpha val="2005"/>
                  </a:srgbClr>
                </a:gs>
                <a:gs pos="85714">
                  <a:srgbClr val="4D3700">
                    <a:alpha val="798"/>
                  </a:srgbClr>
                </a:gs>
                <a:gs pos="100000">
                  <a:srgbClr val="4D3700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7" name="Splat 1567"/>
            <p:cNvSpPr>
              <a:spLocks noGrp="1"/>
            </p:cNvSpPr>
            <p:nvPr/>
          </p:nvSpPr>
          <p:spPr>
            <a:xfrm rot="10274142">
              <a:off x="3322096" y="1154892"/>
              <a:ext cx="560152" cy="442236"/>
            </a:xfrm>
            <a:prstGeom prst="ellipse">
              <a:avLst/>
            </a:prstGeom>
            <a:gradFill>
              <a:gsLst>
                <a:gs pos="0">
                  <a:srgbClr val="3E2900">
                    <a:alpha val="32968"/>
                  </a:srgbClr>
                </a:gs>
                <a:gs pos="14286">
                  <a:srgbClr val="3E2900">
                    <a:alpha val="30764"/>
                  </a:srgbClr>
                </a:gs>
                <a:gs pos="28571">
                  <a:srgbClr val="3E2900">
                    <a:alpha val="24833"/>
                  </a:srgbClr>
                </a:gs>
                <a:gs pos="42857">
                  <a:srgbClr val="3E2900">
                    <a:alpha val="17075"/>
                  </a:srgbClr>
                </a:gs>
                <a:gs pos="57143">
                  <a:srgbClr val="3E2900">
                    <a:alpha val="9855"/>
                  </a:srgbClr>
                </a:gs>
                <a:gs pos="71429">
                  <a:srgbClr val="3E2900">
                    <a:alpha val="4740"/>
                  </a:srgbClr>
                </a:gs>
                <a:gs pos="85714">
                  <a:srgbClr val="3E2900">
                    <a:alpha val="1902"/>
                  </a:srgbClr>
                </a:gs>
                <a:gs pos="100000">
                  <a:srgbClr val="3E2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8" name="Splat 1568"/>
            <p:cNvSpPr>
              <a:spLocks noGrp="1"/>
            </p:cNvSpPr>
            <p:nvPr/>
          </p:nvSpPr>
          <p:spPr>
            <a:xfrm rot="10471304">
              <a:off x="3070864" y="1143341"/>
              <a:ext cx="745815" cy="510196"/>
            </a:xfrm>
            <a:prstGeom prst="ellipse">
              <a:avLst/>
            </a:prstGeom>
            <a:gradFill>
              <a:gsLst>
                <a:gs pos="0">
                  <a:srgbClr val="533500">
                    <a:alpha val="32968"/>
                  </a:srgbClr>
                </a:gs>
                <a:gs pos="14286">
                  <a:srgbClr val="533500">
                    <a:alpha val="30764"/>
                  </a:srgbClr>
                </a:gs>
                <a:gs pos="28571">
                  <a:srgbClr val="533500">
                    <a:alpha val="24833"/>
                  </a:srgbClr>
                </a:gs>
                <a:gs pos="42857">
                  <a:srgbClr val="533500">
                    <a:alpha val="17075"/>
                  </a:srgbClr>
                </a:gs>
                <a:gs pos="57143">
                  <a:srgbClr val="533500">
                    <a:alpha val="9855"/>
                  </a:srgbClr>
                </a:gs>
                <a:gs pos="71429">
                  <a:srgbClr val="533500">
                    <a:alpha val="4740"/>
                  </a:srgbClr>
                </a:gs>
                <a:gs pos="85714">
                  <a:srgbClr val="533500">
                    <a:alpha val="1902"/>
                  </a:srgbClr>
                </a:gs>
                <a:gs pos="100000">
                  <a:srgbClr val="533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9" name="Splat 1569"/>
            <p:cNvSpPr>
              <a:spLocks noGrp="1"/>
            </p:cNvSpPr>
            <p:nvPr/>
          </p:nvSpPr>
          <p:spPr>
            <a:xfrm rot="8289318">
              <a:off x="2918685" y="1145189"/>
              <a:ext cx="698141" cy="458220"/>
            </a:xfrm>
            <a:prstGeom prst="ellipse">
              <a:avLst/>
            </a:prstGeom>
            <a:gradFill>
              <a:gsLst>
                <a:gs pos="0">
                  <a:srgbClr val="65504D">
                    <a:alpha val="32054"/>
                  </a:srgbClr>
                </a:gs>
                <a:gs pos="14286">
                  <a:srgbClr val="65504D">
                    <a:alpha val="29896"/>
                  </a:srgbClr>
                </a:gs>
                <a:gs pos="28571">
                  <a:srgbClr val="65504D">
                    <a:alpha val="24103"/>
                  </a:srgbClr>
                </a:gs>
                <a:gs pos="42857">
                  <a:srgbClr val="65504D">
                    <a:alpha val="16548"/>
                  </a:srgbClr>
                </a:gs>
                <a:gs pos="57143">
                  <a:srgbClr val="65504D">
                    <a:alpha val="9537"/>
                  </a:srgbClr>
                </a:gs>
                <a:gs pos="71429">
                  <a:srgbClr val="65504D">
                    <a:alpha val="4584"/>
                  </a:srgbClr>
                </a:gs>
                <a:gs pos="85714">
                  <a:srgbClr val="65504D">
                    <a:alpha val="1838"/>
                  </a:srgbClr>
                </a:gs>
                <a:gs pos="100000">
                  <a:srgbClr val="65504D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0" name="Splat 1570"/>
            <p:cNvSpPr>
              <a:spLocks noGrp="1"/>
            </p:cNvSpPr>
            <p:nvPr/>
          </p:nvSpPr>
          <p:spPr>
            <a:xfrm rot="8302700">
              <a:off x="2784323" y="1128936"/>
              <a:ext cx="677710" cy="520430"/>
            </a:xfrm>
            <a:prstGeom prst="ellipse">
              <a:avLst/>
            </a:prstGeom>
            <a:gradFill>
              <a:gsLst>
                <a:gs pos="0">
                  <a:srgbClr val="5E3B1D">
                    <a:alpha val="32968"/>
                  </a:srgbClr>
                </a:gs>
                <a:gs pos="14286">
                  <a:srgbClr val="5E3B1D">
                    <a:alpha val="30764"/>
                  </a:srgbClr>
                </a:gs>
                <a:gs pos="28571">
                  <a:srgbClr val="5E3B1D">
                    <a:alpha val="24833"/>
                  </a:srgbClr>
                </a:gs>
                <a:gs pos="42857">
                  <a:srgbClr val="5E3B1D">
                    <a:alpha val="17075"/>
                  </a:srgbClr>
                </a:gs>
                <a:gs pos="57143">
                  <a:srgbClr val="5E3B1D">
                    <a:alpha val="9855"/>
                  </a:srgbClr>
                </a:gs>
                <a:gs pos="71429">
                  <a:srgbClr val="5E3B1D">
                    <a:alpha val="4740"/>
                  </a:srgbClr>
                </a:gs>
                <a:gs pos="85714">
                  <a:srgbClr val="5E3B1D">
                    <a:alpha val="1902"/>
                  </a:srgbClr>
                </a:gs>
                <a:gs pos="100000">
                  <a:srgbClr val="5E3B1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1" name="Splat 1571"/>
            <p:cNvSpPr>
              <a:spLocks noGrp="1"/>
            </p:cNvSpPr>
            <p:nvPr/>
          </p:nvSpPr>
          <p:spPr>
            <a:xfrm rot="10302096">
              <a:off x="2627193" y="1150344"/>
              <a:ext cx="569893" cy="464758"/>
            </a:xfrm>
            <a:prstGeom prst="ellipse">
              <a:avLst/>
            </a:prstGeom>
            <a:gradFill>
              <a:gsLst>
                <a:gs pos="0">
                  <a:srgbClr val="003700">
                    <a:alpha val="8660"/>
                  </a:srgbClr>
                </a:gs>
                <a:gs pos="14286">
                  <a:srgbClr val="003700">
                    <a:alpha val="7988"/>
                  </a:srgbClr>
                </a:gs>
                <a:gs pos="28571">
                  <a:srgbClr val="003700">
                    <a:alpha val="6260"/>
                  </a:srgbClr>
                </a:gs>
                <a:gs pos="42857">
                  <a:srgbClr val="003700">
                    <a:alpha val="4151"/>
                  </a:srgbClr>
                </a:gs>
                <a:gs pos="57143">
                  <a:srgbClr val="003700">
                    <a:alpha val="2322"/>
                  </a:srgbClr>
                </a:gs>
                <a:gs pos="71429">
                  <a:srgbClr val="003700">
                    <a:alpha val="1094"/>
                  </a:srgbClr>
                </a:gs>
                <a:gs pos="85714">
                  <a:srgbClr val="003700">
                    <a:alpha val="434"/>
                  </a:srgbClr>
                </a:gs>
                <a:gs pos="100000">
                  <a:srgbClr val="003700">
                    <a:alpha val="1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2" name="Splat 1572"/>
            <p:cNvSpPr>
              <a:spLocks noGrp="1"/>
            </p:cNvSpPr>
            <p:nvPr/>
          </p:nvSpPr>
          <p:spPr>
            <a:xfrm rot="6604608">
              <a:off x="2461659" y="1137608"/>
              <a:ext cx="607459" cy="492612"/>
            </a:xfrm>
            <a:prstGeom prst="ellipse">
              <a:avLst/>
            </a:prstGeom>
            <a:gradFill>
              <a:gsLst>
                <a:gs pos="0">
                  <a:srgbClr val="380000">
                    <a:alpha val="11321"/>
                  </a:srgbClr>
                </a:gs>
                <a:gs pos="14286">
                  <a:srgbClr val="380000">
                    <a:alpha val="10455"/>
                  </a:srgbClr>
                </a:gs>
                <a:gs pos="28571">
                  <a:srgbClr val="380000">
                    <a:alpha val="8217"/>
                  </a:srgbClr>
                </a:gs>
                <a:gs pos="42857">
                  <a:srgbClr val="380000">
                    <a:alpha val="5469"/>
                  </a:srgbClr>
                </a:gs>
                <a:gs pos="57143">
                  <a:srgbClr val="380000">
                    <a:alpha val="3068"/>
                  </a:srgbClr>
                </a:gs>
                <a:gs pos="71429">
                  <a:srgbClr val="380000">
                    <a:alpha val="1448"/>
                  </a:srgbClr>
                </a:gs>
                <a:gs pos="85714">
                  <a:srgbClr val="380000">
                    <a:alpha val="575"/>
                  </a:srgbClr>
                </a:gs>
                <a:gs pos="100000">
                  <a:srgbClr val="380000">
                    <a:alpha val="1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3" name="Splat 1573"/>
            <p:cNvSpPr>
              <a:spLocks noGrp="1"/>
            </p:cNvSpPr>
            <p:nvPr/>
          </p:nvSpPr>
          <p:spPr>
            <a:xfrm rot="-8525506">
              <a:off x="2124743" y="1225404"/>
              <a:ext cx="436902" cy="328397"/>
            </a:xfrm>
            <a:prstGeom prst="ellipse">
              <a:avLst/>
            </a:prstGeom>
            <a:gradFill>
              <a:gsLst>
                <a:gs pos="0">
                  <a:srgbClr val="680000">
                    <a:alpha val="18924"/>
                  </a:srgbClr>
                </a:gs>
                <a:gs pos="14286">
                  <a:srgbClr val="680000">
                    <a:alpha val="17537"/>
                  </a:srgbClr>
                </a:gs>
                <a:gs pos="28571">
                  <a:srgbClr val="680000">
                    <a:alpha val="13904"/>
                  </a:srgbClr>
                </a:gs>
                <a:gs pos="42857">
                  <a:srgbClr val="680000">
                    <a:alpha val="9353"/>
                  </a:srgbClr>
                </a:gs>
                <a:gs pos="57143">
                  <a:srgbClr val="680000">
                    <a:alpha val="5296"/>
                  </a:srgbClr>
                </a:gs>
                <a:gs pos="71429">
                  <a:srgbClr val="680000">
                    <a:alpha val="2515"/>
                  </a:srgbClr>
                </a:gs>
                <a:gs pos="85714">
                  <a:srgbClr val="680000">
                    <a:alpha val="1002"/>
                  </a:srgbClr>
                </a:gs>
                <a:gs pos="100000">
                  <a:srgbClr val="680000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4" name="Splat 1574"/>
            <p:cNvSpPr>
              <a:spLocks noGrp="1"/>
            </p:cNvSpPr>
            <p:nvPr/>
          </p:nvSpPr>
          <p:spPr>
            <a:xfrm rot="4463760">
              <a:off x="1718789" y="1127504"/>
              <a:ext cx="625375" cy="496632"/>
            </a:xfrm>
            <a:prstGeom prst="ellipse">
              <a:avLst/>
            </a:prstGeom>
            <a:gradFill>
              <a:gsLst>
                <a:gs pos="0">
                  <a:srgbClr val="FFB100">
                    <a:alpha val="21170"/>
                  </a:srgbClr>
                </a:gs>
                <a:gs pos="14286">
                  <a:srgbClr val="FFB100">
                    <a:alpha val="19638"/>
                  </a:srgbClr>
                </a:gs>
                <a:gs pos="28571">
                  <a:srgbClr val="FFB100">
                    <a:alpha val="15613"/>
                  </a:srgbClr>
                </a:gs>
                <a:gs pos="42857">
                  <a:srgbClr val="FFB100">
                    <a:alpha val="10537"/>
                  </a:srgbClr>
                </a:gs>
                <a:gs pos="57143">
                  <a:srgbClr val="FFB100">
                    <a:alpha val="5983"/>
                  </a:srgbClr>
                </a:gs>
                <a:gs pos="71429">
                  <a:srgbClr val="FFB100">
                    <a:alpha val="2847"/>
                  </a:srgbClr>
                </a:gs>
                <a:gs pos="85714">
                  <a:srgbClr val="FFB100">
                    <a:alpha val="1136"/>
                  </a:srgbClr>
                </a:gs>
                <a:gs pos="100000">
                  <a:srgbClr val="FFB100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5" name="Splat 1575"/>
            <p:cNvSpPr>
              <a:spLocks noGrp="1"/>
            </p:cNvSpPr>
            <p:nvPr/>
          </p:nvSpPr>
          <p:spPr>
            <a:xfrm rot="-10797687">
              <a:off x="1521179" y="1161675"/>
              <a:ext cx="723018" cy="464684"/>
            </a:xfrm>
            <a:prstGeom prst="ellipse">
              <a:avLst/>
            </a:prstGeom>
            <a:gradFill>
              <a:gsLst>
                <a:gs pos="0">
                  <a:srgbClr val="460000">
                    <a:alpha val="17003"/>
                  </a:srgbClr>
                </a:gs>
                <a:gs pos="14286">
                  <a:srgbClr val="460000">
                    <a:alpha val="15742"/>
                  </a:srgbClr>
                </a:gs>
                <a:gs pos="28571">
                  <a:srgbClr val="460000">
                    <a:alpha val="12453"/>
                  </a:srgbClr>
                </a:gs>
                <a:gs pos="42857">
                  <a:srgbClr val="460000">
                    <a:alpha val="8354"/>
                  </a:srgbClr>
                </a:gs>
                <a:gs pos="57143">
                  <a:srgbClr val="460000">
                    <a:alpha val="4719"/>
                  </a:srgbClr>
                </a:gs>
                <a:gs pos="71429">
                  <a:srgbClr val="460000">
                    <a:alpha val="2237"/>
                  </a:srgbClr>
                </a:gs>
                <a:gs pos="85714">
                  <a:srgbClr val="460000">
                    <a:alpha val="891"/>
                  </a:srgbClr>
                </a:gs>
                <a:gs pos="100000">
                  <a:srgbClr val="460000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6" name="Splat 1576"/>
            <p:cNvSpPr>
              <a:spLocks noGrp="1"/>
            </p:cNvSpPr>
            <p:nvPr/>
          </p:nvSpPr>
          <p:spPr>
            <a:xfrm rot="5741863">
              <a:off x="1397448" y="1189928"/>
              <a:ext cx="639043" cy="373981"/>
            </a:xfrm>
            <a:prstGeom prst="ellipse">
              <a:avLst/>
            </a:prstGeom>
            <a:gradFill>
              <a:gsLst>
                <a:gs pos="0">
                  <a:srgbClr val="440000">
                    <a:alpha val="32968"/>
                  </a:srgbClr>
                </a:gs>
                <a:gs pos="14286">
                  <a:srgbClr val="440000">
                    <a:alpha val="30764"/>
                  </a:srgbClr>
                </a:gs>
                <a:gs pos="28571">
                  <a:srgbClr val="440000">
                    <a:alpha val="24833"/>
                  </a:srgbClr>
                </a:gs>
                <a:gs pos="42857">
                  <a:srgbClr val="440000">
                    <a:alpha val="17075"/>
                  </a:srgbClr>
                </a:gs>
                <a:gs pos="57143">
                  <a:srgbClr val="440000">
                    <a:alpha val="9855"/>
                  </a:srgbClr>
                </a:gs>
                <a:gs pos="71429">
                  <a:srgbClr val="440000">
                    <a:alpha val="4740"/>
                  </a:srgbClr>
                </a:gs>
                <a:gs pos="85714">
                  <a:srgbClr val="440000">
                    <a:alpha val="1902"/>
                  </a:srgbClr>
                </a:gs>
                <a:gs pos="100000">
                  <a:srgbClr val="4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7" name="Splat 1577"/>
            <p:cNvSpPr>
              <a:spLocks noGrp="1"/>
            </p:cNvSpPr>
            <p:nvPr/>
          </p:nvSpPr>
          <p:spPr>
            <a:xfrm rot="-9444360">
              <a:off x="1368815" y="1174658"/>
              <a:ext cx="507242" cy="357517"/>
            </a:xfrm>
            <a:prstGeom prst="ellipse">
              <a:avLst/>
            </a:prstGeom>
            <a:gradFill>
              <a:gsLst>
                <a:gs pos="0">
                  <a:srgbClr val="A25800">
                    <a:alpha val="30636"/>
                  </a:srgbClr>
                </a:gs>
                <a:gs pos="14286">
                  <a:srgbClr val="A25800">
                    <a:alpha val="28553"/>
                  </a:srgbClr>
                </a:gs>
                <a:gs pos="28571">
                  <a:srgbClr val="A25800">
                    <a:alpha val="22976"/>
                  </a:srgbClr>
                </a:gs>
                <a:gs pos="42857">
                  <a:srgbClr val="A25800">
                    <a:alpha val="15737"/>
                  </a:srgbClr>
                </a:gs>
                <a:gs pos="57143">
                  <a:srgbClr val="A25800">
                    <a:alpha val="9052"/>
                  </a:srgbClr>
                </a:gs>
                <a:gs pos="71429">
                  <a:srgbClr val="A25800">
                    <a:alpha val="4344"/>
                  </a:srgbClr>
                </a:gs>
                <a:gs pos="85714">
                  <a:srgbClr val="A25800">
                    <a:alpha val="1741"/>
                  </a:srgbClr>
                </a:gs>
                <a:gs pos="100000">
                  <a:srgbClr val="A25800">
                    <a:alpha val="5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8" name="Splat 1578"/>
            <p:cNvSpPr>
              <a:spLocks noGrp="1"/>
            </p:cNvSpPr>
            <p:nvPr/>
          </p:nvSpPr>
          <p:spPr>
            <a:xfrm rot="3558507">
              <a:off x="715981" y="1196640"/>
              <a:ext cx="642485" cy="323352"/>
            </a:xfrm>
            <a:prstGeom prst="ellipse">
              <a:avLst/>
            </a:prstGeom>
            <a:gradFill>
              <a:gsLst>
                <a:gs pos="0">
                  <a:srgbClr val="550C00">
                    <a:alpha val="21254"/>
                  </a:srgbClr>
                </a:gs>
                <a:gs pos="14286">
                  <a:srgbClr val="550C00">
                    <a:alpha val="19718"/>
                  </a:srgbClr>
                </a:gs>
                <a:gs pos="28571">
                  <a:srgbClr val="550C00">
                    <a:alpha val="15678"/>
                  </a:srgbClr>
                </a:gs>
                <a:gs pos="42857">
                  <a:srgbClr val="550C00">
                    <a:alpha val="10582"/>
                  </a:srgbClr>
                </a:gs>
                <a:gs pos="57143">
                  <a:srgbClr val="550C00">
                    <a:alpha val="6009"/>
                  </a:srgbClr>
                </a:gs>
                <a:gs pos="71429">
                  <a:srgbClr val="550C00">
                    <a:alpha val="2859"/>
                  </a:srgbClr>
                </a:gs>
                <a:gs pos="85714">
                  <a:srgbClr val="550C00">
                    <a:alpha val="1141"/>
                  </a:srgbClr>
                </a:gs>
                <a:gs pos="100000">
                  <a:srgbClr val="550C00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9" name="Splat 1579"/>
            <p:cNvSpPr>
              <a:spLocks noGrp="1"/>
            </p:cNvSpPr>
            <p:nvPr/>
          </p:nvSpPr>
          <p:spPr>
            <a:xfrm rot="7984263">
              <a:off x="592246" y="1084873"/>
              <a:ext cx="640064" cy="526794"/>
            </a:xfrm>
            <a:prstGeom prst="ellipse">
              <a:avLst/>
            </a:prstGeom>
            <a:gradFill>
              <a:gsLst>
                <a:gs pos="0">
                  <a:srgbClr val="E57800">
                    <a:alpha val="2292"/>
                  </a:srgbClr>
                </a:gs>
                <a:gs pos="14286">
                  <a:srgbClr val="E57800">
                    <a:alpha val="2108"/>
                  </a:srgbClr>
                </a:gs>
                <a:gs pos="28571">
                  <a:srgbClr val="E57800">
                    <a:alpha val="1641"/>
                  </a:srgbClr>
                </a:gs>
                <a:gs pos="42857">
                  <a:srgbClr val="E57800">
                    <a:alpha val="1079"/>
                  </a:srgbClr>
                </a:gs>
                <a:gs pos="57143">
                  <a:srgbClr val="E57800">
                    <a:alpha val="600"/>
                  </a:srgbClr>
                </a:gs>
                <a:gs pos="71429">
                  <a:srgbClr val="E57800">
                    <a:alpha val="281"/>
                  </a:srgbClr>
                </a:gs>
                <a:gs pos="85714">
                  <a:srgbClr val="E57800">
                    <a:alpha val="111"/>
                  </a:srgbClr>
                </a:gs>
                <a:gs pos="100000">
                  <a:srgbClr val="E5780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0" name="Splat 1580"/>
            <p:cNvSpPr>
              <a:spLocks noGrp="1"/>
            </p:cNvSpPr>
            <p:nvPr/>
          </p:nvSpPr>
          <p:spPr>
            <a:xfrm rot="-8664058">
              <a:off x="465426" y="1208439"/>
              <a:ext cx="591767" cy="428201"/>
            </a:xfrm>
            <a:prstGeom prst="ellipse">
              <a:avLst/>
            </a:prstGeom>
            <a:gradFill>
              <a:gsLst>
                <a:gs pos="0">
                  <a:srgbClr val="762900">
                    <a:alpha val="32882"/>
                  </a:srgbClr>
                </a:gs>
                <a:gs pos="14286">
                  <a:srgbClr val="762900">
                    <a:alpha val="30683"/>
                  </a:srgbClr>
                </a:gs>
                <a:gs pos="28571">
                  <a:srgbClr val="762900">
                    <a:alpha val="24764"/>
                  </a:srgbClr>
                </a:gs>
                <a:gs pos="42857">
                  <a:srgbClr val="762900">
                    <a:alpha val="17026"/>
                  </a:srgbClr>
                </a:gs>
                <a:gs pos="57143">
                  <a:srgbClr val="762900">
                    <a:alpha val="9825"/>
                  </a:srgbClr>
                </a:gs>
                <a:gs pos="71429">
                  <a:srgbClr val="762900">
                    <a:alpha val="4726"/>
                  </a:srgbClr>
                </a:gs>
                <a:gs pos="85714">
                  <a:srgbClr val="762900">
                    <a:alpha val="1896"/>
                  </a:srgbClr>
                </a:gs>
                <a:gs pos="100000">
                  <a:srgbClr val="762900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1" name="Splat 1581"/>
            <p:cNvSpPr>
              <a:spLocks noGrp="1"/>
            </p:cNvSpPr>
            <p:nvPr/>
          </p:nvSpPr>
          <p:spPr>
            <a:xfrm rot="-10034731">
              <a:off x="195705" y="1154688"/>
              <a:ext cx="732886" cy="464013"/>
            </a:xfrm>
            <a:prstGeom prst="ellipse">
              <a:avLst/>
            </a:prstGeom>
            <a:gradFill>
              <a:gsLst>
                <a:gs pos="0">
                  <a:srgbClr val="620400">
                    <a:alpha val="22293"/>
                  </a:srgbClr>
                </a:gs>
                <a:gs pos="14286">
                  <a:srgbClr val="620400">
                    <a:alpha val="20692"/>
                  </a:srgbClr>
                </a:gs>
                <a:gs pos="28571">
                  <a:srgbClr val="620400">
                    <a:alpha val="16473"/>
                  </a:srgbClr>
                </a:gs>
                <a:gs pos="42857">
                  <a:srgbClr val="620400">
                    <a:alpha val="11136"/>
                  </a:srgbClr>
                </a:gs>
                <a:gs pos="57143">
                  <a:srgbClr val="620400">
                    <a:alpha val="6333"/>
                  </a:srgbClr>
                </a:gs>
                <a:gs pos="71429">
                  <a:srgbClr val="620400">
                    <a:alpha val="3016"/>
                  </a:srgbClr>
                </a:gs>
                <a:gs pos="85714">
                  <a:srgbClr val="620400">
                    <a:alpha val="1204"/>
                  </a:srgbClr>
                </a:gs>
                <a:gs pos="100000">
                  <a:srgbClr val="620400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2" name="Splat 1582"/>
            <p:cNvSpPr>
              <a:spLocks noGrp="1"/>
            </p:cNvSpPr>
            <p:nvPr/>
          </p:nvSpPr>
          <p:spPr>
            <a:xfrm rot="3644926">
              <a:off x="141367" y="1236488"/>
              <a:ext cx="621679" cy="370235"/>
            </a:xfrm>
            <a:prstGeom prst="ellipse">
              <a:avLst/>
            </a:prstGeom>
            <a:gradFill>
              <a:gsLst>
                <a:gs pos="0">
                  <a:srgbClr val="673000">
                    <a:alpha val="32968"/>
                  </a:srgbClr>
                </a:gs>
                <a:gs pos="14286">
                  <a:srgbClr val="673000">
                    <a:alpha val="30764"/>
                  </a:srgbClr>
                </a:gs>
                <a:gs pos="28571">
                  <a:srgbClr val="673000">
                    <a:alpha val="24833"/>
                  </a:srgbClr>
                </a:gs>
                <a:gs pos="42857">
                  <a:srgbClr val="673000">
                    <a:alpha val="17075"/>
                  </a:srgbClr>
                </a:gs>
                <a:gs pos="57143">
                  <a:srgbClr val="673000">
                    <a:alpha val="9855"/>
                  </a:srgbClr>
                </a:gs>
                <a:gs pos="71429">
                  <a:srgbClr val="673000">
                    <a:alpha val="4740"/>
                  </a:srgbClr>
                </a:gs>
                <a:gs pos="85714">
                  <a:srgbClr val="673000">
                    <a:alpha val="1902"/>
                  </a:srgbClr>
                </a:gs>
                <a:gs pos="100000">
                  <a:srgbClr val="673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3" name="Splat 1583"/>
            <p:cNvSpPr>
              <a:spLocks noGrp="1"/>
            </p:cNvSpPr>
            <p:nvPr/>
          </p:nvSpPr>
          <p:spPr>
            <a:xfrm rot="6625759">
              <a:off x="-116056" y="1163245"/>
              <a:ext cx="632374" cy="444137"/>
            </a:xfrm>
            <a:prstGeom prst="ellipse">
              <a:avLst/>
            </a:prstGeom>
            <a:gradFill>
              <a:gsLst>
                <a:gs pos="0">
                  <a:srgbClr val="E29E12">
                    <a:alpha val="7993"/>
                  </a:srgbClr>
                </a:gs>
                <a:gs pos="14286">
                  <a:srgbClr val="E29E12">
                    <a:alpha val="7371"/>
                  </a:srgbClr>
                </a:gs>
                <a:gs pos="28571">
                  <a:srgbClr val="E29E12">
                    <a:alpha val="5772"/>
                  </a:srgbClr>
                </a:gs>
                <a:gs pos="42857">
                  <a:srgbClr val="E29E12">
                    <a:alpha val="3824"/>
                  </a:srgbClr>
                </a:gs>
                <a:gs pos="57143">
                  <a:srgbClr val="E29E12">
                    <a:alpha val="2138"/>
                  </a:srgbClr>
                </a:gs>
                <a:gs pos="71429">
                  <a:srgbClr val="E29E12">
                    <a:alpha val="1006"/>
                  </a:srgbClr>
                </a:gs>
                <a:gs pos="85714">
                  <a:srgbClr val="E29E12">
                    <a:alpha val="399"/>
                  </a:srgbClr>
                </a:gs>
                <a:gs pos="100000">
                  <a:srgbClr val="E29E12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4" name="Splat 1584"/>
            <p:cNvSpPr>
              <a:spLocks noGrp="1"/>
            </p:cNvSpPr>
            <p:nvPr/>
          </p:nvSpPr>
          <p:spPr>
            <a:xfrm rot="2807283">
              <a:off x="-346763" y="1173804"/>
              <a:ext cx="856557" cy="407731"/>
            </a:xfrm>
            <a:prstGeom prst="ellipse">
              <a:avLst/>
            </a:prstGeom>
            <a:gradFill>
              <a:gsLst>
                <a:gs pos="0">
                  <a:srgbClr val="000000">
                    <a:alpha val="7112"/>
                  </a:srgbClr>
                </a:gs>
                <a:gs pos="14286">
                  <a:srgbClr val="000000">
                    <a:alpha val="6556"/>
                  </a:srgbClr>
                </a:gs>
                <a:gs pos="28571">
                  <a:srgbClr val="000000">
                    <a:alpha val="5129"/>
                  </a:srgbClr>
                </a:gs>
                <a:gs pos="42857">
                  <a:srgbClr val="000000">
                    <a:alpha val="3394"/>
                  </a:srgbClr>
                </a:gs>
                <a:gs pos="57143">
                  <a:srgbClr val="000000">
                    <a:alpha val="1895"/>
                  </a:srgbClr>
                </a:gs>
                <a:gs pos="71429">
                  <a:srgbClr val="000000">
                    <a:alpha val="892"/>
                  </a:srgbClr>
                </a:gs>
                <a:gs pos="85714">
                  <a:srgbClr val="000000">
                    <a:alpha val="354"/>
                  </a:srgbClr>
                </a:gs>
                <a:gs pos="100000">
                  <a:srgbClr val="000000">
                    <a:alpha val="1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5" name="Splat 1585"/>
            <p:cNvSpPr>
              <a:spLocks noGrp="1"/>
            </p:cNvSpPr>
            <p:nvPr/>
          </p:nvSpPr>
          <p:spPr>
            <a:xfrm rot="-9505887">
              <a:off x="3225028" y="1003168"/>
              <a:ext cx="713829" cy="385244"/>
            </a:xfrm>
            <a:prstGeom prst="ellipse">
              <a:avLst/>
            </a:prstGeom>
            <a:gradFill>
              <a:gsLst>
                <a:gs pos="0">
                  <a:srgbClr val="F5D5A5">
                    <a:alpha val="16796"/>
                  </a:srgbClr>
                </a:gs>
                <a:gs pos="14286">
                  <a:srgbClr val="F5D5A5">
                    <a:alpha val="15549"/>
                  </a:srgbClr>
                </a:gs>
                <a:gs pos="28571">
                  <a:srgbClr val="F5D5A5">
                    <a:alpha val="12297"/>
                  </a:srgbClr>
                </a:gs>
                <a:gs pos="42857">
                  <a:srgbClr val="F5D5A5">
                    <a:alpha val="8247"/>
                  </a:srgbClr>
                </a:gs>
                <a:gs pos="57143">
                  <a:srgbClr val="F5D5A5">
                    <a:alpha val="4657"/>
                  </a:srgbClr>
                </a:gs>
                <a:gs pos="71429">
                  <a:srgbClr val="F5D5A5">
                    <a:alpha val="2208"/>
                  </a:srgbClr>
                </a:gs>
                <a:gs pos="85714">
                  <a:srgbClr val="F5D5A5">
                    <a:alpha val="879"/>
                  </a:srgbClr>
                </a:gs>
                <a:gs pos="100000">
                  <a:srgbClr val="F5D5A5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6" name="Splat 1586"/>
            <p:cNvSpPr>
              <a:spLocks noGrp="1"/>
            </p:cNvSpPr>
            <p:nvPr/>
          </p:nvSpPr>
          <p:spPr>
            <a:xfrm rot="6030950">
              <a:off x="3080343" y="1049848"/>
              <a:ext cx="589115" cy="407583"/>
            </a:xfrm>
            <a:prstGeom prst="ellipse">
              <a:avLst/>
            </a:prstGeom>
            <a:gradFill>
              <a:gsLst>
                <a:gs pos="0">
                  <a:srgbClr val="FAF6C1">
                    <a:alpha val="2797"/>
                  </a:srgbClr>
                </a:gs>
                <a:gs pos="14286">
                  <a:srgbClr val="FAF6C1">
                    <a:alpha val="2574"/>
                  </a:srgbClr>
                </a:gs>
                <a:gs pos="28571">
                  <a:srgbClr val="FAF6C1">
                    <a:alpha val="2004"/>
                  </a:srgbClr>
                </a:gs>
                <a:gs pos="42857">
                  <a:srgbClr val="FAF6C1">
                    <a:alpha val="1319"/>
                  </a:srgbClr>
                </a:gs>
                <a:gs pos="57143">
                  <a:srgbClr val="FAF6C1">
                    <a:alpha val="733"/>
                  </a:srgbClr>
                </a:gs>
                <a:gs pos="71429">
                  <a:srgbClr val="FAF6C1">
                    <a:alpha val="344"/>
                  </a:srgbClr>
                </a:gs>
                <a:gs pos="85714">
                  <a:srgbClr val="FAF6C1">
                    <a:alpha val="136"/>
                  </a:srgbClr>
                </a:gs>
                <a:gs pos="100000">
                  <a:srgbClr val="FAF6C1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7" name="Splat 1587"/>
            <p:cNvSpPr>
              <a:spLocks noGrp="1"/>
            </p:cNvSpPr>
            <p:nvPr/>
          </p:nvSpPr>
          <p:spPr>
            <a:xfrm rot="5163852">
              <a:off x="2780270" y="898631"/>
              <a:ext cx="575946" cy="541557"/>
            </a:xfrm>
            <a:prstGeom prst="ellipse">
              <a:avLst/>
            </a:prstGeom>
            <a:gradFill>
              <a:gsLst>
                <a:gs pos="0">
                  <a:srgbClr val="5F5E43">
                    <a:alpha val="11551"/>
                  </a:srgbClr>
                </a:gs>
                <a:gs pos="14286">
                  <a:srgbClr val="5F5E43">
                    <a:alpha val="10668"/>
                  </a:srgbClr>
                </a:gs>
                <a:gs pos="28571">
                  <a:srgbClr val="5F5E43">
                    <a:alpha val="8387"/>
                  </a:srgbClr>
                </a:gs>
                <a:gs pos="42857">
                  <a:srgbClr val="5F5E43">
                    <a:alpha val="5583"/>
                  </a:srgbClr>
                </a:gs>
                <a:gs pos="57143">
                  <a:srgbClr val="5F5E43">
                    <a:alpha val="3133"/>
                  </a:srgbClr>
                </a:gs>
                <a:gs pos="71429">
                  <a:srgbClr val="5F5E43">
                    <a:alpha val="1479"/>
                  </a:srgbClr>
                </a:gs>
                <a:gs pos="85714">
                  <a:srgbClr val="5F5E43">
                    <a:alpha val="588"/>
                  </a:srgbClr>
                </a:gs>
                <a:gs pos="100000">
                  <a:srgbClr val="5F5E43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8" name="Splat 1588"/>
            <p:cNvSpPr>
              <a:spLocks noGrp="1"/>
            </p:cNvSpPr>
            <p:nvPr/>
          </p:nvSpPr>
          <p:spPr>
            <a:xfrm rot="5089426">
              <a:off x="2193935" y="1010786"/>
              <a:ext cx="720509" cy="2791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9" name="Splat 1589"/>
            <p:cNvSpPr>
              <a:spLocks noGrp="1"/>
            </p:cNvSpPr>
            <p:nvPr/>
          </p:nvSpPr>
          <p:spPr>
            <a:xfrm rot="7675225">
              <a:off x="2069280" y="1087553"/>
              <a:ext cx="861697" cy="171864"/>
            </a:xfrm>
            <a:prstGeom prst="ellipse">
              <a:avLst/>
            </a:prstGeom>
            <a:gradFill>
              <a:gsLst>
                <a:gs pos="0">
                  <a:srgbClr val="000000">
                    <a:alpha val="24033"/>
                  </a:srgbClr>
                </a:gs>
                <a:gs pos="14286">
                  <a:srgbClr val="000000">
                    <a:alpha val="22325"/>
                  </a:srgbClr>
                </a:gs>
                <a:gs pos="28571">
                  <a:srgbClr val="000000">
                    <a:alpha val="17812"/>
                  </a:srgbClr>
                </a:gs>
                <a:gs pos="42857">
                  <a:srgbClr val="000000">
                    <a:alpha val="12073"/>
                  </a:srgbClr>
                </a:gs>
                <a:gs pos="57143">
                  <a:srgbClr val="000000">
                    <a:alpha val="6881"/>
                  </a:srgbClr>
                </a:gs>
                <a:gs pos="71429">
                  <a:srgbClr val="000000">
                    <a:alpha val="3282"/>
                  </a:srgbClr>
                </a:gs>
                <a:gs pos="85714">
                  <a:srgbClr val="000000">
                    <a:alpha val="1311"/>
                  </a:srgbClr>
                </a:gs>
                <a:gs pos="100000">
                  <a:srgbClr val="000000">
                    <a:alpha val="4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0" name="Splat 1590"/>
            <p:cNvSpPr>
              <a:spLocks noGrp="1"/>
            </p:cNvSpPr>
            <p:nvPr/>
          </p:nvSpPr>
          <p:spPr>
            <a:xfrm rot="6017212">
              <a:off x="1890430" y="1109403"/>
              <a:ext cx="611307" cy="336706"/>
            </a:xfrm>
            <a:prstGeom prst="ellipse">
              <a:avLst/>
            </a:prstGeom>
            <a:gradFill>
              <a:gsLst>
                <a:gs pos="0">
                  <a:srgbClr val="C98400">
                    <a:alpha val="23925"/>
                  </a:srgbClr>
                </a:gs>
                <a:gs pos="14286">
                  <a:srgbClr val="C98400">
                    <a:alpha val="22224"/>
                  </a:srgbClr>
                </a:gs>
                <a:gs pos="28571">
                  <a:srgbClr val="C98400">
                    <a:alpha val="17729"/>
                  </a:srgbClr>
                </a:gs>
                <a:gs pos="42857">
                  <a:srgbClr val="C98400">
                    <a:alpha val="12015"/>
                  </a:srgbClr>
                </a:gs>
                <a:gs pos="57143">
                  <a:srgbClr val="C98400">
                    <a:alpha val="6847"/>
                  </a:srgbClr>
                </a:gs>
                <a:gs pos="71429">
                  <a:srgbClr val="C98400">
                    <a:alpha val="3265"/>
                  </a:srgbClr>
                </a:gs>
                <a:gs pos="85714">
                  <a:srgbClr val="C98400">
                    <a:alpha val="1304"/>
                  </a:srgbClr>
                </a:gs>
                <a:gs pos="100000">
                  <a:srgbClr val="C98400">
                    <a:alpha val="4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1" name="Splat 1591"/>
            <p:cNvSpPr>
              <a:spLocks noGrp="1"/>
            </p:cNvSpPr>
            <p:nvPr/>
          </p:nvSpPr>
          <p:spPr>
            <a:xfrm rot="3824628">
              <a:off x="1834463" y="973076"/>
              <a:ext cx="536026" cy="429748"/>
            </a:xfrm>
            <a:prstGeom prst="ellipse">
              <a:avLst/>
            </a:prstGeom>
            <a:gradFill>
              <a:gsLst>
                <a:gs pos="0">
                  <a:srgbClr val="7D6160">
                    <a:alpha val="11291"/>
                  </a:srgbClr>
                </a:gs>
                <a:gs pos="14286">
                  <a:srgbClr val="7D6160">
                    <a:alpha val="10427"/>
                  </a:srgbClr>
                </a:gs>
                <a:gs pos="28571">
                  <a:srgbClr val="7D6160">
                    <a:alpha val="8194"/>
                  </a:srgbClr>
                </a:gs>
                <a:gs pos="42857">
                  <a:srgbClr val="7D6160">
                    <a:alpha val="5454"/>
                  </a:srgbClr>
                </a:gs>
                <a:gs pos="57143">
                  <a:srgbClr val="7D6160">
                    <a:alpha val="3060"/>
                  </a:srgbClr>
                </a:gs>
                <a:gs pos="71429">
                  <a:srgbClr val="7D6160">
                    <a:alpha val="1444"/>
                  </a:srgbClr>
                </a:gs>
                <a:gs pos="85714">
                  <a:srgbClr val="7D6160">
                    <a:alpha val="574"/>
                  </a:srgbClr>
                </a:gs>
                <a:gs pos="100000">
                  <a:srgbClr val="7D6160">
                    <a:alpha val="1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2" name="Splat 1592"/>
            <p:cNvSpPr>
              <a:spLocks noGrp="1"/>
            </p:cNvSpPr>
            <p:nvPr/>
          </p:nvSpPr>
          <p:spPr>
            <a:xfrm rot="5423829">
              <a:off x="1629989" y="930805"/>
              <a:ext cx="690185" cy="491393"/>
            </a:xfrm>
            <a:prstGeom prst="ellipse">
              <a:avLst/>
            </a:prstGeom>
            <a:gradFill>
              <a:gsLst>
                <a:gs pos="0">
                  <a:srgbClr val="9E7D00">
                    <a:alpha val="6205"/>
                  </a:srgbClr>
                </a:gs>
                <a:gs pos="14286">
                  <a:srgbClr val="9E7D00">
                    <a:alpha val="5717"/>
                  </a:srgbClr>
                </a:gs>
                <a:gs pos="28571">
                  <a:srgbClr val="9E7D00">
                    <a:alpha val="4468"/>
                  </a:srgbClr>
                </a:gs>
                <a:gs pos="42857">
                  <a:srgbClr val="9E7D00">
                    <a:alpha val="2954"/>
                  </a:srgbClr>
                </a:gs>
                <a:gs pos="57143">
                  <a:srgbClr val="9E7D00">
                    <a:alpha val="1648"/>
                  </a:srgbClr>
                </a:gs>
                <a:gs pos="71429">
                  <a:srgbClr val="9E7D00">
                    <a:alpha val="775"/>
                  </a:srgbClr>
                </a:gs>
                <a:gs pos="85714">
                  <a:srgbClr val="9E7D00">
                    <a:alpha val="307"/>
                  </a:srgbClr>
                </a:gs>
                <a:gs pos="100000">
                  <a:srgbClr val="9E7D00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3" name="Splat 1593"/>
            <p:cNvSpPr>
              <a:spLocks noGrp="1"/>
            </p:cNvSpPr>
            <p:nvPr/>
          </p:nvSpPr>
          <p:spPr>
            <a:xfrm rot="5352161">
              <a:off x="1434404" y="1050647"/>
              <a:ext cx="582606" cy="346017"/>
            </a:xfrm>
            <a:prstGeom prst="ellipse">
              <a:avLst/>
            </a:prstGeom>
            <a:gradFill>
              <a:gsLst>
                <a:gs pos="0">
                  <a:srgbClr val="000000">
                    <a:alpha val="22071"/>
                  </a:srgbClr>
                </a:gs>
                <a:gs pos="14286">
                  <a:srgbClr val="000000">
                    <a:alpha val="20483"/>
                  </a:srgbClr>
                </a:gs>
                <a:gs pos="28571">
                  <a:srgbClr val="000000">
                    <a:alpha val="16303"/>
                  </a:srgbClr>
                </a:gs>
                <a:gs pos="42857">
                  <a:srgbClr val="000000">
                    <a:alpha val="11017"/>
                  </a:srgbClr>
                </a:gs>
                <a:gs pos="57143">
                  <a:srgbClr val="000000">
                    <a:alpha val="6263"/>
                  </a:srgbClr>
                </a:gs>
                <a:gs pos="71429">
                  <a:srgbClr val="000000">
                    <a:alpha val="2982"/>
                  </a:srgbClr>
                </a:gs>
                <a:gs pos="85714">
                  <a:srgbClr val="000000">
                    <a:alpha val="1190"/>
                  </a:srgbClr>
                </a:gs>
                <a:gs pos="100000">
                  <a:srgbClr val="000000">
                    <a:alpha val="3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4" name="Splat 1594"/>
            <p:cNvSpPr>
              <a:spLocks noGrp="1"/>
            </p:cNvSpPr>
            <p:nvPr/>
          </p:nvSpPr>
          <p:spPr>
            <a:xfrm rot="9924157">
              <a:off x="518088" y="1009602"/>
              <a:ext cx="483733" cy="401896"/>
            </a:xfrm>
            <a:prstGeom prst="ellipse">
              <a:avLst/>
            </a:prstGeom>
            <a:gradFill>
              <a:gsLst>
                <a:gs pos="0">
                  <a:srgbClr val="E7C900">
                    <a:alpha val="2471"/>
                  </a:srgbClr>
                </a:gs>
                <a:gs pos="14286">
                  <a:srgbClr val="E7C900">
                    <a:alpha val="2273"/>
                  </a:srgbClr>
                </a:gs>
                <a:gs pos="28571">
                  <a:srgbClr val="E7C900">
                    <a:alpha val="1770"/>
                  </a:srgbClr>
                </a:gs>
                <a:gs pos="42857">
                  <a:srgbClr val="E7C900">
                    <a:alpha val="1164"/>
                  </a:srgbClr>
                </a:gs>
                <a:gs pos="57143">
                  <a:srgbClr val="E7C900">
                    <a:alpha val="647"/>
                  </a:srgbClr>
                </a:gs>
                <a:gs pos="71429">
                  <a:srgbClr val="E7C900">
                    <a:alpha val="303"/>
                  </a:srgbClr>
                </a:gs>
                <a:gs pos="85714">
                  <a:srgbClr val="E7C900">
                    <a:alpha val="120"/>
                  </a:srgbClr>
                </a:gs>
                <a:gs pos="100000">
                  <a:srgbClr val="E7C900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5" name="Splat 1595"/>
            <p:cNvSpPr>
              <a:spLocks noGrp="1"/>
            </p:cNvSpPr>
            <p:nvPr/>
          </p:nvSpPr>
          <p:spPr>
            <a:xfrm rot="8103665">
              <a:off x="133862" y="968519"/>
              <a:ext cx="557622" cy="423695"/>
            </a:xfrm>
            <a:prstGeom prst="ellipse">
              <a:avLst/>
            </a:prstGeom>
            <a:gradFill>
              <a:gsLst>
                <a:gs pos="0">
                  <a:srgbClr val="723B00">
                    <a:alpha val="28331"/>
                  </a:srgbClr>
                </a:gs>
                <a:gs pos="14286">
                  <a:srgbClr val="723B00">
                    <a:alpha val="26373"/>
                  </a:srgbClr>
                </a:gs>
                <a:gs pos="28571">
                  <a:srgbClr val="723B00">
                    <a:alpha val="21158"/>
                  </a:srgbClr>
                </a:gs>
                <a:gs pos="42857">
                  <a:srgbClr val="723B00">
                    <a:alpha val="14438"/>
                  </a:srgbClr>
                </a:gs>
                <a:gs pos="57143">
                  <a:srgbClr val="723B00">
                    <a:alpha val="8277"/>
                  </a:srgbClr>
                </a:gs>
                <a:gs pos="71429">
                  <a:srgbClr val="723B00">
                    <a:alpha val="3964"/>
                  </a:srgbClr>
                </a:gs>
                <a:gs pos="85714">
                  <a:srgbClr val="723B00">
                    <a:alpha val="1587"/>
                  </a:srgbClr>
                </a:gs>
                <a:gs pos="100000">
                  <a:srgbClr val="723B00">
                    <a:alpha val="5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6" name="Splat 1596"/>
            <p:cNvSpPr>
              <a:spLocks noGrp="1"/>
            </p:cNvSpPr>
            <p:nvPr/>
          </p:nvSpPr>
          <p:spPr>
            <a:xfrm rot="-8436956">
              <a:off x="-137520" y="937280"/>
              <a:ext cx="662602" cy="475785"/>
            </a:xfrm>
            <a:prstGeom prst="ellipse">
              <a:avLst/>
            </a:prstGeom>
            <a:gradFill>
              <a:gsLst>
                <a:gs pos="0">
                  <a:srgbClr val="FFC800">
                    <a:alpha val="2723"/>
                  </a:srgbClr>
                </a:gs>
                <a:gs pos="14286">
                  <a:srgbClr val="FFC800">
                    <a:alpha val="2506"/>
                  </a:srgbClr>
                </a:gs>
                <a:gs pos="28571">
                  <a:srgbClr val="FFC800">
                    <a:alpha val="1951"/>
                  </a:srgbClr>
                </a:gs>
                <a:gs pos="42857">
                  <a:srgbClr val="FFC800">
                    <a:alpha val="1284"/>
                  </a:srgbClr>
                </a:gs>
                <a:gs pos="57143">
                  <a:srgbClr val="FFC800">
                    <a:alpha val="714"/>
                  </a:srgbClr>
                </a:gs>
                <a:gs pos="71429">
                  <a:srgbClr val="FFC800">
                    <a:alpha val="335"/>
                  </a:srgbClr>
                </a:gs>
                <a:gs pos="85714">
                  <a:srgbClr val="FFC800">
                    <a:alpha val="132"/>
                  </a:srgbClr>
                </a:gs>
                <a:gs pos="100000">
                  <a:srgbClr val="FFC800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7" name="Splat 1597"/>
            <p:cNvSpPr>
              <a:spLocks noGrp="1"/>
            </p:cNvSpPr>
            <p:nvPr/>
          </p:nvSpPr>
          <p:spPr>
            <a:xfrm rot="3109171">
              <a:off x="-315610" y="945459"/>
              <a:ext cx="805665" cy="507495"/>
            </a:xfrm>
            <a:prstGeom prst="ellipse">
              <a:avLst/>
            </a:prstGeom>
            <a:gradFill>
              <a:gsLst>
                <a:gs pos="0">
                  <a:srgbClr val="180000">
                    <a:alpha val="19763"/>
                  </a:srgbClr>
                </a:gs>
                <a:gs pos="14286">
                  <a:srgbClr val="180000">
                    <a:alpha val="18321"/>
                  </a:srgbClr>
                </a:gs>
                <a:gs pos="28571">
                  <a:srgbClr val="180000">
                    <a:alpha val="14541"/>
                  </a:srgbClr>
                </a:gs>
                <a:gs pos="42857">
                  <a:srgbClr val="180000">
                    <a:alpha val="9793"/>
                  </a:srgbClr>
                </a:gs>
                <a:gs pos="57143">
                  <a:srgbClr val="180000">
                    <a:alpha val="5551"/>
                  </a:srgbClr>
                </a:gs>
                <a:gs pos="71429">
                  <a:srgbClr val="180000">
                    <a:alpha val="2638"/>
                  </a:srgbClr>
                </a:gs>
                <a:gs pos="85714">
                  <a:srgbClr val="180000">
                    <a:alpha val="1052"/>
                  </a:srgbClr>
                </a:gs>
                <a:gs pos="100000">
                  <a:srgbClr val="180000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8" name="Splat 1598"/>
            <p:cNvSpPr>
              <a:spLocks noGrp="1"/>
            </p:cNvSpPr>
            <p:nvPr/>
          </p:nvSpPr>
          <p:spPr>
            <a:xfrm rot="-9629821">
              <a:off x="3312123" y="855179"/>
              <a:ext cx="596096" cy="426120"/>
            </a:xfrm>
            <a:prstGeom prst="ellipse">
              <a:avLst/>
            </a:prstGeom>
            <a:gradFill>
              <a:gsLst>
                <a:gs pos="0">
                  <a:srgbClr val="5D1200">
                    <a:alpha val="32968"/>
                  </a:srgbClr>
                </a:gs>
                <a:gs pos="14286">
                  <a:srgbClr val="5D1200">
                    <a:alpha val="30764"/>
                  </a:srgbClr>
                </a:gs>
                <a:gs pos="28571">
                  <a:srgbClr val="5D1200">
                    <a:alpha val="24833"/>
                  </a:srgbClr>
                </a:gs>
                <a:gs pos="42857">
                  <a:srgbClr val="5D1200">
                    <a:alpha val="17075"/>
                  </a:srgbClr>
                </a:gs>
                <a:gs pos="57143">
                  <a:srgbClr val="5D1200">
                    <a:alpha val="9855"/>
                  </a:srgbClr>
                </a:gs>
                <a:gs pos="71429">
                  <a:srgbClr val="5D1200">
                    <a:alpha val="4740"/>
                  </a:srgbClr>
                </a:gs>
                <a:gs pos="85714">
                  <a:srgbClr val="5D1200">
                    <a:alpha val="1902"/>
                  </a:srgbClr>
                </a:gs>
                <a:gs pos="100000">
                  <a:srgbClr val="5D1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9" name="Splat 1599"/>
            <p:cNvSpPr>
              <a:spLocks noGrp="1"/>
            </p:cNvSpPr>
            <p:nvPr/>
          </p:nvSpPr>
          <p:spPr>
            <a:xfrm rot="5882760">
              <a:off x="2800725" y="868931"/>
              <a:ext cx="584436" cy="412480"/>
            </a:xfrm>
            <a:prstGeom prst="ellipse">
              <a:avLst/>
            </a:prstGeom>
            <a:gradFill>
              <a:gsLst>
                <a:gs pos="0">
                  <a:srgbClr val="D1C0FF">
                    <a:alpha val="2566"/>
                  </a:srgbClr>
                </a:gs>
                <a:gs pos="14286">
                  <a:srgbClr val="D1C0FF">
                    <a:alpha val="2361"/>
                  </a:srgbClr>
                </a:gs>
                <a:gs pos="28571">
                  <a:srgbClr val="D1C0FF">
                    <a:alpha val="1838"/>
                  </a:srgbClr>
                </a:gs>
                <a:gs pos="42857">
                  <a:srgbClr val="D1C0FF">
                    <a:alpha val="1210"/>
                  </a:srgbClr>
                </a:gs>
                <a:gs pos="57143">
                  <a:srgbClr val="D1C0FF">
                    <a:alpha val="672"/>
                  </a:srgbClr>
                </a:gs>
                <a:gs pos="71429">
                  <a:srgbClr val="D1C0FF">
                    <a:alpha val="315"/>
                  </a:srgbClr>
                </a:gs>
                <a:gs pos="85714">
                  <a:srgbClr val="D1C0FF">
                    <a:alpha val="125"/>
                  </a:srgbClr>
                </a:gs>
                <a:gs pos="100000">
                  <a:srgbClr val="D1C0FF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0" name="Splat 1600"/>
            <p:cNvSpPr>
              <a:spLocks noGrp="1"/>
            </p:cNvSpPr>
            <p:nvPr/>
          </p:nvSpPr>
          <p:spPr>
            <a:xfrm rot="-10764882">
              <a:off x="2260824" y="812548"/>
              <a:ext cx="774746" cy="496977"/>
            </a:xfrm>
            <a:prstGeom prst="ellipse">
              <a:avLst/>
            </a:prstGeom>
            <a:gradFill>
              <a:gsLst>
                <a:gs pos="0">
                  <a:srgbClr val="000000">
                    <a:alpha val="22356"/>
                  </a:srgbClr>
                </a:gs>
                <a:gs pos="14286">
                  <a:srgbClr val="000000">
                    <a:alpha val="20750"/>
                  </a:srgbClr>
                </a:gs>
                <a:gs pos="28571">
                  <a:srgbClr val="000000">
                    <a:alpha val="16521"/>
                  </a:srgbClr>
                </a:gs>
                <a:gs pos="42857">
                  <a:srgbClr val="000000">
                    <a:alpha val="11170"/>
                  </a:srgbClr>
                </a:gs>
                <a:gs pos="57143">
                  <a:srgbClr val="000000">
                    <a:alpha val="6352"/>
                  </a:srgbClr>
                </a:gs>
                <a:gs pos="71429">
                  <a:srgbClr val="000000">
                    <a:alpha val="3025"/>
                  </a:srgbClr>
                </a:gs>
                <a:gs pos="85714">
                  <a:srgbClr val="000000">
                    <a:alpha val="1207"/>
                  </a:srgbClr>
                </a:gs>
                <a:gs pos="100000">
                  <a:srgbClr val="000000">
                    <a:alpha val="4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1" name="Splat 1601"/>
            <p:cNvSpPr>
              <a:spLocks noGrp="1"/>
            </p:cNvSpPr>
            <p:nvPr/>
          </p:nvSpPr>
          <p:spPr>
            <a:xfrm rot="6331263">
              <a:off x="2278978" y="904207"/>
              <a:ext cx="557181" cy="3185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2" name="Splat 1602"/>
            <p:cNvSpPr>
              <a:spLocks noGrp="1"/>
            </p:cNvSpPr>
            <p:nvPr/>
          </p:nvSpPr>
          <p:spPr>
            <a:xfrm rot="10120318">
              <a:off x="2145942" y="875848"/>
              <a:ext cx="657018" cy="406238"/>
            </a:xfrm>
            <a:prstGeom prst="ellipse">
              <a:avLst/>
            </a:prstGeom>
            <a:gradFill>
              <a:gsLst>
                <a:gs pos="0">
                  <a:srgbClr val="000000">
                    <a:alpha val="29017"/>
                  </a:srgbClr>
                </a:gs>
                <a:gs pos="14286">
                  <a:srgbClr val="000000">
                    <a:alpha val="27022"/>
                  </a:srgbClr>
                </a:gs>
                <a:gs pos="28571">
                  <a:srgbClr val="000000">
                    <a:alpha val="21697"/>
                  </a:srgbClr>
                </a:gs>
                <a:gs pos="42857">
                  <a:srgbClr val="000000">
                    <a:alpha val="14822"/>
                  </a:srgbClr>
                </a:gs>
                <a:gs pos="57143">
                  <a:srgbClr val="000000">
                    <a:alpha val="8506"/>
                  </a:srgbClr>
                </a:gs>
                <a:gs pos="71429">
                  <a:srgbClr val="000000">
                    <a:alpha val="4076"/>
                  </a:srgbClr>
                </a:gs>
                <a:gs pos="85714">
                  <a:srgbClr val="000000">
                    <a:alpha val="1632"/>
                  </a:srgbClr>
                </a:gs>
                <a:gs pos="100000">
                  <a:srgbClr val="000000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3" name="Splat 1603"/>
            <p:cNvSpPr>
              <a:spLocks noGrp="1"/>
            </p:cNvSpPr>
            <p:nvPr/>
          </p:nvSpPr>
          <p:spPr>
            <a:xfrm rot="5672253">
              <a:off x="1848446" y="781742"/>
              <a:ext cx="718810" cy="401900"/>
            </a:xfrm>
            <a:prstGeom prst="ellipse">
              <a:avLst/>
            </a:prstGeom>
            <a:gradFill>
              <a:gsLst>
                <a:gs pos="0">
                  <a:srgbClr val="FFA900">
                    <a:alpha val="11998"/>
                  </a:srgbClr>
                </a:gs>
                <a:gs pos="14286">
                  <a:srgbClr val="FFA900">
                    <a:alpha val="11084"/>
                  </a:srgbClr>
                </a:gs>
                <a:gs pos="28571">
                  <a:srgbClr val="FFA900">
                    <a:alpha val="8718"/>
                  </a:srgbClr>
                </a:gs>
                <a:gs pos="42857">
                  <a:srgbClr val="FFA900">
                    <a:alpha val="5807"/>
                  </a:srgbClr>
                </a:gs>
                <a:gs pos="57143">
                  <a:srgbClr val="FFA900">
                    <a:alpha val="3261"/>
                  </a:srgbClr>
                </a:gs>
                <a:gs pos="71429">
                  <a:srgbClr val="FFA900">
                    <a:alpha val="1540"/>
                  </a:srgbClr>
                </a:gs>
                <a:gs pos="85714">
                  <a:srgbClr val="FFA900">
                    <a:alpha val="612"/>
                  </a:srgbClr>
                </a:gs>
                <a:gs pos="100000">
                  <a:srgbClr val="FFA900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4" name="Splat 1604"/>
            <p:cNvSpPr>
              <a:spLocks noGrp="1"/>
            </p:cNvSpPr>
            <p:nvPr/>
          </p:nvSpPr>
          <p:spPr>
            <a:xfrm rot="-10073597">
              <a:off x="1806521" y="772577"/>
              <a:ext cx="570803" cy="454929"/>
            </a:xfrm>
            <a:prstGeom prst="ellipse">
              <a:avLst/>
            </a:prstGeom>
            <a:gradFill>
              <a:gsLst>
                <a:gs pos="0">
                  <a:srgbClr val="440000">
                    <a:alpha val="9926"/>
                  </a:srgbClr>
                </a:gs>
                <a:gs pos="14286">
                  <a:srgbClr val="440000">
                    <a:alpha val="9161"/>
                  </a:srgbClr>
                </a:gs>
                <a:gs pos="28571">
                  <a:srgbClr val="440000">
                    <a:alpha val="7188"/>
                  </a:srgbClr>
                </a:gs>
                <a:gs pos="42857">
                  <a:srgbClr val="440000">
                    <a:alpha val="4775"/>
                  </a:srgbClr>
                </a:gs>
                <a:gs pos="57143">
                  <a:srgbClr val="440000">
                    <a:alpha val="2675"/>
                  </a:srgbClr>
                </a:gs>
                <a:gs pos="71429">
                  <a:srgbClr val="440000">
                    <a:alpha val="1261"/>
                  </a:srgbClr>
                </a:gs>
                <a:gs pos="85714">
                  <a:srgbClr val="440000">
                    <a:alpha val="501"/>
                  </a:srgbClr>
                </a:gs>
                <a:gs pos="100000">
                  <a:srgbClr val="440000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5" name="Splat 1605"/>
            <p:cNvSpPr>
              <a:spLocks noGrp="1"/>
            </p:cNvSpPr>
            <p:nvPr/>
          </p:nvSpPr>
          <p:spPr>
            <a:xfrm rot="-8214848">
              <a:off x="1283970" y="801192"/>
              <a:ext cx="699118" cy="523584"/>
            </a:xfrm>
            <a:prstGeom prst="ellipse">
              <a:avLst/>
            </a:prstGeom>
            <a:gradFill>
              <a:gsLst>
                <a:gs pos="0">
                  <a:srgbClr val="000000">
                    <a:alpha val="24723"/>
                  </a:srgbClr>
                </a:gs>
                <a:gs pos="14286">
                  <a:srgbClr val="000000">
                    <a:alpha val="22974"/>
                  </a:srgbClr>
                </a:gs>
                <a:gs pos="28571">
                  <a:srgbClr val="000000">
                    <a:alpha val="18346"/>
                  </a:srgbClr>
                </a:gs>
                <a:gs pos="42857">
                  <a:srgbClr val="000000">
                    <a:alpha val="12448"/>
                  </a:srgbClr>
                </a:gs>
                <a:gs pos="57143">
                  <a:srgbClr val="000000">
                    <a:alpha val="7101"/>
                  </a:srgbClr>
                </a:gs>
                <a:gs pos="71429">
                  <a:srgbClr val="000000">
                    <a:alpha val="3389"/>
                  </a:srgbClr>
                </a:gs>
                <a:gs pos="85714">
                  <a:srgbClr val="000000">
                    <a:alpha val="1354"/>
                  </a:srgbClr>
                </a:gs>
                <a:gs pos="100000">
                  <a:srgbClr val="000000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6" name="Splat 1606"/>
            <p:cNvSpPr>
              <a:spLocks noGrp="1"/>
            </p:cNvSpPr>
            <p:nvPr/>
          </p:nvSpPr>
          <p:spPr>
            <a:xfrm rot="6947622">
              <a:off x="1055357" y="826662"/>
              <a:ext cx="726458" cy="3669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7" name="Splat 1607"/>
            <p:cNvSpPr>
              <a:spLocks noGrp="1"/>
            </p:cNvSpPr>
            <p:nvPr/>
          </p:nvSpPr>
          <p:spPr>
            <a:xfrm rot="7609703">
              <a:off x="834754" y="793995"/>
              <a:ext cx="558154" cy="513226"/>
            </a:xfrm>
            <a:prstGeom prst="ellipse">
              <a:avLst/>
            </a:prstGeom>
            <a:gradFill>
              <a:gsLst>
                <a:gs pos="0">
                  <a:srgbClr val="000000">
                    <a:alpha val="8951"/>
                  </a:srgbClr>
                </a:gs>
                <a:gs pos="14286">
                  <a:srgbClr val="000000">
                    <a:alpha val="8258"/>
                  </a:srgbClr>
                </a:gs>
                <a:gs pos="28571">
                  <a:srgbClr val="000000">
                    <a:alpha val="6473"/>
                  </a:srgbClr>
                </a:gs>
                <a:gs pos="42857">
                  <a:srgbClr val="000000">
                    <a:alpha val="4294"/>
                  </a:srgbClr>
                </a:gs>
                <a:gs pos="57143">
                  <a:srgbClr val="000000">
                    <a:alpha val="2403"/>
                  </a:srgbClr>
                </a:gs>
                <a:gs pos="71429">
                  <a:srgbClr val="000000">
                    <a:alpha val="1132"/>
                  </a:srgbClr>
                </a:gs>
                <a:gs pos="85714">
                  <a:srgbClr val="000000">
                    <a:alpha val="449"/>
                  </a:srgbClr>
                </a:gs>
                <a:gs pos="100000">
                  <a:srgbClr val="000000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8" name="Splat 1608"/>
            <p:cNvSpPr>
              <a:spLocks noGrp="1"/>
            </p:cNvSpPr>
            <p:nvPr/>
          </p:nvSpPr>
          <p:spPr>
            <a:xfrm rot="3167813">
              <a:off x="646486" y="968835"/>
              <a:ext cx="601470" cy="313973"/>
            </a:xfrm>
            <a:prstGeom prst="ellipse">
              <a:avLst/>
            </a:prstGeom>
            <a:gradFill>
              <a:gsLst>
                <a:gs pos="0">
                  <a:srgbClr val="753800">
                    <a:alpha val="24469"/>
                  </a:srgbClr>
                </a:gs>
                <a:gs pos="14286">
                  <a:srgbClr val="753800">
                    <a:alpha val="22735"/>
                  </a:srgbClr>
                </a:gs>
                <a:gs pos="28571">
                  <a:srgbClr val="753800">
                    <a:alpha val="18149"/>
                  </a:srgbClr>
                </a:gs>
                <a:gs pos="42857">
                  <a:srgbClr val="753800">
                    <a:alpha val="12310"/>
                  </a:srgbClr>
                </a:gs>
                <a:gs pos="57143">
                  <a:srgbClr val="753800">
                    <a:alpha val="7020"/>
                  </a:srgbClr>
                </a:gs>
                <a:gs pos="71429">
                  <a:srgbClr val="753800">
                    <a:alpha val="3350"/>
                  </a:srgbClr>
                </a:gs>
                <a:gs pos="85714">
                  <a:srgbClr val="753800">
                    <a:alpha val="1338"/>
                  </a:srgbClr>
                </a:gs>
                <a:gs pos="100000">
                  <a:srgbClr val="753800">
                    <a:alpha val="4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9" name="Splat 1609"/>
            <p:cNvSpPr>
              <a:spLocks noGrp="1"/>
            </p:cNvSpPr>
            <p:nvPr/>
          </p:nvSpPr>
          <p:spPr>
            <a:xfrm rot="9372347">
              <a:off x="417678" y="861059"/>
              <a:ext cx="584891" cy="446329"/>
            </a:xfrm>
            <a:prstGeom prst="ellipse">
              <a:avLst/>
            </a:prstGeom>
            <a:gradFill>
              <a:gsLst>
                <a:gs pos="0">
                  <a:srgbClr val="000000">
                    <a:alpha val="11414"/>
                  </a:srgbClr>
                </a:gs>
                <a:gs pos="14286">
                  <a:srgbClr val="000000">
                    <a:alpha val="10542"/>
                  </a:srgbClr>
                </a:gs>
                <a:gs pos="28571">
                  <a:srgbClr val="000000">
                    <a:alpha val="8286"/>
                  </a:srgbClr>
                </a:gs>
                <a:gs pos="42857">
                  <a:srgbClr val="000000">
                    <a:alpha val="5515"/>
                  </a:srgbClr>
                </a:gs>
                <a:gs pos="57143">
                  <a:srgbClr val="000000">
                    <a:alpha val="3095"/>
                  </a:srgbClr>
                </a:gs>
                <a:gs pos="71429">
                  <a:srgbClr val="000000">
                    <a:alpha val="1461"/>
                  </a:srgbClr>
                </a:gs>
                <a:gs pos="85714">
                  <a:srgbClr val="000000">
                    <a:alpha val="580"/>
                  </a:srgbClr>
                </a:gs>
                <a:gs pos="100000">
                  <a:srgbClr val="000000">
                    <a:alpha val="1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0" name="Splat 1610"/>
            <p:cNvSpPr>
              <a:spLocks noGrp="1"/>
            </p:cNvSpPr>
            <p:nvPr/>
          </p:nvSpPr>
          <p:spPr>
            <a:xfrm rot="2920732">
              <a:off x="369222" y="876804"/>
              <a:ext cx="490418" cy="428763"/>
            </a:xfrm>
            <a:prstGeom prst="ellipse">
              <a:avLst/>
            </a:prstGeom>
            <a:gradFill>
              <a:gsLst>
                <a:gs pos="0">
                  <a:srgbClr val="D07A00">
                    <a:alpha val="5844"/>
                  </a:srgbClr>
                </a:gs>
                <a:gs pos="14286">
                  <a:srgbClr val="D07A00">
                    <a:alpha val="5384"/>
                  </a:srgbClr>
                </a:gs>
                <a:gs pos="28571">
                  <a:srgbClr val="D07A00">
                    <a:alpha val="4206"/>
                  </a:srgbClr>
                </a:gs>
                <a:gs pos="42857">
                  <a:srgbClr val="D07A00">
                    <a:alpha val="2779"/>
                  </a:srgbClr>
                </a:gs>
                <a:gs pos="57143">
                  <a:srgbClr val="D07A00">
                    <a:alpha val="1550"/>
                  </a:srgbClr>
                </a:gs>
                <a:gs pos="71429">
                  <a:srgbClr val="D07A00">
                    <a:alpha val="728"/>
                  </a:srgbClr>
                </a:gs>
                <a:gs pos="85714">
                  <a:srgbClr val="D07A00">
                    <a:alpha val="289"/>
                  </a:srgbClr>
                </a:gs>
                <a:gs pos="100000">
                  <a:srgbClr val="D07A00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1" name="Splat 1611"/>
            <p:cNvSpPr>
              <a:spLocks noGrp="1"/>
            </p:cNvSpPr>
            <p:nvPr/>
          </p:nvSpPr>
          <p:spPr>
            <a:xfrm rot="7191420">
              <a:off x="-358324" y="877354"/>
              <a:ext cx="798979" cy="344008"/>
            </a:xfrm>
            <a:prstGeom prst="ellipse">
              <a:avLst/>
            </a:prstGeom>
            <a:gradFill>
              <a:gsLst>
                <a:gs pos="0">
                  <a:srgbClr val="1E0700">
                    <a:alpha val="32968"/>
                  </a:srgbClr>
                </a:gs>
                <a:gs pos="14286">
                  <a:srgbClr val="1E0700">
                    <a:alpha val="30764"/>
                  </a:srgbClr>
                </a:gs>
                <a:gs pos="28571">
                  <a:srgbClr val="1E0700">
                    <a:alpha val="24833"/>
                  </a:srgbClr>
                </a:gs>
                <a:gs pos="42857">
                  <a:srgbClr val="1E0700">
                    <a:alpha val="17075"/>
                  </a:srgbClr>
                </a:gs>
                <a:gs pos="57143">
                  <a:srgbClr val="1E0700">
                    <a:alpha val="9855"/>
                  </a:srgbClr>
                </a:gs>
                <a:gs pos="71429">
                  <a:srgbClr val="1E0700">
                    <a:alpha val="4740"/>
                  </a:srgbClr>
                </a:gs>
                <a:gs pos="85714">
                  <a:srgbClr val="1E0700">
                    <a:alpha val="1902"/>
                  </a:srgbClr>
                </a:gs>
                <a:gs pos="100000">
                  <a:srgbClr val="1E0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2" name="Splat 1612"/>
            <p:cNvSpPr>
              <a:spLocks noGrp="1"/>
            </p:cNvSpPr>
            <p:nvPr/>
          </p:nvSpPr>
          <p:spPr>
            <a:xfrm rot="5852635">
              <a:off x="3260985" y="630965"/>
              <a:ext cx="749622" cy="547753"/>
            </a:xfrm>
            <a:prstGeom prst="ellipse">
              <a:avLst/>
            </a:prstGeom>
            <a:gradFill>
              <a:gsLst>
                <a:gs pos="0">
                  <a:srgbClr val="010009">
                    <a:alpha val="26371"/>
                  </a:srgbClr>
                </a:gs>
                <a:gs pos="14286">
                  <a:srgbClr val="010009">
                    <a:alpha val="24525"/>
                  </a:srgbClr>
                </a:gs>
                <a:gs pos="28571">
                  <a:srgbClr val="010009">
                    <a:alpha val="19625"/>
                  </a:srgbClr>
                </a:gs>
                <a:gs pos="42857">
                  <a:srgbClr val="010009">
                    <a:alpha val="13350"/>
                  </a:srgbClr>
                </a:gs>
                <a:gs pos="57143">
                  <a:srgbClr val="010009">
                    <a:alpha val="7633"/>
                  </a:srgbClr>
                </a:gs>
                <a:gs pos="71429">
                  <a:srgbClr val="010009">
                    <a:alpha val="3648"/>
                  </a:srgbClr>
                </a:gs>
                <a:gs pos="85714">
                  <a:srgbClr val="010009">
                    <a:alpha val="1459"/>
                  </a:srgbClr>
                </a:gs>
                <a:gs pos="100000">
                  <a:srgbClr val="010009">
                    <a:alpha val="4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3" name="Splat 1613"/>
            <p:cNvSpPr>
              <a:spLocks noGrp="1"/>
            </p:cNvSpPr>
            <p:nvPr/>
          </p:nvSpPr>
          <p:spPr>
            <a:xfrm rot="9590418">
              <a:off x="3037986" y="562372"/>
              <a:ext cx="751543" cy="666609"/>
            </a:xfrm>
            <a:prstGeom prst="ellipse">
              <a:avLst/>
            </a:prstGeom>
            <a:gradFill>
              <a:gsLst>
                <a:gs pos="0">
                  <a:srgbClr val="49212C">
                    <a:alpha val="29339"/>
                  </a:srgbClr>
                </a:gs>
                <a:gs pos="14286">
                  <a:srgbClr val="49212C">
                    <a:alpha val="27326"/>
                  </a:srgbClr>
                </a:gs>
                <a:gs pos="28571">
                  <a:srgbClr val="49212C">
                    <a:alpha val="21951"/>
                  </a:srgbClr>
                </a:gs>
                <a:gs pos="42857">
                  <a:srgbClr val="49212C">
                    <a:alpha val="15003"/>
                  </a:srgbClr>
                </a:gs>
                <a:gs pos="57143">
                  <a:srgbClr val="49212C">
                    <a:alpha val="8614"/>
                  </a:srgbClr>
                </a:gs>
                <a:gs pos="71429">
                  <a:srgbClr val="49212C">
                    <a:alpha val="4129"/>
                  </a:srgbClr>
                </a:gs>
                <a:gs pos="85714">
                  <a:srgbClr val="49212C">
                    <a:alpha val="1653"/>
                  </a:srgbClr>
                </a:gs>
                <a:gs pos="100000">
                  <a:srgbClr val="49212C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4" name="Splat 1614"/>
            <p:cNvSpPr>
              <a:spLocks noGrp="1"/>
            </p:cNvSpPr>
            <p:nvPr/>
          </p:nvSpPr>
          <p:spPr>
            <a:xfrm rot="6152683">
              <a:off x="2981864" y="694978"/>
              <a:ext cx="577649" cy="489659"/>
            </a:xfrm>
            <a:prstGeom prst="ellipse">
              <a:avLst/>
            </a:prstGeom>
            <a:gradFill>
              <a:gsLst>
                <a:gs pos="0">
                  <a:srgbClr val="28000B">
                    <a:alpha val="32968"/>
                  </a:srgbClr>
                </a:gs>
                <a:gs pos="14286">
                  <a:srgbClr val="28000B">
                    <a:alpha val="30764"/>
                  </a:srgbClr>
                </a:gs>
                <a:gs pos="28571">
                  <a:srgbClr val="28000B">
                    <a:alpha val="24833"/>
                  </a:srgbClr>
                </a:gs>
                <a:gs pos="42857">
                  <a:srgbClr val="28000B">
                    <a:alpha val="17075"/>
                  </a:srgbClr>
                </a:gs>
                <a:gs pos="57143">
                  <a:srgbClr val="28000B">
                    <a:alpha val="9855"/>
                  </a:srgbClr>
                </a:gs>
                <a:gs pos="71429">
                  <a:srgbClr val="28000B">
                    <a:alpha val="4740"/>
                  </a:srgbClr>
                </a:gs>
                <a:gs pos="85714">
                  <a:srgbClr val="28000B">
                    <a:alpha val="1902"/>
                  </a:srgbClr>
                </a:gs>
                <a:gs pos="100000">
                  <a:srgbClr val="2800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5" name="Splat 1615"/>
            <p:cNvSpPr>
              <a:spLocks noGrp="1"/>
            </p:cNvSpPr>
            <p:nvPr/>
          </p:nvSpPr>
          <p:spPr>
            <a:xfrm rot="6251986">
              <a:off x="2862497" y="640089"/>
              <a:ext cx="529014" cy="403959"/>
            </a:xfrm>
            <a:prstGeom prst="ellipse">
              <a:avLst/>
            </a:prstGeom>
            <a:gradFill>
              <a:gsLst>
                <a:gs pos="0">
                  <a:srgbClr val="BBADA4">
                    <a:alpha val="28483"/>
                  </a:srgbClr>
                </a:gs>
                <a:gs pos="14286">
                  <a:srgbClr val="BBADA4">
                    <a:alpha val="26517"/>
                  </a:srgbClr>
                </a:gs>
                <a:gs pos="28571">
                  <a:srgbClr val="BBADA4">
                    <a:alpha val="21277"/>
                  </a:srgbClr>
                </a:gs>
                <a:gs pos="42857">
                  <a:srgbClr val="BBADA4">
                    <a:alpha val="14523"/>
                  </a:srgbClr>
                </a:gs>
                <a:gs pos="57143">
                  <a:srgbClr val="BBADA4">
                    <a:alpha val="8328"/>
                  </a:srgbClr>
                </a:gs>
                <a:gs pos="71429">
                  <a:srgbClr val="BBADA4">
                    <a:alpha val="3988"/>
                  </a:srgbClr>
                </a:gs>
                <a:gs pos="85714">
                  <a:srgbClr val="BBADA4">
                    <a:alpha val="1597"/>
                  </a:srgbClr>
                </a:gs>
                <a:gs pos="100000">
                  <a:srgbClr val="BBADA4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6" name="Splat 1616"/>
            <p:cNvSpPr>
              <a:spLocks noGrp="1"/>
            </p:cNvSpPr>
            <p:nvPr/>
          </p:nvSpPr>
          <p:spPr>
            <a:xfrm rot="10016239">
              <a:off x="2445114" y="787934"/>
              <a:ext cx="585661" cy="293099"/>
            </a:xfrm>
            <a:prstGeom prst="ellipse">
              <a:avLst/>
            </a:prstGeom>
            <a:gradFill>
              <a:gsLst>
                <a:gs pos="0">
                  <a:srgbClr val="000000">
                    <a:alpha val="27881"/>
                  </a:srgbClr>
                </a:gs>
                <a:gs pos="14286">
                  <a:srgbClr val="000000">
                    <a:alpha val="25949"/>
                  </a:srgbClr>
                </a:gs>
                <a:gs pos="28571">
                  <a:srgbClr val="000000">
                    <a:alpha val="20805"/>
                  </a:srgbClr>
                </a:gs>
                <a:gs pos="42857">
                  <a:srgbClr val="000000">
                    <a:alpha val="14187"/>
                  </a:srgbClr>
                </a:gs>
                <a:gs pos="57143">
                  <a:srgbClr val="000000">
                    <a:alpha val="8128"/>
                  </a:srgbClr>
                </a:gs>
                <a:gs pos="71429">
                  <a:srgbClr val="000000">
                    <a:alpha val="3891"/>
                  </a:srgbClr>
                </a:gs>
                <a:gs pos="85714">
                  <a:srgbClr val="000000">
                    <a:alpha val="1557"/>
                  </a:srgbClr>
                </a:gs>
                <a:gs pos="100000">
                  <a:srgbClr val="000000">
                    <a:alpha val="5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7" name="Splat 1617"/>
            <p:cNvSpPr>
              <a:spLocks noGrp="1"/>
            </p:cNvSpPr>
            <p:nvPr/>
          </p:nvSpPr>
          <p:spPr>
            <a:xfrm rot="6255668">
              <a:off x="2235887" y="855237"/>
              <a:ext cx="741143" cy="166964"/>
            </a:xfrm>
            <a:prstGeom prst="ellipse">
              <a:avLst/>
            </a:prstGeom>
            <a:gradFill>
              <a:gsLst>
                <a:gs pos="0">
                  <a:srgbClr val="000F0C">
                    <a:alpha val="15611"/>
                  </a:srgbClr>
                </a:gs>
                <a:gs pos="14286">
                  <a:srgbClr val="000F0C">
                    <a:alpha val="14445"/>
                  </a:srgbClr>
                </a:gs>
                <a:gs pos="28571">
                  <a:srgbClr val="000F0C">
                    <a:alpha val="11408"/>
                  </a:srgbClr>
                </a:gs>
                <a:gs pos="42857">
                  <a:srgbClr val="000F0C">
                    <a:alpha val="7638"/>
                  </a:srgbClr>
                </a:gs>
                <a:gs pos="57143">
                  <a:srgbClr val="000F0C">
                    <a:alpha val="4307"/>
                  </a:srgbClr>
                </a:gs>
                <a:gs pos="71429">
                  <a:srgbClr val="000F0C">
                    <a:alpha val="2040"/>
                  </a:srgbClr>
                </a:gs>
                <a:gs pos="85714">
                  <a:srgbClr val="000F0C">
                    <a:alpha val="812"/>
                  </a:srgbClr>
                </a:gs>
                <a:gs pos="100000">
                  <a:srgbClr val="000F0C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8" name="Splat 1618"/>
            <p:cNvSpPr>
              <a:spLocks noGrp="1"/>
            </p:cNvSpPr>
            <p:nvPr/>
          </p:nvSpPr>
          <p:spPr>
            <a:xfrm rot="8395663">
              <a:off x="1958869" y="759642"/>
              <a:ext cx="540905" cy="365983"/>
            </a:xfrm>
            <a:prstGeom prst="ellipse">
              <a:avLst/>
            </a:prstGeom>
            <a:gradFill>
              <a:gsLst>
                <a:gs pos="0">
                  <a:srgbClr val="FBFAF5">
                    <a:alpha val="2491"/>
                  </a:srgbClr>
                </a:gs>
                <a:gs pos="14286">
                  <a:srgbClr val="FBFAF5">
                    <a:alpha val="2292"/>
                  </a:srgbClr>
                </a:gs>
                <a:gs pos="28571">
                  <a:srgbClr val="FBFAF5">
                    <a:alpha val="1784"/>
                  </a:srgbClr>
                </a:gs>
                <a:gs pos="42857">
                  <a:srgbClr val="FBFAF5">
                    <a:alpha val="1174"/>
                  </a:srgbClr>
                </a:gs>
                <a:gs pos="57143">
                  <a:srgbClr val="FBFAF5">
                    <a:alpha val="652"/>
                  </a:srgbClr>
                </a:gs>
                <a:gs pos="71429">
                  <a:srgbClr val="FBFAF5">
                    <a:alpha val="306"/>
                  </a:srgbClr>
                </a:gs>
                <a:gs pos="85714">
                  <a:srgbClr val="FBFAF5">
                    <a:alpha val="121"/>
                  </a:srgbClr>
                </a:gs>
                <a:gs pos="100000">
                  <a:srgbClr val="FBFAF5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9" name="Splat 1619"/>
            <p:cNvSpPr>
              <a:spLocks noGrp="1"/>
            </p:cNvSpPr>
            <p:nvPr/>
          </p:nvSpPr>
          <p:spPr>
            <a:xfrm rot="-10704956">
              <a:off x="1074402" y="729147"/>
              <a:ext cx="665683" cy="419235"/>
            </a:xfrm>
            <a:prstGeom prst="ellipse">
              <a:avLst/>
            </a:prstGeom>
            <a:gradFill>
              <a:gsLst>
                <a:gs pos="0">
                  <a:srgbClr val="000300">
                    <a:alpha val="32968"/>
                  </a:srgbClr>
                </a:gs>
                <a:gs pos="14286">
                  <a:srgbClr val="000300">
                    <a:alpha val="30764"/>
                  </a:srgbClr>
                </a:gs>
                <a:gs pos="28571">
                  <a:srgbClr val="000300">
                    <a:alpha val="24833"/>
                  </a:srgbClr>
                </a:gs>
                <a:gs pos="42857">
                  <a:srgbClr val="000300">
                    <a:alpha val="17075"/>
                  </a:srgbClr>
                </a:gs>
                <a:gs pos="57143">
                  <a:srgbClr val="000300">
                    <a:alpha val="9855"/>
                  </a:srgbClr>
                </a:gs>
                <a:gs pos="71429">
                  <a:srgbClr val="000300">
                    <a:alpha val="4740"/>
                  </a:srgbClr>
                </a:gs>
                <a:gs pos="85714">
                  <a:srgbClr val="000300">
                    <a:alpha val="1902"/>
                  </a:srgbClr>
                </a:gs>
                <a:gs pos="100000">
                  <a:srgbClr val="000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0" name="Splat 1620"/>
            <p:cNvSpPr>
              <a:spLocks noGrp="1"/>
            </p:cNvSpPr>
            <p:nvPr/>
          </p:nvSpPr>
          <p:spPr>
            <a:xfrm rot="4431666">
              <a:off x="791558" y="747845"/>
              <a:ext cx="590575" cy="373812"/>
            </a:xfrm>
            <a:prstGeom prst="ellipse">
              <a:avLst/>
            </a:prstGeom>
            <a:gradFill>
              <a:gsLst>
                <a:gs pos="0">
                  <a:srgbClr val="000000">
                    <a:alpha val="12093"/>
                  </a:srgbClr>
                </a:gs>
                <a:gs pos="14286">
                  <a:srgbClr val="000000">
                    <a:alpha val="11171"/>
                  </a:srgbClr>
                </a:gs>
                <a:gs pos="28571">
                  <a:srgbClr val="000000">
                    <a:alpha val="8787"/>
                  </a:srgbClr>
                </a:gs>
                <a:gs pos="42857">
                  <a:srgbClr val="000000">
                    <a:alpha val="5855"/>
                  </a:srgbClr>
                </a:gs>
                <a:gs pos="57143">
                  <a:srgbClr val="000000">
                    <a:alpha val="3288"/>
                  </a:srgbClr>
                </a:gs>
                <a:gs pos="71429">
                  <a:srgbClr val="000000">
                    <a:alpha val="1553"/>
                  </a:srgbClr>
                </a:gs>
                <a:gs pos="85714">
                  <a:srgbClr val="000000">
                    <a:alpha val="617"/>
                  </a:srgbClr>
                </a:gs>
                <a:gs pos="100000">
                  <a:srgbClr val="000000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1" name="Splat 1621"/>
            <p:cNvSpPr>
              <a:spLocks noGrp="1"/>
            </p:cNvSpPr>
            <p:nvPr/>
          </p:nvSpPr>
          <p:spPr>
            <a:xfrm rot="7375689">
              <a:off x="142145" y="692365"/>
              <a:ext cx="628813" cy="452913"/>
            </a:xfrm>
            <a:prstGeom prst="ellipse">
              <a:avLst/>
            </a:prstGeom>
            <a:gradFill>
              <a:gsLst>
                <a:gs pos="0">
                  <a:srgbClr val="000000">
                    <a:alpha val="26077"/>
                  </a:srgbClr>
                </a:gs>
                <a:gs pos="14286">
                  <a:srgbClr val="000000">
                    <a:alpha val="24248"/>
                  </a:srgbClr>
                </a:gs>
                <a:gs pos="28571">
                  <a:srgbClr val="000000">
                    <a:alpha val="19396"/>
                  </a:srgbClr>
                </a:gs>
                <a:gs pos="42857">
                  <a:srgbClr val="000000">
                    <a:alpha val="13189"/>
                  </a:srgbClr>
                </a:gs>
                <a:gs pos="57143">
                  <a:srgbClr val="000000">
                    <a:alpha val="7538"/>
                  </a:srgbClr>
                </a:gs>
                <a:gs pos="71429">
                  <a:srgbClr val="000000">
                    <a:alpha val="3602"/>
                  </a:srgbClr>
                </a:gs>
                <a:gs pos="85714">
                  <a:srgbClr val="000000">
                    <a:alpha val="1440"/>
                  </a:srgbClr>
                </a:gs>
                <a:gs pos="100000">
                  <a:srgbClr val="000000">
                    <a:alpha val="4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2" name="Splat 1622"/>
            <p:cNvSpPr>
              <a:spLocks noGrp="1"/>
            </p:cNvSpPr>
            <p:nvPr/>
          </p:nvSpPr>
          <p:spPr>
            <a:xfrm rot="6963982">
              <a:off x="-237791" y="637732"/>
              <a:ext cx="693168" cy="481263"/>
            </a:xfrm>
            <a:prstGeom prst="ellipse">
              <a:avLst/>
            </a:prstGeom>
            <a:gradFill>
              <a:gsLst>
                <a:gs pos="0">
                  <a:srgbClr val="945F00">
                    <a:alpha val="15792"/>
                  </a:srgbClr>
                </a:gs>
                <a:gs pos="14286">
                  <a:srgbClr val="945F00">
                    <a:alpha val="14613"/>
                  </a:srgbClr>
                </a:gs>
                <a:gs pos="28571">
                  <a:srgbClr val="945F00">
                    <a:alpha val="11544"/>
                  </a:srgbClr>
                </a:gs>
                <a:gs pos="42857">
                  <a:srgbClr val="945F00">
                    <a:alpha val="7730"/>
                  </a:srgbClr>
                </a:gs>
                <a:gs pos="57143">
                  <a:srgbClr val="945F00">
                    <a:alpha val="4360"/>
                  </a:srgbClr>
                </a:gs>
                <a:gs pos="71429">
                  <a:srgbClr val="945F00">
                    <a:alpha val="2065"/>
                  </a:srgbClr>
                </a:gs>
                <a:gs pos="85714">
                  <a:srgbClr val="945F00">
                    <a:alpha val="822"/>
                  </a:srgbClr>
                </a:gs>
                <a:gs pos="100000">
                  <a:srgbClr val="945F00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3" name="Splat 1623"/>
            <p:cNvSpPr>
              <a:spLocks noGrp="1"/>
            </p:cNvSpPr>
            <p:nvPr/>
          </p:nvSpPr>
          <p:spPr>
            <a:xfrm rot="8364228">
              <a:off x="3204277" y="499374"/>
              <a:ext cx="778751" cy="596909"/>
            </a:xfrm>
            <a:prstGeom prst="ellipse">
              <a:avLst/>
            </a:prstGeom>
            <a:gradFill>
              <a:gsLst>
                <a:gs pos="0">
                  <a:srgbClr val="B99F94">
                    <a:alpha val="24873"/>
                  </a:srgbClr>
                </a:gs>
                <a:gs pos="14286">
                  <a:srgbClr val="B99F94">
                    <a:alpha val="23115"/>
                  </a:srgbClr>
                </a:gs>
                <a:gs pos="28571">
                  <a:srgbClr val="B99F94">
                    <a:alpha val="18461"/>
                  </a:srgbClr>
                </a:gs>
                <a:gs pos="42857">
                  <a:srgbClr val="B99F94">
                    <a:alpha val="12530"/>
                  </a:srgbClr>
                </a:gs>
                <a:gs pos="57143">
                  <a:srgbClr val="B99F94">
                    <a:alpha val="7149"/>
                  </a:srgbClr>
                </a:gs>
                <a:gs pos="71429">
                  <a:srgbClr val="B99F94">
                    <a:alpha val="3413"/>
                  </a:srgbClr>
                </a:gs>
                <a:gs pos="85714">
                  <a:srgbClr val="B99F94">
                    <a:alpha val="1364"/>
                  </a:srgbClr>
                </a:gs>
                <a:gs pos="100000">
                  <a:srgbClr val="B99F94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4" name="Splat 1624"/>
            <p:cNvSpPr>
              <a:spLocks noGrp="1"/>
            </p:cNvSpPr>
            <p:nvPr/>
          </p:nvSpPr>
          <p:spPr>
            <a:xfrm rot="-10210949">
              <a:off x="3030096" y="427057"/>
              <a:ext cx="775582" cy="647179"/>
            </a:xfrm>
            <a:prstGeom prst="ellipse">
              <a:avLst/>
            </a:prstGeom>
            <a:gradFill>
              <a:gsLst>
                <a:gs pos="0">
                  <a:srgbClr val="001103">
                    <a:alpha val="31972"/>
                  </a:srgbClr>
                </a:gs>
                <a:gs pos="14286">
                  <a:srgbClr val="001103">
                    <a:alpha val="29819"/>
                  </a:srgbClr>
                </a:gs>
                <a:gs pos="28571">
                  <a:srgbClr val="001103">
                    <a:alpha val="24038"/>
                  </a:srgbClr>
                </a:gs>
                <a:gs pos="42857">
                  <a:srgbClr val="001103">
                    <a:alpha val="16501"/>
                  </a:srgbClr>
                </a:gs>
                <a:gs pos="57143">
                  <a:srgbClr val="001103">
                    <a:alpha val="9509"/>
                  </a:srgbClr>
                </a:gs>
                <a:gs pos="71429">
                  <a:srgbClr val="001103">
                    <a:alpha val="4570"/>
                  </a:srgbClr>
                </a:gs>
                <a:gs pos="85714">
                  <a:srgbClr val="001103">
                    <a:alpha val="1833"/>
                  </a:srgbClr>
                </a:gs>
                <a:gs pos="100000">
                  <a:srgbClr val="001103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5" name="Splat 1625"/>
            <p:cNvSpPr>
              <a:spLocks noGrp="1"/>
            </p:cNvSpPr>
            <p:nvPr/>
          </p:nvSpPr>
          <p:spPr>
            <a:xfrm rot="-9668401">
              <a:off x="2748450" y="529075"/>
              <a:ext cx="581454" cy="428643"/>
            </a:xfrm>
            <a:prstGeom prst="ellipse">
              <a:avLst/>
            </a:prstGeom>
            <a:gradFill>
              <a:gsLst>
                <a:gs pos="0">
                  <a:srgbClr val="B0A4A5">
                    <a:alpha val="31280"/>
                  </a:srgbClr>
                </a:gs>
                <a:gs pos="14286">
                  <a:srgbClr val="B0A4A5">
                    <a:alpha val="29163"/>
                  </a:srgbClr>
                </a:gs>
                <a:gs pos="28571">
                  <a:srgbClr val="B0A4A5">
                    <a:alpha val="23487"/>
                  </a:srgbClr>
                </a:gs>
                <a:gs pos="42857">
                  <a:srgbClr val="B0A4A5">
                    <a:alpha val="16104"/>
                  </a:srgbClr>
                </a:gs>
                <a:gs pos="57143">
                  <a:srgbClr val="B0A4A5">
                    <a:alpha val="9272"/>
                  </a:srgbClr>
                </a:gs>
                <a:gs pos="71429">
                  <a:srgbClr val="B0A4A5">
                    <a:alpha val="4452"/>
                  </a:srgbClr>
                </a:gs>
                <a:gs pos="85714">
                  <a:srgbClr val="B0A4A5">
                    <a:alpha val="1785"/>
                  </a:srgbClr>
                </a:gs>
                <a:gs pos="100000">
                  <a:srgbClr val="B0A4A5">
                    <a:alpha val="6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6" name="Splat 1626"/>
            <p:cNvSpPr>
              <a:spLocks noGrp="1"/>
            </p:cNvSpPr>
            <p:nvPr/>
          </p:nvSpPr>
          <p:spPr>
            <a:xfrm rot="7103663">
              <a:off x="2461183" y="585495"/>
              <a:ext cx="412070" cy="235028"/>
            </a:xfrm>
            <a:prstGeom prst="ellipse">
              <a:avLst/>
            </a:prstGeom>
            <a:gradFill>
              <a:gsLst>
                <a:gs pos="0">
                  <a:srgbClr val="FFDCBD">
                    <a:alpha val="11796"/>
                  </a:srgbClr>
                </a:gs>
                <a:gs pos="14286">
                  <a:srgbClr val="FFDCBD">
                    <a:alpha val="10896"/>
                  </a:srgbClr>
                </a:gs>
                <a:gs pos="28571">
                  <a:srgbClr val="FFDCBD">
                    <a:alpha val="8568"/>
                  </a:srgbClr>
                </a:gs>
                <a:gs pos="42857">
                  <a:srgbClr val="FFDCBD">
                    <a:alpha val="5706"/>
                  </a:srgbClr>
                </a:gs>
                <a:gs pos="57143">
                  <a:srgbClr val="FFDCBD">
                    <a:alpha val="3203"/>
                  </a:srgbClr>
                </a:gs>
                <a:gs pos="71429">
                  <a:srgbClr val="FFDCBD">
                    <a:alpha val="1512"/>
                  </a:srgbClr>
                </a:gs>
                <a:gs pos="85714">
                  <a:srgbClr val="FFDCBD">
                    <a:alpha val="601"/>
                  </a:srgbClr>
                </a:gs>
                <a:gs pos="100000">
                  <a:srgbClr val="FFDCBD">
                    <a:alpha val="2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7" name="Splat 1627"/>
            <p:cNvSpPr>
              <a:spLocks noGrp="1"/>
            </p:cNvSpPr>
            <p:nvPr/>
          </p:nvSpPr>
          <p:spPr>
            <a:xfrm rot="9485725">
              <a:off x="2128244" y="531190"/>
              <a:ext cx="570932" cy="378120"/>
            </a:xfrm>
            <a:prstGeom prst="ellipse">
              <a:avLst/>
            </a:prstGeom>
            <a:gradFill>
              <a:gsLst>
                <a:gs pos="0">
                  <a:srgbClr val="884600">
                    <a:alpha val="12725"/>
                  </a:srgbClr>
                </a:gs>
                <a:gs pos="14286">
                  <a:srgbClr val="884600">
                    <a:alpha val="11759"/>
                  </a:srgbClr>
                </a:gs>
                <a:gs pos="28571">
                  <a:srgbClr val="884600">
                    <a:alpha val="9256"/>
                  </a:srgbClr>
                </a:gs>
                <a:gs pos="42857">
                  <a:srgbClr val="884600">
                    <a:alpha val="6172"/>
                  </a:srgbClr>
                </a:gs>
                <a:gs pos="57143">
                  <a:srgbClr val="884600">
                    <a:alpha val="3469"/>
                  </a:srgbClr>
                </a:gs>
                <a:gs pos="71429">
                  <a:srgbClr val="884600">
                    <a:alpha val="1639"/>
                  </a:srgbClr>
                </a:gs>
                <a:gs pos="85714">
                  <a:srgbClr val="884600">
                    <a:alpha val="651"/>
                  </a:srgbClr>
                </a:gs>
                <a:gs pos="100000">
                  <a:srgbClr val="884600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8" name="Splat 1628"/>
            <p:cNvSpPr>
              <a:spLocks noGrp="1"/>
            </p:cNvSpPr>
            <p:nvPr/>
          </p:nvSpPr>
          <p:spPr>
            <a:xfrm rot="9737979">
              <a:off x="1927732" y="522128"/>
              <a:ext cx="667466" cy="372700"/>
            </a:xfrm>
            <a:prstGeom prst="ellipse">
              <a:avLst/>
            </a:prstGeom>
            <a:gradFill>
              <a:gsLst>
                <a:gs pos="0">
                  <a:srgbClr val="B52A00">
                    <a:alpha val="5052"/>
                  </a:srgbClr>
                </a:gs>
                <a:gs pos="14286">
                  <a:srgbClr val="B52A00">
                    <a:alpha val="4653"/>
                  </a:srgbClr>
                </a:gs>
                <a:gs pos="28571">
                  <a:srgbClr val="B52A00">
                    <a:alpha val="3632"/>
                  </a:srgbClr>
                </a:gs>
                <a:gs pos="42857">
                  <a:srgbClr val="B52A00">
                    <a:alpha val="2397"/>
                  </a:srgbClr>
                </a:gs>
                <a:gs pos="57143">
                  <a:srgbClr val="B52A00">
                    <a:alpha val="1336"/>
                  </a:srgbClr>
                </a:gs>
                <a:gs pos="71429">
                  <a:srgbClr val="B52A00">
                    <a:alpha val="627"/>
                  </a:srgbClr>
                </a:gs>
                <a:gs pos="85714">
                  <a:srgbClr val="B52A00">
                    <a:alpha val="249"/>
                  </a:srgbClr>
                </a:gs>
                <a:gs pos="100000">
                  <a:srgbClr val="B52A00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9" name="Splat 1629"/>
            <p:cNvSpPr>
              <a:spLocks noGrp="1"/>
            </p:cNvSpPr>
            <p:nvPr/>
          </p:nvSpPr>
          <p:spPr>
            <a:xfrm rot="4372999">
              <a:off x="1058321" y="496609"/>
              <a:ext cx="728719" cy="461174"/>
            </a:xfrm>
            <a:prstGeom prst="ellipse">
              <a:avLst/>
            </a:prstGeom>
            <a:gradFill>
              <a:gsLst>
                <a:gs pos="0">
                  <a:srgbClr val="000000">
                    <a:alpha val="24654"/>
                  </a:srgbClr>
                </a:gs>
                <a:gs pos="14286">
                  <a:srgbClr val="000000">
                    <a:alpha val="22909"/>
                  </a:srgbClr>
                </a:gs>
                <a:gs pos="28571">
                  <a:srgbClr val="000000">
                    <a:alpha val="18292"/>
                  </a:srgbClr>
                </a:gs>
                <a:gs pos="42857">
                  <a:srgbClr val="000000">
                    <a:alpha val="12410"/>
                  </a:srgbClr>
                </a:gs>
                <a:gs pos="57143">
                  <a:srgbClr val="000000">
                    <a:alpha val="7079"/>
                  </a:srgbClr>
                </a:gs>
                <a:gs pos="71429">
                  <a:srgbClr val="000000">
                    <a:alpha val="3378"/>
                  </a:srgbClr>
                </a:gs>
                <a:gs pos="85714">
                  <a:srgbClr val="000000">
                    <a:alpha val="1350"/>
                  </a:srgbClr>
                </a:gs>
                <a:gs pos="100000">
                  <a:srgbClr val="000000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0" name="Splat 1630"/>
            <p:cNvSpPr>
              <a:spLocks noGrp="1"/>
            </p:cNvSpPr>
            <p:nvPr/>
          </p:nvSpPr>
          <p:spPr>
            <a:xfrm rot="-8767361">
              <a:off x="391544" y="526117"/>
              <a:ext cx="703965" cy="392918"/>
            </a:xfrm>
            <a:prstGeom prst="ellipse">
              <a:avLst/>
            </a:prstGeom>
            <a:gradFill>
              <a:gsLst>
                <a:gs pos="0">
                  <a:srgbClr val="000000">
                    <a:alpha val="16150"/>
                  </a:srgbClr>
                </a:gs>
                <a:gs pos="14286">
                  <a:srgbClr val="000000">
                    <a:alpha val="14947"/>
                  </a:srgbClr>
                </a:gs>
                <a:gs pos="28571">
                  <a:srgbClr val="000000">
                    <a:alpha val="11812"/>
                  </a:srgbClr>
                </a:gs>
                <a:gs pos="42857">
                  <a:srgbClr val="000000">
                    <a:alpha val="7914"/>
                  </a:srgbClr>
                </a:gs>
                <a:gs pos="57143">
                  <a:srgbClr val="000000">
                    <a:alpha val="4466"/>
                  </a:srgbClr>
                </a:gs>
                <a:gs pos="71429">
                  <a:srgbClr val="000000">
                    <a:alpha val="2116"/>
                  </a:srgbClr>
                </a:gs>
                <a:gs pos="85714">
                  <a:srgbClr val="000000">
                    <a:alpha val="842"/>
                  </a:srgbClr>
                </a:gs>
                <a:gs pos="100000">
                  <a:srgbClr val="000000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1" name="Splat 1631"/>
            <p:cNvSpPr>
              <a:spLocks noGrp="1"/>
            </p:cNvSpPr>
            <p:nvPr/>
          </p:nvSpPr>
          <p:spPr>
            <a:xfrm rot="10264246">
              <a:off x="294523" y="445923"/>
              <a:ext cx="584903" cy="483326"/>
            </a:xfrm>
            <a:prstGeom prst="ellipse">
              <a:avLst/>
            </a:prstGeom>
            <a:gradFill>
              <a:gsLst>
                <a:gs pos="0">
                  <a:srgbClr val="290000">
                    <a:alpha val="13747"/>
                  </a:srgbClr>
                </a:gs>
                <a:gs pos="14286">
                  <a:srgbClr val="290000">
                    <a:alpha val="12709"/>
                  </a:srgbClr>
                </a:gs>
                <a:gs pos="28571">
                  <a:srgbClr val="290000">
                    <a:alpha val="10016"/>
                  </a:srgbClr>
                </a:gs>
                <a:gs pos="42857">
                  <a:srgbClr val="290000">
                    <a:alpha val="6688"/>
                  </a:srgbClr>
                </a:gs>
                <a:gs pos="57143">
                  <a:srgbClr val="290000">
                    <a:alpha val="3763"/>
                  </a:srgbClr>
                </a:gs>
                <a:gs pos="71429">
                  <a:srgbClr val="290000">
                    <a:alpha val="1780"/>
                  </a:srgbClr>
                </a:gs>
                <a:gs pos="85714">
                  <a:srgbClr val="290000">
                    <a:alpha val="707"/>
                  </a:srgbClr>
                </a:gs>
                <a:gs pos="100000">
                  <a:srgbClr val="290000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2" name="Splat 1632"/>
            <p:cNvSpPr>
              <a:spLocks noGrp="1"/>
            </p:cNvSpPr>
            <p:nvPr/>
          </p:nvSpPr>
          <p:spPr>
            <a:xfrm rot="6757123">
              <a:off x="177795" y="517961"/>
              <a:ext cx="518714" cy="356071"/>
            </a:xfrm>
            <a:prstGeom prst="ellipse">
              <a:avLst/>
            </a:prstGeom>
            <a:gradFill>
              <a:gsLst>
                <a:gs pos="0">
                  <a:srgbClr val="F6B575">
                    <a:alpha val="3623"/>
                  </a:srgbClr>
                </a:gs>
                <a:gs pos="14286">
                  <a:srgbClr val="F6B575">
                    <a:alpha val="3335"/>
                  </a:srgbClr>
                </a:gs>
                <a:gs pos="28571">
                  <a:srgbClr val="F6B575">
                    <a:alpha val="2599"/>
                  </a:srgbClr>
                </a:gs>
                <a:gs pos="42857">
                  <a:srgbClr val="F6B575">
                    <a:alpha val="1713"/>
                  </a:srgbClr>
                </a:gs>
                <a:gs pos="57143">
                  <a:srgbClr val="F6B575">
                    <a:alpha val="953"/>
                  </a:srgbClr>
                </a:gs>
                <a:gs pos="71429">
                  <a:srgbClr val="F6B575">
                    <a:alpha val="447"/>
                  </a:srgbClr>
                </a:gs>
                <a:gs pos="85714">
                  <a:srgbClr val="F6B575">
                    <a:alpha val="177"/>
                  </a:srgbClr>
                </a:gs>
                <a:gs pos="100000">
                  <a:srgbClr val="F6B575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3" name="Splat 1633"/>
            <p:cNvSpPr>
              <a:spLocks noGrp="1"/>
            </p:cNvSpPr>
            <p:nvPr/>
          </p:nvSpPr>
          <p:spPr>
            <a:xfrm rot="3280114">
              <a:off x="-2073" y="516156"/>
              <a:ext cx="635309" cy="433954"/>
            </a:xfrm>
            <a:prstGeom prst="ellipse">
              <a:avLst/>
            </a:prstGeom>
            <a:gradFill>
              <a:gsLst>
                <a:gs pos="0">
                  <a:srgbClr val="B67900">
                    <a:alpha val="15319"/>
                  </a:srgbClr>
                </a:gs>
                <a:gs pos="14286">
                  <a:srgbClr val="B67900">
                    <a:alpha val="14172"/>
                  </a:srgbClr>
                </a:gs>
                <a:gs pos="28571">
                  <a:srgbClr val="B67900">
                    <a:alpha val="11189"/>
                  </a:srgbClr>
                </a:gs>
                <a:gs pos="42857">
                  <a:srgbClr val="B67900">
                    <a:alpha val="7488"/>
                  </a:srgbClr>
                </a:gs>
                <a:gs pos="57143">
                  <a:srgbClr val="B67900">
                    <a:alpha val="4221"/>
                  </a:srgbClr>
                </a:gs>
                <a:gs pos="71429">
                  <a:srgbClr val="B67900">
                    <a:alpha val="1998"/>
                  </a:srgbClr>
                </a:gs>
                <a:gs pos="85714">
                  <a:srgbClr val="B67900">
                    <a:alpha val="795"/>
                  </a:srgbClr>
                </a:gs>
                <a:gs pos="100000">
                  <a:srgbClr val="B67900">
                    <a:alpha val="2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4" name="Splat 1634"/>
            <p:cNvSpPr>
              <a:spLocks noGrp="1"/>
            </p:cNvSpPr>
            <p:nvPr/>
          </p:nvSpPr>
          <p:spPr>
            <a:xfrm rot="9814196">
              <a:off x="-155305" y="557401"/>
              <a:ext cx="470553" cy="409045"/>
            </a:xfrm>
            <a:prstGeom prst="ellipse">
              <a:avLst/>
            </a:prstGeom>
            <a:gradFill>
              <a:gsLst>
                <a:gs pos="0">
                  <a:srgbClr val="FEEDFD">
                    <a:alpha val="12482"/>
                  </a:srgbClr>
                </a:gs>
                <a:gs pos="14286">
                  <a:srgbClr val="FEEDFD">
                    <a:alpha val="11533"/>
                  </a:srgbClr>
                </a:gs>
                <a:gs pos="28571">
                  <a:srgbClr val="FEEDFD">
                    <a:alpha val="9076"/>
                  </a:srgbClr>
                </a:gs>
                <a:gs pos="42857">
                  <a:srgbClr val="FEEDFD">
                    <a:alpha val="6050"/>
                  </a:srgbClr>
                </a:gs>
                <a:gs pos="57143">
                  <a:srgbClr val="FEEDFD">
                    <a:alpha val="3399"/>
                  </a:srgbClr>
                </a:gs>
                <a:gs pos="71429">
                  <a:srgbClr val="FEEDFD">
                    <a:alpha val="1606"/>
                  </a:srgbClr>
                </a:gs>
                <a:gs pos="85714">
                  <a:srgbClr val="FEEDFD">
                    <a:alpha val="638"/>
                  </a:srgbClr>
                </a:gs>
                <a:gs pos="100000">
                  <a:srgbClr val="FEEDFD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5" name="Splat 1635"/>
            <p:cNvSpPr>
              <a:spLocks noGrp="1"/>
            </p:cNvSpPr>
            <p:nvPr/>
          </p:nvSpPr>
          <p:spPr>
            <a:xfrm rot="3928216">
              <a:off x="3240168" y="312400"/>
              <a:ext cx="752230" cy="583142"/>
            </a:xfrm>
            <a:prstGeom prst="ellipse">
              <a:avLst/>
            </a:prstGeom>
            <a:gradFill>
              <a:gsLst>
                <a:gs pos="0">
                  <a:srgbClr val="736563">
                    <a:alpha val="32968"/>
                  </a:srgbClr>
                </a:gs>
                <a:gs pos="14286">
                  <a:srgbClr val="736563">
                    <a:alpha val="30764"/>
                  </a:srgbClr>
                </a:gs>
                <a:gs pos="28571">
                  <a:srgbClr val="736563">
                    <a:alpha val="24833"/>
                  </a:srgbClr>
                </a:gs>
                <a:gs pos="42857">
                  <a:srgbClr val="736563">
                    <a:alpha val="17075"/>
                  </a:srgbClr>
                </a:gs>
                <a:gs pos="57143">
                  <a:srgbClr val="736563">
                    <a:alpha val="9855"/>
                  </a:srgbClr>
                </a:gs>
                <a:gs pos="71429">
                  <a:srgbClr val="736563">
                    <a:alpha val="4740"/>
                  </a:srgbClr>
                </a:gs>
                <a:gs pos="85714">
                  <a:srgbClr val="736563">
                    <a:alpha val="1902"/>
                  </a:srgbClr>
                </a:gs>
                <a:gs pos="100000">
                  <a:srgbClr val="7365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6" name="Splat 1636"/>
            <p:cNvSpPr>
              <a:spLocks noGrp="1"/>
            </p:cNvSpPr>
            <p:nvPr/>
          </p:nvSpPr>
          <p:spPr>
            <a:xfrm rot="-8652071">
              <a:off x="2996563" y="323226"/>
              <a:ext cx="719239" cy="490811"/>
            </a:xfrm>
            <a:prstGeom prst="ellipse">
              <a:avLst/>
            </a:prstGeom>
            <a:gradFill>
              <a:gsLst>
                <a:gs pos="0">
                  <a:srgbClr val="8C776B">
                    <a:alpha val="32968"/>
                  </a:srgbClr>
                </a:gs>
                <a:gs pos="14286">
                  <a:srgbClr val="8C776B">
                    <a:alpha val="30764"/>
                  </a:srgbClr>
                </a:gs>
                <a:gs pos="28571">
                  <a:srgbClr val="8C776B">
                    <a:alpha val="24833"/>
                  </a:srgbClr>
                </a:gs>
                <a:gs pos="42857">
                  <a:srgbClr val="8C776B">
                    <a:alpha val="17075"/>
                  </a:srgbClr>
                </a:gs>
                <a:gs pos="57143">
                  <a:srgbClr val="8C776B">
                    <a:alpha val="9855"/>
                  </a:srgbClr>
                </a:gs>
                <a:gs pos="71429">
                  <a:srgbClr val="8C776B">
                    <a:alpha val="4740"/>
                  </a:srgbClr>
                </a:gs>
                <a:gs pos="85714">
                  <a:srgbClr val="8C776B">
                    <a:alpha val="1902"/>
                  </a:srgbClr>
                </a:gs>
                <a:gs pos="100000">
                  <a:srgbClr val="8C776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7" name="Splat 1637"/>
            <p:cNvSpPr>
              <a:spLocks noGrp="1"/>
            </p:cNvSpPr>
            <p:nvPr/>
          </p:nvSpPr>
          <p:spPr>
            <a:xfrm rot="4195478">
              <a:off x="2899342" y="338555"/>
              <a:ext cx="676517" cy="568206"/>
            </a:xfrm>
            <a:prstGeom prst="ellipse">
              <a:avLst/>
            </a:prstGeom>
            <a:gradFill>
              <a:gsLst>
                <a:gs pos="0">
                  <a:srgbClr val="8DA5B0">
                    <a:alpha val="3625"/>
                  </a:srgbClr>
                </a:gs>
                <a:gs pos="14286">
                  <a:srgbClr val="8DA5B0">
                    <a:alpha val="3336"/>
                  </a:srgbClr>
                </a:gs>
                <a:gs pos="28571">
                  <a:srgbClr val="8DA5B0">
                    <a:alpha val="2600"/>
                  </a:srgbClr>
                </a:gs>
                <a:gs pos="42857">
                  <a:srgbClr val="8DA5B0">
                    <a:alpha val="1713"/>
                  </a:srgbClr>
                </a:gs>
                <a:gs pos="57143">
                  <a:srgbClr val="8DA5B0">
                    <a:alpha val="953"/>
                  </a:srgbClr>
                </a:gs>
                <a:gs pos="71429">
                  <a:srgbClr val="8DA5B0">
                    <a:alpha val="447"/>
                  </a:srgbClr>
                </a:gs>
                <a:gs pos="85714">
                  <a:srgbClr val="8DA5B0">
                    <a:alpha val="177"/>
                  </a:srgbClr>
                </a:gs>
                <a:gs pos="100000">
                  <a:srgbClr val="8DA5B0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8" name="Splat 1638"/>
            <p:cNvSpPr>
              <a:spLocks noGrp="1"/>
            </p:cNvSpPr>
            <p:nvPr/>
          </p:nvSpPr>
          <p:spPr>
            <a:xfrm rot="-8352359">
              <a:off x="2822962" y="295119"/>
              <a:ext cx="545105" cy="493669"/>
            </a:xfrm>
            <a:prstGeom prst="ellipse">
              <a:avLst/>
            </a:prstGeom>
            <a:gradFill>
              <a:gsLst>
                <a:gs pos="0">
                  <a:srgbClr val="670022">
                    <a:alpha val="32968"/>
                  </a:srgbClr>
                </a:gs>
                <a:gs pos="14286">
                  <a:srgbClr val="670022">
                    <a:alpha val="30764"/>
                  </a:srgbClr>
                </a:gs>
                <a:gs pos="28571">
                  <a:srgbClr val="670022">
                    <a:alpha val="24833"/>
                  </a:srgbClr>
                </a:gs>
                <a:gs pos="42857">
                  <a:srgbClr val="670022">
                    <a:alpha val="17075"/>
                  </a:srgbClr>
                </a:gs>
                <a:gs pos="57143">
                  <a:srgbClr val="670022">
                    <a:alpha val="9855"/>
                  </a:srgbClr>
                </a:gs>
                <a:gs pos="71429">
                  <a:srgbClr val="670022">
                    <a:alpha val="4740"/>
                  </a:srgbClr>
                </a:gs>
                <a:gs pos="85714">
                  <a:srgbClr val="670022">
                    <a:alpha val="1902"/>
                  </a:srgbClr>
                </a:gs>
                <a:gs pos="100000">
                  <a:srgbClr val="6700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9" name="Splat 1639"/>
            <p:cNvSpPr>
              <a:spLocks noGrp="1"/>
            </p:cNvSpPr>
            <p:nvPr/>
          </p:nvSpPr>
          <p:spPr>
            <a:xfrm rot="-10157875">
              <a:off x="2542732" y="343624"/>
              <a:ext cx="727278" cy="420627"/>
            </a:xfrm>
            <a:prstGeom prst="ellipse">
              <a:avLst/>
            </a:prstGeom>
            <a:gradFill>
              <a:gsLst>
                <a:gs pos="0">
                  <a:srgbClr val="00003B">
                    <a:alpha val="19765"/>
                  </a:srgbClr>
                </a:gs>
                <a:gs pos="14286">
                  <a:srgbClr val="00003B">
                    <a:alpha val="18323"/>
                  </a:srgbClr>
                </a:gs>
                <a:gs pos="28571">
                  <a:srgbClr val="00003B">
                    <a:alpha val="14543"/>
                  </a:srgbClr>
                </a:gs>
                <a:gs pos="42857">
                  <a:srgbClr val="00003B">
                    <a:alpha val="9795"/>
                  </a:srgbClr>
                </a:gs>
                <a:gs pos="57143">
                  <a:srgbClr val="00003B">
                    <a:alpha val="5552"/>
                  </a:srgbClr>
                </a:gs>
                <a:gs pos="71429">
                  <a:srgbClr val="00003B">
                    <a:alpha val="2638"/>
                  </a:srgbClr>
                </a:gs>
                <a:gs pos="85714">
                  <a:srgbClr val="00003B">
                    <a:alpha val="1052"/>
                  </a:srgbClr>
                </a:gs>
                <a:gs pos="100000">
                  <a:srgbClr val="00003B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0" name="Splat 1640"/>
            <p:cNvSpPr>
              <a:spLocks noGrp="1"/>
            </p:cNvSpPr>
            <p:nvPr/>
          </p:nvSpPr>
          <p:spPr>
            <a:xfrm rot="9073640">
              <a:off x="2056791" y="334439"/>
              <a:ext cx="693349" cy="498537"/>
            </a:xfrm>
            <a:prstGeom prst="ellipse">
              <a:avLst/>
            </a:prstGeom>
            <a:gradFill>
              <a:gsLst>
                <a:gs pos="0">
                  <a:srgbClr val="000000">
                    <a:alpha val="9835"/>
                  </a:srgbClr>
                </a:gs>
                <a:gs pos="14286">
                  <a:srgbClr val="000000">
                    <a:alpha val="9077"/>
                  </a:srgbClr>
                </a:gs>
                <a:gs pos="28571">
                  <a:srgbClr val="000000">
                    <a:alpha val="7122"/>
                  </a:srgbClr>
                </a:gs>
                <a:gs pos="42857">
                  <a:srgbClr val="000000">
                    <a:alpha val="4731"/>
                  </a:srgbClr>
                </a:gs>
                <a:gs pos="57143">
                  <a:srgbClr val="000000">
                    <a:alpha val="2650"/>
                  </a:srgbClr>
                </a:gs>
                <a:gs pos="71429">
                  <a:srgbClr val="000000">
                    <a:alpha val="1249"/>
                  </a:srgbClr>
                </a:gs>
                <a:gs pos="85714">
                  <a:srgbClr val="000000">
                    <a:alpha val="496"/>
                  </a:srgbClr>
                </a:gs>
                <a:gs pos="100000">
                  <a:srgbClr val="000000">
                    <a:alpha val="1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1" name="Splat 1641"/>
            <p:cNvSpPr>
              <a:spLocks noGrp="1"/>
            </p:cNvSpPr>
            <p:nvPr/>
          </p:nvSpPr>
          <p:spPr>
            <a:xfrm rot="-10619969">
              <a:off x="1792886" y="396882"/>
              <a:ext cx="573151" cy="289004"/>
            </a:xfrm>
            <a:prstGeom prst="ellipse">
              <a:avLst/>
            </a:prstGeom>
            <a:gradFill>
              <a:gsLst>
                <a:gs pos="0">
                  <a:srgbClr val="160000">
                    <a:alpha val="15662"/>
                  </a:srgbClr>
                </a:gs>
                <a:gs pos="14286">
                  <a:srgbClr val="160000">
                    <a:alpha val="14492"/>
                  </a:srgbClr>
                </a:gs>
                <a:gs pos="28571">
                  <a:srgbClr val="160000">
                    <a:alpha val="11447"/>
                  </a:srgbClr>
                </a:gs>
                <a:gs pos="42857">
                  <a:srgbClr val="160000">
                    <a:alpha val="7664"/>
                  </a:srgbClr>
                </a:gs>
                <a:gs pos="57143">
                  <a:srgbClr val="160000">
                    <a:alpha val="4322"/>
                  </a:srgbClr>
                </a:gs>
                <a:gs pos="71429">
                  <a:srgbClr val="160000">
                    <a:alpha val="2047"/>
                  </a:srgbClr>
                </a:gs>
                <a:gs pos="85714">
                  <a:srgbClr val="160000">
                    <a:alpha val="814"/>
                  </a:srgbClr>
                </a:gs>
                <a:gs pos="100000">
                  <a:srgbClr val="160000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2" name="Splat 1642"/>
            <p:cNvSpPr>
              <a:spLocks noGrp="1"/>
            </p:cNvSpPr>
            <p:nvPr/>
          </p:nvSpPr>
          <p:spPr>
            <a:xfrm rot="3491114">
              <a:off x="1462431" y="380419"/>
              <a:ext cx="581177" cy="423161"/>
            </a:xfrm>
            <a:prstGeom prst="ellipse">
              <a:avLst/>
            </a:prstGeom>
            <a:gradFill>
              <a:gsLst>
                <a:gs pos="0">
                  <a:srgbClr val="762C00">
                    <a:alpha val="25771"/>
                  </a:srgbClr>
                </a:gs>
                <a:gs pos="14286">
                  <a:srgbClr val="762C00">
                    <a:alpha val="23960"/>
                  </a:srgbClr>
                </a:gs>
                <a:gs pos="28571">
                  <a:srgbClr val="762C00">
                    <a:alpha val="19158"/>
                  </a:srgbClr>
                </a:gs>
                <a:gs pos="42857">
                  <a:srgbClr val="762C00">
                    <a:alpha val="13021"/>
                  </a:srgbClr>
                </a:gs>
                <a:gs pos="57143">
                  <a:srgbClr val="762C00">
                    <a:alpha val="7439"/>
                  </a:srgbClr>
                </a:gs>
                <a:gs pos="71429">
                  <a:srgbClr val="762C00">
                    <a:alpha val="3554"/>
                  </a:srgbClr>
                </a:gs>
                <a:gs pos="85714">
                  <a:srgbClr val="762C00">
                    <a:alpha val="1421"/>
                  </a:srgbClr>
                </a:gs>
                <a:gs pos="100000">
                  <a:srgbClr val="762C00">
                    <a:alpha val="4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3" name="Splat 1643"/>
            <p:cNvSpPr>
              <a:spLocks noGrp="1"/>
            </p:cNvSpPr>
            <p:nvPr/>
          </p:nvSpPr>
          <p:spPr>
            <a:xfrm rot="5687171">
              <a:off x="-205770" y="371631"/>
              <a:ext cx="593894" cy="432718"/>
            </a:xfrm>
            <a:prstGeom prst="ellipse">
              <a:avLst/>
            </a:prstGeom>
            <a:gradFill>
              <a:gsLst>
                <a:gs pos="0">
                  <a:srgbClr val="CBD3A5">
                    <a:alpha val="7794"/>
                  </a:srgbClr>
                </a:gs>
                <a:gs pos="14286">
                  <a:srgbClr val="CBD3A5">
                    <a:alpha val="7186"/>
                  </a:srgbClr>
                </a:gs>
                <a:gs pos="28571">
                  <a:srgbClr val="CBD3A5">
                    <a:alpha val="5626"/>
                  </a:srgbClr>
                </a:gs>
                <a:gs pos="42857">
                  <a:srgbClr val="CBD3A5">
                    <a:alpha val="3727"/>
                  </a:srgbClr>
                </a:gs>
                <a:gs pos="57143">
                  <a:srgbClr val="CBD3A5">
                    <a:alpha val="2083"/>
                  </a:srgbClr>
                </a:gs>
                <a:gs pos="71429">
                  <a:srgbClr val="CBD3A5">
                    <a:alpha val="980"/>
                  </a:srgbClr>
                </a:gs>
                <a:gs pos="85714">
                  <a:srgbClr val="CBD3A5">
                    <a:alpha val="389"/>
                  </a:srgbClr>
                </a:gs>
                <a:gs pos="100000">
                  <a:srgbClr val="CBD3A5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4" name="Splat 1644"/>
            <p:cNvSpPr>
              <a:spLocks noGrp="1"/>
            </p:cNvSpPr>
            <p:nvPr/>
          </p:nvSpPr>
          <p:spPr>
            <a:xfrm rot="5008601">
              <a:off x="3262203" y="107196"/>
              <a:ext cx="640601" cy="542376"/>
            </a:xfrm>
            <a:prstGeom prst="ellipse">
              <a:avLst/>
            </a:prstGeom>
            <a:gradFill>
              <a:gsLst>
                <a:gs pos="0">
                  <a:srgbClr val="C1BDA1">
                    <a:alpha val="3828"/>
                  </a:srgbClr>
                </a:gs>
                <a:gs pos="14286">
                  <a:srgbClr val="C1BDA1">
                    <a:alpha val="3524"/>
                  </a:srgbClr>
                </a:gs>
                <a:gs pos="28571">
                  <a:srgbClr val="C1BDA1">
                    <a:alpha val="2747"/>
                  </a:srgbClr>
                </a:gs>
                <a:gs pos="42857">
                  <a:srgbClr val="C1BDA1">
                    <a:alpha val="1810"/>
                  </a:srgbClr>
                </a:gs>
                <a:gs pos="57143">
                  <a:srgbClr val="C1BDA1">
                    <a:alpha val="1007"/>
                  </a:srgbClr>
                </a:gs>
                <a:gs pos="71429">
                  <a:srgbClr val="C1BDA1">
                    <a:alpha val="473"/>
                  </a:srgbClr>
                </a:gs>
                <a:gs pos="85714">
                  <a:srgbClr val="C1BDA1">
                    <a:alpha val="187"/>
                  </a:srgbClr>
                </a:gs>
                <a:gs pos="100000">
                  <a:srgbClr val="C1BDA1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5" name="Splat 1645"/>
            <p:cNvSpPr>
              <a:spLocks noGrp="1"/>
            </p:cNvSpPr>
            <p:nvPr/>
          </p:nvSpPr>
          <p:spPr>
            <a:xfrm rot="9551874">
              <a:off x="3004104" y="109600"/>
              <a:ext cx="659768" cy="565079"/>
            </a:xfrm>
            <a:prstGeom prst="ellipse">
              <a:avLst/>
            </a:prstGeom>
            <a:gradFill>
              <a:gsLst>
                <a:gs pos="0">
                  <a:srgbClr val="2E002C">
                    <a:alpha val="17993"/>
                  </a:srgbClr>
                </a:gs>
                <a:gs pos="14286">
                  <a:srgbClr val="2E002C">
                    <a:alpha val="16666"/>
                  </a:srgbClr>
                </a:gs>
                <a:gs pos="28571">
                  <a:srgbClr val="2E002C">
                    <a:alpha val="13200"/>
                  </a:srgbClr>
                </a:gs>
                <a:gs pos="42857">
                  <a:srgbClr val="2E002C">
                    <a:alpha val="8867"/>
                  </a:srgbClr>
                </a:gs>
                <a:gs pos="57143">
                  <a:srgbClr val="2E002C">
                    <a:alpha val="5015"/>
                  </a:srgbClr>
                </a:gs>
                <a:gs pos="71429">
                  <a:srgbClr val="2E002C">
                    <a:alpha val="2380"/>
                  </a:srgbClr>
                </a:gs>
                <a:gs pos="85714">
                  <a:srgbClr val="2E002C">
                    <a:alpha val="948"/>
                  </a:srgbClr>
                </a:gs>
                <a:gs pos="100000">
                  <a:srgbClr val="2E002C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6" name="Splat 1646"/>
            <p:cNvSpPr>
              <a:spLocks noGrp="1"/>
            </p:cNvSpPr>
            <p:nvPr/>
          </p:nvSpPr>
          <p:spPr>
            <a:xfrm rot="10540252">
              <a:off x="2960634" y="88078"/>
              <a:ext cx="681673" cy="476323"/>
            </a:xfrm>
            <a:prstGeom prst="ellipse">
              <a:avLst/>
            </a:prstGeom>
            <a:gradFill>
              <a:gsLst>
                <a:gs pos="0">
                  <a:srgbClr val="CFB5A0">
                    <a:alpha val="23641"/>
                  </a:srgbClr>
                </a:gs>
                <a:gs pos="14286">
                  <a:srgbClr val="CFB5A0">
                    <a:alpha val="21957"/>
                  </a:srgbClr>
                </a:gs>
                <a:gs pos="28571">
                  <a:srgbClr val="CFB5A0">
                    <a:alpha val="17509"/>
                  </a:srgbClr>
                </a:gs>
                <a:gs pos="42857">
                  <a:srgbClr val="CFB5A0">
                    <a:alpha val="11861"/>
                  </a:srgbClr>
                </a:gs>
                <a:gs pos="57143">
                  <a:srgbClr val="CFB5A0">
                    <a:alpha val="6757"/>
                  </a:srgbClr>
                </a:gs>
                <a:gs pos="71429">
                  <a:srgbClr val="CFB5A0">
                    <a:alpha val="3222"/>
                  </a:srgbClr>
                </a:gs>
                <a:gs pos="85714">
                  <a:srgbClr val="CFB5A0">
                    <a:alpha val="1287"/>
                  </a:srgbClr>
                </a:gs>
                <a:gs pos="100000">
                  <a:srgbClr val="CFB5A0">
                    <a:alpha val="4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7" name="Splat 1647"/>
            <p:cNvSpPr>
              <a:spLocks noGrp="1"/>
            </p:cNvSpPr>
            <p:nvPr/>
          </p:nvSpPr>
          <p:spPr>
            <a:xfrm rot="8567502">
              <a:off x="2759042" y="278832"/>
              <a:ext cx="577653" cy="275539"/>
            </a:xfrm>
            <a:prstGeom prst="ellipse">
              <a:avLst/>
            </a:prstGeom>
            <a:gradFill>
              <a:gsLst>
                <a:gs pos="0">
                  <a:srgbClr val="7B7072">
                    <a:alpha val="32968"/>
                  </a:srgbClr>
                </a:gs>
                <a:gs pos="14286">
                  <a:srgbClr val="7B7072">
                    <a:alpha val="30764"/>
                  </a:srgbClr>
                </a:gs>
                <a:gs pos="28571">
                  <a:srgbClr val="7B7072">
                    <a:alpha val="24833"/>
                  </a:srgbClr>
                </a:gs>
                <a:gs pos="42857">
                  <a:srgbClr val="7B7072">
                    <a:alpha val="17075"/>
                  </a:srgbClr>
                </a:gs>
                <a:gs pos="57143">
                  <a:srgbClr val="7B7072">
                    <a:alpha val="9855"/>
                  </a:srgbClr>
                </a:gs>
                <a:gs pos="71429">
                  <a:srgbClr val="7B7072">
                    <a:alpha val="4740"/>
                  </a:srgbClr>
                </a:gs>
                <a:gs pos="85714">
                  <a:srgbClr val="7B7072">
                    <a:alpha val="1902"/>
                  </a:srgbClr>
                </a:gs>
                <a:gs pos="100000">
                  <a:srgbClr val="7B70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8" name="Splat 1648"/>
            <p:cNvSpPr>
              <a:spLocks noGrp="1"/>
            </p:cNvSpPr>
            <p:nvPr/>
          </p:nvSpPr>
          <p:spPr>
            <a:xfrm rot="7176583">
              <a:off x="2755057" y="371876"/>
              <a:ext cx="428996" cy="146879"/>
            </a:xfrm>
            <a:prstGeom prst="ellipse">
              <a:avLst/>
            </a:prstGeom>
            <a:gradFill>
              <a:gsLst>
                <a:gs pos="0">
                  <a:srgbClr val="F2CEBC">
                    <a:alpha val="25570"/>
                  </a:srgbClr>
                </a:gs>
                <a:gs pos="14286">
                  <a:srgbClr val="F2CEBC">
                    <a:alpha val="23771"/>
                  </a:srgbClr>
                </a:gs>
                <a:gs pos="28571">
                  <a:srgbClr val="F2CEBC">
                    <a:alpha val="19002"/>
                  </a:srgbClr>
                </a:gs>
                <a:gs pos="42857">
                  <a:srgbClr val="F2CEBC">
                    <a:alpha val="12910"/>
                  </a:srgbClr>
                </a:gs>
                <a:gs pos="57143">
                  <a:srgbClr val="F2CEBC">
                    <a:alpha val="7374"/>
                  </a:srgbClr>
                </a:gs>
                <a:gs pos="71429">
                  <a:srgbClr val="F2CEBC">
                    <a:alpha val="3522"/>
                  </a:srgbClr>
                </a:gs>
                <a:gs pos="85714">
                  <a:srgbClr val="F2CEBC">
                    <a:alpha val="1408"/>
                  </a:srgbClr>
                </a:gs>
                <a:gs pos="100000">
                  <a:srgbClr val="F2CEBC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9" name="Splat 1649"/>
            <p:cNvSpPr>
              <a:spLocks noGrp="1"/>
            </p:cNvSpPr>
            <p:nvPr/>
          </p:nvSpPr>
          <p:spPr>
            <a:xfrm rot="6032321">
              <a:off x="2506807" y="213680"/>
              <a:ext cx="512577" cy="297391"/>
            </a:xfrm>
            <a:prstGeom prst="ellipse">
              <a:avLst/>
            </a:prstGeom>
            <a:gradFill>
              <a:gsLst>
                <a:gs pos="0">
                  <a:srgbClr val="F4F4CC">
                    <a:alpha val="8701"/>
                  </a:srgbClr>
                </a:gs>
                <a:gs pos="14286">
                  <a:srgbClr val="F4F4CC">
                    <a:alpha val="8026"/>
                  </a:srgbClr>
                </a:gs>
                <a:gs pos="28571">
                  <a:srgbClr val="F4F4CC">
                    <a:alpha val="6290"/>
                  </a:srgbClr>
                </a:gs>
                <a:gs pos="42857">
                  <a:srgbClr val="F4F4CC">
                    <a:alpha val="4172"/>
                  </a:srgbClr>
                </a:gs>
                <a:gs pos="57143">
                  <a:srgbClr val="F4F4CC">
                    <a:alpha val="2333"/>
                  </a:srgbClr>
                </a:gs>
                <a:gs pos="71429">
                  <a:srgbClr val="F4F4CC">
                    <a:alpha val="1099"/>
                  </a:srgbClr>
                </a:gs>
                <a:gs pos="85714">
                  <a:srgbClr val="F4F4CC">
                    <a:alpha val="436"/>
                  </a:srgbClr>
                </a:gs>
                <a:gs pos="100000">
                  <a:srgbClr val="F4F4CC">
                    <a:alpha val="1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0" name="Splat 1650"/>
            <p:cNvSpPr>
              <a:spLocks noGrp="1"/>
            </p:cNvSpPr>
            <p:nvPr/>
          </p:nvSpPr>
          <p:spPr>
            <a:xfrm rot="-8917944">
              <a:off x="2135918" y="115956"/>
              <a:ext cx="701269" cy="449776"/>
            </a:xfrm>
            <a:prstGeom prst="ellipse">
              <a:avLst/>
            </a:prstGeom>
            <a:gradFill>
              <a:gsLst>
                <a:gs pos="0">
                  <a:srgbClr val="480000">
                    <a:alpha val="10491"/>
                  </a:srgbClr>
                </a:gs>
                <a:gs pos="14286">
                  <a:srgbClr val="480000">
                    <a:alpha val="9685"/>
                  </a:srgbClr>
                </a:gs>
                <a:gs pos="28571">
                  <a:srgbClr val="480000">
                    <a:alpha val="7604"/>
                  </a:srgbClr>
                </a:gs>
                <a:gs pos="42857">
                  <a:srgbClr val="480000">
                    <a:alpha val="5055"/>
                  </a:srgbClr>
                </a:gs>
                <a:gs pos="57143">
                  <a:srgbClr val="480000">
                    <a:alpha val="2834"/>
                  </a:srgbClr>
                </a:gs>
                <a:gs pos="71429">
                  <a:srgbClr val="480000">
                    <a:alpha val="1337"/>
                  </a:srgbClr>
                </a:gs>
                <a:gs pos="85714">
                  <a:srgbClr val="480000">
                    <a:alpha val="531"/>
                  </a:srgbClr>
                </a:gs>
                <a:gs pos="100000">
                  <a:srgbClr val="480000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1" name="Splat 1651"/>
            <p:cNvSpPr>
              <a:spLocks noGrp="1"/>
            </p:cNvSpPr>
            <p:nvPr/>
          </p:nvSpPr>
          <p:spPr>
            <a:xfrm rot="6419064">
              <a:off x="1379066" y="283150"/>
              <a:ext cx="688336" cy="408265"/>
            </a:xfrm>
            <a:prstGeom prst="ellipse">
              <a:avLst/>
            </a:prstGeom>
            <a:gradFill>
              <a:gsLst>
                <a:gs pos="0">
                  <a:srgbClr val="290000">
                    <a:alpha val="12281"/>
                  </a:srgbClr>
                </a:gs>
                <a:gs pos="14286">
                  <a:srgbClr val="290000">
                    <a:alpha val="11346"/>
                  </a:srgbClr>
                </a:gs>
                <a:gs pos="28571">
                  <a:srgbClr val="290000">
                    <a:alpha val="8927"/>
                  </a:srgbClr>
                </a:gs>
                <a:gs pos="42857">
                  <a:srgbClr val="290000">
                    <a:alpha val="5949"/>
                  </a:srgbClr>
                </a:gs>
                <a:gs pos="57143">
                  <a:srgbClr val="290000">
                    <a:alpha val="3341"/>
                  </a:srgbClr>
                </a:gs>
                <a:gs pos="71429">
                  <a:srgbClr val="290000">
                    <a:alpha val="1578"/>
                  </a:srgbClr>
                </a:gs>
                <a:gs pos="85714">
                  <a:srgbClr val="290000">
                    <a:alpha val="627"/>
                  </a:srgbClr>
                </a:gs>
                <a:gs pos="100000">
                  <a:srgbClr val="290000">
                    <a:alpha val="2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2" name="Splat 1652"/>
            <p:cNvSpPr>
              <a:spLocks noGrp="1"/>
            </p:cNvSpPr>
            <p:nvPr/>
          </p:nvSpPr>
          <p:spPr>
            <a:xfrm rot="-8150785">
              <a:off x="1291847" y="298494"/>
              <a:ext cx="460256" cy="377569"/>
            </a:xfrm>
            <a:prstGeom prst="ellipse">
              <a:avLst/>
            </a:prstGeom>
            <a:gradFill>
              <a:gsLst>
                <a:gs pos="0">
                  <a:srgbClr val="D56700">
                    <a:alpha val="1539"/>
                  </a:srgbClr>
                </a:gs>
                <a:gs pos="14286">
                  <a:srgbClr val="D56700">
                    <a:alpha val="1416"/>
                  </a:srgbClr>
                </a:gs>
                <a:gs pos="28571">
                  <a:srgbClr val="D56700">
                    <a:alpha val="1101"/>
                  </a:srgbClr>
                </a:gs>
                <a:gs pos="42857">
                  <a:srgbClr val="D56700">
                    <a:alpha val="723"/>
                  </a:srgbClr>
                </a:gs>
                <a:gs pos="57143">
                  <a:srgbClr val="D56700">
                    <a:alpha val="401"/>
                  </a:srgbClr>
                </a:gs>
                <a:gs pos="71429">
                  <a:srgbClr val="D56700">
                    <a:alpha val="188"/>
                  </a:srgbClr>
                </a:gs>
                <a:gs pos="85714">
                  <a:srgbClr val="D56700">
                    <a:alpha val="74"/>
                  </a:srgbClr>
                </a:gs>
                <a:gs pos="100000">
                  <a:srgbClr val="D56700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3" name="Splat 1653"/>
            <p:cNvSpPr>
              <a:spLocks noGrp="1"/>
            </p:cNvSpPr>
            <p:nvPr/>
          </p:nvSpPr>
          <p:spPr>
            <a:xfrm rot="3880895">
              <a:off x="1090801" y="220625"/>
              <a:ext cx="647440" cy="394727"/>
            </a:xfrm>
            <a:prstGeom prst="ellipse">
              <a:avLst/>
            </a:prstGeom>
            <a:gradFill>
              <a:gsLst>
                <a:gs pos="0">
                  <a:srgbClr val="410000">
                    <a:alpha val="25958"/>
                  </a:srgbClr>
                </a:gs>
                <a:gs pos="14286">
                  <a:srgbClr val="410000">
                    <a:alpha val="24137"/>
                  </a:srgbClr>
                </a:gs>
                <a:gs pos="28571">
                  <a:srgbClr val="410000">
                    <a:alpha val="19304"/>
                  </a:srgbClr>
                </a:gs>
                <a:gs pos="42857">
                  <a:srgbClr val="410000">
                    <a:alpha val="13124"/>
                  </a:srgbClr>
                </a:gs>
                <a:gs pos="57143">
                  <a:srgbClr val="410000">
                    <a:alpha val="7499"/>
                  </a:srgbClr>
                </a:gs>
                <a:gs pos="71429">
                  <a:srgbClr val="410000">
                    <a:alpha val="3583"/>
                  </a:srgbClr>
                </a:gs>
                <a:gs pos="85714">
                  <a:srgbClr val="410000">
                    <a:alpha val="1433"/>
                  </a:srgbClr>
                </a:gs>
                <a:gs pos="100000">
                  <a:srgbClr val="410000">
                    <a:alpha val="4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4" name="Splat 1654"/>
            <p:cNvSpPr>
              <a:spLocks noGrp="1"/>
            </p:cNvSpPr>
            <p:nvPr/>
          </p:nvSpPr>
          <p:spPr>
            <a:xfrm rot="-10555018">
              <a:off x="805292" y="205965"/>
              <a:ext cx="615768" cy="423868"/>
            </a:xfrm>
            <a:prstGeom prst="ellipse">
              <a:avLst/>
            </a:prstGeom>
            <a:gradFill>
              <a:gsLst>
                <a:gs pos="0">
                  <a:srgbClr val="AF3700">
                    <a:alpha val="3752"/>
                  </a:srgbClr>
                </a:gs>
                <a:gs pos="14286">
                  <a:srgbClr val="AF3700">
                    <a:alpha val="3454"/>
                  </a:srgbClr>
                </a:gs>
                <a:gs pos="28571">
                  <a:srgbClr val="AF3700">
                    <a:alpha val="2692"/>
                  </a:srgbClr>
                </a:gs>
                <a:gs pos="42857">
                  <a:srgbClr val="AF3700">
                    <a:alpha val="1774"/>
                  </a:srgbClr>
                </a:gs>
                <a:gs pos="57143">
                  <a:srgbClr val="AF3700">
                    <a:alpha val="987"/>
                  </a:srgbClr>
                </a:gs>
                <a:gs pos="71429">
                  <a:srgbClr val="AF3700">
                    <a:alpha val="463"/>
                  </a:srgbClr>
                </a:gs>
                <a:gs pos="85714">
                  <a:srgbClr val="AF3700">
                    <a:alpha val="183"/>
                  </a:srgbClr>
                </a:gs>
                <a:gs pos="100000">
                  <a:srgbClr val="AF3700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5" name="Splat 1655"/>
            <p:cNvSpPr>
              <a:spLocks noGrp="1"/>
            </p:cNvSpPr>
            <p:nvPr/>
          </p:nvSpPr>
          <p:spPr>
            <a:xfrm rot="-9735583">
              <a:off x="599706" y="273836"/>
              <a:ext cx="709812" cy="327813"/>
            </a:xfrm>
            <a:prstGeom prst="ellipse">
              <a:avLst/>
            </a:prstGeom>
            <a:gradFill>
              <a:gsLst>
                <a:gs pos="0">
                  <a:srgbClr val="764700">
                    <a:alpha val="23025"/>
                  </a:srgbClr>
                </a:gs>
                <a:gs pos="14286">
                  <a:srgbClr val="764700">
                    <a:alpha val="21379"/>
                  </a:srgbClr>
                </a:gs>
                <a:gs pos="28571">
                  <a:srgbClr val="764700">
                    <a:alpha val="17035"/>
                  </a:srgbClr>
                </a:gs>
                <a:gs pos="42857">
                  <a:srgbClr val="764700">
                    <a:alpha val="11529"/>
                  </a:srgbClr>
                </a:gs>
                <a:gs pos="57143">
                  <a:srgbClr val="764700">
                    <a:alpha val="6562"/>
                  </a:srgbClr>
                </a:gs>
                <a:gs pos="71429">
                  <a:srgbClr val="764700">
                    <a:alpha val="3127"/>
                  </a:srgbClr>
                </a:gs>
                <a:gs pos="85714">
                  <a:srgbClr val="764700">
                    <a:alpha val="1249"/>
                  </a:srgbClr>
                </a:gs>
                <a:gs pos="100000">
                  <a:srgbClr val="764700">
                    <a:alpha val="4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6" name="Splat 1656"/>
            <p:cNvSpPr>
              <a:spLocks noGrp="1"/>
            </p:cNvSpPr>
            <p:nvPr/>
          </p:nvSpPr>
          <p:spPr>
            <a:xfrm rot="6187758">
              <a:off x="465726" y="283091"/>
              <a:ext cx="495440" cy="330829"/>
            </a:xfrm>
            <a:prstGeom prst="ellipse">
              <a:avLst/>
            </a:prstGeom>
            <a:gradFill>
              <a:gsLst>
                <a:gs pos="0">
                  <a:srgbClr val="480000">
                    <a:alpha val="27931"/>
                  </a:srgbClr>
                </a:gs>
                <a:gs pos="14286">
                  <a:srgbClr val="480000">
                    <a:alpha val="25996"/>
                  </a:srgbClr>
                </a:gs>
                <a:gs pos="28571">
                  <a:srgbClr val="480000">
                    <a:alpha val="20844"/>
                  </a:srgbClr>
                </a:gs>
                <a:gs pos="42857">
                  <a:srgbClr val="480000">
                    <a:alpha val="14215"/>
                  </a:srgbClr>
                </a:gs>
                <a:gs pos="57143">
                  <a:srgbClr val="480000">
                    <a:alpha val="8145"/>
                  </a:srgbClr>
                </a:gs>
                <a:gs pos="71429">
                  <a:srgbClr val="480000">
                    <a:alpha val="3899"/>
                  </a:srgbClr>
                </a:gs>
                <a:gs pos="85714">
                  <a:srgbClr val="480000">
                    <a:alpha val="1560"/>
                  </a:srgbClr>
                </a:gs>
                <a:gs pos="100000">
                  <a:srgbClr val="480000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7" name="Splat 1657"/>
            <p:cNvSpPr>
              <a:spLocks noGrp="1"/>
            </p:cNvSpPr>
            <p:nvPr/>
          </p:nvSpPr>
          <p:spPr>
            <a:xfrm rot="-8905305">
              <a:off x="290250" y="251378"/>
              <a:ext cx="617907" cy="427861"/>
            </a:xfrm>
            <a:prstGeom prst="ellipse">
              <a:avLst/>
            </a:prstGeom>
            <a:gradFill>
              <a:gsLst>
                <a:gs pos="0">
                  <a:srgbClr val="FFEE00">
                    <a:alpha val="1484"/>
                  </a:srgbClr>
                </a:gs>
                <a:gs pos="14286">
                  <a:srgbClr val="FFEE00">
                    <a:alpha val="1365"/>
                  </a:srgbClr>
                </a:gs>
                <a:gs pos="28571">
                  <a:srgbClr val="FFEE00">
                    <a:alpha val="1061"/>
                  </a:srgbClr>
                </a:gs>
                <a:gs pos="42857">
                  <a:srgbClr val="FFEE00">
                    <a:alpha val="697"/>
                  </a:srgbClr>
                </a:gs>
                <a:gs pos="57143">
                  <a:srgbClr val="FFEE00">
                    <a:alpha val="387"/>
                  </a:srgbClr>
                </a:gs>
                <a:gs pos="71429">
                  <a:srgbClr val="FFEE00">
                    <a:alpha val="181"/>
                  </a:srgbClr>
                </a:gs>
                <a:gs pos="85714">
                  <a:srgbClr val="FFEE00">
                    <a:alpha val="72"/>
                  </a:srgbClr>
                </a:gs>
                <a:gs pos="100000">
                  <a:srgbClr val="FFEE00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8" name="Splat 1658"/>
            <p:cNvSpPr>
              <a:spLocks noGrp="1"/>
            </p:cNvSpPr>
            <p:nvPr/>
          </p:nvSpPr>
          <p:spPr>
            <a:xfrm rot="9004240">
              <a:off x="-21922" y="196939"/>
              <a:ext cx="806140" cy="463465"/>
            </a:xfrm>
            <a:prstGeom prst="ellipse">
              <a:avLst/>
            </a:prstGeom>
            <a:gradFill>
              <a:gsLst>
                <a:gs pos="0">
                  <a:srgbClr val="FFC220">
                    <a:alpha val="8204"/>
                  </a:srgbClr>
                </a:gs>
                <a:gs pos="14286">
                  <a:srgbClr val="FFC220">
                    <a:alpha val="7566"/>
                  </a:srgbClr>
                </a:gs>
                <a:gs pos="28571">
                  <a:srgbClr val="FFC220">
                    <a:alpha val="5926"/>
                  </a:srgbClr>
                </a:gs>
                <a:gs pos="42857">
                  <a:srgbClr val="FFC220">
                    <a:alpha val="3928"/>
                  </a:srgbClr>
                </a:gs>
                <a:gs pos="57143">
                  <a:srgbClr val="FFC220">
                    <a:alpha val="2196"/>
                  </a:srgbClr>
                </a:gs>
                <a:gs pos="71429">
                  <a:srgbClr val="FFC220">
                    <a:alpha val="1034"/>
                  </a:srgbClr>
                </a:gs>
                <a:gs pos="85714">
                  <a:srgbClr val="FFC220">
                    <a:alpha val="410"/>
                  </a:srgbClr>
                </a:gs>
                <a:gs pos="100000">
                  <a:srgbClr val="FFC220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9" name="Splat 1659"/>
            <p:cNvSpPr>
              <a:spLocks noGrp="1"/>
            </p:cNvSpPr>
            <p:nvPr/>
          </p:nvSpPr>
          <p:spPr>
            <a:xfrm rot="10336663">
              <a:off x="-7208" y="204793"/>
              <a:ext cx="574147" cy="493882"/>
            </a:xfrm>
            <a:prstGeom prst="ellipse">
              <a:avLst/>
            </a:prstGeom>
            <a:gradFill>
              <a:gsLst>
                <a:gs pos="0">
                  <a:srgbClr val="430827">
                    <a:alpha val="22885"/>
                  </a:srgbClr>
                </a:gs>
                <a:gs pos="14286">
                  <a:srgbClr val="430827">
                    <a:alpha val="21247"/>
                  </a:srgbClr>
                </a:gs>
                <a:gs pos="28571">
                  <a:srgbClr val="430827">
                    <a:alpha val="16928"/>
                  </a:srgbClr>
                </a:gs>
                <a:gs pos="42857">
                  <a:srgbClr val="430827">
                    <a:alpha val="11454"/>
                  </a:srgbClr>
                </a:gs>
                <a:gs pos="57143">
                  <a:srgbClr val="430827">
                    <a:alpha val="6518"/>
                  </a:srgbClr>
                </a:gs>
                <a:gs pos="71429">
                  <a:srgbClr val="430827">
                    <a:alpha val="3106"/>
                  </a:srgbClr>
                </a:gs>
                <a:gs pos="85714">
                  <a:srgbClr val="430827">
                    <a:alpha val="1240"/>
                  </a:srgbClr>
                </a:gs>
                <a:gs pos="100000">
                  <a:srgbClr val="430827">
                    <a:alpha val="4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0" name="Splat 1660"/>
            <p:cNvSpPr>
              <a:spLocks noGrp="1"/>
            </p:cNvSpPr>
            <p:nvPr/>
          </p:nvSpPr>
          <p:spPr>
            <a:xfrm rot="4156379">
              <a:off x="-296680" y="219305"/>
              <a:ext cx="612214" cy="482591"/>
            </a:xfrm>
            <a:prstGeom prst="ellipse">
              <a:avLst/>
            </a:prstGeom>
            <a:gradFill>
              <a:gsLst>
                <a:gs pos="0">
                  <a:srgbClr val="EAD4D6">
                    <a:alpha val="23187"/>
                  </a:srgbClr>
                </a:gs>
                <a:gs pos="14286">
                  <a:srgbClr val="EAD4D6">
                    <a:alpha val="21531"/>
                  </a:srgbClr>
                </a:gs>
                <a:gs pos="28571">
                  <a:srgbClr val="EAD4D6">
                    <a:alpha val="17160"/>
                  </a:srgbClr>
                </a:gs>
                <a:gs pos="42857">
                  <a:srgbClr val="EAD4D6">
                    <a:alpha val="11616"/>
                  </a:srgbClr>
                </a:gs>
                <a:gs pos="57143">
                  <a:srgbClr val="EAD4D6">
                    <a:alpha val="6613"/>
                  </a:srgbClr>
                </a:gs>
                <a:gs pos="71429">
                  <a:srgbClr val="EAD4D6">
                    <a:alpha val="3152"/>
                  </a:srgbClr>
                </a:gs>
                <a:gs pos="85714">
                  <a:srgbClr val="EAD4D6">
                    <a:alpha val="1258"/>
                  </a:srgbClr>
                </a:gs>
                <a:gs pos="100000">
                  <a:srgbClr val="EAD4D6">
                    <a:alpha val="4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1" name="Splat 1661"/>
            <p:cNvSpPr>
              <a:spLocks noGrp="1"/>
            </p:cNvSpPr>
            <p:nvPr/>
          </p:nvSpPr>
          <p:spPr>
            <a:xfrm rot="5121573">
              <a:off x="3168882" y="-122529"/>
              <a:ext cx="935603" cy="671117"/>
            </a:xfrm>
            <a:prstGeom prst="ellipse">
              <a:avLst/>
            </a:prstGeom>
            <a:gradFill>
              <a:gsLst>
                <a:gs pos="0">
                  <a:srgbClr val="401000">
                    <a:alpha val="32968"/>
                  </a:srgbClr>
                </a:gs>
                <a:gs pos="14286">
                  <a:srgbClr val="401000">
                    <a:alpha val="30764"/>
                  </a:srgbClr>
                </a:gs>
                <a:gs pos="28571">
                  <a:srgbClr val="401000">
                    <a:alpha val="24833"/>
                  </a:srgbClr>
                </a:gs>
                <a:gs pos="42857">
                  <a:srgbClr val="401000">
                    <a:alpha val="17075"/>
                  </a:srgbClr>
                </a:gs>
                <a:gs pos="57143">
                  <a:srgbClr val="401000">
                    <a:alpha val="9855"/>
                  </a:srgbClr>
                </a:gs>
                <a:gs pos="71429">
                  <a:srgbClr val="401000">
                    <a:alpha val="4740"/>
                  </a:srgbClr>
                </a:gs>
                <a:gs pos="85714">
                  <a:srgbClr val="401000">
                    <a:alpha val="1902"/>
                  </a:srgbClr>
                </a:gs>
                <a:gs pos="100000">
                  <a:srgbClr val="401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2" name="Splat 1662"/>
            <p:cNvSpPr>
              <a:spLocks noGrp="1"/>
            </p:cNvSpPr>
            <p:nvPr/>
          </p:nvSpPr>
          <p:spPr>
            <a:xfrm rot="6027142">
              <a:off x="3026879" y="-74642"/>
              <a:ext cx="789608" cy="616974"/>
            </a:xfrm>
            <a:prstGeom prst="ellipse">
              <a:avLst/>
            </a:prstGeom>
            <a:gradFill>
              <a:gsLst>
                <a:gs pos="0">
                  <a:srgbClr val="522C00">
                    <a:alpha val="32483"/>
                  </a:srgbClr>
                </a:gs>
                <a:gs pos="14286">
                  <a:srgbClr val="522C00">
                    <a:alpha val="30304"/>
                  </a:srgbClr>
                </a:gs>
                <a:gs pos="28571">
                  <a:srgbClr val="522C00">
                    <a:alpha val="24445"/>
                  </a:srgbClr>
                </a:gs>
                <a:gs pos="42857">
                  <a:srgbClr val="522C00">
                    <a:alpha val="16795"/>
                  </a:srgbClr>
                </a:gs>
                <a:gs pos="57143">
                  <a:srgbClr val="522C00">
                    <a:alpha val="9686"/>
                  </a:srgbClr>
                </a:gs>
                <a:gs pos="71429">
                  <a:srgbClr val="522C00">
                    <a:alpha val="4657"/>
                  </a:srgbClr>
                </a:gs>
                <a:gs pos="85714">
                  <a:srgbClr val="522C00">
                    <a:alpha val="1868"/>
                  </a:srgbClr>
                </a:gs>
                <a:gs pos="100000">
                  <a:srgbClr val="522C00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3" name="Splat 1663"/>
            <p:cNvSpPr>
              <a:spLocks noGrp="1"/>
            </p:cNvSpPr>
            <p:nvPr/>
          </p:nvSpPr>
          <p:spPr>
            <a:xfrm rot="6574341">
              <a:off x="2831546" y="-24000"/>
              <a:ext cx="875629" cy="535623"/>
            </a:xfrm>
            <a:prstGeom prst="ellipse">
              <a:avLst/>
            </a:prstGeom>
            <a:gradFill>
              <a:gsLst>
                <a:gs pos="0">
                  <a:srgbClr val="4B1E00">
                    <a:alpha val="29108"/>
                  </a:srgbClr>
                </a:gs>
                <a:gs pos="14286">
                  <a:srgbClr val="4B1E00">
                    <a:alpha val="27108"/>
                  </a:srgbClr>
                </a:gs>
                <a:gs pos="28571">
                  <a:srgbClr val="4B1E00">
                    <a:alpha val="21769"/>
                  </a:srgbClr>
                </a:gs>
                <a:gs pos="42857">
                  <a:srgbClr val="4B1E00">
                    <a:alpha val="14873"/>
                  </a:srgbClr>
                </a:gs>
                <a:gs pos="57143">
                  <a:srgbClr val="4B1E00">
                    <a:alpha val="8536"/>
                  </a:srgbClr>
                </a:gs>
                <a:gs pos="71429">
                  <a:srgbClr val="4B1E00">
                    <a:alpha val="4091"/>
                  </a:srgbClr>
                </a:gs>
                <a:gs pos="85714">
                  <a:srgbClr val="4B1E00">
                    <a:alpha val="1638"/>
                  </a:srgbClr>
                </a:gs>
                <a:gs pos="100000">
                  <a:srgbClr val="4B1E00">
                    <a:alpha val="5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4" name="Splat 1664"/>
            <p:cNvSpPr>
              <a:spLocks noGrp="1"/>
            </p:cNvSpPr>
            <p:nvPr/>
          </p:nvSpPr>
          <p:spPr>
            <a:xfrm rot="8076756">
              <a:off x="2653380" y="18843"/>
              <a:ext cx="988658" cy="340343"/>
            </a:xfrm>
            <a:prstGeom prst="ellipse">
              <a:avLst/>
            </a:prstGeom>
            <a:gradFill>
              <a:gsLst>
                <a:gs pos="0">
                  <a:srgbClr val="482500">
                    <a:alpha val="31940"/>
                  </a:srgbClr>
                </a:gs>
                <a:gs pos="14286">
                  <a:srgbClr val="482500">
                    <a:alpha val="29789"/>
                  </a:srgbClr>
                </a:gs>
                <a:gs pos="28571">
                  <a:srgbClr val="482500">
                    <a:alpha val="24012"/>
                  </a:srgbClr>
                </a:gs>
                <a:gs pos="42857">
                  <a:srgbClr val="482500">
                    <a:alpha val="16482"/>
                  </a:srgbClr>
                </a:gs>
                <a:gs pos="57143">
                  <a:srgbClr val="482500">
                    <a:alpha val="9498"/>
                  </a:srgbClr>
                </a:gs>
                <a:gs pos="71429">
                  <a:srgbClr val="482500">
                    <a:alpha val="4564"/>
                  </a:srgbClr>
                </a:gs>
                <a:gs pos="85714">
                  <a:srgbClr val="482500">
                    <a:alpha val="1830"/>
                  </a:srgbClr>
                </a:gs>
                <a:gs pos="100000">
                  <a:srgbClr val="482500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5" name="Splat 1665"/>
            <p:cNvSpPr>
              <a:spLocks noGrp="1"/>
            </p:cNvSpPr>
            <p:nvPr/>
          </p:nvSpPr>
          <p:spPr>
            <a:xfrm rot="6097379">
              <a:off x="2589520" y="217994"/>
              <a:ext cx="704023" cy="240868"/>
            </a:xfrm>
            <a:prstGeom prst="ellipse">
              <a:avLst/>
            </a:prstGeom>
            <a:gradFill>
              <a:gsLst>
                <a:gs pos="0">
                  <a:srgbClr val="B1785B">
                    <a:alpha val="32968"/>
                  </a:srgbClr>
                </a:gs>
                <a:gs pos="14286">
                  <a:srgbClr val="B1785B">
                    <a:alpha val="30764"/>
                  </a:srgbClr>
                </a:gs>
                <a:gs pos="28571">
                  <a:srgbClr val="B1785B">
                    <a:alpha val="24833"/>
                  </a:srgbClr>
                </a:gs>
                <a:gs pos="42857">
                  <a:srgbClr val="B1785B">
                    <a:alpha val="17075"/>
                  </a:srgbClr>
                </a:gs>
                <a:gs pos="57143">
                  <a:srgbClr val="B1785B">
                    <a:alpha val="9855"/>
                  </a:srgbClr>
                </a:gs>
                <a:gs pos="71429">
                  <a:srgbClr val="B1785B">
                    <a:alpha val="4740"/>
                  </a:srgbClr>
                </a:gs>
                <a:gs pos="85714">
                  <a:srgbClr val="B1785B">
                    <a:alpha val="1902"/>
                  </a:srgbClr>
                </a:gs>
                <a:gs pos="100000">
                  <a:srgbClr val="B1785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6" name="Splat 1666"/>
            <p:cNvSpPr>
              <a:spLocks noGrp="1"/>
            </p:cNvSpPr>
            <p:nvPr/>
          </p:nvSpPr>
          <p:spPr>
            <a:xfrm rot="3531164">
              <a:off x="2405958" y="47370"/>
              <a:ext cx="790485" cy="492908"/>
            </a:xfrm>
            <a:prstGeom prst="ellipse">
              <a:avLst/>
            </a:prstGeom>
            <a:gradFill>
              <a:gsLst>
                <a:gs pos="0">
                  <a:srgbClr val="89000B">
                    <a:alpha val="21343"/>
                  </a:srgbClr>
                </a:gs>
                <a:gs pos="14286">
                  <a:srgbClr val="89000B">
                    <a:alpha val="19801"/>
                  </a:srgbClr>
                </a:gs>
                <a:gs pos="28571">
                  <a:srgbClr val="89000B">
                    <a:alpha val="15746"/>
                  </a:srgbClr>
                </a:gs>
                <a:gs pos="42857">
                  <a:srgbClr val="89000B">
                    <a:alpha val="10629"/>
                  </a:srgbClr>
                </a:gs>
                <a:gs pos="57143">
                  <a:srgbClr val="89000B">
                    <a:alpha val="6037"/>
                  </a:srgbClr>
                </a:gs>
                <a:gs pos="71429">
                  <a:srgbClr val="89000B">
                    <a:alpha val="2873"/>
                  </a:srgbClr>
                </a:gs>
                <a:gs pos="85714">
                  <a:srgbClr val="89000B">
                    <a:alpha val="1146"/>
                  </a:srgbClr>
                </a:gs>
                <a:gs pos="100000">
                  <a:srgbClr val="89000B">
                    <a:alpha val="3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7" name="Splat 1667"/>
            <p:cNvSpPr>
              <a:spLocks noGrp="1"/>
            </p:cNvSpPr>
            <p:nvPr/>
          </p:nvSpPr>
          <p:spPr>
            <a:xfrm rot="-8549338">
              <a:off x="2267745" y="76713"/>
              <a:ext cx="558157" cy="409784"/>
            </a:xfrm>
            <a:prstGeom prst="ellipse">
              <a:avLst/>
            </a:prstGeom>
            <a:gradFill>
              <a:gsLst>
                <a:gs pos="0">
                  <a:srgbClr val="915200">
                    <a:alpha val="13233"/>
                  </a:srgbClr>
                </a:gs>
                <a:gs pos="14286">
                  <a:srgbClr val="915200">
                    <a:alpha val="12231"/>
                  </a:srgbClr>
                </a:gs>
                <a:gs pos="28571">
                  <a:srgbClr val="915200">
                    <a:alpha val="9634"/>
                  </a:srgbClr>
                </a:gs>
                <a:gs pos="42857">
                  <a:srgbClr val="915200">
                    <a:alpha val="6428"/>
                  </a:srgbClr>
                </a:gs>
                <a:gs pos="57143">
                  <a:srgbClr val="915200">
                    <a:alpha val="3615"/>
                  </a:srgbClr>
                </a:gs>
                <a:gs pos="71429">
                  <a:srgbClr val="915200">
                    <a:alpha val="1709"/>
                  </a:srgbClr>
                </a:gs>
                <a:gs pos="85714">
                  <a:srgbClr val="915200">
                    <a:alpha val="679"/>
                  </a:srgbClr>
                </a:gs>
                <a:gs pos="100000">
                  <a:srgbClr val="915200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8" name="Splat 1668"/>
            <p:cNvSpPr>
              <a:spLocks noGrp="1"/>
            </p:cNvSpPr>
            <p:nvPr/>
          </p:nvSpPr>
          <p:spPr>
            <a:xfrm rot="9930842">
              <a:off x="2081764" y="68312"/>
              <a:ext cx="646750" cy="492422"/>
            </a:xfrm>
            <a:prstGeom prst="ellipse">
              <a:avLst/>
            </a:prstGeom>
            <a:gradFill>
              <a:gsLst>
                <a:gs pos="0">
                  <a:srgbClr val="000000">
                    <a:alpha val="16648"/>
                  </a:srgbClr>
                </a:gs>
                <a:gs pos="14286">
                  <a:srgbClr val="000000">
                    <a:alpha val="15411"/>
                  </a:srgbClr>
                </a:gs>
                <a:gs pos="28571">
                  <a:srgbClr val="000000">
                    <a:alpha val="12186"/>
                  </a:srgbClr>
                </a:gs>
                <a:gs pos="42857">
                  <a:srgbClr val="000000">
                    <a:alpha val="8171"/>
                  </a:srgbClr>
                </a:gs>
                <a:gs pos="57143">
                  <a:srgbClr val="000000">
                    <a:alpha val="4613"/>
                  </a:srgbClr>
                </a:gs>
                <a:gs pos="71429">
                  <a:srgbClr val="000000">
                    <a:alpha val="2187"/>
                  </a:srgbClr>
                </a:gs>
                <a:gs pos="85714">
                  <a:srgbClr val="000000">
                    <a:alpha val="870"/>
                  </a:srgbClr>
                </a:gs>
                <a:gs pos="100000">
                  <a:srgbClr val="000000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9" name="Splat 1669"/>
            <p:cNvSpPr>
              <a:spLocks noGrp="1"/>
            </p:cNvSpPr>
            <p:nvPr/>
          </p:nvSpPr>
          <p:spPr>
            <a:xfrm rot="6735213">
              <a:off x="464428" y="-19048"/>
              <a:ext cx="634636" cy="394095"/>
            </a:xfrm>
            <a:prstGeom prst="ellipse">
              <a:avLst/>
            </a:prstGeom>
            <a:gradFill>
              <a:gsLst>
                <a:gs pos="0">
                  <a:srgbClr val="581E00">
                    <a:alpha val="25743"/>
                  </a:srgbClr>
                </a:gs>
                <a:gs pos="14286">
                  <a:srgbClr val="581E00">
                    <a:alpha val="23933"/>
                  </a:srgbClr>
                </a:gs>
                <a:gs pos="28571">
                  <a:srgbClr val="581E00">
                    <a:alpha val="19136"/>
                  </a:srgbClr>
                </a:gs>
                <a:gs pos="42857">
                  <a:srgbClr val="581E00">
                    <a:alpha val="13005"/>
                  </a:srgbClr>
                </a:gs>
                <a:gs pos="57143">
                  <a:srgbClr val="581E00">
                    <a:alpha val="7429"/>
                  </a:srgbClr>
                </a:gs>
                <a:gs pos="71429">
                  <a:srgbClr val="581E00">
                    <a:alpha val="3549"/>
                  </a:srgbClr>
                </a:gs>
                <a:gs pos="85714">
                  <a:srgbClr val="581E00">
                    <a:alpha val="1419"/>
                  </a:srgbClr>
                </a:gs>
                <a:gs pos="100000">
                  <a:srgbClr val="581E00">
                    <a:alpha val="4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0" name="Splat 1670"/>
            <p:cNvSpPr>
              <a:spLocks noGrp="1"/>
            </p:cNvSpPr>
            <p:nvPr/>
          </p:nvSpPr>
          <p:spPr>
            <a:xfrm rot="9806572">
              <a:off x="279156" y="-31191"/>
              <a:ext cx="655255" cy="468043"/>
            </a:xfrm>
            <a:prstGeom prst="ellipse">
              <a:avLst/>
            </a:prstGeom>
            <a:gradFill>
              <a:gsLst>
                <a:gs pos="0">
                  <a:srgbClr val="C98900">
                    <a:alpha val="7288"/>
                  </a:srgbClr>
                </a:gs>
                <a:gs pos="14286">
                  <a:srgbClr val="C98900">
                    <a:alpha val="6719"/>
                  </a:srgbClr>
                </a:gs>
                <a:gs pos="28571">
                  <a:srgbClr val="C98900">
                    <a:alpha val="5257"/>
                  </a:srgbClr>
                </a:gs>
                <a:gs pos="42857">
                  <a:srgbClr val="C98900">
                    <a:alpha val="3480"/>
                  </a:srgbClr>
                </a:gs>
                <a:gs pos="57143">
                  <a:srgbClr val="C98900">
                    <a:alpha val="1944"/>
                  </a:srgbClr>
                </a:gs>
                <a:gs pos="71429">
                  <a:srgbClr val="C98900">
                    <a:alpha val="915"/>
                  </a:srgbClr>
                </a:gs>
                <a:gs pos="85714">
                  <a:srgbClr val="C98900">
                    <a:alpha val="363"/>
                  </a:srgbClr>
                </a:gs>
                <a:gs pos="100000">
                  <a:srgbClr val="C98900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1" name="Splat 1671"/>
            <p:cNvSpPr>
              <a:spLocks noGrp="1"/>
            </p:cNvSpPr>
            <p:nvPr/>
          </p:nvSpPr>
          <p:spPr>
            <a:xfrm rot="7492810">
              <a:off x="45004" y="36226"/>
              <a:ext cx="630034" cy="435484"/>
            </a:xfrm>
            <a:prstGeom prst="ellipse">
              <a:avLst/>
            </a:prstGeom>
            <a:gradFill>
              <a:gsLst>
                <a:gs pos="0">
                  <a:srgbClr val="400000">
                    <a:alpha val="28172"/>
                  </a:srgbClr>
                </a:gs>
                <a:gs pos="14286">
                  <a:srgbClr val="400000">
                    <a:alpha val="26224"/>
                  </a:srgbClr>
                </a:gs>
                <a:gs pos="28571">
                  <a:srgbClr val="400000">
                    <a:alpha val="21033"/>
                  </a:srgbClr>
                </a:gs>
                <a:gs pos="42857">
                  <a:srgbClr val="400000">
                    <a:alpha val="14349"/>
                  </a:srgbClr>
                </a:gs>
                <a:gs pos="57143">
                  <a:srgbClr val="400000">
                    <a:alpha val="8225"/>
                  </a:srgbClr>
                </a:gs>
                <a:gs pos="71429">
                  <a:srgbClr val="400000">
                    <a:alpha val="3938"/>
                  </a:srgbClr>
                </a:gs>
                <a:gs pos="85714">
                  <a:srgbClr val="400000">
                    <a:alpha val="1576"/>
                  </a:srgbClr>
                </a:gs>
                <a:gs pos="100000">
                  <a:srgbClr val="400000">
                    <a:alpha val="5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2" name="Splat 1672"/>
            <p:cNvSpPr>
              <a:spLocks noGrp="1"/>
            </p:cNvSpPr>
            <p:nvPr/>
          </p:nvSpPr>
          <p:spPr>
            <a:xfrm rot="4117600">
              <a:off x="-80350" y="-15257"/>
              <a:ext cx="566774" cy="532786"/>
            </a:xfrm>
            <a:prstGeom prst="ellipse">
              <a:avLst/>
            </a:prstGeom>
            <a:gradFill>
              <a:gsLst>
                <a:gs pos="0">
                  <a:srgbClr val="B3B100">
                    <a:alpha val="3448"/>
                  </a:srgbClr>
                </a:gs>
                <a:gs pos="14286">
                  <a:srgbClr val="B3B100">
                    <a:alpha val="3173"/>
                  </a:srgbClr>
                </a:gs>
                <a:gs pos="28571">
                  <a:srgbClr val="B3B100">
                    <a:alpha val="2473"/>
                  </a:srgbClr>
                </a:gs>
                <a:gs pos="42857">
                  <a:srgbClr val="B3B100">
                    <a:alpha val="1629"/>
                  </a:srgbClr>
                </a:gs>
                <a:gs pos="57143">
                  <a:srgbClr val="B3B100">
                    <a:alpha val="906"/>
                  </a:srgbClr>
                </a:gs>
                <a:gs pos="71429">
                  <a:srgbClr val="B3B100">
                    <a:alpha val="425"/>
                  </a:srgbClr>
                </a:gs>
                <a:gs pos="85714">
                  <a:srgbClr val="B3B100">
                    <a:alpha val="168"/>
                  </a:srgbClr>
                </a:gs>
                <a:gs pos="100000">
                  <a:srgbClr val="B3B100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3" name="Splat 1673"/>
            <p:cNvSpPr>
              <a:spLocks noGrp="1"/>
            </p:cNvSpPr>
            <p:nvPr/>
          </p:nvSpPr>
          <p:spPr>
            <a:xfrm rot="8010337">
              <a:off x="-227989" y="31669"/>
              <a:ext cx="599580" cy="456956"/>
            </a:xfrm>
            <a:prstGeom prst="ellipse">
              <a:avLst/>
            </a:prstGeom>
            <a:gradFill>
              <a:gsLst>
                <a:gs pos="0">
                  <a:srgbClr val="AF9CA1">
                    <a:alpha val="32968"/>
                  </a:srgbClr>
                </a:gs>
                <a:gs pos="14286">
                  <a:srgbClr val="AF9CA1">
                    <a:alpha val="30764"/>
                  </a:srgbClr>
                </a:gs>
                <a:gs pos="28571">
                  <a:srgbClr val="AF9CA1">
                    <a:alpha val="24833"/>
                  </a:srgbClr>
                </a:gs>
                <a:gs pos="42857">
                  <a:srgbClr val="AF9CA1">
                    <a:alpha val="17075"/>
                  </a:srgbClr>
                </a:gs>
                <a:gs pos="57143">
                  <a:srgbClr val="AF9CA1">
                    <a:alpha val="9855"/>
                  </a:srgbClr>
                </a:gs>
                <a:gs pos="71429">
                  <a:srgbClr val="AF9CA1">
                    <a:alpha val="4740"/>
                  </a:srgbClr>
                </a:gs>
                <a:gs pos="85714">
                  <a:srgbClr val="AF9CA1">
                    <a:alpha val="1902"/>
                  </a:srgbClr>
                </a:gs>
                <a:gs pos="100000">
                  <a:srgbClr val="AF9C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4" name="Splat 1674"/>
            <p:cNvSpPr>
              <a:spLocks noGrp="1"/>
            </p:cNvSpPr>
            <p:nvPr/>
          </p:nvSpPr>
          <p:spPr>
            <a:xfrm rot="-9994486">
              <a:off x="3154665" y="-228819"/>
              <a:ext cx="911274" cy="4576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5" name="Splat 1675"/>
            <p:cNvSpPr>
              <a:spLocks noGrp="1"/>
            </p:cNvSpPr>
            <p:nvPr/>
          </p:nvSpPr>
          <p:spPr>
            <a:xfrm rot="10784509">
              <a:off x="3023775" y="-264682"/>
              <a:ext cx="933486" cy="529364"/>
            </a:xfrm>
            <a:prstGeom prst="ellipse">
              <a:avLst/>
            </a:prstGeom>
            <a:gradFill>
              <a:gsLst>
                <a:gs pos="0">
                  <a:srgbClr val="030000">
                    <a:alpha val="32968"/>
                  </a:srgbClr>
                </a:gs>
                <a:gs pos="14286">
                  <a:srgbClr val="030000">
                    <a:alpha val="30764"/>
                  </a:srgbClr>
                </a:gs>
                <a:gs pos="28571">
                  <a:srgbClr val="030000">
                    <a:alpha val="24833"/>
                  </a:srgbClr>
                </a:gs>
                <a:gs pos="42857">
                  <a:srgbClr val="030000">
                    <a:alpha val="17075"/>
                  </a:srgbClr>
                </a:gs>
                <a:gs pos="57143">
                  <a:srgbClr val="030000">
                    <a:alpha val="9855"/>
                  </a:srgbClr>
                </a:gs>
                <a:gs pos="71429">
                  <a:srgbClr val="030000">
                    <a:alpha val="4740"/>
                  </a:srgbClr>
                </a:gs>
                <a:gs pos="85714">
                  <a:srgbClr val="030000">
                    <a:alpha val="1902"/>
                  </a:srgbClr>
                </a:gs>
                <a:gs pos="100000">
                  <a:srgbClr val="0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6" name="Splat 1676"/>
            <p:cNvSpPr>
              <a:spLocks noGrp="1"/>
            </p:cNvSpPr>
            <p:nvPr/>
          </p:nvSpPr>
          <p:spPr>
            <a:xfrm rot="9911459">
              <a:off x="2964030" y="-153196"/>
              <a:ext cx="767934" cy="3083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7" name="Splat 1677"/>
            <p:cNvSpPr>
              <a:spLocks noGrp="1"/>
            </p:cNvSpPr>
            <p:nvPr/>
          </p:nvSpPr>
          <p:spPr>
            <a:xfrm rot="7870995">
              <a:off x="2640670" y="-154782"/>
              <a:ext cx="641749" cy="430915"/>
            </a:xfrm>
            <a:prstGeom prst="ellipse">
              <a:avLst/>
            </a:prstGeom>
            <a:gradFill>
              <a:gsLst>
                <a:gs pos="0">
                  <a:srgbClr val="AE7B85">
                    <a:alpha val="32968"/>
                  </a:srgbClr>
                </a:gs>
                <a:gs pos="14286">
                  <a:srgbClr val="AE7B85">
                    <a:alpha val="30764"/>
                  </a:srgbClr>
                </a:gs>
                <a:gs pos="28571">
                  <a:srgbClr val="AE7B85">
                    <a:alpha val="24833"/>
                  </a:srgbClr>
                </a:gs>
                <a:gs pos="42857">
                  <a:srgbClr val="AE7B85">
                    <a:alpha val="17075"/>
                  </a:srgbClr>
                </a:gs>
                <a:gs pos="57143">
                  <a:srgbClr val="AE7B85">
                    <a:alpha val="9855"/>
                  </a:srgbClr>
                </a:gs>
                <a:gs pos="71429">
                  <a:srgbClr val="AE7B85">
                    <a:alpha val="4740"/>
                  </a:srgbClr>
                </a:gs>
                <a:gs pos="85714">
                  <a:srgbClr val="AE7B85">
                    <a:alpha val="1902"/>
                  </a:srgbClr>
                </a:gs>
                <a:gs pos="100000">
                  <a:srgbClr val="AE7B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8" name="Splat 1678"/>
            <p:cNvSpPr>
              <a:spLocks noGrp="1"/>
            </p:cNvSpPr>
            <p:nvPr/>
          </p:nvSpPr>
          <p:spPr>
            <a:xfrm rot="3106119">
              <a:off x="2428369" y="-154966"/>
              <a:ext cx="580135" cy="466646"/>
            </a:xfrm>
            <a:prstGeom prst="ellipse">
              <a:avLst/>
            </a:prstGeom>
            <a:gradFill>
              <a:gsLst>
                <a:gs pos="0">
                  <a:srgbClr val="E0CCC6">
                    <a:alpha val="15598"/>
                  </a:srgbClr>
                </a:gs>
                <a:gs pos="14286">
                  <a:srgbClr val="E0CCC6">
                    <a:alpha val="14433"/>
                  </a:srgbClr>
                </a:gs>
                <a:gs pos="28571">
                  <a:srgbClr val="E0CCC6">
                    <a:alpha val="11399"/>
                  </a:srgbClr>
                </a:gs>
                <a:gs pos="42857">
                  <a:srgbClr val="E0CCC6">
                    <a:alpha val="7631"/>
                  </a:srgbClr>
                </a:gs>
                <a:gs pos="57143">
                  <a:srgbClr val="E0CCC6">
                    <a:alpha val="4303"/>
                  </a:srgbClr>
                </a:gs>
                <a:gs pos="71429">
                  <a:srgbClr val="E0CCC6">
                    <a:alpha val="2038"/>
                  </a:srgbClr>
                </a:gs>
                <a:gs pos="85714">
                  <a:srgbClr val="E0CCC6">
                    <a:alpha val="811"/>
                  </a:srgbClr>
                </a:gs>
                <a:gs pos="100000">
                  <a:srgbClr val="E0CCC6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9" name="Splat 1679"/>
            <p:cNvSpPr>
              <a:spLocks noGrp="1"/>
            </p:cNvSpPr>
            <p:nvPr/>
          </p:nvSpPr>
          <p:spPr>
            <a:xfrm rot="9576625">
              <a:off x="2305705" y="-92468"/>
              <a:ext cx="689278" cy="363384"/>
            </a:xfrm>
            <a:prstGeom prst="ellipse">
              <a:avLst/>
            </a:prstGeom>
            <a:gradFill>
              <a:gsLst>
                <a:gs pos="0">
                  <a:srgbClr val="834A32">
                    <a:alpha val="28611"/>
                  </a:srgbClr>
                </a:gs>
                <a:gs pos="14286">
                  <a:srgbClr val="834A32">
                    <a:alpha val="26638"/>
                  </a:srgbClr>
                </a:gs>
                <a:gs pos="28571">
                  <a:srgbClr val="834A32">
                    <a:alpha val="21378"/>
                  </a:srgbClr>
                </a:gs>
                <a:gs pos="42857">
                  <a:srgbClr val="834A32">
                    <a:alpha val="14595"/>
                  </a:srgbClr>
                </a:gs>
                <a:gs pos="57143">
                  <a:srgbClr val="834A32">
                    <a:alpha val="8370"/>
                  </a:srgbClr>
                </a:gs>
                <a:gs pos="71429">
                  <a:srgbClr val="834A32">
                    <a:alpha val="4009"/>
                  </a:srgbClr>
                </a:gs>
                <a:gs pos="85714">
                  <a:srgbClr val="834A32">
                    <a:alpha val="1605"/>
                  </a:srgbClr>
                </a:gs>
                <a:gs pos="100000">
                  <a:srgbClr val="834A32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0" name="Splat 1680"/>
            <p:cNvSpPr>
              <a:spLocks noGrp="1"/>
            </p:cNvSpPr>
            <p:nvPr/>
          </p:nvSpPr>
          <p:spPr>
            <a:xfrm rot="4259320">
              <a:off x="2082996" y="-59919"/>
              <a:ext cx="709627" cy="331509"/>
            </a:xfrm>
            <a:prstGeom prst="ellipse">
              <a:avLst/>
            </a:prstGeom>
            <a:gradFill>
              <a:gsLst>
                <a:gs pos="0">
                  <a:srgbClr val="511700">
                    <a:alpha val="32968"/>
                  </a:srgbClr>
                </a:gs>
                <a:gs pos="14286">
                  <a:srgbClr val="511700">
                    <a:alpha val="30764"/>
                  </a:srgbClr>
                </a:gs>
                <a:gs pos="28571">
                  <a:srgbClr val="511700">
                    <a:alpha val="24833"/>
                  </a:srgbClr>
                </a:gs>
                <a:gs pos="42857">
                  <a:srgbClr val="511700">
                    <a:alpha val="17075"/>
                  </a:srgbClr>
                </a:gs>
                <a:gs pos="57143">
                  <a:srgbClr val="511700">
                    <a:alpha val="9855"/>
                  </a:srgbClr>
                </a:gs>
                <a:gs pos="71429">
                  <a:srgbClr val="511700">
                    <a:alpha val="4740"/>
                  </a:srgbClr>
                </a:gs>
                <a:gs pos="85714">
                  <a:srgbClr val="511700">
                    <a:alpha val="1902"/>
                  </a:srgbClr>
                </a:gs>
                <a:gs pos="100000">
                  <a:srgbClr val="511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1" name="Splat 1681"/>
            <p:cNvSpPr>
              <a:spLocks noGrp="1"/>
            </p:cNvSpPr>
            <p:nvPr/>
          </p:nvSpPr>
          <p:spPr>
            <a:xfrm rot="-10075109">
              <a:off x="1707521" y="-116435"/>
              <a:ext cx="778576" cy="326658"/>
            </a:xfrm>
            <a:prstGeom prst="ellipse">
              <a:avLst/>
            </a:prstGeom>
            <a:gradFill>
              <a:gsLst>
                <a:gs pos="0">
                  <a:srgbClr val="000000">
                    <a:alpha val="14654"/>
                  </a:srgbClr>
                </a:gs>
                <a:gs pos="14286">
                  <a:srgbClr val="000000">
                    <a:alpha val="13553"/>
                  </a:srgbClr>
                </a:gs>
                <a:gs pos="28571">
                  <a:srgbClr val="000000">
                    <a:alpha val="10692"/>
                  </a:srgbClr>
                </a:gs>
                <a:gs pos="42857">
                  <a:srgbClr val="000000">
                    <a:alpha val="7149"/>
                  </a:srgbClr>
                </a:gs>
                <a:gs pos="57143">
                  <a:srgbClr val="000000">
                    <a:alpha val="4027"/>
                  </a:srgbClr>
                </a:gs>
                <a:gs pos="71429">
                  <a:srgbClr val="000000">
                    <a:alpha val="1905"/>
                  </a:srgbClr>
                </a:gs>
                <a:gs pos="85714">
                  <a:srgbClr val="000000">
                    <a:alpha val="758"/>
                  </a:srgbClr>
                </a:gs>
                <a:gs pos="100000">
                  <a:srgbClr val="000000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2" name="Splat 1682"/>
            <p:cNvSpPr>
              <a:spLocks noGrp="1"/>
            </p:cNvSpPr>
            <p:nvPr/>
          </p:nvSpPr>
          <p:spPr>
            <a:xfrm rot="9808409">
              <a:off x="1346715" y="-172857"/>
              <a:ext cx="805904" cy="431857"/>
            </a:xfrm>
            <a:prstGeom prst="ellipse">
              <a:avLst/>
            </a:prstGeom>
            <a:gradFill>
              <a:gsLst>
                <a:gs pos="0">
                  <a:srgbClr val="000000">
                    <a:alpha val="18152"/>
                  </a:srgbClr>
                </a:gs>
                <a:gs pos="14286">
                  <a:srgbClr val="000000">
                    <a:alpha val="16815"/>
                  </a:srgbClr>
                </a:gs>
                <a:gs pos="28571">
                  <a:srgbClr val="000000">
                    <a:alpha val="13320"/>
                  </a:srgbClr>
                </a:gs>
                <a:gs pos="42857">
                  <a:srgbClr val="000000">
                    <a:alpha val="8950"/>
                  </a:srgbClr>
                </a:gs>
                <a:gs pos="57143">
                  <a:srgbClr val="000000">
                    <a:alpha val="5063"/>
                  </a:srgbClr>
                </a:gs>
                <a:gs pos="71429">
                  <a:srgbClr val="000000">
                    <a:alpha val="2403"/>
                  </a:srgbClr>
                </a:gs>
                <a:gs pos="85714">
                  <a:srgbClr val="000000">
                    <a:alpha val="957"/>
                  </a:srgbClr>
                </a:gs>
                <a:gs pos="100000">
                  <a:srgbClr val="000000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3" name="Splat 1683"/>
            <p:cNvSpPr>
              <a:spLocks noGrp="1"/>
            </p:cNvSpPr>
            <p:nvPr/>
          </p:nvSpPr>
          <p:spPr>
            <a:xfrm rot="7191188">
              <a:off x="1218304" y="-126925"/>
              <a:ext cx="648587" cy="343845"/>
            </a:xfrm>
            <a:prstGeom prst="ellipse">
              <a:avLst/>
            </a:prstGeom>
            <a:gradFill>
              <a:gsLst>
                <a:gs pos="0">
                  <a:srgbClr val="000000">
                    <a:alpha val="3659"/>
                  </a:srgbClr>
                </a:gs>
                <a:gs pos="14286">
                  <a:srgbClr val="000000">
                    <a:alpha val="3368"/>
                  </a:srgbClr>
                </a:gs>
                <a:gs pos="28571">
                  <a:srgbClr val="000000">
                    <a:alpha val="2625"/>
                  </a:srgbClr>
                </a:gs>
                <a:gs pos="42857">
                  <a:srgbClr val="000000">
                    <a:alpha val="1730"/>
                  </a:srgbClr>
                </a:gs>
                <a:gs pos="57143">
                  <a:srgbClr val="000000">
                    <a:alpha val="962"/>
                  </a:srgbClr>
                </a:gs>
                <a:gs pos="71429">
                  <a:srgbClr val="000000">
                    <a:alpha val="452"/>
                  </a:srgbClr>
                </a:gs>
                <a:gs pos="85714">
                  <a:srgbClr val="000000">
                    <a:alpha val="179"/>
                  </a:srgbClr>
                </a:gs>
                <a:gs pos="100000">
                  <a:srgbClr val="000000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4" name="Splat 1684"/>
            <p:cNvSpPr>
              <a:spLocks noGrp="1"/>
            </p:cNvSpPr>
            <p:nvPr/>
          </p:nvSpPr>
          <p:spPr>
            <a:xfrm rot="2818837">
              <a:off x="1008416" y="-35992"/>
              <a:ext cx="821961" cy="217889"/>
            </a:xfrm>
            <a:prstGeom prst="ellipse">
              <a:avLst/>
            </a:prstGeom>
            <a:gradFill>
              <a:gsLst>
                <a:gs pos="0">
                  <a:srgbClr val="350000">
                    <a:alpha val="25563"/>
                  </a:srgbClr>
                </a:gs>
                <a:gs pos="14286">
                  <a:srgbClr val="350000">
                    <a:alpha val="23764"/>
                  </a:srgbClr>
                </a:gs>
                <a:gs pos="28571">
                  <a:srgbClr val="350000">
                    <a:alpha val="18997"/>
                  </a:srgbClr>
                </a:gs>
                <a:gs pos="42857">
                  <a:srgbClr val="350000">
                    <a:alpha val="12907"/>
                  </a:srgbClr>
                </a:gs>
                <a:gs pos="57143">
                  <a:srgbClr val="350000">
                    <a:alpha val="7371"/>
                  </a:srgbClr>
                </a:gs>
                <a:gs pos="71429">
                  <a:srgbClr val="350000">
                    <a:alpha val="3521"/>
                  </a:srgbClr>
                </a:gs>
                <a:gs pos="85714">
                  <a:srgbClr val="350000">
                    <a:alpha val="1407"/>
                  </a:srgbClr>
                </a:gs>
                <a:gs pos="100000">
                  <a:srgbClr val="350000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5" name="Splat 1685"/>
            <p:cNvSpPr>
              <a:spLocks noGrp="1"/>
            </p:cNvSpPr>
            <p:nvPr/>
          </p:nvSpPr>
          <p:spPr>
            <a:xfrm rot="7758464">
              <a:off x="1016294" y="-139090"/>
              <a:ext cx="584759" cy="337189"/>
            </a:xfrm>
            <a:prstGeom prst="ellipse">
              <a:avLst/>
            </a:prstGeom>
            <a:gradFill>
              <a:gsLst>
                <a:gs pos="0">
                  <a:srgbClr val="460000">
                    <a:alpha val="5996"/>
                  </a:srgbClr>
                </a:gs>
                <a:gs pos="14286">
                  <a:srgbClr val="460000">
                    <a:alpha val="5525"/>
                  </a:srgbClr>
                </a:gs>
                <a:gs pos="28571">
                  <a:srgbClr val="460000">
                    <a:alpha val="4317"/>
                  </a:srgbClr>
                </a:gs>
                <a:gs pos="42857">
                  <a:srgbClr val="460000">
                    <a:alpha val="2853"/>
                  </a:srgbClr>
                </a:gs>
                <a:gs pos="57143">
                  <a:srgbClr val="460000">
                    <a:alpha val="1591"/>
                  </a:srgbClr>
                </a:gs>
                <a:gs pos="71429">
                  <a:srgbClr val="460000">
                    <a:alpha val="748"/>
                  </a:srgbClr>
                </a:gs>
                <a:gs pos="85714">
                  <a:srgbClr val="460000">
                    <a:alpha val="296"/>
                  </a:srgbClr>
                </a:gs>
                <a:gs pos="100000">
                  <a:srgbClr val="460000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6" name="Splat 1686"/>
            <p:cNvSpPr>
              <a:spLocks noGrp="1"/>
            </p:cNvSpPr>
            <p:nvPr/>
          </p:nvSpPr>
          <p:spPr>
            <a:xfrm rot="9551903">
              <a:off x="615093" y="-214969"/>
              <a:ext cx="606944" cy="444473"/>
            </a:xfrm>
            <a:prstGeom prst="ellipse">
              <a:avLst/>
            </a:prstGeom>
            <a:gradFill>
              <a:gsLst>
                <a:gs pos="0">
                  <a:srgbClr val="6B001B">
                    <a:alpha val="8352"/>
                  </a:srgbClr>
                </a:gs>
                <a:gs pos="14286">
                  <a:srgbClr val="6B001B">
                    <a:alpha val="7703"/>
                  </a:srgbClr>
                </a:gs>
                <a:gs pos="28571">
                  <a:srgbClr val="6B001B">
                    <a:alpha val="6034"/>
                  </a:srgbClr>
                </a:gs>
                <a:gs pos="42857">
                  <a:srgbClr val="6B001B">
                    <a:alpha val="4000"/>
                  </a:srgbClr>
                </a:gs>
                <a:gs pos="57143">
                  <a:srgbClr val="6B001B">
                    <a:alpha val="2237"/>
                  </a:srgbClr>
                </a:gs>
                <a:gs pos="71429">
                  <a:srgbClr val="6B001B">
                    <a:alpha val="1053"/>
                  </a:srgbClr>
                </a:gs>
                <a:gs pos="85714">
                  <a:srgbClr val="6B001B">
                    <a:alpha val="418"/>
                  </a:srgbClr>
                </a:gs>
                <a:gs pos="100000">
                  <a:srgbClr val="6B001B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7" name="Splat 1687"/>
            <p:cNvSpPr>
              <a:spLocks noGrp="1"/>
            </p:cNvSpPr>
            <p:nvPr/>
          </p:nvSpPr>
          <p:spPr>
            <a:xfrm rot="5792647">
              <a:off x="254336" y="-107141"/>
              <a:ext cx="638232" cy="405566"/>
            </a:xfrm>
            <a:prstGeom prst="ellipse">
              <a:avLst/>
            </a:prstGeom>
            <a:gradFill>
              <a:gsLst>
                <a:gs pos="0">
                  <a:srgbClr val="7E2500">
                    <a:alpha val="32968"/>
                  </a:srgbClr>
                </a:gs>
                <a:gs pos="14286">
                  <a:srgbClr val="7E2500">
                    <a:alpha val="30764"/>
                  </a:srgbClr>
                </a:gs>
                <a:gs pos="28571">
                  <a:srgbClr val="7E2500">
                    <a:alpha val="24833"/>
                  </a:srgbClr>
                </a:gs>
                <a:gs pos="42857">
                  <a:srgbClr val="7E2500">
                    <a:alpha val="17075"/>
                  </a:srgbClr>
                </a:gs>
                <a:gs pos="57143">
                  <a:srgbClr val="7E2500">
                    <a:alpha val="9855"/>
                  </a:srgbClr>
                </a:gs>
                <a:gs pos="71429">
                  <a:srgbClr val="7E2500">
                    <a:alpha val="4740"/>
                  </a:srgbClr>
                </a:gs>
                <a:gs pos="85714">
                  <a:srgbClr val="7E2500">
                    <a:alpha val="1902"/>
                  </a:srgbClr>
                </a:gs>
                <a:gs pos="100000">
                  <a:srgbClr val="7E2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8" name="Splat 1688"/>
            <p:cNvSpPr>
              <a:spLocks noGrp="1"/>
            </p:cNvSpPr>
            <p:nvPr/>
          </p:nvSpPr>
          <p:spPr>
            <a:xfrm rot="3001303">
              <a:off x="165834" y="-122260"/>
              <a:ext cx="590208" cy="454057"/>
            </a:xfrm>
            <a:prstGeom prst="ellipse">
              <a:avLst/>
            </a:prstGeom>
            <a:gradFill>
              <a:gsLst>
                <a:gs pos="0">
                  <a:srgbClr val="812900">
                    <a:alpha val="12193"/>
                  </a:srgbClr>
                </a:gs>
                <a:gs pos="14286">
                  <a:srgbClr val="812900">
                    <a:alpha val="11265"/>
                  </a:srgbClr>
                </a:gs>
                <a:gs pos="28571">
                  <a:srgbClr val="812900">
                    <a:alpha val="8862"/>
                  </a:srgbClr>
                </a:gs>
                <a:gs pos="42857">
                  <a:srgbClr val="812900">
                    <a:alpha val="5905"/>
                  </a:srgbClr>
                </a:gs>
                <a:gs pos="57143">
                  <a:srgbClr val="812900">
                    <a:alpha val="3316"/>
                  </a:srgbClr>
                </a:gs>
                <a:gs pos="71429">
                  <a:srgbClr val="812900">
                    <a:alpha val="1566"/>
                  </a:srgbClr>
                </a:gs>
                <a:gs pos="85714">
                  <a:srgbClr val="812900">
                    <a:alpha val="622"/>
                  </a:srgbClr>
                </a:gs>
                <a:gs pos="100000">
                  <a:srgbClr val="812900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9" name="Splat 1689"/>
            <p:cNvSpPr>
              <a:spLocks noGrp="1"/>
            </p:cNvSpPr>
            <p:nvPr/>
          </p:nvSpPr>
          <p:spPr>
            <a:xfrm rot="6574145">
              <a:off x="-137007" y="-170683"/>
              <a:ext cx="666231" cy="389974"/>
            </a:xfrm>
            <a:prstGeom prst="ellipse">
              <a:avLst/>
            </a:prstGeom>
            <a:gradFill>
              <a:gsLst>
                <a:gs pos="0">
                  <a:srgbClr val="C3B7B0">
                    <a:alpha val="8102"/>
                  </a:srgbClr>
                </a:gs>
                <a:gs pos="14286">
                  <a:srgbClr val="C3B7B0">
                    <a:alpha val="7472"/>
                  </a:srgbClr>
                </a:gs>
                <a:gs pos="28571">
                  <a:srgbClr val="C3B7B0">
                    <a:alpha val="5851"/>
                  </a:srgbClr>
                </a:gs>
                <a:gs pos="42857">
                  <a:srgbClr val="C3B7B0">
                    <a:alpha val="3878"/>
                  </a:srgbClr>
                </a:gs>
                <a:gs pos="57143">
                  <a:srgbClr val="C3B7B0">
                    <a:alpha val="2168"/>
                  </a:srgbClr>
                </a:gs>
                <a:gs pos="71429">
                  <a:srgbClr val="C3B7B0">
                    <a:alpha val="1021"/>
                  </a:srgbClr>
                </a:gs>
                <a:gs pos="85714">
                  <a:srgbClr val="C3B7B0">
                    <a:alpha val="405"/>
                  </a:srgbClr>
                </a:gs>
                <a:gs pos="100000">
                  <a:srgbClr val="C3B7B0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2026-08-02T14:59:49Z</dcterms:created>
  <dcterms:modified xsi:type="dcterms:W3CDTF">2026-08-02T14:59:49Z</dcterms:modified>
</cp:coreProperties>
</file>